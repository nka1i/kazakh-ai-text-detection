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634" r:id="rId2"/>
    <p:sldId id="648" r:id="rId3"/>
    <p:sldId id="569" r:id="rId4"/>
    <p:sldId id="715" r:id="rId5"/>
    <p:sldId id="716" r:id="rId6"/>
    <p:sldId id="718" r:id="rId7"/>
    <p:sldId id="719" r:id="rId8"/>
    <p:sldId id="707" r:id="rId9"/>
    <p:sldId id="725" r:id="rId10"/>
    <p:sldId id="702" r:id="rId11"/>
    <p:sldId id="708" r:id="rId12"/>
    <p:sldId id="709" r:id="rId13"/>
    <p:sldId id="722" r:id="rId14"/>
    <p:sldId id="703" r:id="rId15"/>
    <p:sldId id="713" r:id="rId16"/>
    <p:sldId id="723" r:id="rId17"/>
    <p:sldId id="721" r:id="rId18"/>
    <p:sldId id="712" r:id="rId19"/>
    <p:sldId id="711" r:id="rId20"/>
    <p:sldId id="724" r:id="rId21"/>
    <p:sldId id="704" r:id="rId22"/>
    <p:sldId id="705" r:id="rId23"/>
    <p:sldId id="635" r:id="rId24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404123E-DC53-4FB8-B8C4-822A625563D9}">
          <p14:sldIdLst>
            <p14:sldId id="634"/>
            <p14:sldId id="648"/>
            <p14:sldId id="569"/>
            <p14:sldId id="715"/>
            <p14:sldId id="716"/>
            <p14:sldId id="718"/>
            <p14:sldId id="719"/>
            <p14:sldId id="707"/>
            <p14:sldId id="725"/>
            <p14:sldId id="702"/>
            <p14:sldId id="708"/>
            <p14:sldId id="709"/>
            <p14:sldId id="722"/>
            <p14:sldId id="703"/>
            <p14:sldId id="713"/>
            <p14:sldId id="723"/>
            <p14:sldId id="721"/>
            <p14:sldId id="712"/>
            <p14:sldId id="711"/>
            <p14:sldId id="724"/>
            <p14:sldId id="704"/>
            <p14:sldId id="705"/>
            <p14:sldId id="6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鼎" initials="张鼎" lastIdx="1" clrIdx="0"/>
  <p:cmAuthor id="1" name="A倩" initials="A" lastIdx="1" clrIdx="0"/>
  <p:cmAuthor id="2" name="Yubo" initials="MOU" lastIdx="77" clrIdx="1"/>
  <p:cmAuthor id="3" name="Yunji" initials="Y" lastIdx="7" clrIdx="2"/>
  <p:cmAuthor id="4" name="Lyu Yan" initials="LY" lastIdx="1" clrIdx="3"/>
  <p:cmAuthor id="75" name="作者" initials="A" lastIdx="0" clrIdx="24"/>
  <p:cmAuthor id="5" name="张 然也" initials="张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142F7A"/>
    <a:srgbClr val="FFE6CC"/>
    <a:srgbClr val="F4FAF2"/>
    <a:srgbClr val="BADAFF"/>
    <a:srgbClr val="FBDDA9"/>
    <a:srgbClr val="F7BF54"/>
    <a:srgbClr val="F2A40C"/>
    <a:srgbClr val="FCD9D9"/>
    <a:srgbClr val="FEF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tags" Target="tags/tag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Respected committee members, advisor Professor Guo, and fellow researchers: I am Daulet Anekesh. Today I am presenting my Master's thesis progress report on 'Morphologically-Grounded AI-Generated Text Detection and Evidence-Based Verification in Low-Resource Kazakh'.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A8206-4F6D-4A56-AEC2-C9DAEE2DA8B3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6846160 w 12192000"/>
                <a:gd name="connsiteY1" fmla="*/ 0 h 6858000"/>
                <a:gd name="connsiteX2" fmla="*/ 7228114 w 12192000"/>
                <a:gd name="connsiteY2" fmla="*/ 362857 h 6858000"/>
                <a:gd name="connsiteX3" fmla="*/ 8374743 w 12192000"/>
                <a:gd name="connsiteY3" fmla="*/ 943429 h 6858000"/>
                <a:gd name="connsiteX4" fmla="*/ 9071429 w 12192000"/>
                <a:gd name="connsiteY4" fmla="*/ 1161143 h 6858000"/>
                <a:gd name="connsiteX5" fmla="*/ 10014857 w 12192000"/>
                <a:gd name="connsiteY5" fmla="*/ 1103086 h 6858000"/>
                <a:gd name="connsiteX6" fmla="*/ 11001829 w 12192000"/>
                <a:gd name="connsiteY6" fmla="*/ 885371 h 6858000"/>
                <a:gd name="connsiteX7" fmla="*/ 11567886 w 12192000"/>
                <a:gd name="connsiteY7" fmla="*/ 914400 h 6858000"/>
                <a:gd name="connsiteX8" fmla="*/ 11959771 w 12192000"/>
                <a:gd name="connsiteY8" fmla="*/ 1175657 h 6858000"/>
                <a:gd name="connsiteX9" fmla="*/ 12192000 w 12192000"/>
                <a:gd name="connsiteY9" fmla="*/ 1310674 h 6858000"/>
                <a:gd name="connsiteX10" fmla="*/ 12192000 w 12192000"/>
                <a:gd name="connsiteY10" fmla="*/ 6858000 h 6858000"/>
                <a:gd name="connsiteX11" fmla="*/ 5925821 w 12192000"/>
                <a:gd name="connsiteY11" fmla="*/ 6858000 h 6858000"/>
                <a:gd name="connsiteX12" fmla="*/ 5760720 w 12192000"/>
                <a:gd name="connsiteY12" fmla="*/ 6725920 h 6858000"/>
                <a:gd name="connsiteX13" fmla="*/ 5730240 w 12192000"/>
                <a:gd name="connsiteY13" fmla="*/ 6715760 h 6858000"/>
                <a:gd name="connsiteX14" fmla="*/ 5598160 w 12192000"/>
                <a:gd name="connsiteY14" fmla="*/ 6664960 h 6858000"/>
                <a:gd name="connsiteX15" fmla="*/ 5069840 w 12192000"/>
                <a:gd name="connsiteY15" fmla="*/ 6421120 h 6858000"/>
                <a:gd name="connsiteX16" fmla="*/ 4683760 w 12192000"/>
                <a:gd name="connsiteY16" fmla="*/ 6055360 h 6858000"/>
                <a:gd name="connsiteX17" fmla="*/ 4500880 w 12192000"/>
                <a:gd name="connsiteY17" fmla="*/ 5994400 h 6858000"/>
                <a:gd name="connsiteX18" fmla="*/ 3931920 w 12192000"/>
                <a:gd name="connsiteY18" fmla="*/ 5740400 h 6858000"/>
                <a:gd name="connsiteX19" fmla="*/ 3830320 w 12192000"/>
                <a:gd name="connsiteY19" fmla="*/ 5730240 h 6858000"/>
                <a:gd name="connsiteX20" fmla="*/ 3474720 w 12192000"/>
                <a:gd name="connsiteY20" fmla="*/ 5669280 h 6858000"/>
                <a:gd name="connsiteX21" fmla="*/ 3220720 w 12192000"/>
                <a:gd name="connsiteY21" fmla="*/ 5689600 h 6858000"/>
                <a:gd name="connsiteX22" fmla="*/ 2895600 w 12192000"/>
                <a:gd name="connsiteY22" fmla="*/ 5720080 h 6858000"/>
                <a:gd name="connsiteX23" fmla="*/ 2306320 w 12192000"/>
                <a:gd name="connsiteY23" fmla="*/ 5811520 h 6858000"/>
                <a:gd name="connsiteX24" fmla="*/ 2194560 w 12192000"/>
                <a:gd name="connsiteY24" fmla="*/ 5811520 h 6858000"/>
                <a:gd name="connsiteX25" fmla="*/ 1706880 w 12192000"/>
                <a:gd name="connsiteY25" fmla="*/ 5862320 h 6858000"/>
                <a:gd name="connsiteX26" fmla="*/ 1544320 w 12192000"/>
                <a:gd name="connsiteY26" fmla="*/ 5862320 h 6858000"/>
                <a:gd name="connsiteX27" fmla="*/ 955040 w 12192000"/>
                <a:gd name="connsiteY27" fmla="*/ 5760720 h 6858000"/>
                <a:gd name="connsiteX28" fmla="*/ 883920 w 12192000"/>
                <a:gd name="connsiteY28" fmla="*/ 5750560 h 6858000"/>
                <a:gd name="connsiteX29" fmla="*/ 772160 w 12192000"/>
                <a:gd name="connsiteY29" fmla="*/ 5720080 h 6858000"/>
                <a:gd name="connsiteX30" fmla="*/ 386080 w 12192000"/>
                <a:gd name="connsiteY30" fmla="*/ 5425440 h 6858000"/>
                <a:gd name="connsiteX31" fmla="*/ 162560 w 12192000"/>
                <a:gd name="connsiteY31" fmla="*/ 4724400 h 6858000"/>
                <a:gd name="connsiteX32" fmla="*/ 121920 w 12192000"/>
                <a:gd name="connsiteY32" fmla="*/ 4653280 h 6858000"/>
                <a:gd name="connsiteX33" fmla="*/ 0 w 12192000"/>
                <a:gd name="connsiteY33" fmla="*/ 461576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6846160" y="0"/>
                  </a:lnTo>
                  <a:lnTo>
                    <a:pt x="7228114" y="362857"/>
                  </a:lnTo>
                  <a:lnTo>
                    <a:pt x="8374743" y="943429"/>
                  </a:lnTo>
                  <a:lnTo>
                    <a:pt x="9071429" y="1161143"/>
                  </a:lnTo>
                  <a:lnTo>
                    <a:pt x="10014857" y="1103086"/>
                  </a:lnTo>
                  <a:lnTo>
                    <a:pt x="11001829" y="885371"/>
                  </a:lnTo>
                  <a:lnTo>
                    <a:pt x="11567886" y="914400"/>
                  </a:lnTo>
                  <a:lnTo>
                    <a:pt x="11959771" y="1175657"/>
                  </a:lnTo>
                  <a:lnTo>
                    <a:pt x="12192000" y="1310674"/>
                  </a:lnTo>
                  <a:lnTo>
                    <a:pt x="12192000" y="6858000"/>
                  </a:lnTo>
                  <a:lnTo>
                    <a:pt x="5925821" y="6858000"/>
                  </a:lnTo>
                  <a:lnTo>
                    <a:pt x="5760720" y="6725920"/>
                  </a:lnTo>
                  <a:cubicBezTo>
                    <a:pt x="5760720" y="6725920"/>
                    <a:pt x="5740268" y="6719520"/>
                    <a:pt x="5730240" y="6715760"/>
                  </a:cubicBezTo>
                  <a:lnTo>
                    <a:pt x="5598160" y="6664960"/>
                  </a:lnTo>
                  <a:lnTo>
                    <a:pt x="5069840" y="6421120"/>
                  </a:lnTo>
                  <a:lnTo>
                    <a:pt x="4683760" y="6055360"/>
                  </a:lnTo>
                  <a:lnTo>
                    <a:pt x="4500880" y="5994400"/>
                  </a:lnTo>
                  <a:lnTo>
                    <a:pt x="3931920" y="5740400"/>
                  </a:lnTo>
                  <a:lnTo>
                    <a:pt x="3830320" y="5730240"/>
                  </a:lnTo>
                  <a:lnTo>
                    <a:pt x="3474720" y="5669280"/>
                  </a:lnTo>
                  <a:lnTo>
                    <a:pt x="3220720" y="5689600"/>
                  </a:lnTo>
                  <a:lnTo>
                    <a:pt x="2895600" y="5720080"/>
                  </a:lnTo>
                  <a:lnTo>
                    <a:pt x="2306320" y="5811520"/>
                  </a:lnTo>
                  <a:lnTo>
                    <a:pt x="2194560" y="5811520"/>
                  </a:lnTo>
                  <a:lnTo>
                    <a:pt x="1706880" y="5862320"/>
                  </a:lnTo>
                  <a:lnTo>
                    <a:pt x="1544320" y="5862320"/>
                  </a:lnTo>
                  <a:lnTo>
                    <a:pt x="955040" y="5760720"/>
                  </a:lnTo>
                  <a:cubicBezTo>
                    <a:pt x="955040" y="5760720"/>
                    <a:pt x="907297" y="5755755"/>
                    <a:pt x="883920" y="5750560"/>
                  </a:cubicBezTo>
                  <a:cubicBezTo>
                    <a:pt x="846226" y="5742183"/>
                    <a:pt x="809413" y="5730240"/>
                    <a:pt x="772160" y="5720080"/>
                  </a:cubicBezTo>
                  <a:lnTo>
                    <a:pt x="386080" y="5425440"/>
                  </a:lnTo>
                  <a:lnTo>
                    <a:pt x="162560" y="4724400"/>
                  </a:lnTo>
                  <a:lnTo>
                    <a:pt x="121920" y="4653280"/>
                  </a:lnTo>
                  <a:lnTo>
                    <a:pt x="0" y="4615766"/>
                  </a:lnTo>
                  <a:close/>
                </a:path>
              </a:pathLst>
            </a:custGeom>
          </p:spPr>
        </p:pic>
        <p:sp>
          <p:nvSpPr>
            <p:cNvPr id="4" name="矩形 3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游戏机, 虫, 动物&#10;&#10;描述已自动生成" hidden="1"/>
          <p:cNvPicPr>
            <a:picLocks noChangeAspect="1"/>
          </p:cNvPicPr>
          <p:nvPr userDrawn="1"/>
        </p:nvPicPr>
        <p:blipFill rotWithShape="1">
          <a:blip r:embed="rId2" cstate="print"/>
          <a:srcRect l="15327" t="7268" b="-39406"/>
          <a:stretch>
            <a:fillRect/>
          </a:stretch>
        </p:blipFill>
        <p:spPr>
          <a:xfrm>
            <a:off x="1" y="0"/>
            <a:ext cx="2078188" cy="1824309"/>
          </a:xfrm>
          <a:custGeom>
            <a:avLst/>
            <a:gdLst>
              <a:gd name="connsiteX0" fmla="*/ 3816573 w 3816573"/>
              <a:gd name="connsiteY0" fmla="*/ 3350327 h 3350327"/>
              <a:gd name="connsiteX1" fmla="*/ 0 w 3816573"/>
              <a:gd name="connsiteY1" fmla="*/ 3350327 h 3350327"/>
              <a:gd name="connsiteX2" fmla="*/ 0 w 3816573"/>
              <a:gd name="connsiteY2" fmla="*/ 0 h 3350327"/>
              <a:gd name="connsiteX3" fmla="*/ 3816573 w 3816573"/>
              <a:gd name="connsiteY3" fmla="*/ 0 h 3350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573" h="3350327">
                <a:moveTo>
                  <a:pt x="3816573" y="3350327"/>
                </a:moveTo>
                <a:lnTo>
                  <a:pt x="0" y="3350327"/>
                </a:lnTo>
                <a:lnTo>
                  <a:pt x="0" y="0"/>
                </a:lnTo>
                <a:lnTo>
                  <a:pt x="3816573" y="0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9690100" y="187926"/>
            <a:ext cx="2282262" cy="516406"/>
            <a:chOff x="9258285" y="265778"/>
            <a:chExt cx="3200415" cy="724157"/>
          </a:xfrm>
        </p:grpSpPr>
        <p:sp>
          <p:nvSpPr>
            <p:cNvPr id="5" name="任意多边形: 形状 4"/>
            <p:cNvSpPr/>
            <p:nvPr/>
          </p:nvSpPr>
          <p:spPr>
            <a:xfrm>
              <a:off x="9258285" y="265778"/>
              <a:ext cx="725437" cy="724157"/>
            </a:xfrm>
            <a:custGeom>
              <a:avLst/>
              <a:gdLst>
                <a:gd name="connsiteX0" fmla="*/ 34115760 w 58051775"/>
                <a:gd name="connsiteY0" fmla="*/ 53537596 h 57949372"/>
                <a:gd name="connsiteX1" fmla="*/ 34135152 w 58051775"/>
                <a:gd name="connsiteY1" fmla="*/ 53538314 h 57949372"/>
                <a:gd name="connsiteX2" fmla="*/ 34217704 w 58051775"/>
                <a:gd name="connsiteY2" fmla="*/ 53551790 h 57949372"/>
                <a:gd name="connsiteX3" fmla="*/ 34330864 w 58051775"/>
                <a:gd name="connsiteY3" fmla="*/ 53621702 h 57949372"/>
                <a:gd name="connsiteX4" fmla="*/ 34404042 w 58051775"/>
                <a:gd name="connsiteY4" fmla="*/ 53707816 h 57949372"/>
                <a:gd name="connsiteX5" fmla="*/ 34458432 w 58051775"/>
                <a:gd name="connsiteY5" fmla="*/ 53734582 h 57949372"/>
                <a:gd name="connsiteX6" fmla="*/ 34586148 w 58051775"/>
                <a:gd name="connsiteY6" fmla="*/ 53888744 h 57949372"/>
                <a:gd name="connsiteX7" fmla="*/ 34626140 w 58051775"/>
                <a:gd name="connsiteY7" fmla="*/ 54080172 h 57949372"/>
                <a:gd name="connsiteX8" fmla="*/ 34614480 w 58051775"/>
                <a:gd name="connsiteY8" fmla="*/ 54260106 h 57949372"/>
                <a:gd name="connsiteX9" fmla="*/ 34582102 w 58051775"/>
                <a:gd name="connsiteY9" fmla="*/ 54378020 h 57949372"/>
                <a:gd name="connsiteX10" fmla="*/ 34534476 w 58051775"/>
                <a:gd name="connsiteY10" fmla="*/ 54435656 h 57949372"/>
                <a:gd name="connsiteX11" fmla="*/ 34470976 w 58051775"/>
                <a:gd name="connsiteY11" fmla="*/ 54501488 h 57949372"/>
                <a:gd name="connsiteX12" fmla="*/ 34380614 w 58051775"/>
                <a:gd name="connsiteY12" fmla="*/ 54533800 h 57949372"/>
                <a:gd name="connsiteX13" fmla="*/ 34273836 w 58051775"/>
                <a:gd name="connsiteY13" fmla="*/ 54559200 h 57949372"/>
                <a:gd name="connsiteX14" fmla="*/ 34195780 w 58051775"/>
                <a:gd name="connsiteY14" fmla="*/ 54560342 h 57949372"/>
                <a:gd name="connsiteX15" fmla="*/ 34097888 w 58051775"/>
                <a:gd name="connsiteY15" fmla="*/ 54527264 h 57949372"/>
                <a:gd name="connsiteX16" fmla="*/ 33991350 w 58051775"/>
                <a:gd name="connsiteY16" fmla="*/ 54469984 h 57949372"/>
                <a:gd name="connsiteX17" fmla="*/ 33936244 w 58051775"/>
                <a:gd name="connsiteY17" fmla="*/ 54413734 h 57949372"/>
                <a:gd name="connsiteX18" fmla="*/ 33896744 w 58051775"/>
                <a:gd name="connsiteY18" fmla="*/ 54369768 h 57949372"/>
                <a:gd name="connsiteX19" fmla="*/ 33844578 w 58051775"/>
                <a:gd name="connsiteY19" fmla="*/ 54297964 h 57949372"/>
                <a:gd name="connsiteX20" fmla="*/ 33807402 w 58051775"/>
                <a:gd name="connsiteY20" fmla="*/ 54227792 h 57949372"/>
                <a:gd name="connsiteX21" fmla="*/ 33655002 w 58051775"/>
                <a:gd name="connsiteY21" fmla="*/ 54049440 h 57949372"/>
                <a:gd name="connsiteX22" fmla="*/ 33598876 w 58051775"/>
                <a:gd name="connsiteY22" fmla="*/ 53966890 h 57949372"/>
                <a:gd name="connsiteX23" fmla="*/ 33557600 w 58051775"/>
                <a:gd name="connsiteY23" fmla="*/ 53881214 h 57949372"/>
                <a:gd name="connsiteX24" fmla="*/ 33575592 w 58051775"/>
                <a:gd name="connsiteY24" fmla="*/ 53778580 h 57949372"/>
                <a:gd name="connsiteX25" fmla="*/ 33623952 w 58051775"/>
                <a:gd name="connsiteY25" fmla="*/ 53706224 h 57949372"/>
                <a:gd name="connsiteX26" fmla="*/ 33691692 w 58051775"/>
                <a:gd name="connsiteY26" fmla="*/ 53650196 h 57949372"/>
                <a:gd name="connsiteX27" fmla="*/ 33769820 w 58051775"/>
                <a:gd name="connsiteY27" fmla="*/ 53612580 h 57949372"/>
                <a:gd name="connsiteX28" fmla="*/ 33826200 w 58051775"/>
                <a:gd name="connsiteY28" fmla="*/ 53599154 h 57949372"/>
                <a:gd name="connsiteX29" fmla="*/ 33880688 w 58051775"/>
                <a:gd name="connsiteY29" fmla="*/ 53585308 h 57949372"/>
                <a:gd name="connsiteX30" fmla="*/ 34004252 w 58051775"/>
                <a:gd name="connsiteY30" fmla="*/ 53548360 h 57949372"/>
                <a:gd name="connsiteX31" fmla="*/ 34115760 w 58051775"/>
                <a:gd name="connsiteY31" fmla="*/ 53537596 h 57949372"/>
                <a:gd name="connsiteX32" fmla="*/ 33013530 w 58051775"/>
                <a:gd name="connsiteY32" fmla="*/ 51764044 h 57949372"/>
                <a:gd name="connsiteX33" fmla="*/ 32933504 w 58051775"/>
                <a:gd name="connsiteY33" fmla="*/ 51822692 h 57949372"/>
                <a:gd name="connsiteX34" fmla="*/ 32880302 w 58051775"/>
                <a:gd name="connsiteY34" fmla="*/ 51910868 h 57949372"/>
                <a:gd name="connsiteX35" fmla="*/ 32855156 w 58051775"/>
                <a:gd name="connsiteY35" fmla="*/ 51959172 h 57949372"/>
                <a:gd name="connsiteX36" fmla="*/ 32791584 w 58051775"/>
                <a:gd name="connsiteY36" fmla="*/ 52120800 h 57949372"/>
                <a:gd name="connsiteX37" fmla="*/ 32918402 w 58051775"/>
                <a:gd name="connsiteY37" fmla="*/ 52013420 h 57949372"/>
                <a:gd name="connsiteX38" fmla="*/ 32956502 w 58051775"/>
                <a:gd name="connsiteY38" fmla="*/ 51964050 h 57949372"/>
                <a:gd name="connsiteX39" fmla="*/ 32994602 w 58051775"/>
                <a:gd name="connsiteY39" fmla="*/ 51900004 h 57949372"/>
                <a:gd name="connsiteX40" fmla="*/ 33013150 w 58051775"/>
                <a:gd name="connsiteY40" fmla="*/ 51825512 h 57949372"/>
                <a:gd name="connsiteX41" fmla="*/ 33013530 w 58051775"/>
                <a:gd name="connsiteY41" fmla="*/ 51764044 h 57949372"/>
                <a:gd name="connsiteX42" fmla="*/ 42619636 w 58051775"/>
                <a:gd name="connsiteY42" fmla="*/ 50549982 h 57949372"/>
                <a:gd name="connsiteX43" fmla="*/ 42674124 w 58051775"/>
                <a:gd name="connsiteY43" fmla="*/ 50552564 h 57949372"/>
                <a:gd name="connsiteX44" fmla="*/ 42826524 w 58051775"/>
                <a:gd name="connsiteY44" fmla="*/ 50579338 h 57949372"/>
                <a:gd name="connsiteX45" fmla="*/ 43040302 w 58051775"/>
                <a:gd name="connsiteY45" fmla="*/ 50609980 h 57949372"/>
                <a:gd name="connsiteX46" fmla="*/ 43334184 w 58051775"/>
                <a:gd name="connsiteY46" fmla="*/ 50682112 h 57949372"/>
                <a:gd name="connsiteX47" fmla="*/ 43445828 w 58051775"/>
                <a:gd name="connsiteY47" fmla="*/ 50719712 h 57949372"/>
                <a:gd name="connsiteX48" fmla="*/ 43536076 w 58051775"/>
                <a:gd name="connsiteY48" fmla="*/ 50759038 h 57949372"/>
                <a:gd name="connsiteX49" fmla="*/ 43627634 w 58051775"/>
                <a:gd name="connsiteY49" fmla="*/ 50801116 h 57949372"/>
                <a:gd name="connsiteX50" fmla="*/ 43707052 w 58051775"/>
                <a:gd name="connsiteY50" fmla="*/ 50833896 h 57949372"/>
                <a:gd name="connsiteX51" fmla="*/ 43773568 w 58051775"/>
                <a:gd name="connsiteY51" fmla="*/ 50910970 h 57949372"/>
                <a:gd name="connsiteX52" fmla="*/ 43834836 w 58051775"/>
                <a:gd name="connsiteY52" fmla="*/ 50995452 h 57949372"/>
                <a:gd name="connsiteX53" fmla="*/ 43831820 w 58051775"/>
                <a:gd name="connsiteY53" fmla="*/ 51210220 h 57949372"/>
                <a:gd name="connsiteX54" fmla="*/ 43787878 w 58051775"/>
                <a:gd name="connsiteY54" fmla="*/ 51431028 h 57949372"/>
                <a:gd name="connsiteX55" fmla="*/ 43740392 w 58051775"/>
                <a:gd name="connsiteY55" fmla="*/ 51513476 h 57949372"/>
                <a:gd name="connsiteX56" fmla="*/ 43702206 w 58051775"/>
                <a:gd name="connsiteY56" fmla="*/ 51567872 h 57949372"/>
                <a:gd name="connsiteX57" fmla="*/ 43655416 w 58051775"/>
                <a:gd name="connsiteY57" fmla="*/ 51610048 h 57949372"/>
                <a:gd name="connsiteX58" fmla="*/ 43516754 w 58051775"/>
                <a:gd name="connsiteY58" fmla="*/ 51765200 h 57949372"/>
                <a:gd name="connsiteX59" fmla="*/ 43453898 w 58051775"/>
                <a:gd name="connsiteY59" fmla="*/ 51809650 h 57949372"/>
                <a:gd name="connsiteX60" fmla="*/ 43344442 w 58051775"/>
                <a:gd name="connsiteY60" fmla="*/ 51854100 h 57949372"/>
                <a:gd name="connsiteX61" fmla="*/ 43240082 w 58051775"/>
                <a:gd name="connsiteY61" fmla="*/ 51809650 h 57949372"/>
                <a:gd name="connsiteX62" fmla="*/ 43183700 w 58051775"/>
                <a:gd name="connsiteY62" fmla="*/ 51765200 h 57949372"/>
                <a:gd name="connsiteX63" fmla="*/ 43154404 w 58051775"/>
                <a:gd name="connsiteY63" fmla="*/ 51732926 h 57949372"/>
                <a:gd name="connsiteX64" fmla="*/ 43104574 w 58051775"/>
                <a:gd name="connsiteY64" fmla="*/ 51679096 h 57949372"/>
                <a:gd name="connsiteX65" fmla="*/ 43053816 w 58051775"/>
                <a:gd name="connsiteY65" fmla="*/ 51628566 h 57949372"/>
                <a:gd name="connsiteX66" fmla="*/ 43010792 w 58051775"/>
                <a:gd name="connsiteY66" fmla="*/ 51588252 h 57949372"/>
                <a:gd name="connsiteX67" fmla="*/ 42852052 w 58051775"/>
                <a:gd name="connsiteY67" fmla="*/ 51457900 h 57949372"/>
                <a:gd name="connsiteX68" fmla="*/ 42783076 w 58051775"/>
                <a:gd name="connsiteY68" fmla="*/ 51405780 h 57949372"/>
                <a:gd name="connsiteX69" fmla="*/ 42720304 w 58051775"/>
                <a:gd name="connsiteY69" fmla="*/ 51352156 h 57949372"/>
                <a:gd name="connsiteX70" fmla="*/ 42652754 w 58051775"/>
                <a:gd name="connsiteY70" fmla="*/ 51307936 h 57949372"/>
                <a:gd name="connsiteX71" fmla="*/ 42608502 w 58051775"/>
                <a:gd name="connsiteY71" fmla="*/ 51281944 h 57949372"/>
                <a:gd name="connsiteX72" fmla="*/ 42493728 w 58051775"/>
                <a:gd name="connsiteY72" fmla="*/ 51225714 h 57949372"/>
                <a:gd name="connsiteX73" fmla="*/ 42351968 w 58051775"/>
                <a:gd name="connsiteY73" fmla="*/ 51036854 h 57949372"/>
                <a:gd name="connsiteX74" fmla="*/ 42316328 w 58051775"/>
                <a:gd name="connsiteY74" fmla="*/ 50927700 h 57949372"/>
                <a:gd name="connsiteX75" fmla="*/ 42262796 w 58051775"/>
                <a:gd name="connsiteY75" fmla="*/ 50764244 h 57949372"/>
                <a:gd name="connsiteX76" fmla="*/ 42404778 w 58051775"/>
                <a:gd name="connsiteY76" fmla="*/ 50621518 h 57949372"/>
                <a:gd name="connsiteX77" fmla="*/ 42542552 w 58051775"/>
                <a:gd name="connsiteY77" fmla="*/ 50578752 h 57949372"/>
                <a:gd name="connsiteX78" fmla="*/ 42619636 w 58051775"/>
                <a:gd name="connsiteY78" fmla="*/ 50549982 h 57949372"/>
                <a:gd name="connsiteX79" fmla="*/ 33086614 w 58051775"/>
                <a:gd name="connsiteY79" fmla="*/ 50241746 h 57949372"/>
                <a:gd name="connsiteX80" fmla="*/ 33068344 w 58051775"/>
                <a:gd name="connsiteY80" fmla="*/ 50308776 h 57949372"/>
                <a:gd name="connsiteX81" fmla="*/ 33015972 w 58051775"/>
                <a:gd name="connsiteY81" fmla="*/ 50437600 h 57949372"/>
                <a:gd name="connsiteX82" fmla="*/ 32969202 w 58051775"/>
                <a:gd name="connsiteY82" fmla="*/ 50511070 h 57949372"/>
                <a:gd name="connsiteX83" fmla="*/ 32998164 w 58051775"/>
                <a:gd name="connsiteY83" fmla="*/ 50480668 h 57949372"/>
                <a:gd name="connsiteX84" fmla="*/ 33057952 w 58051775"/>
                <a:gd name="connsiteY84" fmla="*/ 50430656 h 57949372"/>
                <a:gd name="connsiteX85" fmla="*/ 33093926 w 58051775"/>
                <a:gd name="connsiteY85" fmla="*/ 50332232 h 57949372"/>
                <a:gd name="connsiteX86" fmla="*/ 33086614 w 58051775"/>
                <a:gd name="connsiteY86" fmla="*/ 50241746 h 57949372"/>
                <a:gd name="connsiteX87" fmla="*/ 24403484 w 58051775"/>
                <a:gd name="connsiteY87" fmla="*/ 49726940 h 57949372"/>
                <a:gd name="connsiteX88" fmla="*/ 24949084 w 58051775"/>
                <a:gd name="connsiteY88" fmla="*/ 49747342 h 57949372"/>
                <a:gd name="connsiteX89" fmla="*/ 25099284 w 58051775"/>
                <a:gd name="connsiteY89" fmla="*/ 49791836 h 57949372"/>
                <a:gd name="connsiteX90" fmla="*/ 25410504 w 58051775"/>
                <a:gd name="connsiteY90" fmla="*/ 49818004 h 57949372"/>
                <a:gd name="connsiteX91" fmla="*/ 26741312 w 58051775"/>
                <a:gd name="connsiteY91" fmla="*/ 49832840 h 57949372"/>
                <a:gd name="connsiteX92" fmla="*/ 26988216 w 58051775"/>
                <a:gd name="connsiteY92" fmla="*/ 49958634 h 57949372"/>
                <a:gd name="connsiteX93" fmla="*/ 27042336 w 58051775"/>
                <a:gd name="connsiteY93" fmla="*/ 50024992 h 57949372"/>
                <a:gd name="connsiteX94" fmla="*/ 27082752 w 58051775"/>
                <a:gd name="connsiteY94" fmla="*/ 50181300 h 57949372"/>
                <a:gd name="connsiteX95" fmla="*/ 27054088 w 58051775"/>
                <a:gd name="connsiteY95" fmla="*/ 50347798 h 57949372"/>
                <a:gd name="connsiteX96" fmla="*/ 27011096 w 58051775"/>
                <a:gd name="connsiteY96" fmla="*/ 50452664 h 57949372"/>
                <a:gd name="connsiteX97" fmla="*/ 26967232 w 58051775"/>
                <a:gd name="connsiteY97" fmla="*/ 50528920 h 57949372"/>
                <a:gd name="connsiteX98" fmla="*/ 26930328 w 58051775"/>
                <a:gd name="connsiteY98" fmla="*/ 50571474 h 57949372"/>
                <a:gd name="connsiteX99" fmla="*/ 26884896 w 58051775"/>
                <a:gd name="connsiteY99" fmla="*/ 50607950 h 57949372"/>
                <a:gd name="connsiteX100" fmla="*/ 26833368 w 58051775"/>
                <a:gd name="connsiteY100" fmla="*/ 50659810 h 57949372"/>
                <a:gd name="connsiteX101" fmla="*/ 26808040 w 58051775"/>
                <a:gd name="connsiteY101" fmla="*/ 50698400 h 57949372"/>
                <a:gd name="connsiteX102" fmla="*/ 26752960 w 58051775"/>
                <a:gd name="connsiteY102" fmla="*/ 50741594 h 57949372"/>
                <a:gd name="connsiteX103" fmla="*/ 26659524 w 58051775"/>
                <a:gd name="connsiteY103" fmla="*/ 50793276 h 57949372"/>
                <a:gd name="connsiteX104" fmla="*/ 26580892 w 58051775"/>
                <a:gd name="connsiteY104" fmla="*/ 50831972 h 57949372"/>
                <a:gd name="connsiteX105" fmla="*/ 26515572 w 58051775"/>
                <a:gd name="connsiteY105" fmla="*/ 50870296 h 57949372"/>
                <a:gd name="connsiteX106" fmla="*/ 26451372 w 58051775"/>
                <a:gd name="connsiteY106" fmla="*/ 50915276 h 57949372"/>
                <a:gd name="connsiteX107" fmla="*/ 26398400 w 58051775"/>
                <a:gd name="connsiteY107" fmla="*/ 50960306 h 57949372"/>
                <a:gd name="connsiteX108" fmla="*/ 26162256 w 58051775"/>
                <a:gd name="connsiteY108" fmla="*/ 51143028 h 57949372"/>
                <a:gd name="connsiteX109" fmla="*/ 26128664 w 58051775"/>
                <a:gd name="connsiteY109" fmla="*/ 51192112 h 57949372"/>
                <a:gd name="connsiteX110" fmla="*/ 26084216 w 58051775"/>
                <a:gd name="connsiteY110" fmla="*/ 51236564 h 57949372"/>
                <a:gd name="connsiteX111" fmla="*/ 26039844 w 58051775"/>
                <a:gd name="connsiteY111" fmla="*/ 51280856 h 57949372"/>
                <a:gd name="connsiteX112" fmla="*/ 25985616 w 58051775"/>
                <a:gd name="connsiteY112" fmla="*/ 51334398 h 57949372"/>
                <a:gd name="connsiteX113" fmla="*/ 25939704 w 58051775"/>
                <a:gd name="connsiteY113" fmla="*/ 51374488 h 57949372"/>
                <a:gd name="connsiteX114" fmla="*/ 25843868 w 58051775"/>
                <a:gd name="connsiteY114" fmla="*/ 51485800 h 57949372"/>
                <a:gd name="connsiteX115" fmla="*/ 25657168 w 58051775"/>
                <a:gd name="connsiteY115" fmla="*/ 51710260 h 57949372"/>
                <a:gd name="connsiteX116" fmla="*/ 25617124 w 58051775"/>
                <a:gd name="connsiteY116" fmla="*/ 51758462 h 57949372"/>
                <a:gd name="connsiteX117" fmla="*/ 25584004 w 58051775"/>
                <a:gd name="connsiteY117" fmla="*/ 51803982 h 57949372"/>
                <a:gd name="connsiteX118" fmla="*/ 25550536 w 58051775"/>
                <a:gd name="connsiteY118" fmla="*/ 51855098 h 57949372"/>
                <a:gd name="connsiteX119" fmla="*/ 25501104 w 58051775"/>
                <a:gd name="connsiteY119" fmla="*/ 51925112 h 57949372"/>
                <a:gd name="connsiteX120" fmla="*/ 25457020 w 58051775"/>
                <a:gd name="connsiteY120" fmla="*/ 51989260 h 57949372"/>
                <a:gd name="connsiteX121" fmla="*/ 25410452 w 58051775"/>
                <a:gd name="connsiteY121" fmla="*/ 52030264 h 57949372"/>
                <a:gd name="connsiteX122" fmla="*/ 25234904 w 58051775"/>
                <a:gd name="connsiteY122" fmla="*/ 52286860 h 57949372"/>
                <a:gd name="connsiteX123" fmla="*/ 25185124 w 58051775"/>
                <a:gd name="connsiteY123" fmla="*/ 52347688 h 57949372"/>
                <a:gd name="connsiteX124" fmla="*/ 25132912 w 58051775"/>
                <a:gd name="connsiteY124" fmla="*/ 52422568 h 57949372"/>
                <a:gd name="connsiteX125" fmla="*/ 25086328 w 58051775"/>
                <a:gd name="connsiteY125" fmla="*/ 52508132 h 57949372"/>
                <a:gd name="connsiteX126" fmla="*/ 25041112 w 58051775"/>
                <a:gd name="connsiteY126" fmla="*/ 52561964 h 57949372"/>
                <a:gd name="connsiteX127" fmla="*/ 25140688 w 58051775"/>
                <a:gd name="connsiteY127" fmla="*/ 52585224 h 57949372"/>
                <a:gd name="connsiteX128" fmla="*/ 25208296 w 58051775"/>
                <a:gd name="connsiteY128" fmla="*/ 52541078 h 57949372"/>
                <a:gd name="connsiteX129" fmla="*/ 25325348 w 58051775"/>
                <a:gd name="connsiteY129" fmla="*/ 52495270 h 57949372"/>
                <a:gd name="connsiteX130" fmla="*/ 25437076 w 58051775"/>
                <a:gd name="connsiteY130" fmla="*/ 52449462 h 57949372"/>
                <a:gd name="connsiteX131" fmla="*/ 25525432 w 58051775"/>
                <a:gd name="connsiteY131" fmla="*/ 52412900 h 57949372"/>
                <a:gd name="connsiteX132" fmla="*/ 25627376 w 58051775"/>
                <a:gd name="connsiteY132" fmla="*/ 52355340 h 57949372"/>
                <a:gd name="connsiteX133" fmla="*/ 25960220 w 58051775"/>
                <a:gd name="connsiteY133" fmla="*/ 52142032 h 57949372"/>
                <a:gd name="connsiteX134" fmla="*/ 26031384 w 58051775"/>
                <a:gd name="connsiteY134" fmla="*/ 52219224 h 57949372"/>
                <a:gd name="connsiteX135" fmla="*/ 26083544 w 58051775"/>
                <a:gd name="connsiteY135" fmla="*/ 52298600 h 57949372"/>
                <a:gd name="connsiteX136" fmla="*/ 26123904 w 58051775"/>
                <a:gd name="connsiteY136" fmla="*/ 52430804 h 57949372"/>
                <a:gd name="connsiteX137" fmla="*/ 26162004 w 58051775"/>
                <a:gd name="connsiteY137" fmla="*/ 52546250 h 57949372"/>
                <a:gd name="connsiteX138" fmla="*/ 26200104 w 58051775"/>
                <a:gd name="connsiteY138" fmla="*/ 52719008 h 57949372"/>
                <a:gd name="connsiteX139" fmla="*/ 26162004 w 58051775"/>
                <a:gd name="connsiteY139" fmla="*/ 52882800 h 57949372"/>
                <a:gd name="connsiteX140" fmla="*/ 26116660 w 58051775"/>
                <a:gd name="connsiteY140" fmla="*/ 52956264 h 57949372"/>
                <a:gd name="connsiteX141" fmla="*/ 26100784 w 58051775"/>
                <a:gd name="connsiteY141" fmla="*/ 53011530 h 57949372"/>
                <a:gd name="connsiteX142" fmla="*/ 25806404 w 58051775"/>
                <a:gd name="connsiteY142" fmla="*/ 53272072 h 57949372"/>
                <a:gd name="connsiteX143" fmla="*/ 25741136 w 58051775"/>
                <a:gd name="connsiteY143" fmla="*/ 53321236 h 57949372"/>
                <a:gd name="connsiteX144" fmla="*/ 25610608 w 58051775"/>
                <a:gd name="connsiteY144" fmla="*/ 53371242 h 57949372"/>
                <a:gd name="connsiteX145" fmla="*/ 25474584 w 58051775"/>
                <a:gd name="connsiteY145" fmla="*/ 53413160 h 57949372"/>
                <a:gd name="connsiteX146" fmla="*/ 25306664 w 58051775"/>
                <a:gd name="connsiteY146" fmla="*/ 53449524 h 57949372"/>
                <a:gd name="connsiteX147" fmla="*/ 25049304 w 58051775"/>
                <a:gd name="connsiteY147" fmla="*/ 53495576 h 57949372"/>
                <a:gd name="connsiteX148" fmla="*/ 24890492 w 58051775"/>
                <a:gd name="connsiteY148" fmla="*/ 53538128 h 57949372"/>
                <a:gd name="connsiteX149" fmla="*/ 24740956 w 58051775"/>
                <a:gd name="connsiteY149" fmla="*/ 53584562 h 57949372"/>
                <a:gd name="connsiteX150" fmla="*/ 24647968 w 58051775"/>
                <a:gd name="connsiteY150" fmla="*/ 53617532 h 57949372"/>
                <a:gd name="connsiteX151" fmla="*/ 24440352 w 58051775"/>
                <a:gd name="connsiteY151" fmla="*/ 53683540 h 57949372"/>
                <a:gd name="connsiteX152" fmla="*/ 24334632 w 58051775"/>
                <a:gd name="connsiteY152" fmla="*/ 53714718 h 57949372"/>
                <a:gd name="connsiteX153" fmla="*/ 24157000 w 58051775"/>
                <a:gd name="connsiteY153" fmla="*/ 53779216 h 57949372"/>
                <a:gd name="connsiteX154" fmla="*/ 24072984 w 58051775"/>
                <a:gd name="connsiteY154" fmla="*/ 53803618 h 57949372"/>
                <a:gd name="connsiteX155" fmla="*/ 23922388 w 58051775"/>
                <a:gd name="connsiteY155" fmla="*/ 53861792 h 57949372"/>
                <a:gd name="connsiteX156" fmla="*/ 23810888 w 58051775"/>
                <a:gd name="connsiteY156" fmla="*/ 53894268 h 57949372"/>
                <a:gd name="connsiteX157" fmla="*/ 23691292 w 58051775"/>
                <a:gd name="connsiteY157" fmla="*/ 53942394 h 57949372"/>
                <a:gd name="connsiteX158" fmla="*/ 23596588 w 58051775"/>
                <a:gd name="connsiteY158" fmla="*/ 53991688 h 57949372"/>
                <a:gd name="connsiteX159" fmla="*/ 23497804 w 58051775"/>
                <a:gd name="connsiteY159" fmla="*/ 54038216 h 57949372"/>
                <a:gd name="connsiteX160" fmla="*/ 23429748 w 58051775"/>
                <a:gd name="connsiteY160" fmla="*/ 54076600 h 57949372"/>
                <a:gd name="connsiteX161" fmla="*/ 23313348 w 58051775"/>
                <a:gd name="connsiteY161" fmla="*/ 54135764 h 57949372"/>
                <a:gd name="connsiteX162" fmla="*/ 23245800 w 58051775"/>
                <a:gd name="connsiteY162" fmla="*/ 54165500 h 57949372"/>
                <a:gd name="connsiteX163" fmla="*/ 23155876 w 58051775"/>
                <a:gd name="connsiteY163" fmla="*/ 54209950 h 57949372"/>
                <a:gd name="connsiteX164" fmla="*/ 23066520 w 58051775"/>
                <a:gd name="connsiteY164" fmla="*/ 54254400 h 57949372"/>
                <a:gd name="connsiteX165" fmla="*/ 22983584 w 58051775"/>
                <a:gd name="connsiteY165" fmla="*/ 54298850 h 57949372"/>
                <a:gd name="connsiteX166" fmla="*/ 22944228 w 58051775"/>
                <a:gd name="connsiteY166" fmla="*/ 54343300 h 57949372"/>
                <a:gd name="connsiteX167" fmla="*/ 22655372 w 58051775"/>
                <a:gd name="connsiteY167" fmla="*/ 54343300 h 57949372"/>
                <a:gd name="connsiteX168" fmla="*/ 22620192 w 58051775"/>
                <a:gd name="connsiteY168" fmla="*/ 54304784 h 57949372"/>
                <a:gd name="connsiteX169" fmla="*/ 22521888 w 58051775"/>
                <a:gd name="connsiteY169" fmla="*/ 54256284 h 57949372"/>
                <a:gd name="connsiteX170" fmla="*/ 22383160 w 58051775"/>
                <a:gd name="connsiteY170" fmla="*/ 54168706 h 57949372"/>
                <a:gd name="connsiteX171" fmla="*/ 22080112 w 58051775"/>
                <a:gd name="connsiteY171" fmla="*/ 53886100 h 57949372"/>
                <a:gd name="connsiteX172" fmla="*/ 22038400 w 58051775"/>
                <a:gd name="connsiteY172" fmla="*/ 53856240 h 57949372"/>
                <a:gd name="connsiteX173" fmla="*/ 21981500 w 58051775"/>
                <a:gd name="connsiteY173" fmla="*/ 53811964 h 57949372"/>
                <a:gd name="connsiteX174" fmla="*/ 21905300 w 58051775"/>
                <a:gd name="connsiteY174" fmla="*/ 53758468 h 57949372"/>
                <a:gd name="connsiteX175" fmla="*/ 21724896 w 58051775"/>
                <a:gd name="connsiteY175" fmla="*/ 53619400 h 57949372"/>
                <a:gd name="connsiteX176" fmla="*/ 21684304 w 58051775"/>
                <a:gd name="connsiteY176" fmla="*/ 53592952 h 57949372"/>
                <a:gd name="connsiteX177" fmla="*/ 21615660 w 58051775"/>
                <a:gd name="connsiteY177" fmla="*/ 53542724 h 57949372"/>
                <a:gd name="connsiteX178" fmla="*/ 21502776 w 58051775"/>
                <a:gd name="connsiteY178" fmla="*/ 53455372 h 57949372"/>
                <a:gd name="connsiteX179" fmla="*/ 21442372 w 58051775"/>
                <a:gd name="connsiteY179" fmla="*/ 53360824 h 57949372"/>
                <a:gd name="connsiteX180" fmla="*/ 21490220 w 58051775"/>
                <a:gd name="connsiteY180" fmla="*/ 53315872 h 57949372"/>
                <a:gd name="connsiteX181" fmla="*/ 22451900 w 58051775"/>
                <a:gd name="connsiteY181" fmla="*/ 53287104 h 57949372"/>
                <a:gd name="connsiteX182" fmla="*/ 22735340 w 58051775"/>
                <a:gd name="connsiteY182" fmla="*/ 53253536 h 57949372"/>
                <a:gd name="connsiteX183" fmla="*/ 22952940 w 58051775"/>
                <a:gd name="connsiteY183" fmla="*/ 53203400 h 57949372"/>
                <a:gd name="connsiteX184" fmla="*/ 23171152 w 58051775"/>
                <a:gd name="connsiteY184" fmla="*/ 53149376 h 57949372"/>
                <a:gd name="connsiteX185" fmla="*/ 23283552 w 58051775"/>
                <a:gd name="connsiteY185" fmla="*/ 53111300 h 57949372"/>
                <a:gd name="connsiteX186" fmla="*/ 23383460 w 58051775"/>
                <a:gd name="connsiteY186" fmla="*/ 53079210 h 57949372"/>
                <a:gd name="connsiteX187" fmla="*/ 23443888 w 58051775"/>
                <a:gd name="connsiteY187" fmla="*/ 53035330 h 57949372"/>
                <a:gd name="connsiteX188" fmla="*/ 23505132 w 58051775"/>
                <a:gd name="connsiteY188" fmla="*/ 52985164 h 57949372"/>
                <a:gd name="connsiteX189" fmla="*/ 23577064 w 58051775"/>
                <a:gd name="connsiteY189" fmla="*/ 52940880 h 57949372"/>
                <a:gd name="connsiteX190" fmla="*/ 23631812 w 58051775"/>
                <a:gd name="connsiteY190" fmla="*/ 52900306 h 57949372"/>
                <a:gd name="connsiteX191" fmla="*/ 23688648 w 58051775"/>
                <a:gd name="connsiteY191" fmla="*/ 52857146 h 57949372"/>
                <a:gd name="connsiteX192" fmla="*/ 23751016 w 58051775"/>
                <a:gd name="connsiteY192" fmla="*/ 52813608 h 57949372"/>
                <a:gd name="connsiteX193" fmla="*/ 23776916 w 58051775"/>
                <a:gd name="connsiteY193" fmla="*/ 52781200 h 57949372"/>
                <a:gd name="connsiteX194" fmla="*/ 23836884 w 58051775"/>
                <a:gd name="connsiteY194" fmla="*/ 52720876 h 57949372"/>
                <a:gd name="connsiteX195" fmla="*/ 24050628 w 58051775"/>
                <a:gd name="connsiteY195" fmla="*/ 52509396 h 57949372"/>
                <a:gd name="connsiteX196" fmla="*/ 24104604 w 58051775"/>
                <a:gd name="connsiteY196" fmla="*/ 52455148 h 57949372"/>
                <a:gd name="connsiteX197" fmla="*/ 24149052 w 58051775"/>
                <a:gd name="connsiteY197" fmla="*/ 52414580 h 57949372"/>
                <a:gd name="connsiteX198" fmla="*/ 24193504 w 58051775"/>
                <a:gd name="connsiteY198" fmla="*/ 52368976 h 57949372"/>
                <a:gd name="connsiteX199" fmla="*/ 24231604 w 58051775"/>
                <a:gd name="connsiteY199" fmla="*/ 52315648 h 57949372"/>
                <a:gd name="connsiteX200" fmla="*/ 24269704 w 58051775"/>
                <a:gd name="connsiteY200" fmla="*/ 52266850 h 57949372"/>
                <a:gd name="connsiteX201" fmla="*/ 24306456 w 58051775"/>
                <a:gd name="connsiteY201" fmla="*/ 52219256 h 57949372"/>
                <a:gd name="connsiteX202" fmla="*/ 24357896 w 58051775"/>
                <a:gd name="connsiteY202" fmla="*/ 52141996 h 57949372"/>
                <a:gd name="connsiteX203" fmla="*/ 24404756 w 58051775"/>
                <a:gd name="connsiteY203" fmla="*/ 52076400 h 57949372"/>
                <a:gd name="connsiteX204" fmla="*/ 24454696 w 58051775"/>
                <a:gd name="connsiteY204" fmla="*/ 52012788 h 57949372"/>
                <a:gd name="connsiteX205" fmla="*/ 24497804 w 58051775"/>
                <a:gd name="connsiteY205" fmla="*/ 51962208 h 57949372"/>
                <a:gd name="connsiteX206" fmla="*/ 24536552 w 58051775"/>
                <a:gd name="connsiteY206" fmla="*/ 51904352 h 57949372"/>
                <a:gd name="connsiteX207" fmla="*/ 24576128 w 58051775"/>
                <a:gd name="connsiteY207" fmla="*/ 51840528 h 57949372"/>
                <a:gd name="connsiteX208" fmla="*/ 24627092 w 58051775"/>
                <a:gd name="connsiteY208" fmla="*/ 51770464 h 57949372"/>
                <a:gd name="connsiteX209" fmla="*/ 24663996 w 58051775"/>
                <a:gd name="connsiteY209" fmla="*/ 51714400 h 57949372"/>
                <a:gd name="connsiteX210" fmla="*/ 24726904 w 58051775"/>
                <a:gd name="connsiteY210" fmla="*/ 51630212 h 57949372"/>
                <a:gd name="connsiteX211" fmla="*/ 24839684 w 58051775"/>
                <a:gd name="connsiteY211" fmla="*/ 51441350 h 57949372"/>
                <a:gd name="connsiteX212" fmla="*/ 24899008 w 58051775"/>
                <a:gd name="connsiteY212" fmla="*/ 51378092 h 57949372"/>
                <a:gd name="connsiteX213" fmla="*/ 24951168 w 58051775"/>
                <a:gd name="connsiteY213" fmla="*/ 51329546 h 57949372"/>
                <a:gd name="connsiteX214" fmla="*/ 24980904 w 58051775"/>
                <a:gd name="connsiteY214" fmla="*/ 51280964 h 57949372"/>
                <a:gd name="connsiteX215" fmla="*/ 25011168 w 58051775"/>
                <a:gd name="connsiteY215" fmla="*/ 51215208 h 57949372"/>
                <a:gd name="connsiteX216" fmla="*/ 25060732 w 58051775"/>
                <a:gd name="connsiteY216" fmla="*/ 51136550 h 57949372"/>
                <a:gd name="connsiteX217" fmla="*/ 25125716 w 58051775"/>
                <a:gd name="connsiteY217" fmla="*/ 51075844 h 57949372"/>
                <a:gd name="connsiteX218" fmla="*/ 25171404 w 58051775"/>
                <a:gd name="connsiteY218" fmla="*/ 51029680 h 57949372"/>
                <a:gd name="connsiteX219" fmla="*/ 25204144 w 58051775"/>
                <a:gd name="connsiteY219" fmla="*/ 50984672 h 57949372"/>
                <a:gd name="connsiteX220" fmla="*/ 25249832 w 58051775"/>
                <a:gd name="connsiteY220" fmla="*/ 50926060 h 57949372"/>
                <a:gd name="connsiteX221" fmla="*/ 25272392 w 58051775"/>
                <a:gd name="connsiteY221" fmla="*/ 50888900 h 57949372"/>
                <a:gd name="connsiteX222" fmla="*/ 25349204 w 58051775"/>
                <a:gd name="connsiteY222" fmla="*/ 50807522 h 57949372"/>
                <a:gd name="connsiteX223" fmla="*/ 24989348 w 58051775"/>
                <a:gd name="connsiteY223" fmla="*/ 50778342 h 57949372"/>
                <a:gd name="connsiteX224" fmla="*/ 24629492 w 58051775"/>
                <a:gd name="connsiteY224" fmla="*/ 50768250 h 57949372"/>
                <a:gd name="connsiteX225" fmla="*/ 24590324 w 58051775"/>
                <a:gd name="connsiteY225" fmla="*/ 50734616 h 57949372"/>
                <a:gd name="connsiteX226" fmla="*/ 24500460 w 58051775"/>
                <a:gd name="connsiteY226" fmla="*/ 50692416 h 57949372"/>
                <a:gd name="connsiteX227" fmla="*/ 24420060 w 58051775"/>
                <a:gd name="connsiteY227" fmla="*/ 50651380 h 57949372"/>
                <a:gd name="connsiteX228" fmla="*/ 24340352 w 58051775"/>
                <a:gd name="connsiteY228" fmla="*/ 50600936 h 57949372"/>
                <a:gd name="connsiteX229" fmla="*/ 24273636 w 58051775"/>
                <a:gd name="connsiteY229" fmla="*/ 50559104 h 57949372"/>
                <a:gd name="connsiteX230" fmla="*/ 24202988 w 58051775"/>
                <a:gd name="connsiteY230" fmla="*/ 50513604 h 57949372"/>
                <a:gd name="connsiteX231" fmla="*/ 24022052 w 58051775"/>
                <a:gd name="connsiteY231" fmla="*/ 50370408 h 57949372"/>
                <a:gd name="connsiteX232" fmla="*/ 23949028 w 58051775"/>
                <a:gd name="connsiteY232" fmla="*/ 50312444 h 57949372"/>
                <a:gd name="connsiteX233" fmla="*/ 23920392 w 58051775"/>
                <a:gd name="connsiteY233" fmla="*/ 50282028 h 57949372"/>
                <a:gd name="connsiteX234" fmla="*/ 23875940 w 58051775"/>
                <a:gd name="connsiteY234" fmla="*/ 50180104 h 57949372"/>
                <a:gd name="connsiteX235" fmla="*/ 23865188 w 58051775"/>
                <a:gd name="connsiteY235" fmla="*/ 49973100 h 57949372"/>
                <a:gd name="connsiteX236" fmla="*/ 24052256 w 58051775"/>
                <a:gd name="connsiteY236" fmla="*/ 49822100 h 57949372"/>
                <a:gd name="connsiteX237" fmla="*/ 24135728 w 58051775"/>
                <a:gd name="connsiteY237" fmla="*/ 49784654 h 57949372"/>
                <a:gd name="connsiteX238" fmla="*/ 24192076 w 58051775"/>
                <a:gd name="connsiteY238" fmla="*/ 49735004 h 57949372"/>
                <a:gd name="connsiteX239" fmla="*/ 24403484 w 58051775"/>
                <a:gd name="connsiteY239" fmla="*/ 49726940 h 57949372"/>
                <a:gd name="connsiteX240" fmla="*/ 33308744 w 58051775"/>
                <a:gd name="connsiteY240" fmla="*/ 48173784 h 57949372"/>
                <a:gd name="connsiteX241" fmla="*/ 33375602 w 58051775"/>
                <a:gd name="connsiteY241" fmla="*/ 48190150 h 57949372"/>
                <a:gd name="connsiteX242" fmla="*/ 33470852 w 58051775"/>
                <a:gd name="connsiteY242" fmla="*/ 48209468 h 57949372"/>
                <a:gd name="connsiteX243" fmla="*/ 33647460 w 58051775"/>
                <a:gd name="connsiteY243" fmla="*/ 48276812 h 57949372"/>
                <a:gd name="connsiteX244" fmla="*/ 33674052 w 58051775"/>
                <a:gd name="connsiteY244" fmla="*/ 48822912 h 57949372"/>
                <a:gd name="connsiteX245" fmla="*/ 33674052 w 58051775"/>
                <a:gd name="connsiteY245" fmla="*/ 49333150 h 57949372"/>
                <a:gd name="connsiteX246" fmla="*/ 33637088 w 58051775"/>
                <a:gd name="connsiteY246" fmla="*/ 49409350 h 57949372"/>
                <a:gd name="connsiteX247" fmla="*/ 33590420 w 58051775"/>
                <a:gd name="connsiteY247" fmla="*/ 49707800 h 57949372"/>
                <a:gd name="connsiteX248" fmla="*/ 33548008 w 58051775"/>
                <a:gd name="connsiteY248" fmla="*/ 50035634 h 57949372"/>
                <a:gd name="connsiteX249" fmla="*/ 33605460 w 58051775"/>
                <a:gd name="connsiteY249" fmla="*/ 50182686 h 57949372"/>
                <a:gd name="connsiteX250" fmla="*/ 33710862 w 58051775"/>
                <a:gd name="connsiteY250" fmla="*/ 50139028 h 57949372"/>
                <a:gd name="connsiteX251" fmla="*/ 33803948 w 58051775"/>
                <a:gd name="connsiteY251" fmla="*/ 50089730 h 57949372"/>
                <a:gd name="connsiteX252" fmla="*/ 33918040 w 58051775"/>
                <a:gd name="connsiteY252" fmla="*/ 50037768 h 57949372"/>
                <a:gd name="connsiteX253" fmla="*/ 34066076 w 58051775"/>
                <a:gd name="connsiteY253" fmla="*/ 50006374 h 57949372"/>
                <a:gd name="connsiteX254" fmla="*/ 34196692 w 58051775"/>
                <a:gd name="connsiteY254" fmla="*/ 50050700 h 57949372"/>
                <a:gd name="connsiteX255" fmla="*/ 34270796 w 58051775"/>
                <a:gd name="connsiteY255" fmla="*/ 50088800 h 57949372"/>
                <a:gd name="connsiteX256" fmla="*/ 34387720 w 58051775"/>
                <a:gd name="connsiteY256" fmla="*/ 50164328 h 57949372"/>
                <a:gd name="connsiteX257" fmla="*/ 34440678 w 58051775"/>
                <a:gd name="connsiteY257" fmla="*/ 50253900 h 57949372"/>
                <a:gd name="connsiteX258" fmla="*/ 34474152 w 58051775"/>
                <a:gd name="connsiteY258" fmla="*/ 50466154 h 57949372"/>
                <a:gd name="connsiteX259" fmla="*/ 34451502 w 58051775"/>
                <a:gd name="connsiteY259" fmla="*/ 50656654 h 57949372"/>
                <a:gd name="connsiteX260" fmla="*/ 34150702 w 58051775"/>
                <a:gd name="connsiteY260" fmla="*/ 50685700 h 57949372"/>
                <a:gd name="connsiteX261" fmla="*/ 33872556 w 58051775"/>
                <a:gd name="connsiteY261" fmla="*/ 50692050 h 57949372"/>
                <a:gd name="connsiteX262" fmla="*/ 33808324 w 58051775"/>
                <a:gd name="connsiteY262" fmla="*/ 50778472 h 57949372"/>
                <a:gd name="connsiteX263" fmla="*/ 33667844 w 58051775"/>
                <a:gd name="connsiteY263" fmla="*/ 50786754 h 57949372"/>
                <a:gd name="connsiteX264" fmla="*/ 33490300 w 58051775"/>
                <a:gd name="connsiteY264" fmla="*/ 50835620 h 57949372"/>
                <a:gd name="connsiteX265" fmla="*/ 33397706 w 58051775"/>
                <a:gd name="connsiteY265" fmla="*/ 50876200 h 57949372"/>
                <a:gd name="connsiteX266" fmla="*/ 33302822 w 58051775"/>
                <a:gd name="connsiteY266" fmla="*/ 50920650 h 57949372"/>
                <a:gd name="connsiteX267" fmla="*/ 33211162 w 58051775"/>
                <a:gd name="connsiteY267" fmla="*/ 50965100 h 57949372"/>
                <a:gd name="connsiteX268" fmla="*/ 33114406 w 58051775"/>
                <a:gd name="connsiteY268" fmla="*/ 51009550 h 57949372"/>
                <a:gd name="connsiteX269" fmla="*/ 33043724 w 58051775"/>
                <a:gd name="connsiteY269" fmla="*/ 51054000 h 57949372"/>
                <a:gd name="connsiteX270" fmla="*/ 32983568 w 58051775"/>
                <a:gd name="connsiteY270" fmla="*/ 51090316 h 57949372"/>
                <a:gd name="connsiteX271" fmla="*/ 32924252 w 58051775"/>
                <a:gd name="connsiteY271" fmla="*/ 51134692 h 57949372"/>
                <a:gd name="connsiteX272" fmla="*/ 32801428 w 58051775"/>
                <a:gd name="connsiteY272" fmla="*/ 51228552 h 57949372"/>
                <a:gd name="connsiteX273" fmla="*/ 32706876 w 58051775"/>
                <a:gd name="connsiteY273" fmla="*/ 51412776 h 57949372"/>
                <a:gd name="connsiteX274" fmla="*/ 32787152 w 58051775"/>
                <a:gd name="connsiteY274" fmla="*/ 51400076 h 57949372"/>
                <a:gd name="connsiteX275" fmla="*/ 32835812 w 58051775"/>
                <a:gd name="connsiteY275" fmla="*/ 51348112 h 57949372"/>
                <a:gd name="connsiteX276" fmla="*/ 32898612 w 58051775"/>
                <a:gd name="connsiteY276" fmla="*/ 51300488 h 57949372"/>
                <a:gd name="connsiteX277" fmla="*/ 32962020 w 58051775"/>
                <a:gd name="connsiteY277" fmla="*/ 51257200 h 57949372"/>
                <a:gd name="connsiteX278" fmla="*/ 33005618 w 58051775"/>
                <a:gd name="connsiteY278" fmla="*/ 51212750 h 57949372"/>
                <a:gd name="connsiteX279" fmla="*/ 33050676 w 58051775"/>
                <a:gd name="connsiteY279" fmla="*/ 51168300 h 57949372"/>
                <a:gd name="connsiteX280" fmla="*/ 33102916 w 58051775"/>
                <a:gd name="connsiteY280" fmla="*/ 51124500 h 57949372"/>
                <a:gd name="connsiteX281" fmla="*/ 33180084 w 58051775"/>
                <a:gd name="connsiteY281" fmla="*/ 51066260 h 57949372"/>
                <a:gd name="connsiteX282" fmla="*/ 33262062 w 58051775"/>
                <a:gd name="connsiteY282" fmla="*/ 51019660 h 57949372"/>
                <a:gd name="connsiteX283" fmla="*/ 33381102 w 58051775"/>
                <a:gd name="connsiteY283" fmla="*/ 50981018 h 57949372"/>
                <a:gd name="connsiteX284" fmla="*/ 33596980 w 58051775"/>
                <a:gd name="connsiteY284" fmla="*/ 51026920 h 57949372"/>
                <a:gd name="connsiteX285" fmla="*/ 33645280 w 58051775"/>
                <a:gd name="connsiteY285" fmla="*/ 51075552 h 57949372"/>
                <a:gd name="connsiteX286" fmla="*/ 33690568 w 58051775"/>
                <a:gd name="connsiteY286" fmla="*/ 51139456 h 57949372"/>
                <a:gd name="connsiteX287" fmla="*/ 33731092 w 58051775"/>
                <a:gd name="connsiteY287" fmla="*/ 51212652 h 57949372"/>
                <a:gd name="connsiteX288" fmla="*/ 33728468 w 58051775"/>
                <a:gd name="connsiteY288" fmla="*/ 51368060 h 57949372"/>
                <a:gd name="connsiteX289" fmla="*/ 33692180 w 58051775"/>
                <a:gd name="connsiteY289" fmla="*/ 51486940 h 57949372"/>
                <a:gd name="connsiteX290" fmla="*/ 33649404 w 58051775"/>
                <a:gd name="connsiteY290" fmla="*/ 51612012 h 57949372"/>
                <a:gd name="connsiteX291" fmla="*/ 33604356 w 58051775"/>
                <a:gd name="connsiteY291" fmla="*/ 51732188 h 57949372"/>
                <a:gd name="connsiteX292" fmla="*/ 33554620 w 58051775"/>
                <a:gd name="connsiteY292" fmla="*/ 51861004 h 57949372"/>
                <a:gd name="connsiteX293" fmla="*/ 33515302 w 58051775"/>
                <a:gd name="connsiteY293" fmla="*/ 51935584 h 57949372"/>
                <a:gd name="connsiteX294" fmla="*/ 33569776 w 58051775"/>
                <a:gd name="connsiteY294" fmla="*/ 51979104 h 57949372"/>
                <a:gd name="connsiteX295" fmla="*/ 33674052 w 58051775"/>
                <a:gd name="connsiteY295" fmla="*/ 52134888 h 57949372"/>
                <a:gd name="connsiteX296" fmla="*/ 33639128 w 58051775"/>
                <a:gd name="connsiteY296" fmla="*/ 52261790 h 57949372"/>
                <a:gd name="connsiteX297" fmla="*/ 33604202 w 58051775"/>
                <a:gd name="connsiteY297" fmla="*/ 52368872 h 57949372"/>
                <a:gd name="connsiteX298" fmla="*/ 33577258 w 58051775"/>
                <a:gd name="connsiteY298" fmla="*/ 52447324 h 57949372"/>
                <a:gd name="connsiteX299" fmla="*/ 33521596 w 58051775"/>
                <a:gd name="connsiteY299" fmla="*/ 52498372 h 57949372"/>
                <a:gd name="connsiteX300" fmla="*/ 33458878 w 58051775"/>
                <a:gd name="connsiteY300" fmla="*/ 52552320 h 57949372"/>
                <a:gd name="connsiteX301" fmla="*/ 33483172 w 58051775"/>
                <a:gd name="connsiteY301" fmla="*/ 52596138 h 57949372"/>
                <a:gd name="connsiteX302" fmla="*/ 33599328 w 58051775"/>
                <a:gd name="connsiteY302" fmla="*/ 52728254 h 57949372"/>
                <a:gd name="connsiteX303" fmla="*/ 33543474 w 58051775"/>
                <a:gd name="connsiteY303" fmla="*/ 52820658 h 57949372"/>
                <a:gd name="connsiteX304" fmla="*/ 33548380 w 58051775"/>
                <a:gd name="connsiteY304" fmla="*/ 52876450 h 57949372"/>
                <a:gd name="connsiteX305" fmla="*/ 33630774 w 58051775"/>
                <a:gd name="connsiteY305" fmla="*/ 52922524 h 57949372"/>
                <a:gd name="connsiteX306" fmla="*/ 33674052 w 58051775"/>
                <a:gd name="connsiteY306" fmla="*/ 52955906 h 57949372"/>
                <a:gd name="connsiteX307" fmla="*/ 33674052 w 58051775"/>
                <a:gd name="connsiteY307" fmla="*/ 53101068 h 57949372"/>
                <a:gd name="connsiteX308" fmla="*/ 33644868 w 58051775"/>
                <a:gd name="connsiteY308" fmla="*/ 53294812 h 57949372"/>
                <a:gd name="connsiteX309" fmla="*/ 33590896 w 58051775"/>
                <a:gd name="connsiteY309" fmla="*/ 53391984 h 57949372"/>
                <a:gd name="connsiteX310" fmla="*/ 33514584 w 58051775"/>
                <a:gd name="connsiteY310" fmla="*/ 53456018 h 57949372"/>
                <a:gd name="connsiteX311" fmla="*/ 33390348 w 58051775"/>
                <a:gd name="connsiteY311" fmla="*/ 53547964 h 57949372"/>
                <a:gd name="connsiteX312" fmla="*/ 33361316 w 58051775"/>
                <a:gd name="connsiteY312" fmla="*/ 53582888 h 57949372"/>
                <a:gd name="connsiteX313" fmla="*/ 33337502 w 58051775"/>
                <a:gd name="connsiteY313" fmla="*/ 53682076 h 57949372"/>
                <a:gd name="connsiteX314" fmla="*/ 33374928 w 58051775"/>
                <a:gd name="connsiteY314" fmla="*/ 53841650 h 57949372"/>
                <a:gd name="connsiteX315" fmla="*/ 33410396 w 58051775"/>
                <a:gd name="connsiteY315" fmla="*/ 53940888 h 57949372"/>
                <a:gd name="connsiteX316" fmla="*/ 33468932 w 58051775"/>
                <a:gd name="connsiteY316" fmla="*/ 54061934 h 57949372"/>
                <a:gd name="connsiteX317" fmla="*/ 33529860 w 58051775"/>
                <a:gd name="connsiteY317" fmla="*/ 54304008 h 57949372"/>
                <a:gd name="connsiteX318" fmla="*/ 33550228 w 58051775"/>
                <a:gd name="connsiteY318" fmla="*/ 54421150 h 57949372"/>
                <a:gd name="connsiteX319" fmla="*/ 33595900 w 58051775"/>
                <a:gd name="connsiteY319" fmla="*/ 54651660 h 57949372"/>
                <a:gd name="connsiteX320" fmla="*/ 33527384 w 58051775"/>
                <a:gd name="connsiteY320" fmla="*/ 54991000 h 57949372"/>
                <a:gd name="connsiteX321" fmla="*/ 33477444 w 58051775"/>
                <a:gd name="connsiteY321" fmla="*/ 55048150 h 57949372"/>
                <a:gd name="connsiteX322" fmla="*/ 33341310 w 58051775"/>
                <a:gd name="connsiteY322" fmla="*/ 55058872 h 57949372"/>
                <a:gd name="connsiteX323" fmla="*/ 33124520 w 58051775"/>
                <a:gd name="connsiteY323" fmla="*/ 55060948 h 57949372"/>
                <a:gd name="connsiteX324" fmla="*/ 33028980 w 58051775"/>
                <a:gd name="connsiteY324" fmla="*/ 55019648 h 57949372"/>
                <a:gd name="connsiteX325" fmla="*/ 32947968 w 58051775"/>
                <a:gd name="connsiteY325" fmla="*/ 54957744 h 57949372"/>
                <a:gd name="connsiteX326" fmla="*/ 32792764 w 58051775"/>
                <a:gd name="connsiteY326" fmla="*/ 54844472 h 57949372"/>
                <a:gd name="connsiteX327" fmla="*/ 32662194 w 58051775"/>
                <a:gd name="connsiteY327" fmla="*/ 54770944 h 57949372"/>
                <a:gd name="connsiteX328" fmla="*/ 32605060 w 58051775"/>
                <a:gd name="connsiteY328" fmla="*/ 54813200 h 57949372"/>
                <a:gd name="connsiteX329" fmla="*/ 32560238 w 58051775"/>
                <a:gd name="connsiteY329" fmla="*/ 54880290 h 57949372"/>
                <a:gd name="connsiteX330" fmla="*/ 32448502 w 58051775"/>
                <a:gd name="connsiteY330" fmla="*/ 55054644 h 57949372"/>
                <a:gd name="connsiteX331" fmla="*/ 32398652 w 58051775"/>
                <a:gd name="connsiteY331" fmla="*/ 55115470 h 57949372"/>
                <a:gd name="connsiteX332" fmla="*/ 32348796 w 58051775"/>
                <a:gd name="connsiteY332" fmla="*/ 55149750 h 57949372"/>
                <a:gd name="connsiteX333" fmla="*/ 32344676 w 58051775"/>
                <a:gd name="connsiteY333" fmla="*/ 55271484 h 57949372"/>
                <a:gd name="connsiteX334" fmla="*/ 32307648 w 58051775"/>
                <a:gd name="connsiteY334" fmla="*/ 55444250 h 57949372"/>
                <a:gd name="connsiteX335" fmla="*/ 32259936 w 58051775"/>
                <a:gd name="connsiteY335" fmla="*/ 55589216 h 57949372"/>
                <a:gd name="connsiteX336" fmla="*/ 32213464 w 58051775"/>
                <a:gd name="connsiteY336" fmla="*/ 55725070 h 57949372"/>
                <a:gd name="connsiteX337" fmla="*/ 32181802 w 58051775"/>
                <a:gd name="connsiteY337" fmla="*/ 55796196 h 57949372"/>
                <a:gd name="connsiteX338" fmla="*/ 32145426 w 58051775"/>
                <a:gd name="connsiteY338" fmla="*/ 55905400 h 57949372"/>
                <a:gd name="connsiteX339" fmla="*/ 32060944 w 58051775"/>
                <a:gd name="connsiteY339" fmla="*/ 55962972 h 57949372"/>
                <a:gd name="connsiteX340" fmla="*/ 31809380 w 58051775"/>
                <a:gd name="connsiteY340" fmla="*/ 56036784 h 57949372"/>
                <a:gd name="connsiteX341" fmla="*/ 31676936 w 58051775"/>
                <a:gd name="connsiteY341" fmla="*/ 56026050 h 57949372"/>
                <a:gd name="connsiteX342" fmla="*/ 31627746 w 58051775"/>
                <a:gd name="connsiteY342" fmla="*/ 55975088 h 57949372"/>
                <a:gd name="connsiteX343" fmla="*/ 31562386 w 58051775"/>
                <a:gd name="connsiteY343" fmla="*/ 55895714 h 57949372"/>
                <a:gd name="connsiteX344" fmla="*/ 31531280 w 58051775"/>
                <a:gd name="connsiteY344" fmla="*/ 55867300 h 57949372"/>
                <a:gd name="connsiteX345" fmla="*/ 31455376 w 58051775"/>
                <a:gd name="connsiteY345" fmla="*/ 55802356 h 57949372"/>
                <a:gd name="connsiteX346" fmla="*/ 31394402 w 58051775"/>
                <a:gd name="connsiteY346" fmla="*/ 55737410 h 57949372"/>
                <a:gd name="connsiteX347" fmla="*/ 31394402 w 58051775"/>
                <a:gd name="connsiteY347" fmla="*/ 55618204 h 57949372"/>
                <a:gd name="connsiteX348" fmla="*/ 31456408 w 58051775"/>
                <a:gd name="connsiteY348" fmla="*/ 55432368 h 57949372"/>
                <a:gd name="connsiteX349" fmla="*/ 31491066 w 58051775"/>
                <a:gd name="connsiteY349" fmla="*/ 55375274 h 57949372"/>
                <a:gd name="connsiteX350" fmla="*/ 31534204 w 58051775"/>
                <a:gd name="connsiteY350" fmla="*/ 55295700 h 57949372"/>
                <a:gd name="connsiteX351" fmla="*/ 31577470 w 58051775"/>
                <a:gd name="connsiteY351" fmla="*/ 55203334 h 57949372"/>
                <a:gd name="connsiteX352" fmla="*/ 31617378 w 58051775"/>
                <a:gd name="connsiteY352" fmla="*/ 55122708 h 57949372"/>
                <a:gd name="connsiteX353" fmla="*/ 31662634 w 58051775"/>
                <a:gd name="connsiteY353" fmla="*/ 55054400 h 57949372"/>
                <a:gd name="connsiteX354" fmla="*/ 31706824 w 58051775"/>
                <a:gd name="connsiteY354" fmla="*/ 54992730 h 57949372"/>
                <a:gd name="connsiteX355" fmla="*/ 31738836 w 58051775"/>
                <a:gd name="connsiteY355" fmla="*/ 54937460 h 57949372"/>
                <a:gd name="connsiteX356" fmla="*/ 31885704 w 58051775"/>
                <a:gd name="connsiteY356" fmla="*/ 54730650 h 57949372"/>
                <a:gd name="connsiteX357" fmla="*/ 32023052 w 58051775"/>
                <a:gd name="connsiteY357" fmla="*/ 54593816 h 57949372"/>
                <a:gd name="connsiteX358" fmla="*/ 32278928 w 58051775"/>
                <a:gd name="connsiteY358" fmla="*/ 54341348 h 57949372"/>
                <a:gd name="connsiteX359" fmla="*/ 32345290 w 58051775"/>
                <a:gd name="connsiteY359" fmla="*/ 54282262 h 57949372"/>
                <a:gd name="connsiteX360" fmla="*/ 32413644 w 58051775"/>
                <a:gd name="connsiteY360" fmla="*/ 54235102 h 57949372"/>
                <a:gd name="connsiteX361" fmla="*/ 32530364 w 58051775"/>
                <a:gd name="connsiteY361" fmla="*/ 54191848 h 57949372"/>
                <a:gd name="connsiteX362" fmla="*/ 32636580 w 58051775"/>
                <a:gd name="connsiteY362" fmla="*/ 54143734 h 57949372"/>
                <a:gd name="connsiteX363" fmla="*/ 32692936 w 58051775"/>
                <a:gd name="connsiteY363" fmla="*/ 54096420 h 57949372"/>
                <a:gd name="connsiteX364" fmla="*/ 32754144 w 58051775"/>
                <a:gd name="connsiteY364" fmla="*/ 54036844 h 57949372"/>
                <a:gd name="connsiteX365" fmla="*/ 32773376 w 58051775"/>
                <a:gd name="connsiteY365" fmla="*/ 53978138 h 57949372"/>
                <a:gd name="connsiteX366" fmla="*/ 32581852 w 58051775"/>
                <a:gd name="connsiteY366" fmla="*/ 54030772 h 57949372"/>
                <a:gd name="connsiteX367" fmla="*/ 32258104 w 58051775"/>
                <a:gd name="connsiteY367" fmla="*/ 54063956 h 57949372"/>
                <a:gd name="connsiteX368" fmla="*/ 32118302 w 58051775"/>
                <a:gd name="connsiteY368" fmla="*/ 53828578 h 57949372"/>
                <a:gd name="connsiteX369" fmla="*/ 32142344 w 58051775"/>
                <a:gd name="connsiteY369" fmla="*/ 53753444 h 57949372"/>
                <a:gd name="connsiteX370" fmla="*/ 32179684 w 58051775"/>
                <a:gd name="connsiteY370" fmla="*/ 53651150 h 57949372"/>
                <a:gd name="connsiteX371" fmla="*/ 32348156 w 58051775"/>
                <a:gd name="connsiteY371" fmla="*/ 53468098 h 57949372"/>
                <a:gd name="connsiteX372" fmla="*/ 32430704 w 58051775"/>
                <a:gd name="connsiteY372" fmla="*/ 53414260 h 57949372"/>
                <a:gd name="connsiteX373" fmla="*/ 32443820 w 58051775"/>
                <a:gd name="connsiteY373" fmla="*/ 53348172 h 57949372"/>
                <a:gd name="connsiteX374" fmla="*/ 32398468 w 58051775"/>
                <a:gd name="connsiteY374" fmla="*/ 53260110 h 57949372"/>
                <a:gd name="connsiteX375" fmla="*/ 32406474 w 58051775"/>
                <a:gd name="connsiteY375" fmla="*/ 53204840 h 57949372"/>
                <a:gd name="connsiteX376" fmla="*/ 32215940 w 58051775"/>
                <a:gd name="connsiteY376" fmla="*/ 53173802 h 57949372"/>
                <a:gd name="connsiteX377" fmla="*/ 32162404 w 58051775"/>
                <a:gd name="connsiteY377" fmla="*/ 53108144 h 57949372"/>
                <a:gd name="connsiteX378" fmla="*/ 32131886 w 58051775"/>
                <a:gd name="connsiteY378" fmla="*/ 53042276 h 57949372"/>
                <a:gd name="connsiteX379" fmla="*/ 32163196 w 58051775"/>
                <a:gd name="connsiteY379" fmla="*/ 52988852 h 57949372"/>
                <a:gd name="connsiteX380" fmla="*/ 32194502 w 58051775"/>
                <a:gd name="connsiteY380" fmla="*/ 52883712 h 57949372"/>
                <a:gd name="connsiteX381" fmla="*/ 32257010 w 58051775"/>
                <a:gd name="connsiteY381" fmla="*/ 52764904 h 57949372"/>
                <a:gd name="connsiteX382" fmla="*/ 32291368 w 58051775"/>
                <a:gd name="connsiteY382" fmla="*/ 52704108 h 57949372"/>
                <a:gd name="connsiteX383" fmla="*/ 32376060 w 58051775"/>
                <a:gd name="connsiteY383" fmla="*/ 52556884 h 57949372"/>
                <a:gd name="connsiteX384" fmla="*/ 32426124 w 58051775"/>
                <a:gd name="connsiteY384" fmla="*/ 52493384 h 57949372"/>
                <a:gd name="connsiteX385" fmla="*/ 32477676 w 58051775"/>
                <a:gd name="connsiteY385" fmla="*/ 52435124 h 57949372"/>
                <a:gd name="connsiteX386" fmla="*/ 32518116 w 58051775"/>
                <a:gd name="connsiteY386" fmla="*/ 52387500 h 57949372"/>
                <a:gd name="connsiteX387" fmla="*/ 32412604 w 58051775"/>
                <a:gd name="connsiteY387" fmla="*/ 52440184 h 57949372"/>
                <a:gd name="connsiteX388" fmla="*/ 32234272 w 58051775"/>
                <a:gd name="connsiteY388" fmla="*/ 52431950 h 57949372"/>
                <a:gd name="connsiteX389" fmla="*/ 32165552 w 58051775"/>
                <a:gd name="connsiteY389" fmla="*/ 52387500 h 57949372"/>
                <a:gd name="connsiteX390" fmla="*/ 32078192 w 58051775"/>
                <a:gd name="connsiteY390" fmla="*/ 52321396 h 57949372"/>
                <a:gd name="connsiteX391" fmla="*/ 32004002 w 58051775"/>
                <a:gd name="connsiteY391" fmla="*/ 52184872 h 57949372"/>
                <a:gd name="connsiteX392" fmla="*/ 31997652 w 58051775"/>
                <a:gd name="connsiteY392" fmla="*/ 52114450 h 57949372"/>
                <a:gd name="connsiteX393" fmla="*/ 31953202 w 58051775"/>
                <a:gd name="connsiteY393" fmla="*/ 52114450 h 57949372"/>
                <a:gd name="connsiteX394" fmla="*/ 31896998 w 58051775"/>
                <a:gd name="connsiteY394" fmla="*/ 52161926 h 57949372"/>
                <a:gd name="connsiteX395" fmla="*/ 31862724 w 58051775"/>
                <a:gd name="connsiteY395" fmla="*/ 52216552 h 57949372"/>
                <a:gd name="connsiteX396" fmla="*/ 31813418 w 58051775"/>
                <a:gd name="connsiteY396" fmla="*/ 52301880 h 57949372"/>
                <a:gd name="connsiteX397" fmla="*/ 31777544 w 58051775"/>
                <a:gd name="connsiteY397" fmla="*/ 52357852 h 57949372"/>
                <a:gd name="connsiteX398" fmla="*/ 31665688 w 58051775"/>
                <a:gd name="connsiteY398" fmla="*/ 52459416 h 57949372"/>
                <a:gd name="connsiteX399" fmla="*/ 31534260 w 58051775"/>
                <a:gd name="connsiteY399" fmla="*/ 52571594 h 57949372"/>
                <a:gd name="connsiteX400" fmla="*/ 31456300 w 58051775"/>
                <a:gd name="connsiteY400" fmla="*/ 52621600 h 57949372"/>
                <a:gd name="connsiteX401" fmla="*/ 31374918 w 58051775"/>
                <a:gd name="connsiteY401" fmla="*/ 52661282 h 57949372"/>
                <a:gd name="connsiteX402" fmla="*/ 31270670 w 58051775"/>
                <a:gd name="connsiteY402" fmla="*/ 52707448 h 57949372"/>
                <a:gd name="connsiteX403" fmla="*/ 31223304 w 58051775"/>
                <a:gd name="connsiteY403" fmla="*/ 52745092 h 57949372"/>
                <a:gd name="connsiteX404" fmla="*/ 31069644 w 58051775"/>
                <a:gd name="connsiteY404" fmla="*/ 52734568 h 57949372"/>
                <a:gd name="connsiteX405" fmla="*/ 30890882 w 58051775"/>
                <a:gd name="connsiteY405" fmla="*/ 52693800 h 57949372"/>
                <a:gd name="connsiteX406" fmla="*/ 30762800 w 58051775"/>
                <a:gd name="connsiteY406" fmla="*/ 52654498 h 57949372"/>
                <a:gd name="connsiteX407" fmla="*/ 30616034 w 58051775"/>
                <a:gd name="connsiteY407" fmla="*/ 52599022 h 57949372"/>
                <a:gd name="connsiteX408" fmla="*/ 30558596 w 58051775"/>
                <a:gd name="connsiteY408" fmla="*/ 52552600 h 57949372"/>
                <a:gd name="connsiteX409" fmla="*/ 30522124 w 58051775"/>
                <a:gd name="connsiteY409" fmla="*/ 52513980 h 57949372"/>
                <a:gd name="connsiteX410" fmla="*/ 30470152 w 58051775"/>
                <a:gd name="connsiteY410" fmla="*/ 52468036 h 57949372"/>
                <a:gd name="connsiteX411" fmla="*/ 30423048 w 58051775"/>
                <a:gd name="connsiteY411" fmla="*/ 52417762 h 57949372"/>
                <a:gd name="connsiteX412" fmla="*/ 30391750 w 58051775"/>
                <a:gd name="connsiteY412" fmla="*/ 52374800 h 57949372"/>
                <a:gd name="connsiteX413" fmla="*/ 30321426 w 58051775"/>
                <a:gd name="connsiteY413" fmla="*/ 52270024 h 57949372"/>
                <a:gd name="connsiteX414" fmla="*/ 30368924 w 58051775"/>
                <a:gd name="connsiteY414" fmla="*/ 52164228 h 57949372"/>
                <a:gd name="connsiteX415" fmla="*/ 30440576 w 58051775"/>
                <a:gd name="connsiteY415" fmla="*/ 52101836 h 57949372"/>
                <a:gd name="connsiteX416" fmla="*/ 30546302 w 58051775"/>
                <a:gd name="connsiteY416" fmla="*/ 52045076 h 57949372"/>
                <a:gd name="connsiteX417" fmla="*/ 30628852 w 58051775"/>
                <a:gd name="connsiteY417" fmla="*/ 52013484 h 57949372"/>
                <a:gd name="connsiteX418" fmla="*/ 30727652 w 58051775"/>
                <a:gd name="connsiteY418" fmla="*/ 51977368 h 57949372"/>
                <a:gd name="connsiteX419" fmla="*/ 31106732 w 58051775"/>
                <a:gd name="connsiteY419" fmla="*/ 51913900 h 57949372"/>
                <a:gd name="connsiteX420" fmla="*/ 31169080 w 58051775"/>
                <a:gd name="connsiteY420" fmla="*/ 51866800 h 57949372"/>
                <a:gd name="connsiteX421" fmla="*/ 31221800 w 58051775"/>
                <a:gd name="connsiteY421" fmla="*/ 51822350 h 57949372"/>
                <a:gd name="connsiteX422" fmla="*/ 31316490 w 58051775"/>
                <a:gd name="connsiteY422" fmla="*/ 51784444 h 57949372"/>
                <a:gd name="connsiteX423" fmla="*/ 31412640 w 58051775"/>
                <a:gd name="connsiteY423" fmla="*/ 51746150 h 57949372"/>
                <a:gd name="connsiteX424" fmla="*/ 31492692 w 58051775"/>
                <a:gd name="connsiteY424" fmla="*/ 51701700 h 57949372"/>
                <a:gd name="connsiteX425" fmla="*/ 31591500 w 58051775"/>
                <a:gd name="connsiteY425" fmla="*/ 51650420 h 57949372"/>
                <a:gd name="connsiteX426" fmla="*/ 31645008 w 58051775"/>
                <a:gd name="connsiteY426" fmla="*/ 51599846 h 57949372"/>
                <a:gd name="connsiteX427" fmla="*/ 31718252 w 58051775"/>
                <a:gd name="connsiteY427" fmla="*/ 51549598 h 57949372"/>
                <a:gd name="connsiteX428" fmla="*/ 31797394 w 58051775"/>
                <a:gd name="connsiteY428" fmla="*/ 51512626 h 57949372"/>
                <a:gd name="connsiteX429" fmla="*/ 31858048 w 58051775"/>
                <a:gd name="connsiteY429" fmla="*/ 51472916 h 57949372"/>
                <a:gd name="connsiteX430" fmla="*/ 31894652 w 58051775"/>
                <a:gd name="connsiteY430" fmla="*/ 51435000 h 57949372"/>
                <a:gd name="connsiteX431" fmla="*/ 31999096 w 58051775"/>
                <a:gd name="connsiteY431" fmla="*/ 51340068 h 57949372"/>
                <a:gd name="connsiteX432" fmla="*/ 32127812 w 58051775"/>
                <a:gd name="connsiteY432" fmla="*/ 51243816 h 57949372"/>
                <a:gd name="connsiteX433" fmla="*/ 32188168 w 58051775"/>
                <a:gd name="connsiteY433" fmla="*/ 51215224 h 57949372"/>
                <a:gd name="connsiteX434" fmla="*/ 32242158 w 58051775"/>
                <a:gd name="connsiteY434" fmla="*/ 51162072 h 57949372"/>
                <a:gd name="connsiteX435" fmla="*/ 32282574 w 58051775"/>
                <a:gd name="connsiteY435" fmla="*/ 51050268 h 57949372"/>
                <a:gd name="connsiteX436" fmla="*/ 32223520 w 58051775"/>
                <a:gd name="connsiteY436" fmla="*/ 50937762 h 57949372"/>
                <a:gd name="connsiteX437" fmla="*/ 31617080 w 58051775"/>
                <a:gd name="connsiteY437" fmla="*/ 50943544 h 57949372"/>
                <a:gd name="connsiteX438" fmla="*/ 31560032 w 58051775"/>
                <a:gd name="connsiteY438" fmla="*/ 50816416 h 57949372"/>
                <a:gd name="connsiteX439" fmla="*/ 31529032 w 58051775"/>
                <a:gd name="connsiteY439" fmla="*/ 50755732 h 57949372"/>
                <a:gd name="connsiteX440" fmla="*/ 31490396 w 58051775"/>
                <a:gd name="connsiteY440" fmla="*/ 50667186 h 57949372"/>
                <a:gd name="connsiteX441" fmla="*/ 31457256 w 58051775"/>
                <a:gd name="connsiteY441" fmla="*/ 50579816 h 57949372"/>
                <a:gd name="connsiteX442" fmla="*/ 31482300 w 58051775"/>
                <a:gd name="connsiteY442" fmla="*/ 50386948 h 57949372"/>
                <a:gd name="connsiteX443" fmla="*/ 31590052 w 58051775"/>
                <a:gd name="connsiteY443" fmla="*/ 50320392 h 57949372"/>
                <a:gd name="connsiteX444" fmla="*/ 31790032 w 58051775"/>
                <a:gd name="connsiteY444" fmla="*/ 50278004 h 57949372"/>
                <a:gd name="connsiteX445" fmla="*/ 31911400 w 58051775"/>
                <a:gd name="connsiteY445" fmla="*/ 50270176 h 57949372"/>
                <a:gd name="connsiteX446" fmla="*/ 31927802 w 58051775"/>
                <a:gd name="connsiteY446" fmla="*/ 50033384 h 57949372"/>
                <a:gd name="connsiteX447" fmla="*/ 31873514 w 58051775"/>
                <a:gd name="connsiteY447" fmla="*/ 49683540 h 57949372"/>
                <a:gd name="connsiteX448" fmla="*/ 31808544 w 58051775"/>
                <a:gd name="connsiteY448" fmla="*/ 49559254 h 57949372"/>
                <a:gd name="connsiteX449" fmla="*/ 31773070 w 58051775"/>
                <a:gd name="connsiteY449" fmla="*/ 49467860 h 57949372"/>
                <a:gd name="connsiteX450" fmla="*/ 31805986 w 58051775"/>
                <a:gd name="connsiteY450" fmla="*/ 49424708 h 57949372"/>
                <a:gd name="connsiteX451" fmla="*/ 31838902 w 58051775"/>
                <a:gd name="connsiteY451" fmla="*/ 49354176 h 57949372"/>
                <a:gd name="connsiteX452" fmla="*/ 31862608 w 58051775"/>
                <a:gd name="connsiteY452" fmla="*/ 49306056 h 57949372"/>
                <a:gd name="connsiteX453" fmla="*/ 31932034 w 58051775"/>
                <a:gd name="connsiteY453" fmla="*/ 49242556 h 57949372"/>
                <a:gd name="connsiteX454" fmla="*/ 31994052 w 58051775"/>
                <a:gd name="connsiteY454" fmla="*/ 49193168 h 57949372"/>
                <a:gd name="connsiteX455" fmla="*/ 32042102 w 58051775"/>
                <a:gd name="connsiteY455" fmla="*/ 49161700 h 57949372"/>
                <a:gd name="connsiteX456" fmla="*/ 32158126 w 58051775"/>
                <a:gd name="connsiteY456" fmla="*/ 49161612 h 57949372"/>
                <a:gd name="connsiteX457" fmla="*/ 32267544 w 58051775"/>
                <a:gd name="connsiteY457" fmla="*/ 49195016 h 57949372"/>
                <a:gd name="connsiteX458" fmla="*/ 32480252 w 58051775"/>
                <a:gd name="connsiteY458" fmla="*/ 49352768 h 57949372"/>
                <a:gd name="connsiteX459" fmla="*/ 32518316 w 58051775"/>
                <a:gd name="connsiteY459" fmla="*/ 49535588 h 57949372"/>
                <a:gd name="connsiteX460" fmla="*/ 32490496 w 58051775"/>
                <a:gd name="connsiteY460" fmla="*/ 49720500 h 57949372"/>
                <a:gd name="connsiteX461" fmla="*/ 32472420 w 58051775"/>
                <a:gd name="connsiteY461" fmla="*/ 49933628 h 57949372"/>
                <a:gd name="connsiteX462" fmla="*/ 32541484 w 58051775"/>
                <a:gd name="connsiteY462" fmla="*/ 49993532 h 57949372"/>
                <a:gd name="connsiteX463" fmla="*/ 32825748 w 58051775"/>
                <a:gd name="connsiteY463" fmla="*/ 49671030 h 57949372"/>
                <a:gd name="connsiteX464" fmla="*/ 32960452 w 58051775"/>
                <a:gd name="connsiteY464" fmla="*/ 49561216 h 57949372"/>
                <a:gd name="connsiteX465" fmla="*/ 33052644 w 58051775"/>
                <a:gd name="connsiteY465" fmla="*/ 49656040 h 57949372"/>
                <a:gd name="connsiteX466" fmla="*/ 33071584 w 58051775"/>
                <a:gd name="connsiteY466" fmla="*/ 49739550 h 57949372"/>
                <a:gd name="connsiteX467" fmla="*/ 33063188 w 58051775"/>
                <a:gd name="connsiteY467" fmla="*/ 49190508 h 57949372"/>
                <a:gd name="connsiteX468" fmla="*/ 33026112 w 58051775"/>
                <a:gd name="connsiteY468" fmla="*/ 49063508 h 57949372"/>
                <a:gd name="connsiteX469" fmla="*/ 33001232 w 58051775"/>
                <a:gd name="connsiteY469" fmla="*/ 48966792 h 57949372"/>
                <a:gd name="connsiteX470" fmla="*/ 32924752 w 58051775"/>
                <a:gd name="connsiteY470" fmla="*/ 48845124 h 57949372"/>
                <a:gd name="connsiteX471" fmla="*/ 32842202 w 58051775"/>
                <a:gd name="connsiteY471" fmla="*/ 48698634 h 57949372"/>
                <a:gd name="connsiteX472" fmla="*/ 32868660 w 58051775"/>
                <a:gd name="connsiteY472" fmla="*/ 48594838 h 57949372"/>
                <a:gd name="connsiteX473" fmla="*/ 32897234 w 58051775"/>
                <a:gd name="connsiteY473" fmla="*/ 48485388 h 57949372"/>
                <a:gd name="connsiteX474" fmla="*/ 32951802 w 58051775"/>
                <a:gd name="connsiteY474" fmla="*/ 48393350 h 57949372"/>
                <a:gd name="connsiteX475" fmla="*/ 33102552 w 58051775"/>
                <a:gd name="connsiteY475" fmla="*/ 48242218 h 57949372"/>
                <a:gd name="connsiteX476" fmla="*/ 33197802 w 58051775"/>
                <a:gd name="connsiteY476" fmla="*/ 48197160 h 57949372"/>
                <a:gd name="connsiteX477" fmla="*/ 33308744 w 58051775"/>
                <a:gd name="connsiteY477" fmla="*/ 48173784 h 57949372"/>
                <a:gd name="connsiteX478" fmla="*/ 15544260 w 58051775"/>
                <a:gd name="connsiteY478" fmla="*/ 47881004 h 57949372"/>
                <a:gd name="connsiteX479" fmla="*/ 15611752 w 58051775"/>
                <a:gd name="connsiteY479" fmla="*/ 47903072 h 57949372"/>
                <a:gd name="connsiteX480" fmla="*/ 15703552 w 58051775"/>
                <a:gd name="connsiteY480" fmla="*/ 47942556 h 57949372"/>
                <a:gd name="connsiteX481" fmla="*/ 15847872 w 58051775"/>
                <a:gd name="connsiteY481" fmla="*/ 48048360 h 57949372"/>
                <a:gd name="connsiteX482" fmla="*/ 15945400 w 58051775"/>
                <a:gd name="connsiteY482" fmla="*/ 48147748 h 57949372"/>
                <a:gd name="connsiteX483" fmla="*/ 16051992 w 58051775"/>
                <a:gd name="connsiteY483" fmla="*/ 48288644 h 57949372"/>
                <a:gd name="connsiteX484" fmla="*/ 16098448 w 58051775"/>
                <a:gd name="connsiteY484" fmla="*/ 48360704 h 57949372"/>
                <a:gd name="connsiteX485" fmla="*/ 16147064 w 58051775"/>
                <a:gd name="connsiteY485" fmla="*/ 48455676 h 57949372"/>
                <a:gd name="connsiteX486" fmla="*/ 16196280 w 58051775"/>
                <a:gd name="connsiteY486" fmla="*/ 48551362 h 57949372"/>
                <a:gd name="connsiteX487" fmla="*/ 16198168 w 58051775"/>
                <a:gd name="connsiteY487" fmla="*/ 48882944 h 57949372"/>
                <a:gd name="connsiteX488" fmla="*/ 16160144 w 58051775"/>
                <a:gd name="connsiteY488" fmla="*/ 48948572 h 57949372"/>
                <a:gd name="connsiteX489" fmla="*/ 16111108 w 58051775"/>
                <a:gd name="connsiteY489" fmla="*/ 49003284 h 57949372"/>
                <a:gd name="connsiteX490" fmla="*/ 16056036 w 58051775"/>
                <a:gd name="connsiteY490" fmla="*/ 49051722 h 57949372"/>
                <a:gd name="connsiteX491" fmla="*/ 16002972 w 58051775"/>
                <a:gd name="connsiteY491" fmla="*/ 49091636 h 57949372"/>
                <a:gd name="connsiteX492" fmla="*/ 15929832 w 58051775"/>
                <a:gd name="connsiteY492" fmla="*/ 49136576 h 57949372"/>
                <a:gd name="connsiteX493" fmla="*/ 15837604 w 58051775"/>
                <a:gd name="connsiteY493" fmla="*/ 49174380 h 57949372"/>
                <a:gd name="connsiteX494" fmla="*/ 15682960 w 58051775"/>
                <a:gd name="connsiteY494" fmla="*/ 49234800 h 57949372"/>
                <a:gd name="connsiteX495" fmla="*/ 15534036 w 58051775"/>
                <a:gd name="connsiteY495" fmla="*/ 49266652 h 57949372"/>
                <a:gd name="connsiteX496" fmla="*/ 15424152 w 58051775"/>
                <a:gd name="connsiteY496" fmla="*/ 49265664 h 57949372"/>
                <a:gd name="connsiteX497" fmla="*/ 15371500 w 58051775"/>
                <a:gd name="connsiteY497" fmla="*/ 49355270 h 57949372"/>
                <a:gd name="connsiteX498" fmla="*/ 15270824 w 58051775"/>
                <a:gd name="connsiteY498" fmla="*/ 49354448 h 57949372"/>
                <a:gd name="connsiteX499" fmla="*/ 15087360 w 58051775"/>
                <a:gd name="connsiteY499" fmla="*/ 49411502 h 57949372"/>
                <a:gd name="connsiteX500" fmla="*/ 14889392 w 58051775"/>
                <a:gd name="connsiteY500" fmla="*/ 49453874 h 57949372"/>
                <a:gd name="connsiteX501" fmla="*/ 14699868 w 58051775"/>
                <a:gd name="connsiteY501" fmla="*/ 49492260 h 57949372"/>
                <a:gd name="connsiteX502" fmla="*/ 14558496 w 58051775"/>
                <a:gd name="connsiteY502" fmla="*/ 49529460 h 57949372"/>
                <a:gd name="connsiteX503" fmla="*/ 14353384 w 58051775"/>
                <a:gd name="connsiteY503" fmla="*/ 49528912 h 57949372"/>
                <a:gd name="connsiteX504" fmla="*/ 14196268 w 58051775"/>
                <a:gd name="connsiteY504" fmla="*/ 49412920 h 57949372"/>
                <a:gd name="connsiteX505" fmla="*/ 14205652 w 58051775"/>
                <a:gd name="connsiteY505" fmla="*/ 49296678 h 57949372"/>
                <a:gd name="connsiteX506" fmla="*/ 14303816 w 58051775"/>
                <a:gd name="connsiteY506" fmla="*/ 49205172 h 57949372"/>
                <a:gd name="connsiteX507" fmla="*/ 14396612 w 58051775"/>
                <a:gd name="connsiteY507" fmla="*/ 49151198 h 57949372"/>
                <a:gd name="connsiteX508" fmla="*/ 14435248 w 58051775"/>
                <a:gd name="connsiteY508" fmla="*/ 49123600 h 57949372"/>
                <a:gd name="connsiteX509" fmla="*/ 14492820 w 58051775"/>
                <a:gd name="connsiteY509" fmla="*/ 49085336 h 57949372"/>
                <a:gd name="connsiteX510" fmla="*/ 14603304 w 58051775"/>
                <a:gd name="connsiteY510" fmla="*/ 49022000 h 57949372"/>
                <a:gd name="connsiteX511" fmla="*/ 14654796 w 58051775"/>
                <a:gd name="connsiteY511" fmla="*/ 48985312 h 57949372"/>
                <a:gd name="connsiteX512" fmla="*/ 14711964 w 58051775"/>
                <a:gd name="connsiteY512" fmla="*/ 48940832 h 57949372"/>
                <a:gd name="connsiteX513" fmla="*/ 14751168 w 58051775"/>
                <a:gd name="connsiteY513" fmla="*/ 48907332 h 57949372"/>
                <a:gd name="connsiteX514" fmla="*/ 14786940 w 58051775"/>
                <a:gd name="connsiteY514" fmla="*/ 48853666 h 57949372"/>
                <a:gd name="connsiteX515" fmla="*/ 14957076 w 58051775"/>
                <a:gd name="connsiteY515" fmla="*/ 48679380 h 57949372"/>
                <a:gd name="connsiteX516" fmla="*/ 15144400 w 58051775"/>
                <a:gd name="connsiteY516" fmla="*/ 48501292 h 57949372"/>
                <a:gd name="connsiteX517" fmla="*/ 15189200 w 58051775"/>
                <a:gd name="connsiteY517" fmla="*/ 48469532 h 57949372"/>
                <a:gd name="connsiteX518" fmla="*/ 15189200 w 58051775"/>
                <a:gd name="connsiteY518" fmla="*/ 48184646 h 57949372"/>
                <a:gd name="connsiteX519" fmla="*/ 15233652 w 58051775"/>
                <a:gd name="connsiteY519" fmla="*/ 48140196 h 57949372"/>
                <a:gd name="connsiteX520" fmla="*/ 15272208 w 58051775"/>
                <a:gd name="connsiteY520" fmla="*/ 48066750 h 57949372"/>
                <a:gd name="connsiteX521" fmla="*/ 15423220 w 58051775"/>
                <a:gd name="connsiteY521" fmla="*/ 47955200 h 57949372"/>
                <a:gd name="connsiteX522" fmla="*/ 15489652 w 58051775"/>
                <a:gd name="connsiteY522" fmla="*/ 47917100 h 57949372"/>
                <a:gd name="connsiteX523" fmla="*/ 15544260 w 58051775"/>
                <a:gd name="connsiteY523" fmla="*/ 47881004 h 57949372"/>
                <a:gd name="connsiteX524" fmla="*/ 20128936 w 58051775"/>
                <a:gd name="connsiteY524" fmla="*/ 47770532 h 57949372"/>
                <a:gd name="connsiteX525" fmla="*/ 20208432 w 58051775"/>
                <a:gd name="connsiteY525" fmla="*/ 47771856 h 57949372"/>
                <a:gd name="connsiteX526" fmla="*/ 20408016 w 58051775"/>
                <a:gd name="connsiteY526" fmla="*/ 47777400 h 57949372"/>
                <a:gd name="connsiteX527" fmla="*/ 20452300 w 58051775"/>
                <a:gd name="connsiteY527" fmla="*/ 47816280 h 57949372"/>
                <a:gd name="connsiteX528" fmla="*/ 20495960 w 58051775"/>
                <a:gd name="connsiteY528" fmla="*/ 47870256 h 57949372"/>
                <a:gd name="connsiteX529" fmla="*/ 20536680 w 58051775"/>
                <a:gd name="connsiteY529" fmla="*/ 48041874 h 57949372"/>
                <a:gd name="connsiteX530" fmla="*/ 20578028 w 58051775"/>
                <a:gd name="connsiteY530" fmla="*/ 48198400 h 57949372"/>
                <a:gd name="connsiteX531" fmla="*/ 20545248 w 58051775"/>
                <a:gd name="connsiteY531" fmla="*/ 48270474 h 57949372"/>
                <a:gd name="connsiteX532" fmla="*/ 20512136 w 58051775"/>
                <a:gd name="connsiteY532" fmla="*/ 48441984 h 57949372"/>
                <a:gd name="connsiteX533" fmla="*/ 20511808 w 58051775"/>
                <a:gd name="connsiteY533" fmla="*/ 48541416 h 57949372"/>
                <a:gd name="connsiteX534" fmla="*/ 20427024 w 58051775"/>
                <a:gd name="connsiteY534" fmla="*/ 48636152 h 57949372"/>
                <a:gd name="connsiteX535" fmla="*/ 20306096 w 58051775"/>
                <a:gd name="connsiteY535" fmla="*/ 48749572 h 57949372"/>
                <a:gd name="connsiteX536" fmla="*/ 20257224 w 58051775"/>
                <a:gd name="connsiteY536" fmla="*/ 48792054 h 57949372"/>
                <a:gd name="connsiteX537" fmla="*/ 20199112 w 58051775"/>
                <a:gd name="connsiteY537" fmla="*/ 48824356 h 57949372"/>
                <a:gd name="connsiteX538" fmla="*/ 20139688 w 58051775"/>
                <a:gd name="connsiteY538" fmla="*/ 48863690 h 57949372"/>
                <a:gd name="connsiteX539" fmla="*/ 20101832 w 58051775"/>
                <a:gd name="connsiteY539" fmla="*/ 48902068 h 57949372"/>
                <a:gd name="connsiteX540" fmla="*/ 20020436 w 58051775"/>
                <a:gd name="connsiteY540" fmla="*/ 48959464 h 57949372"/>
                <a:gd name="connsiteX541" fmla="*/ 19938608 w 58051775"/>
                <a:gd name="connsiteY541" fmla="*/ 49009300 h 57949372"/>
                <a:gd name="connsiteX542" fmla="*/ 19886900 w 58051775"/>
                <a:gd name="connsiteY542" fmla="*/ 49046444 h 57949372"/>
                <a:gd name="connsiteX543" fmla="*/ 19829612 w 58051775"/>
                <a:gd name="connsiteY543" fmla="*/ 49091078 h 57949372"/>
                <a:gd name="connsiteX544" fmla="*/ 19755516 w 58051775"/>
                <a:gd name="connsiteY544" fmla="*/ 49142830 h 57949372"/>
                <a:gd name="connsiteX545" fmla="*/ 19679940 w 58051775"/>
                <a:gd name="connsiteY545" fmla="*/ 49187100 h 57949372"/>
                <a:gd name="connsiteX546" fmla="*/ 19621728 w 58051775"/>
                <a:gd name="connsiteY546" fmla="*/ 49224884 h 57949372"/>
                <a:gd name="connsiteX547" fmla="*/ 19545344 w 58051775"/>
                <a:gd name="connsiteY547" fmla="*/ 49275988 h 57949372"/>
                <a:gd name="connsiteX548" fmla="*/ 19443700 w 58051775"/>
                <a:gd name="connsiteY548" fmla="*/ 49370628 h 57949372"/>
                <a:gd name="connsiteX549" fmla="*/ 19488152 w 58051775"/>
                <a:gd name="connsiteY549" fmla="*/ 49424980 h 57949372"/>
                <a:gd name="connsiteX550" fmla="*/ 19532600 w 58051775"/>
                <a:gd name="connsiteY550" fmla="*/ 49508736 h 57949372"/>
                <a:gd name="connsiteX551" fmla="*/ 19567528 w 58051775"/>
                <a:gd name="connsiteY551" fmla="*/ 49581522 h 57949372"/>
                <a:gd name="connsiteX552" fmla="*/ 19608800 w 58051775"/>
                <a:gd name="connsiteY552" fmla="*/ 49695772 h 57949372"/>
                <a:gd name="connsiteX553" fmla="*/ 19569448 w 58051775"/>
                <a:gd name="connsiteY553" fmla="*/ 49824096 h 57949372"/>
                <a:gd name="connsiteX554" fmla="*/ 19474180 w 58051775"/>
                <a:gd name="connsiteY554" fmla="*/ 49887014 h 57949372"/>
                <a:gd name="connsiteX555" fmla="*/ 19375240 w 58051775"/>
                <a:gd name="connsiteY555" fmla="*/ 49940988 h 57949372"/>
                <a:gd name="connsiteX556" fmla="*/ 19120968 w 58051775"/>
                <a:gd name="connsiteY556" fmla="*/ 49933224 h 57949372"/>
                <a:gd name="connsiteX557" fmla="*/ 19056352 w 58051775"/>
                <a:gd name="connsiteY557" fmla="*/ 49891950 h 57949372"/>
                <a:gd name="connsiteX558" fmla="*/ 18855264 w 58051775"/>
                <a:gd name="connsiteY558" fmla="*/ 49894016 h 57949372"/>
                <a:gd name="connsiteX559" fmla="*/ 18556936 w 58051775"/>
                <a:gd name="connsiteY559" fmla="*/ 49942818 h 57949372"/>
                <a:gd name="connsiteX560" fmla="*/ 18459712 w 58051775"/>
                <a:gd name="connsiteY560" fmla="*/ 49982784 h 57949372"/>
                <a:gd name="connsiteX561" fmla="*/ 18374220 w 58051775"/>
                <a:gd name="connsiteY561" fmla="*/ 50026208 h 57949372"/>
                <a:gd name="connsiteX562" fmla="*/ 18315432 w 58051775"/>
                <a:gd name="connsiteY562" fmla="*/ 50069700 h 57949372"/>
                <a:gd name="connsiteX563" fmla="*/ 18234528 w 58051775"/>
                <a:gd name="connsiteY563" fmla="*/ 50121452 h 57949372"/>
                <a:gd name="connsiteX564" fmla="*/ 18161888 w 58051775"/>
                <a:gd name="connsiteY564" fmla="*/ 50165000 h 57949372"/>
                <a:gd name="connsiteX565" fmla="*/ 18110732 w 58051775"/>
                <a:gd name="connsiteY565" fmla="*/ 50198960 h 57949372"/>
                <a:gd name="connsiteX566" fmla="*/ 18035536 w 58051775"/>
                <a:gd name="connsiteY566" fmla="*/ 50254626 h 57949372"/>
                <a:gd name="connsiteX567" fmla="*/ 17979920 w 58051775"/>
                <a:gd name="connsiteY567" fmla="*/ 50294930 h 57949372"/>
                <a:gd name="connsiteX568" fmla="*/ 17915496 w 58051775"/>
                <a:gd name="connsiteY568" fmla="*/ 50340456 h 57949372"/>
                <a:gd name="connsiteX569" fmla="*/ 17840764 w 58051775"/>
                <a:gd name="connsiteY569" fmla="*/ 50392296 h 57949372"/>
                <a:gd name="connsiteX570" fmla="*/ 17788516 w 58051775"/>
                <a:gd name="connsiteY570" fmla="*/ 50425942 h 57949372"/>
                <a:gd name="connsiteX571" fmla="*/ 17735704 w 58051775"/>
                <a:gd name="connsiteY571" fmla="*/ 50469500 h 57949372"/>
                <a:gd name="connsiteX572" fmla="*/ 17679920 w 58051775"/>
                <a:gd name="connsiteY572" fmla="*/ 50519972 h 57949372"/>
                <a:gd name="connsiteX573" fmla="*/ 17605996 w 58051775"/>
                <a:gd name="connsiteY573" fmla="*/ 50601072 h 57949372"/>
                <a:gd name="connsiteX574" fmla="*/ 17657092 w 58051775"/>
                <a:gd name="connsiteY574" fmla="*/ 50627288 h 57949372"/>
                <a:gd name="connsiteX575" fmla="*/ 17734952 w 58051775"/>
                <a:gd name="connsiteY575" fmla="*/ 50679692 h 57949372"/>
                <a:gd name="connsiteX576" fmla="*/ 17805000 w 58051775"/>
                <a:gd name="connsiteY576" fmla="*/ 50723800 h 57949372"/>
                <a:gd name="connsiteX577" fmla="*/ 17925000 w 58051775"/>
                <a:gd name="connsiteY577" fmla="*/ 50796060 h 57949372"/>
                <a:gd name="connsiteX578" fmla="*/ 18008600 w 58051775"/>
                <a:gd name="connsiteY578" fmla="*/ 50868316 h 57949372"/>
                <a:gd name="connsiteX579" fmla="*/ 18008600 w 58051775"/>
                <a:gd name="connsiteY579" fmla="*/ 50950434 h 57949372"/>
                <a:gd name="connsiteX580" fmla="*/ 17974312 w 58051775"/>
                <a:gd name="connsiteY580" fmla="*/ 51077508 h 57949372"/>
                <a:gd name="connsiteX581" fmla="*/ 17926688 w 58051775"/>
                <a:gd name="connsiteY581" fmla="*/ 51201524 h 57949372"/>
                <a:gd name="connsiteX582" fmla="*/ 17812704 w 58051775"/>
                <a:gd name="connsiteY582" fmla="*/ 51395420 h 57949372"/>
                <a:gd name="connsiteX583" fmla="*/ 17755552 w 58051775"/>
                <a:gd name="connsiteY583" fmla="*/ 51447374 h 57949372"/>
                <a:gd name="connsiteX584" fmla="*/ 17431332 w 58051775"/>
                <a:gd name="connsiteY584" fmla="*/ 51495672 h 57949372"/>
                <a:gd name="connsiteX585" fmla="*/ 17278932 w 58051775"/>
                <a:gd name="connsiteY585" fmla="*/ 51452660 h 57949372"/>
                <a:gd name="connsiteX586" fmla="*/ 17199432 w 58051775"/>
                <a:gd name="connsiteY586" fmla="*/ 51397588 h 57949372"/>
                <a:gd name="connsiteX587" fmla="*/ 17145012 w 58051775"/>
                <a:gd name="connsiteY587" fmla="*/ 51358822 h 57949372"/>
                <a:gd name="connsiteX588" fmla="*/ 17112156 w 58051775"/>
                <a:gd name="connsiteY588" fmla="*/ 51333400 h 57949372"/>
                <a:gd name="connsiteX589" fmla="*/ 17045928 w 58051775"/>
                <a:gd name="connsiteY589" fmla="*/ 51283984 h 57949372"/>
                <a:gd name="connsiteX590" fmla="*/ 16954500 w 58051775"/>
                <a:gd name="connsiteY590" fmla="*/ 51220446 h 57949372"/>
                <a:gd name="connsiteX591" fmla="*/ 16895512 w 58051775"/>
                <a:gd name="connsiteY591" fmla="*/ 51175916 h 57949372"/>
                <a:gd name="connsiteX592" fmla="*/ 16841108 w 58051775"/>
                <a:gd name="connsiteY592" fmla="*/ 51136748 h 57949372"/>
                <a:gd name="connsiteX593" fmla="*/ 16781688 w 58051775"/>
                <a:gd name="connsiteY593" fmla="*/ 51098148 h 57949372"/>
                <a:gd name="connsiteX594" fmla="*/ 16722680 w 58051775"/>
                <a:gd name="connsiteY594" fmla="*/ 51059644 h 57949372"/>
                <a:gd name="connsiteX595" fmla="*/ 16638984 w 58051775"/>
                <a:gd name="connsiteY595" fmla="*/ 51001690 h 57949372"/>
                <a:gd name="connsiteX596" fmla="*/ 16580144 w 58051775"/>
                <a:gd name="connsiteY596" fmla="*/ 50952400 h 57949372"/>
                <a:gd name="connsiteX597" fmla="*/ 16529052 w 58051775"/>
                <a:gd name="connsiteY597" fmla="*/ 50914300 h 57949372"/>
                <a:gd name="connsiteX598" fmla="*/ 16476320 w 58051775"/>
                <a:gd name="connsiteY598" fmla="*/ 50876200 h 57949372"/>
                <a:gd name="connsiteX599" fmla="*/ 16436024 w 58051775"/>
                <a:gd name="connsiteY599" fmla="*/ 50666556 h 57949372"/>
                <a:gd name="connsiteX600" fmla="*/ 16474516 w 58051775"/>
                <a:gd name="connsiteY600" fmla="*/ 50471920 h 57949372"/>
                <a:gd name="connsiteX601" fmla="*/ 16509872 w 58051775"/>
                <a:gd name="connsiteY601" fmla="*/ 50384380 h 57949372"/>
                <a:gd name="connsiteX602" fmla="*/ 16572612 w 58051775"/>
                <a:gd name="connsiteY602" fmla="*/ 50286108 h 57949372"/>
                <a:gd name="connsiteX603" fmla="*/ 16623748 w 58051775"/>
                <a:gd name="connsiteY603" fmla="*/ 50229836 h 57949372"/>
                <a:gd name="connsiteX604" fmla="*/ 16675740 w 58051775"/>
                <a:gd name="connsiteY604" fmla="*/ 50183910 h 57949372"/>
                <a:gd name="connsiteX605" fmla="*/ 16743872 w 58051775"/>
                <a:gd name="connsiteY605" fmla="*/ 50150876 h 57949372"/>
                <a:gd name="connsiteX606" fmla="*/ 16866236 w 58051775"/>
                <a:gd name="connsiteY606" fmla="*/ 50108568 h 57949372"/>
                <a:gd name="connsiteX607" fmla="*/ 16998604 w 58051775"/>
                <a:gd name="connsiteY607" fmla="*/ 50045612 h 57949372"/>
                <a:gd name="connsiteX608" fmla="*/ 17077940 w 58051775"/>
                <a:gd name="connsiteY608" fmla="*/ 49999900 h 57949372"/>
                <a:gd name="connsiteX609" fmla="*/ 17149352 w 58051775"/>
                <a:gd name="connsiteY609" fmla="*/ 49961800 h 57949372"/>
                <a:gd name="connsiteX610" fmla="*/ 17202212 w 58051775"/>
                <a:gd name="connsiteY610" fmla="*/ 49923700 h 57949372"/>
                <a:gd name="connsiteX611" fmla="*/ 17270328 w 58051775"/>
                <a:gd name="connsiteY611" fmla="*/ 49879250 h 57949372"/>
                <a:gd name="connsiteX612" fmla="*/ 17353492 w 58051775"/>
                <a:gd name="connsiteY612" fmla="*/ 49834800 h 57949372"/>
                <a:gd name="connsiteX613" fmla="*/ 17449800 w 58051775"/>
                <a:gd name="connsiteY613" fmla="*/ 49761188 h 57949372"/>
                <a:gd name="connsiteX614" fmla="*/ 17498188 w 58051775"/>
                <a:gd name="connsiteY614" fmla="*/ 49735424 h 57949372"/>
                <a:gd name="connsiteX615" fmla="*/ 17576600 w 58051775"/>
                <a:gd name="connsiteY615" fmla="*/ 49688964 h 57949372"/>
                <a:gd name="connsiteX616" fmla="*/ 17630316 w 58051775"/>
                <a:gd name="connsiteY616" fmla="*/ 49657000 h 57949372"/>
                <a:gd name="connsiteX617" fmla="*/ 17702404 w 58051775"/>
                <a:gd name="connsiteY617" fmla="*/ 49607626 h 57949372"/>
                <a:gd name="connsiteX618" fmla="*/ 17790224 w 58051775"/>
                <a:gd name="connsiteY618" fmla="*/ 49549592 h 57949372"/>
                <a:gd name="connsiteX619" fmla="*/ 17816692 w 58051775"/>
                <a:gd name="connsiteY619" fmla="*/ 49466964 h 57949372"/>
                <a:gd name="connsiteX620" fmla="*/ 17683808 w 58051775"/>
                <a:gd name="connsiteY620" fmla="*/ 49321222 h 57949372"/>
                <a:gd name="connsiteX621" fmla="*/ 17736888 w 58051775"/>
                <a:gd name="connsiteY621" fmla="*/ 49208492 h 57949372"/>
                <a:gd name="connsiteX622" fmla="*/ 17796812 w 58051775"/>
                <a:gd name="connsiteY622" fmla="*/ 49162072 h 57949372"/>
                <a:gd name="connsiteX623" fmla="*/ 17981616 w 58051775"/>
                <a:gd name="connsiteY623" fmla="*/ 49104964 h 57949372"/>
                <a:gd name="connsiteX624" fmla="*/ 18141584 w 58051775"/>
                <a:gd name="connsiteY624" fmla="*/ 49129364 h 57949372"/>
                <a:gd name="connsiteX625" fmla="*/ 18261748 w 58051775"/>
                <a:gd name="connsiteY625" fmla="*/ 49141172 h 57949372"/>
                <a:gd name="connsiteX626" fmla="*/ 18380048 w 58051775"/>
                <a:gd name="connsiteY626" fmla="*/ 49114918 h 57949372"/>
                <a:gd name="connsiteX627" fmla="*/ 18479824 w 58051775"/>
                <a:gd name="connsiteY627" fmla="*/ 49070944 h 57949372"/>
                <a:gd name="connsiteX628" fmla="*/ 18522276 w 58051775"/>
                <a:gd name="connsiteY628" fmla="*/ 49034700 h 57949372"/>
                <a:gd name="connsiteX629" fmla="*/ 18595312 w 58051775"/>
                <a:gd name="connsiteY629" fmla="*/ 48968024 h 57949372"/>
                <a:gd name="connsiteX630" fmla="*/ 18713352 w 58051775"/>
                <a:gd name="connsiteY630" fmla="*/ 48856936 h 57949372"/>
                <a:gd name="connsiteX631" fmla="*/ 18757584 w 58051775"/>
                <a:gd name="connsiteY631" fmla="*/ 48813288 h 57949372"/>
                <a:gd name="connsiteX632" fmla="*/ 18807780 w 58051775"/>
                <a:gd name="connsiteY632" fmla="*/ 48762128 h 57949372"/>
                <a:gd name="connsiteX633" fmla="*/ 18859500 w 58051775"/>
                <a:gd name="connsiteY633" fmla="*/ 48717200 h 57949372"/>
                <a:gd name="connsiteX634" fmla="*/ 18913696 w 58051775"/>
                <a:gd name="connsiteY634" fmla="*/ 48670996 h 57949372"/>
                <a:gd name="connsiteX635" fmla="*/ 18988264 w 58051775"/>
                <a:gd name="connsiteY635" fmla="*/ 48613716 h 57949372"/>
                <a:gd name="connsiteX636" fmla="*/ 19048364 w 58051775"/>
                <a:gd name="connsiteY636" fmla="*/ 48577500 h 57949372"/>
                <a:gd name="connsiteX637" fmla="*/ 19102104 w 58051775"/>
                <a:gd name="connsiteY637" fmla="*/ 48540356 h 57949372"/>
                <a:gd name="connsiteX638" fmla="*/ 19159400 w 58051775"/>
                <a:gd name="connsiteY638" fmla="*/ 48495720 h 57949372"/>
                <a:gd name="connsiteX639" fmla="*/ 19208848 w 58051775"/>
                <a:gd name="connsiteY639" fmla="*/ 48450316 h 57949372"/>
                <a:gd name="connsiteX640" fmla="*/ 19241060 w 58051775"/>
                <a:gd name="connsiteY640" fmla="*/ 48412400 h 57949372"/>
                <a:gd name="connsiteX641" fmla="*/ 19386980 w 58051775"/>
                <a:gd name="connsiteY641" fmla="*/ 48269524 h 57949372"/>
                <a:gd name="connsiteX642" fmla="*/ 19576496 w 58051775"/>
                <a:gd name="connsiteY642" fmla="*/ 48089820 h 57949372"/>
                <a:gd name="connsiteX643" fmla="*/ 19640064 w 58051775"/>
                <a:gd name="connsiteY643" fmla="*/ 48013620 h 57949372"/>
                <a:gd name="connsiteX644" fmla="*/ 19691620 w 58051775"/>
                <a:gd name="connsiteY644" fmla="*/ 47958964 h 57949372"/>
                <a:gd name="connsiteX645" fmla="*/ 19750052 w 58051775"/>
                <a:gd name="connsiteY645" fmla="*/ 47912416 h 57949372"/>
                <a:gd name="connsiteX646" fmla="*/ 19857412 w 58051775"/>
                <a:gd name="connsiteY646" fmla="*/ 47860124 h 57949372"/>
                <a:gd name="connsiteX647" fmla="*/ 19933612 w 58051775"/>
                <a:gd name="connsiteY647" fmla="*/ 47826812 h 57949372"/>
                <a:gd name="connsiteX648" fmla="*/ 19983452 w 58051775"/>
                <a:gd name="connsiteY648" fmla="*/ 47776816 h 57949372"/>
                <a:gd name="connsiteX649" fmla="*/ 20128936 w 58051775"/>
                <a:gd name="connsiteY649" fmla="*/ 47770532 h 57949372"/>
                <a:gd name="connsiteX650" fmla="*/ 39318894 w 58051775"/>
                <a:gd name="connsiteY650" fmla="*/ 46692982 h 57949372"/>
                <a:gd name="connsiteX651" fmla="*/ 39619612 w 58051775"/>
                <a:gd name="connsiteY651" fmla="*/ 46710608 h 57949372"/>
                <a:gd name="connsiteX652" fmla="*/ 39914476 w 58051775"/>
                <a:gd name="connsiteY652" fmla="*/ 46834888 h 57949372"/>
                <a:gd name="connsiteX653" fmla="*/ 39996288 w 58051775"/>
                <a:gd name="connsiteY653" fmla="*/ 46879056 h 57949372"/>
                <a:gd name="connsiteX654" fmla="*/ 40088526 w 58051775"/>
                <a:gd name="connsiteY654" fmla="*/ 46945730 h 57949372"/>
                <a:gd name="connsiteX655" fmla="*/ 40148128 w 58051775"/>
                <a:gd name="connsiteY655" fmla="*/ 46990000 h 57949372"/>
                <a:gd name="connsiteX656" fmla="*/ 40187260 w 58051775"/>
                <a:gd name="connsiteY656" fmla="*/ 47020646 h 57949372"/>
                <a:gd name="connsiteX657" fmla="*/ 40246176 w 58051775"/>
                <a:gd name="connsiteY657" fmla="*/ 47059822 h 57949372"/>
                <a:gd name="connsiteX658" fmla="*/ 40367668 w 58051775"/>
                <a:gd name="connsiteY658" fmla="*/ 47171390 h 57949372"/>
                <a:gd name="connsiteX659" fmla="*/ 40408200 w 58051775"/>
                <a:gd name="connsiteY659" fmla="*/ 47246502 h 57949372"/>
                <a:gd name="connsiteX660" fmla="*/ 40455300 w 58051775"/>
                <a:gd name="connsiteY660" fmla="*/ 47493852 h 57949372"/>
                <a:gd name="connsiteX661" fmla="*/ 40495366 w 58051775"/>
                <a:gd name="connsiteY661" fmla="*/ 47649764 h 57949372"/>
                <a:gd name="connsiteX662" fmla="*/ 40544448 w 58051775"/>
                <a:gd name="connsiteY662" fmla="*/ 47868500 h 57949372"/>
                <a:gd name="connsiteX663" fmla="*/ 40583612 w 58051775"/>
                <a:gd name="connsiteY663" fmla="*/ 48004588 h 57949372"/>
                <a:gd name="connsiteX664" fmla="*/ 40640002 w 58051775"/>
                <a:gd name="connsiteY664" fmla="*/ 48212900 h 57949372"/>
                <a:gd name="connsiteX665" fmla="*/ 40673426 w 58051775"/>
                <a:gd name="connsiteY665" fmla="*/ 48330290 h 57949372"/>
                <a:gd name="connsiteX666" fmla="*/ 40710974 w 58051775"/>
                <a:gd name="connsiteY666" fmla="*/ 48409058 h 57949372"/>
                <a:gd name="connsiteX667" fmla="*/ 40761412 w 58051775"/>
                <a:gd name="connsiteY667" fmla="*/ 48626888 h 57949372"/>
                <a:gd name="connsiteX668" fmla="*/ 40817802 w 58051775"/>
                <a:gd name="connsiteY668" fmla="*/ 48797324 h 57949372"/>
                <a:gd name="connsiteX669" fmla="*/ 40868220 w 58051775"/>
                <a:gd name="connsiteY669" fmla="*/ 48920020 h 57949372"/>
                <a:gd name="connsiteX670" fmla="*/ 40894124 w 58051775"/>
                <a:gd name="connsiteY670" fmla="*/ 48992082 h 57949372"/>
                <a:gd name="connsiteX671" fmla="*/ 40965362 w 58051775"/>
                <a:gd name="connsiteY671" fmla="*/ 49044828 h 57949372"/>
                <a:gd name="connsiteX672" fmla="*/ 41024196 w 58051775"/>
                <a:gd name="connsiteY672" fmla="*/ 48988316 h 57949372"/>
                <a:gd name="connsiteX673" fmla="*/ 41048720 w 58051775"/>
                <a:gd name="connsiteY673" fmla="*/ 48958500 h 57949372"/>
                <a:gd name="connsiteX674" fmla="*/ 41198802 w 58051775"/>
                <a:gd name="connsiteY674" fmla="*/ 48799776 h 57949372"/>
                <a:gd name="connsiteX675" fmla="*/ 41236902 w 58051775"/>
                <a:gd name="connsiteY675" fmla="*/ 48755300 h 57949372"/>
                <a:gd name="connsiteX676" fmla="*/ 41275002 w 58051775"/>
                <a:gd name="connsiteY676" fmla="*/ 48703672 h 57949372"/>
                <a:gd name="connsiteX677" fmla="*/ 41318952 w 58051775"/>
                <a:gd name="connsiteY677" fmla="*/ 48630526 h 57949372"/>
                <a:gd name="connsiteX678" fmla="*/ 41371626 w 58051775"/>
                <a:gd name="connsiteY678" fmla="*/ 48527316 h 57949372"/>
                <a:gd name="connsiteX679" fmla="*/ 41416578 w 58051775"/>
                <a:gd name="connsiteY679" fmla="*/ 48440480 h 57949372"/>
                <a:gd name="connsiteX680" fmla="*/ 41446626 w 58051775"/>
                <a:gd name="connsiteY680" fmla="*/ 48349976 h 57949372"/>
                <a:gd name="connsiteX681" fmla="*/ 41517064 w 58051775"/>
                <a:gd name="connsiteY681" fmla="*/ 48229424 h 57949372"/>
                <a:gd name="connsiteX682" fmla="*/ 41586720 w 58051775"/>
                <a:gd name="connsiteY682" fmla="*/ 48178368 h 57949372"/>
                <a:gd name="connsiteX683" fmla="*/ 41757602 w 58051775"/>
                <a:gd name="connsiteY683" fmla="*/ 48106766 h 57949372"/>
                <a:gd name="connsiteX684" fmla="*/ 41824386 w 58051775"/>
                <a:gd name="connsiteY684" fmla="*/ 48076176 h 57949372"/>
                <a:gd name="connsiteX685" fmla="*/ 42000120 w 58051775"/>
                <a:gd name="connsiteY685" fmla="*/ 48085828 h 57949372"/>
                <a:gd name="connsiteX686" fmla="*/ 42059108 w 58051775"/>
                <a:gd name="connsiteY686" fmla="*/ 48202676 h 57949372"/>
                <a:gd name="connsiteX687" fmla="*/ 42114344 w 58051775"/>
                <a:gd name="connsiteY687" fmla="*/ 48326412 h 57949372"/>
                <a:gd name="connsiteX688" fmla="*/ 42153658 w 58051775"/>
                <a:gd name="connsiteY688" fmla="*/ 48362322 h 57949372"/>
                <a:gd name="connsiteX689" fmla="*/ 42142956 w 58051775"/>
                <a:gd name="connsiteY689" fmla="*/ 48481412 h 57949372"/>
                <a:gd name="connsiteX690" fmla="*/ 42105162 w 58051775"/>
                <a:gd name="connsiteY690" fmla="*/ 48637820 h 57949372"/>
                <a:gd name="connsiteX691" fmla="*/ 42069338 w 58051775"/>
                <a:gd name="connsiteY691" fmla="*/ 48702656 h 57949372"/>
                <a:gd name="connsiteX692" fmla="*/ 42023404 w 58051775"/>
                <a:gd name="connsiteY692" fmla="*/ 48749416 h 57949372"/>
                <a:gd name="connsiteX693" fmla="*/ 41986202 w 58051775"/>
                <a:gd name="connsiteY693" fmla="*/ 48781962 h 57949372"/>
                <a:gd name="connsiteX694" fmla="*/ 41936492 w 58051775"/>
                <a:gd name="connsiteY694" fmla="*/ 48835608 h 57949372"/>
                <a:gd name="connsiteX695" fmla="*/ 41553878 w 58051775"/>
                <a:gd name="connsiteY695" fmla="*/ 49246858 h 57949372"/>
                <a:gd name="connsiteX696" fmla="*/ 41516302 w 58051775"/>
                <a:gd name="connsiteY696" fmla="*/ 49320156 h 57949372"/>
                <a:gd name="connsiteX697" fmla="*/ 41484796 w 58051775"/>
                <a:gd name="connsiteY697" fmla="*/ 49354398 h 57949372"/>
                <a:gd name="connsiteX698" fmla="*/ 41444930 w 58051775"/>
                <a:gd name="connsiteY698" fmla="*/ 49395096 h 57949372"/>
                <a:gd name="connsiteX699" fmla="*/ 41306368 w 58051775"/>
                <a:gd name="connsiteY699" fmla="*/ 49548012 h 57949372"/>
                <a:gd name="connsiteX700" fmla="*/ 41264444 w 58051775"/>
                <a:gd name="connsiteY700" fmla="*/ 49587520 h 57949372"/>
                <a:gd name="connsiteX701" fmla="*/ 41212116 w 58051775"/>
                <a:gd name="connsiteY701" fmla="*/ 49633290 h 57949372"/>
                <a:gd name="connsiteX702" fmla="*/ 41154332 w 58051775"/>
                <a:gd name="connsiteY702" fmla="*/ 49830518 h 57949372"/>
                <a:gd name="connsiteX703" fmla="*/ 41158128 w 58051775"/>
                <a:gd name="connsiteY703" fmla="*/ 50599150 h 57949372"/>
                <a:gd name="connsiteX704" fmla="*/ 41154352 w 58051775"/>
                <a:gd name="connsiteY704" fmla="*/ 51268250 h 57949372"/>
                <a:gd name="connsiteX705" fmla="*/ 41123944 w 58051775"/>
                <a:gd name="connsiteY705" fmla="*/ 51312960 h 57949372"/>
                <a:gd name="connsiteX706" fmla="*/ 41078474 w 58051775"/>
                <a:gd name="connsiteY706" fmla="*/ 51450308 h 57949372"/>
                <a:gd name="connsiteX707" fmla="*/ 41028136 w 58051775"/>
                <a:gd name="connsiteY707" fmla="*/ 51624848 h 57949372"/>
                <a:gd name="connsiteX708" fmla="*/ 40994404 w 58051775"/>
                <a:gd name="connsiteY708" fmla="*/ 51693446 h 57949372"/>
                <a:gd name="connsiteX709" fmla="*/ 40943516 w 58051775"/>
                <a:gd name="connsiteY709" fmla="*/ 51787658 h 57949372"/>
                <a:gd name="connsiteX710" fmla="*/ 40906702 w 58051775"/>
                <a:gd name="connsiteY710" fmla="*/ 51846662 h 57949372"/>
                <a:gd name="connsiteX711" fmla="*/ 40855902 w 58051775"/>
                <a:gd name="connsiteY711" fmla="*/ 51916084 h 57949372"/>
                <a:gd name="connsiteX712" fmla="*/ 40805102 w 58051775"/>
                <a:gd name="connsiteY712" fmla="*/ 51987368 h 57949372"/>
                <a:gd name="connsiteX713" fmla="*/ 40767002 w 58051775"/>
                <a:gd name="connsiteY713" fmla="*/ 52040252 h 57949372"/>
                <a:gd name="connsiteX714" fmla="*/ 40728902 w 58051775"/>
                <a:gd name="connsiteY714" fmla="*/ 52090824 h 57949372"/>
                <a:gd name="connsiteX715" fmla="*/ 40690250 w 58051775"/>
                <a:gd name="connsiteY715" fmla="*/ 52127436 h 57949372"/>
                <a:gd name="connsiteX716" fmla="*/ 40638622 w 58051775"/>
                <a:gd name="connsiteY716" fmla="*/ 52175904 h 57949372"/>
                <a:gd name="connsiteX717" fmla="*/ 40591772 w 58051775"/>
                <a:gd name="connsiteY717" fmla="*/ 52210220 h 57949372"/>
                <a:gd name="connsiteX718" fmla="*/ 40544978 w 58051775"/>
                <a:gd name="connsiteY718" fmla="*/ 52241450 h 57949372"/>
                <a:gd name="connsiteX719" fmla="*/ 40413256 w 58051775"/>
                <a:gd name="connsiteY719" fmla="*/ 52400200 h 57949372"/>
                <a:gd name="connsiteX720" fmla="*/ 40382748 w 58051775"/>
                <a:gd name="connsiteY720" fmla="*/ 52425028 h 57949372"/>
                <a:gd name="connsiteX721" fmla="*/ 40306724 w 58051775"/>
                <a:gd name="connsiteY721" fmla="*/ 52475000 h 57949372"/>
                <a:gd name="connsiteX722" fmla="*/ 40234616 w 58051775"/>
                <a:gd name="connsiteY722" fmla="*/ 52525302 h 57949372"/>
                <a:gd name="connsiteX723" fmla="*/ 40160574 w 58051775"/>
                <a:gd name="connsiteY723" fmla="*/ 52570596 h 57949372"/>
                <a:gd name="connsiteX724" fmla="*/ 40084498 w 58051775"/>
                <a:gd name="connsiteY724" fmla="*/ 52615542 h 57949372"/>
                <a:gd name="connsiteX725" fmla="*/ 40004192 w 58051775"/>
                <a:gd name="connsiteY725" fmla="*/ 52659614 h 57949372"/>
                <a:gd name="connsiteX726" fmla="*/ 39915454 w 58051775"/>
                <a:gd name="connsiteY726" fmla="*/ 52709292 h 57949372"/>
                <a:gd name="connsiteX727" fmla="*/ 39842258 w 58051775"/>
                <a:gd name="connsiteY727" fmla="*/ 52747602 h 57949372"/>
                <a:gd name="connsiteX728" fmla="*/ 39744856 w 58051775"/>
                <a:gd name="connsiteY728" fmla="*/ 52793740 h 57949372"/>
                <a:gd name="connsiteX729" fmla="*/ 39696712 w 58051775"/>
                <a:gd name="connsiteY729" fmla="*/ 52832000 h 57949372"/>
                <a:gd name="connsiteX730" fmla="*/ 39523196 w 58051775"/>
                <a:gd name="connsiteY730" fmla="*/ 52832000 h 57949372"/>
                <a:gd name="connsiteX731" fmla="*/ 39334440 w 58051775"/>
                <a:gd name="connsiteY731" fmla="*/ 52816758 h 57949372"/>
                <a:gd name="connsiteX732" fmla="*/ 39322828 w 58051775"/>
                <a:gd name="connsiteY732" fmla="*/ 52647056 h 57949372"/>
                <a:gd name="connsiteX733" fmla="*/ 39532864 w 58051775"/>
                <a:gd name="connsiteY733" fmla="*/ 52483464 h 57949372"/>
                <a:gd name="connsiteX734" fmla="*/ 39567164 w 58051775"/>
                <a:gd name="connsiteY734" fmla="*/ 52450014 h 57949372"/>
                <a:gd name="connsiteX735" fmla="*/ 39606636 w 58051775"/>
                <a:gd name="connsiteY735" fmla="*/ 52404280 h 57949372"/>
                <a:gd name="connsiteX736" fmla="*/ 39668116 w 58051775"/>
                <a:gd name="connsiteY736" fmla="*/ 52325240 h 57949372"/>
                <a:gd name="connsiteX737" fmla="*/ 39768624 w 58051775"/>
                <a:gd name="connsiteY737" fmla="*/ 52206618 h 57949372"/>
                <a:gd name="connsiteX738" fmla="*/ 39858902 w 58051775"/>
                <a:gd name="connsiteY738" fmla="*/ 52108192 h 57949372"/>
                <a:gd name="connsiteX739" fmla="*/ 39891028 w 58051775"/>
                <a:gd name="connsiteY739" fmla="*/ 52070000 h 57949372"/>
                <a:gd name="connsiteX740" fmla="*/ 39954202 w 58051775"/>
                <a:gd name="connsiteY740" fmla="*/ 51983476 h 57949372"/>
                <a:gd name="connsiteX741" fmla="*/ 39991276 w 58051775"/>
                <a:gd name="connsiteY741" fmla="*/ 51912232 h 57949372"/>
                <a:gd name="connsiteX742" fmla="*/ 40036452 w 58051775"/>
                <a:gd name="connsiteY742" fmla="*/ 51844424 h 57949372"/>
                <a:gd name="connsiteX743" fmla="*/ 40081932 w 58051775"/>
                <a:gd name="connsiteY743" fmla="*/ 51777220 h 57949372"/>
                <a:gd name="connsiteX744" fmla="*/ 40119302 w 58051775"/>
                <a:gd name="connsiteY744" fmla="*/ 51707842 h 57949372"/>
                <a:gd name="connsiteX745" fmla="*/ 40155776 w 58051775"/>
                <a:gd name="connsiteY745" fmla="*/ 51627212 h 57949372"/>
                <a:gd name="connsiteX746" fmla="*/ 40204608 w 58051775"/>
                <a:gd name="connsiteY746" fmla="*/ 51521810 h 57949372"/>
                <a:gd name="connsiteX747" fmla="*/ 40252472 w 58051775"/>
                <a:gd name="connsiteY747" fmla="*/ 51432028 h 57949372"/>
                <a:gd name="connsiteX748" fmla="*/ 40298922 w 58051775"/>
                <a:gd name="connsiteY748" fmla="*/ 51321456 h 57949372"/>
                <a:gd name="connsiteX749" fmla="*/ 40345874 w 58051775"/>
                <a:gd name="connsiteY749" fmla="*/ 51200420 h 57949372"/>
                <a:gd name="connsiteX750" fmla="*/ 40390206 w 58051775"/>
                <a:gd name="connsiteY750" fmla="*/ 50985800 h 57949372"/>
                <a:gd name="connsiteX751" fmla="*/ 40431788 w 58051775"/>
                <a:gd name="connsiteY751" fmla="*/ 50746564 h 57949372"/>
                <a:gd name="connsiteX752" fmla="*/ 40453058 w 58051775"/>
                <a:gd name="connsiteY752" fmla="*/ 50469800 h 57949372"/>
                <a:gd name="connsiteX753" fmla="*/ 40375672 w 58051775"/>
                <a:gd name="connsiteY753" fmla="*/ 50445206 h 57949372"/>
                <a:gd name="connsiteX754" fmla="*/ 40279228 w 58051775"/>
                <a:gd name="connsiteY754" fmla="*/ 50531712 h 57949372"/>
                <a:gd name="connsiteX755" fmla="*/ 40224610 w 58051775"/>
                <a:gd name="connsiteY755" fmla="*/ 50571400 h 57949372"/>
                <a:gd name="connsiteX756" fmla="*/ 39554632 w 58051775"/>
                <a:gd name="connsiteY756" fmla="*/ 51225560 h 57949372"/>
                <a:gd name="connsiteX757" fmla="*/ 39027102 w 58051775"/>
                <a:gd name="connsiteY757" fmla="*/ 51807848 h 57949372"/>
                <a:gd name="connsiteX758" fmla="*/ 38989002 w 58051775"/>
                <a:gd name="connsiteY758" fmla="*/ 51858450 h 57949372"/>
                <a:gd name="connsiteX759" fmla="*/ 38950902 w 58051775"/>
                <a:gd name="connsiteY759" fmla="*/ 51910924 h 57949372"/>
                <a:gd name="connsiteX760" fmla="*/ 38890576 w 58051775"/>
                <a:gd name="connsiteY760" fmla="*/ 51984164 h 57949372"/>
                <a:gd name="connsiteX761" fmla="*/ 38811202 w 58051775"/>
                <a:gd name="connsiteY761" fmla="*/ 52067538 h 57949372"/>
                <a:gd name="connsiteX762" fmla="*/ 38730468 w 58051775"/>
                <a:gd name="connsiteY762" fmla="*/ 52113166 h 57949372"/>
                <a:gd name="connsiteX763" fmla="*/ 38635220 w 58051775"/>
                <a:gd name="connsiteY763" fmla="*/ 52157624 h 57949372"/>
                <a:gd name="connsiteX764" fmla="*/ 38390616 w 58051775"/>
                <a:gd name="connsiteY764" fmla="*/ 52162050 h 57949372"/>
                <a:gd name="connsiteX765" fmla="*/ 38235700 w 58051775"/>
                <a:gd name="connsiteY765" fmla="*/ 52121196 h 57949372"/>
                <a:gd name="connsiteX766" fmla="*/ 38115322 w 58051775"/>
                <a:gd name="connsiteY766" fmla="*/ 52096908 h 57949372"/>
                <a:gd name="connsiteX767" fmla="*/ 38015668 w 58051775"/>
                <a:gd name="connsiteY767" fmla="*/ 52027752 h 57949372"/>
                <a:gd name="connsiteX768" fmla="*/ 37859588 w 58051775"/>
                <a:gd name="connsiteY768" fmla="*/ 51858438 h 57949372"/>
                <a:gd name="connsiteX769" fmla="*/ 37832490 w 58051775"/>
                <a:gd name="connsiteY769" fmla="*/ 51780224 h 57949372"/>
                <a:gd name="connsiteX770" fmla="*/ 37864646 w 58051775"/>
                <a:gd name="connsiteY770" fmla="*/ 51732840 h 57949372"/>
                <a:gd name="connsiteX771" fmla="*/ 37896802 w 58051775"/>
                <a:gd name="connsiteY771" fmla="*/ 51655804 h 57949372"/>
                <a:gd name="connsiteX772" fmla="*/ 37934004 w 58051775"/>
                <a:gd name="connsiteY772" fmla="*/ 51606916 h 57949372"/>
                <a:gd name="connsiteX773" fmla="*/ 37979352 w 58051775"/>
                <a:gd name="connsiteY773" fmla="*/ 51562000 h 57949372"/>
                <a:gd name="connsiteX774" fmla="*/ 38024326 w 58051775"/>
                <a:gd name="connsiteY774" fmla="*/ 51517280 h 57949372"/>
                <a:gd name="connsiteX775" fmla="*/ 38073740 w 58051775"/>
                <a:gd name="connsiteY775" fmla="*/ 51474708 h 57949372"/>
                <a:gd name="connsiteX776" fmla="*/ 38123706 w 58051775"/>
                <a:gd name="connsiteY776" fmla="*/ 51435700 h 57949372"/>
                <a:gd name="connsiteX777" fmla="*/ 38167424 w 58051775"/>
                <a:gd name="connsiteY777" fmla="*/ 51395968 h 57949372"/>
                <a:gd name="connsiteX778" fmla="*/ 38210920 w 58051775"/>
                <a:gd name="connsiteY778" fmla="*/ 51350394 h 57949372"/>
                <a:gd name="connsiteX779" fmla="*/ 38268696 w 58051775"/>
                <a:gd name="connsiteY779" fmla="*/ 51293136 h 57949372"/>
                <a:gd name="connsiteX780" fmla="*/ 38308040 w 58051775"/>
                <a:gd name="connsiteY780" fmla="*/ 51257200 h 57949372"/>
                <a:gd name="connsiteX781" fmla="*/ 38350000 w 58051775"/>
                <a:gd name="connsiteY781" fmla="*/ 51227656 h 57949372"/>
                <a:gd name="connsiteX782" fmla="*/ 38675036 w 58051775"/>
                <a:gd name="connsiteY782" fmla="*/ 50920880 h 57949372"/>
                <a:gd name="connsiteX783" fmla="*/ 38741386 w 58051775"/>
                <a:gd name="connsiteY783" fmla="*/ 50888900 h 57949372"/>
                <a:gd name="connsiteX784" fmla="*/ 38778176 w 58051775"/>
                <a:gd name="connsiteY784" fmla="*/ 50853272 h 57949372"/>
                <a:gd name="connsiteX785" fmla="*/ 38829554 w 58051775"/>
                <a:gd name="connsiteY785" fmla="*/ 50802628 h 57949372"/>
                <a:gd name="connsiteX786" fmla="*/ 38874730 w 58051775"/>
                <a:gd name="connsiteY786" fmla="*/ 50755480 h 57949372"/>
                <a:gd name="connsiteX787" fmla="*/ 38918154 w 58051775"/>
                <a:gd name="connsiteY787" fmla="*/ 50711480 h 57949372"/>
                <a:gd name="connsiteX788" fmla="*/ 38962344 w 58051775"/>
                <a:gd name="connsiteY788" fmla="*/ 50675350 h 57949372"/>
                <a:gd name="connsiteX789" fmla="*/ 39014516 w 58051775"/>
                <a:gd name="connsiteY789" fmla="*/ 50634852 h 57949372"/>
                <a:gd name="connsiteX790" fmla="*/ 39071308 w 58051775"/>
                <a:gd name="connsiteY790" fmla="*/ 50584574 h 57949372"/>
                <a:gd name="connsiteX791" fmla="*/ 39140816 w 58051775"/>
                <a:gd name="connsiteY791" fmla="*/ 50534974 h 57949372"/>
                <a:gd name="connsiteX792" fmla="*/ 39201988 w 58051775"/>
                <a:gd name="connsiteY792" fmla="*/ 50487938 h 57949372"/>
                <a:gd name="connsiteX793" fmla="*/ 39264460 w 58051775"/>
                <a:gd name="connsiteY793" fmla="*/ 50450142 h 57949372"/>
                <a:gd name="connsiteX794" fmla="*/ 39325794 w 58051775"/>
                <a:gd name="connsiteY794" fmla="*/ 50418240 h 57949372"/>
                <a:gd name="connsiteX795" fmla="*/ 39382872 w 58051775"/>
                <a:gd name="connsiteY795" fmla="*/ 50361744 h 57949372"/>
                <a:gd name="connsiteX796" fmla="*/ 39435840 w 58051775"/>
                <a:gd name="connsiteY796" fmla="*/ 50306924 h 57949372"/>
                <a:gd name="connsiteX797" fmla="*/ 39533972 w 58051775"/>
                <a:gd name="connsiteY797" fmla="*/ 50266600 h 57949372"/>
                <a:gd name="connsiteX798" fmla="*/ 39581118 w 58051775"/>
                <a:gd name="connsiteY798" fmla="*/ 50234244 h 57949372"/>
                <a:gd name="connsiteX799" fmla="*/ 39643684 w 58051775"/>
                <a:gd name="connsiteY799" fmla="*/ 50184604 h 57949372"/>
                <a:gd name="connsiteX800" fmla="*/ 39693278 w 58051775"/>
                <a:gd name="connsiteY800" fmla="*/ 50141408 h 57949372"/>
                <a:gd name="connsiteX801" fmla="*/ 39726594 w 58051775"/>
                <a:gd name="connsiteY801" fmla="*/ 50107536 h 57949372"/>
                <a:gd name="connsiteX802" fmla="*/ 39809264 w 58051775"/>
                <a:gd name="connsiteY802" fmla="*/ 50049736 h 57949372"/>
                <a:gd name="connsiteX803" fmla="*/ 39891184 w 58051775"/>
                <a:gd name="connsiteY803" fmla="*/ 49999900 h 57949372"/>
                <a:gd name="connsiteX804" fmla="*/ 39936718 w 58051775"/>
                <a:gd name="connsiteY804" fmla="*/ 49967544 h 57949372"/>
                <a:gd name="connsiteX805" fmla="*/ 39999284 w 58051775"/>
                <a:gd name="connsiteY805" fmla="*/ 49917904 h 57949372"/>
                <a:gd name="connsiteX806" fmla="*/ 40049084 w 58051775"/>
                <a:gd name="connsiteY806" fmla="*/ 49874060 h 57949372"/>
                <a:gd name="connsiteX807" fmla="*/ 40069628 w 58051775"/>
                <a:gd name="connsiteY807" fmla="*/ 49847500 h 57949372"/>
                <a:gd name="connsiteX808" fmla="*/ 40220902 w 58051775"/>
                <a:gd name="connsiteY808" fmla="*/ 49701548 h 57949372"/>
                <a:gd name="connsiteX809" fmla="*/ 40249288 w 58051775"/>
                <a:gd name="connsiteY809" fmla="*/ 49660172 h 57949372"/>
                <a:gd name="connsiteX810" fmla="*/ 40277672 w 58051775"/>
                <a:gd name="connsiteY810" fmla="*/ 49629956 h 57949372"/>
                <a:gd name="connsiteX811" fmla="*/ 40248132 w 58051775"/>
                <a:gd name="connsiteY811" fmla="*/ 49578626 h 57949372"/>
                <a:gd name="connsiteX812" fmla="*/ 40209640 w 58051775"/>
                <a:gd name="connsiteY812" fmla="*/ 49433628 h 57949372"/>
                <a:gd name="connsiteX813" fmla="*/ 40165470 w 58051775"/>
                <a:gd name="connsiteY813" fmla="*/ 49303192 h 57949372"/>
                <a:gd name="connsiteX814" fmla="*/ 40121020 w 58051775"/>
                <a:gd name="connsiteY814" fmla="*/ 49169842 h 57949372"/>
                <a:gd name="connsiteX815" fmla="*/ 40076570 w 58051775"/>
                <a:gd name="connsiteY815" fmla="*/ 49036492 h 57949372"/>
                <a:gd name="connsiteX816" fmla="*/ 40032120 w 58051775"/>
                <a:gd name="connsiteY816" fmla="*/ 48903142 h 57949372"/>
                <a:gd name="connsiteX817" fmla="*/ 39988274 w 58051775"/>
                <a:gd name="connsiteY817" fmla="*/ 48770424 h 57949372"/>
                <a:gd name="connsiteX818" fmla="*/ 39945500 w 58051775"/>
                <a:gd name="connsiteY818" fmla="*/ 48646928 h 57949372"/>
                <a:gd name="connsiteX819" fmla="*/ 39900980 w 58051775"/>
                <a:gd name="connsiteY819" fmla="*/ 48526360 h 57949372"/>
                <a:gd name="connsiteX820" fmla="*/ 39845130 w 58051775"/>
                <a:gd name="connsiteY820" fmla="*/ 48405152 h 57949372"/>
                <a:gd name="connsiteX821" fmla="*/ 39807568 w 58051775"/>
                <a:gd name="connsiteY821" fmla="*/ 48297496 h 57949372"/>
                <a:gd name="connsiteX822" fmla="*/ 39763702 w 58051775"/>
                <a:gd name="connsiteY822" fmla="*/ 48202850 h 57949372"/>
                <a:gd name="connsiteX823" fmla="*/ 39707488 w 58051775"/>
                <a:gd name="connsiteY823" fmla="*/ 48095504 h 57949372"/>
                <a:gd name="connsiteX824" fmla="*/ 39669256 w 58051775"/>
                <a:gd name="connsiteY824" fmla="*/ 48016102 h 57949372"/>
                <a:gd name="connsiteX825" fmla="*/ 39629848 w 58051775"/>
                <a:gd name="connsiteY825" fmla="*/ 47931516 h 57949372"/>
                <a:gd name="connsiteX826" fmla="*/ 39586838 w 58051775"/>
                <a:gd name="connsiteY826" fmla="*/ 47832836 h 57949372"/>
                <a:gd name="connsiteX827" fmla="*/ 39538426 w 58051775"/>
                <a:gd name="connsiteY827" fmla="*/ 47739622 h 57949372"/>
                <a:gd name="connsiteX828" fmla="*/ 39485516 w 58051775"/>
                <a:gd name="connsiteY828" fmla="*/ 47653704 h 57949372"/>
                <a:gd name="connsiteX829" fmla="*/ 39457924 w 58051775"/>
                <a:gd name="connsiteY829" fmla="*/ 47592648 h 57949372"/>
                <a:gd name="connsiteX830" fmla="*/ 39414136 w 58051775"/>
                <a:gd name="connsiteY830" fmla="*/ 47517544 h 57949372"/>
                <a:gd name="connsiteX831" fmla="*/ 39363624 w 58051775"/>
                <a:gd name="connsiteY831" fmla="*/ 47442596 h 57949372"/>
                <a:gd name="connsiteX832" fmla="*/ 39330644 w 58051775"/>
                <a:gd name="connsiteY832" fmla="*/ 47377614 h 57949372"/>
                <a:gd name="connsiteX833" fmla="*/ 39279848 w 58051775"/>
                <a:gd name="connsiteY833" fmla="*/ 47293908 h 57949372"/>
                <a:gd name="connsiteX834" fmla="*/ 39228228 w 58051775"/>
                <a:gd name="connsiteY834" fmla="*/ 47216688 h 57949372"/>
                <a:gd name="connsiteX835" fmla="*/ 39183458 w 58051775"/>
                <a:gd name="connsiteY835" fmla="*/ 47146016 h 57949372"/>
                <a:gd name="connsiteX836" fmla="*/ 39154102 w 58051775"/>
                <a:gd name="connsiteY836" fmla="*/ 47102264 h 57949372"/>
                <a:gd name="connsiteX837" fmla="*/ 39066412 w 58051775"/>
                <a:gd name="connsiteY837" fmla="*/ 46999026 h 57949372"/>
                <a:gd name="connsiteX838" fmla="*/ 39052502 w 58051775"/>
                <a:gd name="connsiteY838" fmla="*/ 46896376 h 57949372"/>
                <a:gd name="connsiteX839" fmla="*/ 39100100 w 58051775"/>
                <a:gd name="connsiteY839" fmla="*/ 46754002 h 57949372"/>
                <a:gd name="connsiteX840" fmla="*/ 39230274 w 58051775"/>
                <a:gd name="connsiteY840" fmla="*/ 46696912 h 57949372"/>
                <a:gd name="connsiteX841" fmla="*/ 39318894 w 58051775"/>
                <a:gd name="connsiteY841" fmla="*/ 46692982 h 57949372"/>
                <a:gd name="connsiteX842" fmla="*/ 18923224 w 58051775"/>
                <a:gd name="connsiteY842" fmla="*/ 45910500 h 57949372"/>
                <a:gd name="connsiteX843" fmla="*/ 19029620 w 58051775"/>
                <a:gd name="connsiteY843" fmla="*/ 45965744 h 57949372"/>
                <a:gd name="connsiteX844" fmla="*/ 19088104 w 58051775"/>
                <a:gd name="connsiteY844" fmla="*/ 46032140 h 57949372"/>
                <a:gd name="connsiteX845" fmla="*/ 19129376 w 58051775"/>
                <a:gd name="connsiteY845" fmla="*/ 46084088 h 57949372"/>
                <a:gd name="connsiteX846" fmla="*/ 19191968 w 58051775"/>
                <a:gd name="connsiteY846" fmla="*/ 46147864 h 57949372"/>
                <a:gd name="connsiteX847" fmla="*/ 19238064 w 58051775"/>
                <a:gd name="connsiteY847" fmla="*/ 46192152 h 57949372"/>
                <a:gd name="connsiteX848" fmla="*/ 19264856 w 58051775"/>
                <a:gd name="connsiteY848" fmla="*/ 46535052 h 57949372"/>
                <a:gd name="connsiteX849" fmla="*/ 19262292 w 58051775"/>
                <a:gd name="connsiteY849" fmla="*/ 47011794 h 57949372"/>
                <a:gd name="connsiteX850" fmla="*/ 19224688 w 58051775"/>
                <a:gd name="connsiteY850" fmla="*/ 47192924 h 57949372"/>
                <a:gd name="connsiteX851" fmla="*/ 19183024 w 58051775"/>
                <a:gd name="connsiteY851" fmla="*/ 47258194 h 57949372"/>
                <a:gd name="connsiteX852" fmla="*/ 19130896 w 58051775"/>
                <a:gd name="connsiteY852" fmla="*/ 47312014 h 57949372"/>
                <a:gd name="connsiteX853" fmla="*/ 19086348 w 58051775"/>
                <a:gd name="connsiteY853" fmla="*/ 47361560 h 57949372"/>
                <a:gd name="connsiteX854" fmla="*/ 18991816 w 58051775"/>
                <a:gd name="connsiteY854" fmla="*/ 47440934 h 57949372"/>
                <a:gd name="connsiteX855" fmla="*/ 18827484 w 58051775"/>
                <a:gd name="connsiteY855" fmla="*/ 47485300 h 57949372"/>
                <a:gd name="connsiteX856" fmla="*/ 18712288 w 58051775"/>
                <a:gd name="connsiteY856" fmla="*/ 47528376 h 57949372"/>
                <a:gd name="connsiteX857" fmla="*/ 18612184 w 58051775"/>
                <a:gd name="connsiteY857" fmla="*/ 47585492 h 57949372"/>
                <a:gd name="connsiteX858" fmla="*/ 18548740 w 58051775"/>
                <a:gd name="connsiteY858" fmla="*/ 47623778 h 57949372"/>
                <a:gd name="connsiteX859" fmla="*/ 18487548 w 58051775"/>
                <a:gd name="connsiteY859" fmla="*/ 47660664 h 57949372"/>
                <a:gd name="connsiteX860" fmla="*/ 18409960 w 58051775"/>
                <a:gd name="connsiteY860" fmla="*/ 47712280 h 57949372"/>
                <a:gd name="connsiteX861" fmla="*/ 18343184 w 58051775"/>
                <a:gd name="connsiteY861" fmla="*/ 47765348 h 57949372"/>
                <a:gd name="connsiteX862" fmla="*/ 18287448 w 58051775"/>
                <a:gd name="connsiteY862" fmla="*/ 47803840 h 57949372"/>
                <a:gd name="connsiteX863" fmla="*/ 18231616 w 58051775"/>
                <a:gd name="connsiteY863" fmla="*/ 47846112 h 57949372"/>
                <a:gd name="connsiteX864" fmla="*/ 18180420 w 58051775"/>
                <a:gd name="connsiteY864" fmla="*/ 47890540 h 57949372"/>
                <a:gd name="connsiteX865" fmla="*/ 18160568 w 58051775"/>
                <a:gd name="connsiteY865" fmla="*/ 47917100 h 57949372"/>
                <a:gd name="connsiteX866" fmla="*/ 17964152 w 58051775"/>
                <a:gd name="connsiteY866" fmla="*/ 48055568 h 57949372"/>
                <a:gd name="connsiteX867" fmla="*/ 17892776 w 58051775"/>
                <a:gd name="connsiteY867" fmla="*/ 48112528 h 57949372"/>
                <a:gd name="connsiteX868" fmla="*/ 17845336 w 58051775"/>
                <a:gd name="connsiteY868" fmla="*/ 48165796 h 57949372"/>
                <a:gd name="connsiteX869" fmla="*/ 17800640 w 58051775"/>
                <a:gd name="connsiteY869" fmla="*/ 48210788 h 57949372"/>
                <a:gd name="connsiteX870" fmla="*/ 17756432 w 58051775"/>
                <a:gd name="connsiteY870" fmla="*/ 48254700 h 57949372"/>
                <a:gd name="connsiteX871" fmla="*/ 17712212 w 58051775"/>
                <a:gd name="connsiteY871" fmla="*/ 48292368 h 57949372"/>
                <a:gd name="connsiteX872" fmla="*/ 17664944 w 58051775"/>
                <a:gd name="connsiteY872" fmla="*/ 48331270 h 57949372"/>
                <a:gd name="connsiteX873" fmla="*/ 17615808 w 58051775"/>
                <a:gd name="connsiteY873" fmla="*/ 48378042 h 57949372"/>
                <a:gd name="connsiteX874" fmla="*/ 17566700 w 58051775"/>
                <a:gd name="connsiteY874" fmla="*/ 48428390 h 57949372"/>
                <a:gd name="connsiteX875" fmla="*/ 17531232 w 58051775"/>
                <a:gd name="connsiteY875" fmla="*/ 48463200 h 57949372"/>
                <a:gd name="connsiteX876" fmla="*/ 17486220 w 58051775"/>
                <a:gd name="connsiteY876" fmla="*/ 48507650 h 57949372"/>
                <a:gd name="connsiteX877" fmla="*/ 17442008 w 58051775"/>
                <a:gd name="connsiteY877" fmla="*/ 48552100 h 57949372"/>
                <a:gd name="connsiteX878" fmla="*/ 17400000 w 58051775"/>
                <a:gd name="connsiteY878" fmla="*/ 48591614 h 57949372"/>
                <a:gd name="connsiteX879" fmla="*/ 17346460 w 58051775"/>
                <a:gd name="connsiteY879" fmla="*/ 48645840 h 57949372"/>
                <a:gd name="connsiteX880" fmla="*/ 17303020 w 58051775"/>
                <a:gd name="connsiteY880" fmla="*/ 48688498 h 57949372"/>
                <a:gd name="connsiteX881" fmla="*/ 17256568 w 58051775"/>
                <a:gd name="connsiteY881" fmla="*/ 48742024 h 57949372"/>
                <a:gd name="connsiteX882" fmla="*/ 17216584 w 58051775"/>
                <a:gd name="connsiteY882" fmla="*/ 48797372 h 57949372"/>
                <a:gd name="connsiteX883" fmla="*/ 17177056 w 58051775"/>
                <a:gd name="connsiteY883" fmla="*/ 48841752 h 57949372"/>
                <a:gd name="connsiteX884" fmla="*/ 17145000 w 58051775"/>
                <a:gd name="connsiteY884" fmla="*/ 48869752 h 57949372"/>
                <a:gd name="connsiteX885" fmla="*/ 17097376 w 58051775"/>
                <a:gd name="connsiteY885" fmla="*/ 48919876 h 57949372"/>
                <a:gd name="connsiteX886" fmla="*/ 16852904 w 58051775"/>
                <a:gd name="connsiteY886" fmla="*/ 49228948 h 57949372"/>
                <a:gd name="connsiteX887" fmla="*/ 16814800 w 58051775"/>
                <a:gd name="connsiteY887" fmla="*/ 49280350 h 57949372"/>
                <a:gd name="connsiteX888" fmla="*/ 16776704 w 58051775"/>
                <a:gd name="connsiteY888" fmla="*/ 49332920 h 57949372"/>
                <a:gd name="connsiteX889" fmla="*/ 16739660 w 58051775"/>
                <a:gd name="connsiteY889" fmla="*/ 49370704 h 57949372"/>
                <a:gd name="connsiteX890" fmla="*/ 16688344 w 58051775"/>
                <a:gd name="connsiteY890" fmla="*/ 49433112 h 57949372"/>
                <a:gd name="connsiteX891" fmla="*/ 16630136 w 58051775"/>
                <a:gd name="connsiteY891" fmla="*/ 49521608 h 57949372"/>
                <a:gd name="connsiteX892" fmla="*/ 16586200 w 58051775"/>
                <a:gd name="connsiteY892" fmla="*/ 49584146 h 57949372"/>
                <a:gd name="connsiteX893" fmla="*/ 16549128 w 58051775"/>
                <a:gd name="connsiteY893" fmla="*/ 49636968 h 57949372"/>
                <a:gd name="connsiteX894" fmla="*/ 16504528 w 58051775"/>
                <a:gd name="connsiteY894" fmla="*/ 49702476 h 57949372"/>
                <a:gd name="connsiteX895" fmla="*/ 16471792 w 58051775"/>
                <a:gd name="connsiteY895" fmla="*/ 49745960 h 57949372"/>
                <a:gd name="connsiteX896" fmla="*/ 16421876 w 58051775"/>
                <a:gd name="connsiteY896" fmla="*/ 49807884 h 57949372"/>
                <a:gd name="connsiteX897" fmla="*/ 16365648 w 58051775"/>
                <a:gd name="connsiteY897" fmla="*/ 49876972 h 57949372"/>
                <a:gd name="connsiteX898" fmla="*/ 16319008 w 58051775"/>
                <a:gd name="connsiteY898" fmla="*/ 49920188 h 57949372"/>
                <a:gd name="connsiteX899" fmla="*/ 16275632 w 58051775"/>
                <a:gd name="connsiteY899" fmla="*/ 49981452 h 57949372"/>
                <a:gd name="connsiteX900" fmla="*/ 16232840 w 58051775"/>
                <a:gd name="connsiteY900" fmla="*/ 50064002 h 57949372"/>
                <a:gd name="connsiteX901" fmla="*/ 16186624 w 58051775"/>
                <a:gd name="connsiteY901" fmla="*/ 50135680 h 57949372"/>
                <a:gd name="connsiteX902" fmla="*/ 16146536 w 58051775"/>
                <a:gd name="connsiteY902" fmla="*/ 50216060 h 57949372"/>
                <a:gd name="connsiteX903" fmla="*/ 16106948 w 58051775"/>
                <a:gd name="connsiteY903" fmla="*/ 50277132 h 57949372"/>
                <a:gd name="connsiteX904" fmla="*/ 16052280 w 58051775"/>
                <a:gd name="connsiteY904" fmla="*/ 50358676 h 57949372"/>
                <a:gd name="connsiteX905" fmla="*/ 16013904 w 58051775"/>
                <a:gd name="connsiteY905" fmla="*/ 50431700 h 57949372"/>
                <a:gd name="connsiteX906" fmla="*/ 15955612 w 58051775"/>
                <a:gd name="connsiteY906" fmla="*/ 50469800 h 57949372"/>
                <a:gd name="connsiteX907" fmla="*/ 15840080 w 58051775"/>
                <a:gd name="connsiteY907" fmla="*/ 50482274 h 57949372"/>
                <a:gd name="connsiteX908" fmla="*/ 15736652 w 58051775"/>
                <a:gd name="connsiteY908" fmla="*/ 50436050 h 57949372"/>
                <a:gd name="connsiteX909" fmla="*/ 15537884 w 58051775"/>
                <a:gd name="connsiteY909" fmla="*/ 50286838 h 57949372"/>
                <a:gd name="connsiteX910" fmla="*/ 15482396 w 58051775"/>
                <a:gd name="connsiteY910" fmla="*/ 50205340 h 57949372"/>
                <a:gd name="connsiteX911" fmla="*/ 15433828 w 58051775"/>
                <a:gd name="connsiteY911" fmla="*/ 50150424 h 57949372"/>
                <a:gd name="connsiteX912" fmla="*/ 15379168 w 58051775"/>
                <a:gd name="connsiteY912" fmla="*/ 50165144 h 57949372"/>
                <a:gd name="connsiteX913" fmla="*/ 15301544 w 58051775"/>
                <a:gd name="connsiteY913" fmla="*/ 50209052 h 57949372"/>
                <a:gd name="connsiteX914" fmla="*/ 15220656 w 58051775"/>
                <a:gd name="connsiteY914" fmla="*/ 50246930 h 57949372"/>
                <a:gd name="connsiteX915" fmla="*/ 15115640 w 58051775"/>
                <a:gd name="connsiteY915" fmla="*/ 50284980 h 57949372"/>
                <a:gd name="connsiteX916" fmla="*/ 15001752 w 58051775"/>
                <a:gd name="connsiteY916" fmla="*/ 50335848 h 57949372"/>
                <a:gd name="connsiteX917" fmla="*/ 14896864 w 58051775"/>
                <a:gd name="connsiteY917" fmla="*/ 50389402 h 57949372"/>
                <a:gd name="connsiteX918" fmla="*/ 14798564 w 58051775"/>
                <a:gd name="connsiteY918" fmla="*/ 50421012 h 57949372"/>
                <a:gd name="connsiteX919" fmla="*/ 14656312 w 58051775"/>
                <a:gd name="connsiteY919" fmla="*/ 50477668 h 57949372"/>
                <a:gd name="connsiteX920" fmla="*/ 14527268 w 58051775"/>
                <a:gd name="connsiteY920" fmla="*/ 50520768 h 57949372"/>
                <a:gd name="connsiteX921" fmla="*/ 14400208 w 58051775"/>
                <a:gd name="connsiteY921" fmla="*/ 50566576 h 57949372"/>
                <a:gd name="connsiteX922" fmla="*/ 14266952 w 58051775"/>
                <a:gd name="connsiteY922" fmla="*/ 50610388 h 57949372"/>
                <a:gd name="connsiteX923" fmla="*/ 14140716 w 58051775"/>
                <a:gd name="connsiteY923" fmla="*/ 50651144 h 57949372"/>
                <a:gd name="connsiteX924" fmla="*/ 13725852 w 58051775"/>
                <a:gd name="connsiteY924" fmla="*/ 50683384 h 57949372"/>
                <a:gd name="connsiteX925" fmla="*/ 13410184 w 58051775"/>
                <a:gd name="connsiteY925" fmla="*/ 50558076 h 57949372"/>
                <a:gd name="connsiteX926" fmla="*/ 13368512 w 58051775"/>
                <a:gd name="connsiteY926" fmla="*/ 50446236 h 57949372"/>
                <a:gd name="connsiteX927" fmla="*/ 13321888 w 58051775"/>
                <a:gd name="connsiteY927" fmla="*/ 50346394 h 57949372"/>
                <a:gd name="connsiteX928" fmla="*/ 13270572 w 58051775"/>
                <a:gd name="connsiteY928" fmla="*/ 50233680 h 57949372"/>
                <a:gd name="connsiteX929" fmla="*/ 13233400 w 58051775"/>
                <a:gd name="connsiteY929" fmla="*/ 50137892 h 57949372"/>
                <a:gd name="connsiteX930" fmla="*/ 13188952 w 58051775"/>
                <a:gd name="connsiteY930" fmla="*/ 50039672 h 57949372"/>
                <a:gd name="connsiteX931" fmla="*/ 13144504 w 58051775"/>
                <a:gd name="connsiteY931" fmla="*/ 49886806 h 57949372"/>
                <a:gd name="connsiteX932" fmla="*/ 13144504 w 58051775"/>
                <a:gd name="connsiteY932" fmla="*/ 49783144 h 57949372"/>
                <a:gd name="connsiteX933" fmla="*/ 13186944 w 58051775"/>
                <a:gd name="connsiteY933" fmla="*/ 49758100 h 57949372"/>
                <a:gd name="connsiteX934" fmla="*/ 13244124 w 58051775"/>
                <a:gd name="connsiteY934" fmla="*/ 49700718 h 57949372"/>
                <a:gd name="connsiteX935" fmla="*/ 13300104 w 58051775"/>
                <a:gd name="connsiteY935" fmla="*/ 49642458 h 57949372"/>
                <a:gd name="connsiteX936" fmla="*/ 13377104 w 58051775"/>
                <a:gd name="connsiteY936" fmla="*/ 49582794 h 57949372"/>
                <a:gd name="connsiteX937" fmla="*/ 13412856 w 58051775"/>
                <a:gd name="connsiteY937" fmla="*/ 49549050 h 57949372"/>
                <a:gd name="connsiteX938" fmla="*/ 13827956 w 58051775"/>
                <a:gd name="connsiteY938" fmla="*/ 49549174 h 57949372"/>
                <a:gd name="connsiteX939" fmla="*/ 14610392 w 58051775"/>
                <a:gd name="connsiteY939" fmla="*/ 49579368 h 57949372"/>
                <a:gd name="connsiteX940" fmla="*/ 14859000 w 58051775"/>
                <a:gd name="connsiteY940" fmla="*/ 49579784 h 57949372"/>
                <a:gd name="connsiteX941" fmla="*/ 15068552 w 58051775"/>
                <a:gd name="connsiteY941" fmla="*/ 49571620 h 57949372"/>
                <a:gd name="connsiteX942" fmla="*/ 15175160 w 58051775"/>
                <a:gd name="connsiteY942" fmla="*/ 49646824 h 57949372"/>
                <a:gd name="connsiteX943" fmla="*/ 15337756 w 58051775"/>
                <a:gd name="connsiteY943" fmla="*/ 49636036 h 57949372"/>
                <a:gd name="connsiteX944" fmla="*/ 15555052 w 58051775"/>
                <a:gd name="connsiteY944" fmla="*/ 49603024 h 57949372"/>
                <a:gd name="connsiteX945" fmla="*/ 15653728 w 58051775"/>
                <a:gd name="connsiteY945" fmla="*/ 49580800 h 57949372"/>
                <a:gd name="connsiteX946" fmla="*/ 15826608 w 58051775"/>
                <a:gd name="connsiteY946" fmla="*/ 49450092 h 57949372"/>
                <a:gd name="connsiteX947" fmla="*/ 16149116 w 58051775"/>
                <a:gd name="connsiteY947" fmla="*/ 49128272 h 57949372"/>
                <a:gd name="connsiteX948" fmla="*/ 16431388 w 58051775"/>
                <a:gd name="connsiteY948" fmla="*/ 48829824 h 57949372"/>
                <a:gd name="connsiteX949" fmla="*/ 16537504 w 58051775"/>
                <a:gd name="connsiteY949" fmla="*/ 48716044 h 57949372"/>
                <a:gd name="connsiteX950" fmla="*/ 16637000 w 58051775"/>
                <a:gd name="connsiteY950" fmla="*/ 48619660 h 57949372"/>
                <a:gd name="connsiteX951" fmla="*/ 16668940 w 58051775"/>
                <a:gd name="connsiteY951" fmla="*/ 48592426 h 57949372"/>
                <a:gd name="connsiteX952" fmla="*/ 16714792 w 58051775"/>
                <a:gd name="connsiteY952" fmla="*/ 48547338 h 57949372"/>
                <a:gd name="connsiteX953" fmla="*/ 16759308 w 58051775"/>
                <a:gd name="connsiteY953" fmla="*/ 48502856 h 57949372"/>
                <a:gd name="connsiteX954" fmla="*/ 16802512 w 58051775"/>
                <a:gd name="connsiteY954" fmla="*/ 48455776 h 57949372"/>
                <a:gd name="connsiteX955" fmla="*/ 16840864 w 58051775"/>
                <a:gd name="connsiteY955" fmla="*/ 48415908 h 57949372"/>
                <a:gd name="connsiteX956" fmla="*/ 16885376 w 58051775"/>
                <a:gd name="connsiteY956" fmla="*/ 48372902 h 57949372"/>
                <a:gd name="connsiteX957" fmla="*/ 16940528 w 58051775"/>
                <a:gd name="connsiteY957" fmla="*/ 48317808 h 57949372"/>
                <a:gd name="connsiteX958" fmla="*/ 16984912 w 58051775"/>
                <a:gd name="connsiteY958" fmla="*/ 48267160 h 57949372"/>
                <a:gd name="connsiteX959" fmla="*/ 17018760 w 58051775"/>
                <a:gd name="connsiteY959" fmla="*/ 48221494 h 57949372"/>
                <a:gd name="connsiteX960" fmla="*/ 17056480 w 58051775"/>
                <a:gd name="connsiteY960" fmla="*/ 48176452 h 57949372"/>
                <a:gd name="connsiteX961" fmla="*/ 17100552 w 58051775"/>
                <a:gd name="connsiteY961" fmla="*/ 48133000 h 57949372"/>
                <a:gd name="connsiteX962" fmla="*/ 17145240 w 58051775"/>
                <a:gd name="connsiteY962" fmla="*/ 48087932 h 57949372"/>
                <a:gd name="connsiteX963" fmla="*/ 17240260 w 58051775"/>
                <a:gd name="connsiteY963" fmla="*/ 47973776 h 57949372"/>
                <a:gd name="connsiteX964" fmla="*/ 17322800 w 58051775"/>
                <a:gd name="connsiteY964" fmla="*/ 47878784 h 57949372"/>
                <a:gd name="connsiteX965" fmla="*/ 17465676 w 58051775"/>
                <a:gd name="connsiteY965" fmla="*/ 47703184 h 57949372"/>
                <a:gd name="connsiteX966" fmla="*/ 17513304 w 58051775"/>
                <a:gd name="connsiteY966" fmla="*/ 47653824 h 57949372"/>
                <a:gd name="connsiteX967" fmla="*/ 17545084 w 58051775"/>
                <a:gd name="connsiteY967" fmla="*/ 47608532 h 57949372"/>
                <a:gd name="connsiteX968" fmla="*/ 17591256 w 58051775"/>
                <a:gd name="connsiteY968" fmla="*/ 47561952 h 57949372"/>
                <a:gd name="connsiteX969" fmla="*/ 17739908 w 58051775"/>
                <a:gd name="connsiteY969" fmla="*/ 47428784 h 57949372"/>
                <a:gd name="connsiteX970" fmla="*/ 17780476 w 58051775"/>
                <a:gd name="connsiteY970" fmla="*/ 47388808 h 57949372"/>
                <a:gd name="connsiteX971" fmla="*/ 17822796 w 58051775"/>
                <a:gd name="connsiteY971" fmla="*/ 47344044 h 57949372"/>
                <a:gd name="connsiteX972" fmla="*/ 17867316 w 58051775"/>
                <a:gd name="connsiteY972" fmla="*/ 47299564 h 57949372"/>
                <a:gd name="connsiteX973" fmla="*/ 17911764 w 58051775"/>
                <a:gd name="connsiteY973" fmla="*/ 47255112 h 57949372"/>
                <a:gd name="connsiteX974" fmla="*/ 17956216 w 58051775"/>
                <a:gd name="connsiteY974" fmla="*/ 47210664 h 57949372"/>
                <a:gd name="connsiteX975" fmla="*/ 18002368 w 58051775"/>
                <a:gd name="connsiteY975" fmla="*/ 47165434 h 57949372"/>
                <a:gd name="connsiteX976" fmla="*/ 18042068 w 58051775"/>
                <a:gd name="connsiteY976" fmla="*/ 47121032 h 57949372"/>
                <a:gd name="connsiteX977" fmla="*/ 18085464 w 58051775"/>
                <a:gd name="connsiteY977" fmla="*/ 47065728 h 57949372"/>
                <a:gd name="connsiteX978" fmla="*/ 18129588 w 58051775"/>
                <a:gd name="connsiteY978" fmla="*/ 47014344 h 57949372"/>
                <a:gd name="connsiteX979" fmla="*/ 18169072 w 58051775"/>
                <a:gd name="connsiteY979" fmla="*/ 46976646 h 57949372"/>
                <a:gd name="connsiteX980" fmla="*/ 18213772 w 58051775"/>
                <a:gd name="connsiteY980" fmla="*/ 46926304 h 57949372"/>
                <a:gd name="connsiteX981" fmla="*/ 18251108 w 58051775"/>
                <a:gd name="connsiteY981" fmla="*/ 46875056 h 57949372"/>
                <a:gd name="connsiteX982" fmla="*/ 18289572 w 58051775"/>
                <a:gd name="connsiteY982" fmla="*/ 46815000 h 57949372"/>
                <a:gd name="connsiteX983" fmla="*/ 18359552 w 58051775"/>
                <a:gd name="connsiteY983" fmla="*/ 46720410 h 57949372"/>
                <a:gd name="connsiteX984" fmla="*/ 18415000 w 58051775"/>
                <a:gd name="connsiteY984" fmla="*/ 46662122 h 57949372"/>
                <a:gd name="connsiteX985" fmla="*/ 18446112 w 58051775"/>
                <a:gd name="connsiteY985" fmla="*/ 46637004 h 57949372"/>
                <a:gd name="connsiteX986" fmla="*/ 18491228 w 58051775"/>
                <a:gd name="connsiteY986" fmla="*/ 46570810 h 57949372"/>
                <a:gd name="connsiteX987" fmla="*/ 18524088 w 58051775"/>
                <a:gd name="connsiteY987" fmla="*/ 46511558 h 57949372"/>
                <a:gd name="connsiteX988" fmla="*/ 18556904 w 58051775"/>
                <a:gd name="connsiteY988" fmla="*/ 46458236 h 57949372"/>
                <a:gd name="connsiteX989" fmla="*/ 18619932 w 58051775"/>
                <a:gd name="connsiteY989" fmla="*/ 46370838 h 57949372"/>
                <a:gd name="connsiteX990" fmla="*/ 18669000 w 58051775"/>
                <a:gd name="connsiteY990" fmla="*/ 46309016 h 57949372"/>
                <a:gd name="connsiteX991" fmla="*/ 18706656 w 58051775"/>
                <a:gd name="connsiteY991" fmla="*/ 46245618 h 57949372"/>
                <a:gd name="connsiteX992" fmla="*/ 18752948 w 58051775"/>
                <a:gd name="connsiteY992" fmla="*/ 46137624 h 57949372"/>
                <a:gd name="connsiteX993" fmla="*/ 18796748 w 58051775"/>
                <a:gd name="connsiteY993" fmla="*/ 46041184 h 57949372"/>
                <a:gd name="connsiteX994" fmla="*/ 18840376 w 58051775"/>
                <a:gd name="connsiteY994" fmla="*/ 45976120 h 57949372"/>
                <a:gd name="connsiteX995" fmla="*/ 18862080 w 58051775"/>
                <a:gd name="connsiteY995" fmla="*/ 45926446 h 57949372"/>
                <a:gd name="connsiteX996" fmla="*/ 18923224 w 58051775"/>
                <a:gd name="connsiteY996" fmla="*/ 45910500 h 57949372"/>
                <a:gd name="connsiteX997" fmla="*/ 11824484 w 58051775"/>
                <a:gd name="connsiteY997" fmla="*/ 44011183 h 57949372"/>
                <a:gd name="connsiteX998" fmla="*/ 11772904 w 58051775"/>
                <a:gd name="connsiteY998" fmla="*/ 44013767 h 57949372"/>
                <a:gd name="connsiteX999" fmla="*/ 11725992 w 58051775"/>
                <a:gd name="connsiteY999" fmla="*/ 44064273 h 57949372"/>
                <a:gd name="connsiteX1000" fmla="*/ 11613892 w 58051775"/>
                <a:gd name="connsiteY1000" fmla="*/ 44107101 h 57949372"/>
                <a:gd name="connsiteX1001" fmla="*/ 11483000 w 58051775"/>
                <a:gd name="connsiteY1001" fmla="*/ 44141669 h 57949372"/>
                <a:gd name="connsiteX1002" fmla="*/ 11294148 w 58051775"/>
                <a:gd name="connsiteY1002" fmla="*/ 44189449 h 57949372"/>
                <a:gd name="connsiteX1003" fmla="*/ 11106028 w 58051775"/>
                <a:gd name="connsiteY1003" fmla="*/ 44234256 h 57949372"/>
                <a:gd name="connsiteX1004" fmla="*/ 10842856 w 58051775"/>
                <a:gd name="connsiteY1004" fmla="*/ 44272201 h 57949372"/>
                <a:gd name="connsiteX1005" fmla="*/ 10621608 w 58051775"/>
                <a:gd name="connsiteY1005" fmla="*/ 44291251 h 57949372"/>
                <a:gd name="connsiteX1006" fmla="*/ 10693400 w 58051775"/>
                <a:gd name="connsiteY1006" fmla="*/ 44373801 h 57949372"/>
                <a:gd name="connsiteX1007" fmla="*/ 10750552 w 58051775"/>
                <a:gd name="connsiteY1007" fmla="*/ 44418251 h 57949372"/>
                <a:gd name="connsiteX1008" fmla="*/ 11080752 w 58051775"/>
                <a:gd name="connsiteY1008" fmla="*/ 44414803 h 57949372"/>
                <a:gd name="connsiteX1009" fmla="*/ 11506200 w 58051775"/>
                <a:gd name="connsiteY1009" fmla="*/ 44399127 h 57949372"/>
                <a:gd name="connsiteX1010" fmla="*/ 11831008 w 58051775"/>
                <a:gd name="connsiteY1010" fmla="*/ 44382759 h 57949372"/>
                <a:gd name="connsiteX1011" fmla="*/ 12108884 w 58051775"/>
                <a:gd name="connsiteY1011" fmla="*/ 44348751 h 57949372"/>
                <a:gd name="connsiteX1012" fmla="*/ 12308120 w 58051775"/>
                <a:gd name="connsiteY1012" fmla="*/ 44310196 h 57949372"/>
                <a:gd name="connsiteX1013" fmla="*/ 12466408 w 58051775"/>
                <a:gd name="connsiteY1013" fmla="*/ 44294125 h 57949372"/>
                <a:gd name="connsiteX1014" fmla="*/ 12296440 w 58051775"/>
                <a:gd name="connsiteY1014" fmla="*/ 44182569 h 57949372"/>
                <a:gd name="connsiteX1015" fmla="*/ 12255400 w 58051775"/>
                <a:gd name="connsiteY1015" fmla="*/ 44157715 h 57949372"/>
                <a:gd name="connsiteX1016" fmla="*/ 12183288 w 58051775"/>
                <a:gd name="connsiteY1016" fmla="*/ 44114611 h 57949372"/>
                <a:gd name="connsiteX1017" fmla="*/ 12087420 w 58051775"/>
                <a:gd name="connsiteY1017" fmla="*/ 44059795 h 57949372"/>
                <a:gd name="connsiteX1018" fmla="*/ 11921744 w 58051775"/>
                <a:gd name="connsiteY1018" fmla="*/ 44015755 h 57949372"/>
                <a:gd name="connsiteX1019" fmla="*/ 11824484 w 58051775"/>
                <a:gd name="connsiteY1019" fmla="*/ 44011183 h 57949372"/>
                <a:gd name="connsiteX1020" fmla="*/ 48448067 w 58051775"/>
                <a:gd name="connsiteY1020" fmla="*/ 43760539 h 57949372"/>
                <a:gd name="connsiteX1021" fmla="*/ 48605538 w 58051775"/>
                <a:gd name="connsiteY1021" fmla="*/ 43775489 h 57949372"/>
                <a:gd name="connsiteX1022" fmla="*/ 48818803 w 58051775"/>
                <a:gd name="connsiteY1022" fmla="*/ 43996285 h 57949372"/>
                <a:gd name="connsiteX1023" fmla="*/ 48863253 w 58051775"/>
                <a:gd name="connsiteY1023" fmla="*/ 44061838 h 57949372"/>
                <a:gd name="connsiteX1024" fmla="*/ 48875953 w 58051775"/>
                <a:gd name="connsiteY1024" fmla="*/ 44185616 h 57949372"/>
                <a:gd name="connsiteX1025" fmla="*/ 48844203 w 58051775"/>
                <a:gd name="connsiteY1025" fmla="*/ 44242419 h 57949372"/>
                <a:gd name="connsiteX1026" fmla="*/ 48793403 w 58051775"/>
                <a:gd name="connsiteY1026" fmla="*/ 44311785 h 57949372"/>
                <a:gd name="connsiteX1027" fmla="*/ 48742603 w 58051775"/>
                <a:gd name="connsiteY1027" fmla="*/ 44428349 h 57949372"/>
                <a:gd name="connsiteX1028" fmla="*/ 48687527 w 58051775"/>
                <a:gd name="connsiteY1028" fmla="*/ 44603039 h 57949372"/>
                <a:gd name="connsiteX1029" fmla="*/ 48641524 w 58051775"/>
                <a:gd name="connsiteY1029" fmla="*/ 44656173 h 57949372"/>
                <a:gd name="connsiteX1030" fmla="*/ 48601312 w 58051775"/>
                <a:gd name="connsiteY1030" fmla="*/ 44724458 h 57949372"/>
                <a:gd name="connsiteX1031" fmla="*/ 48553315 w 58051775"/>
                <a:gd name="connsiteY1031" fmla="*/ 44819708 h 57949372"/>
                <a:gd name="connsiteX1032" fmla="*/ 48500026 w 58051775"/>
                <a:gd name="connsiteY1032" fmla="*/ 44920220 h 57949372"/>
                <a:gd name="connsiteX1033" fmla="*/ 48440770 w 58051775"/>
                <a:gd name="connsiteY1033" fmla="*/ 45092200 h 57949372"/>
                <a:gd name="connsiteX1034" fmla="*/ 48550345 w 58051775"/>
                <a:gd name="connsiteY1034" fmla="*/ 45109488 h 57949372"/>
                <a:gd name="connsiteX1035" fmla="*/ 48698234 w 58051775"/>
                <a:gd name="connsiteY1035" fmla="*/ 45159566 h 57949372"/>
                <a:gd name="connsiteX1036" fmla="*/ 48792098 w 58051775"/>
                <a:gd name="connsiteY1036" fmla="*/ 45199300 h 57949372"/>
                <a:gd name="connsiteX1037" fmla="*/ 48888653 w 58051775"/>
                <a:gd name="connsiteY1037" fmla="*/ 45237400 h 57949372"/>
                <a:gd name="connsiteX1038" fmla="*/ 48950724 w 58051775"/>
                <a:gd name="connsiteY1038" fmla="*/ 45270052 h 57949372"/>
                <a:gd name="connsiteX1039" fmla="*/ 49244253 w 58051775"/>
                <a:gd name="connsiteY1039" fmla="*/ 45319324 h 57949372"/>
                <a:gd name="connsiteX1040" fmla="*/ 49448476 w 58051775"/>
                <a:gd name="connsiteY1040" fmla="*/ 45487544 h 57949372"/>
                <a:gd name="connsiteX1041" fmla="*/ 49489959 w 58051775"/>
                <a:gd name="connsiteY1041" fmla="*/ 45544692 h 57949372"/>
                <a:gd name="connsiteX1042" fmla="*/ 49521799 w 58051775"/>
                <a:gd name="connsiteY1042" fmla="*/ 45582640 h 57949372"/>
                <a:gd name="connsiteX1043" fmla="*/ 49536049 w 58051775"/>
                <a:gd name="connsiteY1043" fmla="*/ 45798540 h 57949372"/>
                <a:gd name="connsiteX1044" fmla="*/ 49488712 w 58051775"/>
                <a:gd name="connsiteY1044" fmla="*/ 46118236 h 57949372"/>
                <a:gd name="connsiteX1045" fmla="*/ 49448972 w 58051775"/>
                <a:gd name="connsiteY1045" fmla="*/ 46212872 h 57949372"/>
                <a:gd name="connsiteX1046" fmla="*/ 49408311 w 58051775"/>
                <a:gd name="connsiteY1046" fmla="*/ 46299700 h 57949372"/>
                <a:gd name="connsiteX1047" fmla="*/ 49358820 w 58051775"/>
                <a:gd name="connsiteY1047" fmla="*/ 46362674 h 57949372"/>
                <a:gd name="connsiteX1048" fmla="*/ 49298519 w 58051775"/>
                <a:gd name="connsiteY1048" fmla="*/ 46422584 h 57949372"/>
                <a:gd name="connsiteX1049" fmla="*/ 49233857 w 58051775"/>
                <a:gd name="connsiteY1049" fmla="*/ 46473916 h 57949372"/>
                <a:gd name="connsiteX1050" fmla="*/ 49164587 w 58051775"/>
                <a:gd name="connsiteY1050" fmla="*/ 46501354 h 57949372"/>
                <a:gd name="connsiteX1051" fmla="*/ 49001341 w 58051775"/>
                <a:gd name="connsiteY1051" fmla="*/ 46550700 h 57949372"/>
                <a:gd name="connsiteX1052" fmla="*/ 48934294 w 58051775"/>
                <a:gd name="connsiteY1052" fmla="*/ 46603656 h 57949372"/>
                <a:gd name="connsiteX1053" fmla="*/ 48869082 w 58051775"/>
                <a:gd name="connsiteY1053" fmla="*/ 46648070 h 57949372"/>
                <a:gd name="connsiteX1054" fmla="*/ 48692485 w 58051775"/>
                <a:gd name="connsiteY1054" fmla="*/ 46691480 h 57949372"/>
                <a:gd name="connsiteX1055" fmla="*/ 48587512 w 58051775"/>
                <a:gd name="connsiteY1055" fmla="*/ 46731516 h 57949372"/>
                <a:gd name="connsiteX1056" fmla="*/ 48361938 w 58051775"/>
                <a:gd name="connsiteY1056" fmla="*/ 46768232 h 57949372"/>
                <a:gd name="connsiteX1057" fmla="*/ 48163996 w 58051775"/>
                <a:gd name="connsiteY1057" fmla="*/ 46756068 h 57949372"/>
                <a:gd name="connsiteX1058" fmla="*/ 48137626 w 58051775"/>
                <a:gd name="connsiteY1058" fmla="*/ 46592312 h 57949372"/>
                <a:gd name="connsiteX1059" fmla="*/ 48183332 w 58051775"/>
                <a:gd name="connsiteY1059" fmla="*/ 46545696 h 57949372"/>
                <a:gd name="connsiteX1060" fmla="*/ 48229413 w 58051775"/>
                <a:gd name="connsiteY1060" fmla="*/ 46486626 h 57949372"/>
                <a:gd name="connsiteX1061" fmla="*/ 48262549 w 58051775"/>
                <a:gd name="connsiteY1061" fmla="*/ 46425764 h 57949372"/>
                <a:gd name="connsiteX1062" fmla="*/ 48297598 w 58051775"/>
                <a:gd name="connsiteY1062" fmla="*/ 46353052 h 57949372"/>
                <a:gd name="connsiteX1063" fmla="*/ 48346323 w 58051775"/>
                <a:gd name="connsiteY1063" fmla="*/ 46272450 h 57949372"/>
                <a:gd name="connsiteX1064" fmla="*/ 48404869 w 58051775"/>
                <a:gd name="connsiteY1064" fmla="*/ 46224640 h 57949372"/>
                <a:gd name="connsiteX1065" fmla="*/ 48456667 w 58051775"/>
                <a:gd name="connsiteY1065" fmla="*/ 46187674 h 57949372"/>
                <a:gd name="connsiteX1066" fmla="*/ 48488603 w 58051775"/>
                <a:gd name="connsiteY1066" fmla="*/ 46162952 h 57949372"/>
                <a:gd name="connsiteX1067" fmla="*/ 48539403 w 58051775"/>
                <a:gd name="connsiteY1067" fmla="*/ 46102484 h 57949372"/>
                <a:gd name="connsiteX1068" fmla="*/ 48590203 w 58051775"/>
                <a:gd name="connsiteY1068" fmla="*/ 46036140 h 57949372"/>
                <a:gd name="connsiteX1069" fmla="*/ 48616691 w 58051775"/>
                <a:gd name="connsiteY1069" fmla="*/ 45991890 h 57949372"/>
                <a:gd name="connsiteX1070" fmla="*/ 48567603 w 58051775"/>
                <a:gd name="connsiteY1070" fmla="*/ 45883770 h 57949372"/>
                <a:gd name="connsiteX1071" fmla="*/ 48497970 w 58051775"/>
                <a:gd name="connsiteY1071" fmla="*/ 45827464 h 57949372"/>
                <a:gd name="connsiteX1072" fmla="*/ 48438963 w 58051775"/>
                <a:gd name="connsiteY1072" fmla="*/ 45790104 h 57949372"/>
                <a:gd name="connsiteX1073" fmla="*/ 48380414 w 58051775"/>
                <a:gd name="connsiteY1073" fmla="*/ 45757836 h 57949372"/>
                <a:gd name="connsiteX1074" fmla="*/ 48303337 w 58051775"/>
                <a:gd name="connsiteY1074" fmla="*/ 45712548 h 57949372"/>
                <a:gd name="connsiteX1075" fmla="*/ 48228402 w 58051775"/>
                <a:gd name="connsiteY1075" fmla="*/ 45661294 h 57949372"/>
                <a:gd name="connsiteX1076" fmla="*/ 48101606 w 58051775"/>
                <a:gd name="connsiteY1076" fmla="*/ 45707300 h 57949372"/>
                <a:gd name="connsiteX1077" fmla="*/ 48063283 w 58051775"/>
                <a:gd name="connsiteY1077" fmla="*/ 45809316 h 57949372"/>
                <a:gd name="connsiteX1078" fmla="*/ 48024975 w 58051775"/>
                <a:gd name="connsiteY1078" fmla="*/ 45925632 h 57949372"/>
                <a:gd name="connsiteX1079" fmla="*/ 47979335 w 58051775"/>
                <a:gd name="connsiteY1079" fmla="*/ 46019664 h 57949372"/>
                <a:gd name="connsiteX1080" fmla="*/ 47924098 w 58051775"/>
                <a:gd name="connsiteY1080" fmla="*/ 46251600 h 57949372"/>
                <a:gd name="connsiteX1081" fmla="*/ 47881685 w 58051775"/>
                <a:gd name="connsiteY1081" fmla="*/ 46372248 h 57949372"/>
                <a:gd name="connsiteX1082" fmla="*/ 47844146 w 58051775"/>
                <a:gd name="connsiteY1082" fmla="*/ 46399450 h 57949372"/>
                <a:gd name="connsiteX1083" fmla="*/ 47842698 w 58051775"/>
                <a:gd name="connsiteY1083" fmla="*/ 46550848 h 57949372"/>
                <a:gd name="connsiteX1084" fmla="*/ 47810914 w 58051775"/>
                <a:gd name="connsiteY1084" fmla="*/ 46722300 h 57949372"/>
                <a:gd name="connsiteX1085" fmla="*/ 47752946 w 58051775"/>
                <a:gd name="connsiteY1085" fmla="*/ 46870404 h 57949372"/>
                <a:gd name="connsiteX1086" fmla="*/ 47713794 w 58051775"/>
                <a:gd name="connsiteY1086" fmla="*/ 46988076 h 57949372"/>
                <a:gd name="connsiteX1087" fmla="*/ 47650431 w 58051775"/>
                <a:gd name="connsiteY1087" fmla="*/ 47161308 h 57949372"/>
                <a:gd name="connsiteX1088" fmla="*/ 47623428 w 58051775"/>
                <a:gd name="connsiteY1088" fmla="*/ 47252024 h 57949372"/>
                <a:gd name="connsiteX1089" fmla="*/ 47581437 w 58051775"/>
                <a:gd name="connsiteY1089" fmla="*/ 47334552 h 57949372"/>
                <a:gd name="connsiteX1090" fmla="*/ 47510846 w 58051775"/>
                <a:gd name="connsiteY1090" fmla="*/ 47405438 h 57949372"/>
                <a:gd name="connsiteX1091" fmla="*/ 47400859 w 58051775"/>
                <a:gd name="connsiteY1091" fmla="*/ 47448118 h 57949372"/>
                <a:gd name="connsiteX1092" fmla="*/ 47285061 w 58051775"/>
                <a:gd name="connsiteY1092" fmla="*/ 47475436 h 57949372"/>
                <a:gd name="connsiteX1093" fmla="*/ 47190028 w 58051775"/>
                <a:gd name="connsiteY1093" fmla="*/ 47506984 h 57949372"/>
                <a:gd name="connsiteX1094" fmla="*/ 47155103 w 58051775"/>
                <a:gd name="connsiteY1094" fmla="*/ 47549346 h 57949372"/>
                <a:gd name="connsiteX1095" fmla="*/ 47101379 w 58051775"/>
                <a:gd name="connsiteY1095" fmla="*/ 47574988 h 57949372"/>
                <a:gd name="connsiteX1096" fmla="*/ 46863254 w 58051775"/>
                <a:gd name="connsiteY1096" fmla="*/ 47574284 h 57949372"/>
                <a:gd name="connsiteX1097" fmla="*/ 46657881 w 58051775"/>
                <a:gd name="connsiteY1097" fmla="*/ 47548136 h 57949372"/>
                <a:gd name="connsiteX1098" fmla="*/ 46595875 w 58051775"/>
                <a:gd name="connsiteY1098" fmla="*/ 47387252 h 57949372"/>
                <a:gd name="connsiteX1099" fmla="*/ 46606981 w 58051775"/>
                <a:gd name="connsiteY1099" fmla="*/ 47154032 h 57949372"/>
                <a:gd name="connsiteX1100" fmla="*/ 46615353 w 58051775"/>
                <a:gd name="connsiteY1100" fmla="*/ 46956116 h 57949372"/>
                <a:gd name="connsiteX1101" fmla="*/ 46662978 w 58051775"/>
                <a:gd name="connsiteY1101" fmla="*/ 46915468 h 57949372"/>
                <a:gd name="connsiteX1102" fmla="*/ 46710603 w 58051775"/>
                <a:gd name="connsiteY1102" fmla="*/ 46818400 h 57949372"/>
                <a:gd name="connsiteX1103" fmla="*/ 46739178 w 58051775"/>
                <a:gd name="connsiteY1103" fmla="*/ 46733412 h 57949372"/>
                <a:gd name="connsiteX1104" fmla="*/ 46792958 w 58051775"/>
                <a:gd name="connsiteY1104" fmla="*/ 46631516 h 57949372"/>
                <a:gd name="connsiteX1105" fmla="*/ 46828078 w 58051775"/>
                <a:gd name="connsiteY1105" fmla="*/ 46555612 h 57949372"/>
                <a:gd name="connsiteX1106" fmla="*/ 46881858 w 58051775"/>
                <a:gd name="connsiteY1106" fmla="*/ 46447996 h 57949372"/>
                <a:gd name="connsiteX1107" fmla="*/ 46926391 w 58051775"/>
                <a:gd name="connsiteY1107" fmla="*/ 46365210 h 57949372"/>
                <a:gd name="connsiteX1108" fmla="*/ 46972764 w 58051775"/>
                <a:gd name="connsiteY1108" fmla="*/ 46255240 h 57949372"/>
                <a:gd name="connsiteX1109" fmla="*/ 47023678 w 58051775"/>
                <a:gd name="connsiteY1109" fmla="*/ 46124096 h 57949372"/>
                <a:gd name="connsiteX1110" fmla="*/ 47066203 w 58051775"/>
                <a:gd name="connsiteY1110" fmla="*/ 46016670 h 57949372"/>
                <a:gd name="connsiteX1111" fmla="*/ 47099429 w 58051775"/>
                <a:gd name="connsiteY1111" fmla="*/ 45926920 h 57949372"/>
                <a:gd name="connsiteX1112" fmla="*/ 47155103 w 58051775"/>
                <a:gd name="connsiteY1112" fmla="*/ 45772804 h 57949372"/>
                <a:gd name="connsiteX1113" fmla="*/ 47194592 w 58051775"/>
                <a:gd name="connsiteY1113" fmla="*/ 45693300 h 57949372"/>
                <a:gd name="connsiteX1114" fmla="*/ 47243237 w 58051775"/>
                <a:gd name="connsiteY1114" fmla="*/ 45578762 h 57949372"/>
                <a:gd name="connsiteX1115" fmla="*/ 47280711 w 58051775"/>
                <a:gd name="connsiteY1115" fmla="*/ 45479748 h 57949372"/>
                <a:gd name="connsiteX1116" fmla="*/ 47314315 w 58051775"/>
                <a:gd name="connsiteY1116" fmla="*/ 45401872 h 57949372"/>
                <a:gd name="connsiteX1117" fmla="*/ 47370727 w 58051775"/>
                <a:gd name="connsiteY1117" fmla="*/ 45210288 h 57949372"/>
                <a:gd name="connsiteX1118" fmla="*/ 47408827 w 58051775"/>
                <a:gd name="connsiteY1118" fmla="*/ 45121506 h 57949372"/>
                <a:gd name="connsiteX1119" fmla="*/ 47472761 w 58051775"/>
                <a:gd name="connsiteY1119" fmla="*/ 44964198 h 57949372"/>
                <a:gd name="connsiteX1120" fmla="*/ 47510703 w 58051775"/>
                <a:gd name="connsiteY1120" fmla="*/ 44905248 h 57949372"/>
                <a:gd name="connsiteX1121" fmla="*/ 47555153 w 58051775"/>
                <a:gd name="connsiteY1121" fmla="*/ 44838196 h 57949372"/>
                <a:gd name="connsiteX1122" fmla="*/ 47593448 w 58051775"/>
                <a:gd name="connsiteY1122" fmla="*/ 44752050 h 57949372"/>
                <a:gd name="connsiteX1123" fmla="*/ 47645637 w 58051775"/>
                <a:gd name="connsiteY1123" fmla="*/ 44669531 h 57949372"/>
                <a:gd name="connsiteX1124" fmla="*/ 47685325 w 58051775"/>
                <a:gd name="connsiteY1124" fmla="*/ 44654698 h 57949372"/>
                <a:gd name="connsiteX1125" fmla="*/ 47690773 w 58051775"/>
                <a:gd name="connsiteY1125" fmla="*/ 44540751 h 57949372"/>
                <a:gd name="connsiteX1126" fmla="*/ 47730944 w 58051775"/>
                <a:gd name="connsiteY1126" fmla="*/ 44376702 h 57949372"/>
                <a:gd name="connsiteX1127" fmla="*/ 47776144 w 58051775"/>
                <a:gd name="connsiteY1127" fmla="*/ 44260303 h 57949372"/>
                <a:gd name="connsiteX1128" fmla="*/ 47826464 w 58051775"/>
                <a:gd name="connsiteY1128" fmla="*/ 44157618 h 57949372"/>
                <a:gd name="connsiteX1129" fmla="*/ 47866303 w 58051775"/>
                <a:gd name="connsiteY1129" fmla="*/ 44100967 h 57949372"/>
                <a:gd name="connsiteX1130" fmla="*/ 48012533 w 58051775"/>
                <a:gd name="connsiteY1130" fmla="*/ 43954700 h 57949372"/>
                <a:gd name="connsiteX1131" fmla="*/ 48050943 w 58051775"/>
                <a:gd name="connsiteY1131" fmla="*/ 43915654 h 57949372"/>
                <a:gd name="connsiteX1132" fmla="*/ 48105895 w 58051775"/>
                <a:gd name="connsiteY1132" fmla="*/ 43864492 h 57949372"/>
                <a:gd name="connsiteX1133" fmla="*/ 48162595 w 58051775"/>
                <a:gd name="connsiteY1133" fmla="*/ 43815233 h 57949372"/>
                <a:gd name="connsiteX1134" fmla="*/ 48257194 w 58051775"/>
                <a:gd name="connsiteY1134" fmla="*/ 43767245 h 57949372"/>
                <a:gd name="connsiteX1135" fmla="*/ 48448067 w 58051775"/>
                <a:gd name="connsiteY1135" fmla="*/ 43760539 h 57949372"/>
                <a:gd name="connsiteX1136" fmla="*/ 36031870 w 58051775"/>
                <a:gd name="connsiteY1136" fmla="*/ 43641671 h 57949372"/>
                <a:gd name="connsiteX1137" fmla="*/ 35746118 w 58051775"/>
                <a:gd name="connsiteY1137" fmla="*/ 43673128 h 57949372"/>
                <a:gd name="connsiteX1138" fmla="*/ 35725100 w 58051775"/>
                <a:gd name="connsiteY1138" fmla="*/ 43706131 h 57949372"/>
                <a:gd name="connsiteX1139" fmla="*/ 35687000 w 58051775"/>
                <a:gd name="connsiteY1139" fmla="*/ 43751502 h 57949372"/>
                <a:gd name="connsiteX1140" fmla="*/ 35648900 w 58051775"/>
                <a:gd name="connsiteY1140" fmla="*/ 43827702 h 57949372"/>
                <a:gd name="connsiteX1141" fmla="*/ 35601274 w 58051775"/>
                <a:gd name="connsiteY1141" fmla="*/ 43900488 h 57949372"/>
                <a:gd name="connsiteX1142" fmla="*/ 35553648 w 58051775"/>
                <a:gd name="connsiteY1142" fmla="*/ 43932663 h 57949372"/>
                <a:gd name="connsiteX1143" fmla="*/ 35556044 w 58051775"/>
                <a:gd name="connsiteY1143" fmla="*/ 44164119 h 57949372"/>
                <a:gd name="connsiteX1144" fmla="*/ 35591222 w 58051775"/>
                <a:gd name="connsiteY1144" fmla="*/ 44425963 h 57949372"/>
                <a:gd name="connsiteX1145" fmla="*/ 35638044 w 58051775"/>
                <a:gd name="connsiteY1145" fmla="*/ 44510119 h 57949372"/>
                <a:gd name="connsiteX1146" fmla="*/ 35776932 w 58051775"/>
                <a:gd name="connsiteY1146" fmla="*/ 44678602 h 57949372"/>
                <a:gd name="connsiteX1147" fmla="*/ 35833456 w 58051775"/>
                <a:gd name="connsiteY1147" fmla="*/ 44711524 h 57949372"/>
                <a:gd name="connsiteX1148" fmla="*/ 36211644 w 58051775"/>
                <a:gd name="connsiteY1148" fmla="*/ 44748912 h 57949372"/>
                <a:gd name="connsiteX1149" fmla="*/ 36393368 w 58051775"/>
                <a:gd name="connsiteY1149" fmla="*/ 44702796 h 57949372"/>
                <a:gd name="connsiteX1150" fmla="*/ 36479320 w 58051775"/>
                <a:gd name="connsiteY1150" fmla="*/ 44659357 h 57949372"/>
                <a:gd name="connsiteX1151" fmla="*/ 36567916 w 58051775"/>
                <a:gd name="connsiteY1151" fmla="*/ 44612448 h 57949372"/>
                <a:gd name="connsiteX1152" fmla="*/ 36646016 w 58051775"/>
                <a:gd name="connsiteY1152" fmla="*/ 44565536 h 57949372"/>
                <a:gd name="connsiteX1153" fmla="*/ 36703000 w 58051775"/>
                <a:gd name="connsiteY1153" fmla="*/ 44529117 h 57949372"/>
                <a:gd name="connsiteX1154" fmla="*/ 36754068 w 58051775"/>
                <a:gd name="connsiteY1154" fmla="*/ 44449028 h 57949372"/>
                <a:gd name="connsiteX1155" fmla="*/ 36822796 w 58051775"/>
                <a:gd name="connsiteY1155" fmla="*/ 44345584 h 57949372"/>
                <a:gd name="connsiteX1156" fmla="*/ 36870152 w 58051775"/>
                <a:gd name="connsiteY1156" fmla="*/ 44273681 h 57949372"/>
                <a:gd name="connsiteX1157" fmla="*/ 36910564 w 58051775"/>
                <a:gd name="connsiteY1157" fmla="*/ 44107034 h 57949372"/>
                <a:gd name="connsiteX1158" fmla="*/ 36870568 w 58051775"/>
                <a:gd name="connsiteY1158" fmla="*/ 43856237 h 57949372"/>
                <a:gd name="connsiteX1159" fmla="*/ 36817262 w 58051775"/>
                <a:gd name="connsiteY1159" fmla="*/ 43783919 h 57949372"/>
                <a:gd name="connsiteX1160" fmla="*/ 36753762 w 58051775"/>
                <a:gd name="connsiteY1160" fmla="*/ 43741230 h 57949372"/>
                <a:gd name="connsiteX1161" fmla="*/ 36676994 w 58051775"/>
                <a:gd name="connsiteY1161" fmla="*/ 43702054 h 57949372"/>
                <a:gd name="connsiteX1162" fmla="*/ 36644640 w 58051775"/>
                <a:gd name="connsiteY1162" fmla="*/ 43666800 h 57949372"/>
                <a:gd name="connsiteX1163" fmla="*/ 36378544 w 58051775"/>
                <a:gd name="connsiteY1163" fmla="*/ 43652035 h 57949372"/>
                <a:gd name="connsiteX1164" fmla="*/ 36031870 w 58051775"/>
                <a:gd name="connsiteY1164" fmla="*/ 43641671 h 57949372"/>
                <a:gd name="connsiteX1165" fmla="*/ 18473800 w 58051775"/>
                <a:gd name="connsiteY1165" fmla="*/ 43065647 h 57949372"/>
                <a:gd name="connsiteX1166" fmla="*/ 18530736 w 58051775"/>
                <a:gd name="connsiteY1166" fmla="*/ 43086477 h 57949372"/>
                <a:gd name="connsiteX1167" fmla="*/ 18595792 w 58051775"/>
                <a:gd name="connsiteY1167" fmla="*/ 43137435 h 57949372"/>
                <a:gd name="connsiteX1168" fmla="*/ 18643604 w 58051775"/>
                <a:gd name="connsiteY1168" fmla="*/ 43167619 h 57949372"/>
                <a:gd name="connsiteX1169" fmla="*/ 18643604 w 58051775"/>
                <a:gd name="connsiteY1169" fmla="*/ 43256358 h 57949372"/>
                <a:gd name="connsiteX1170" fmla="*/ 18467360 w 58051775"/>
                <a:gd name="connsiteY1170" fmla="*/ 43395900 h 57949372"/>
                <a:gd name="connsiteX1171" fmla="*/ 18326516 w 58051775"/>
                <a:gd name="connsiteY1171" fmla="*/ 43377349 h 57949372"/>
                <a:gd name="connsiteX1172" fmla="*/ 18305904 w 58051775"/>
                <a:gd name="connsiteY1172" fmla="*/ 43213403 h 57949372"/>
                <a:gd name="connsiteX1173" fmla="*/ 18355592 w 58051775"/>
                <a:gd name="connsiteY1173" fmla="*/ 43155347 h 57949372"/>
                <a:gd name="connsiteX1174" fmla="*/ 18419392 w 58051775"/>
                <a:gd name="connsiteY1174" fmla="*/ 43103698 h 57949372"/>
                <a:gd name="connsiteX1175" fmla="*/ 18473800 w 58051775"/>
                <a:gd name="connsiteY1175" fmla="*/ 43065647 h 57949372"/>
                <a:gd name="connsiteX1176" fmla="*/ 26308088 w 58051775"/>
                <a:gd name="connsiteY1176" fmla="*/ 43030836 h 57949372"/>
                <a:gd name="connsiteX1177" fmla="*/ 26181052 w 58051775"/>
                <a:gd name="connsiteY1177" fmla="*/ 43039116 h 57949372"/>
                <a:gd name="connsiteX1178" fmla="*/ 26137808 w 58051775"/>
                <a:gd name="connsiteY1178" fmla="*/ 43083252 h 57949372"/>
                <a:gd name="connsiteX1179" fmla="*/ 26089904 w 58051775"/>
                <a:gd name="connsiteY1179" fmla="*/ 43116500 h 57949372"/>
                <a:gd name="connsiteX1180" fmla="*/ 25933436 w 58051775"/>
                <a:gd name="connsiteY1180" fmla="*/ 43262448 h 57949372"/>
                <a:gd name="connsiteX1181" fmla="*/ 25901440 w 58051775"/>
                <a:gd name="connsiteY1181" fmla="*/ 43311676 h 57949372"/>
                <a:gd name="connsiteX1182" fmla="*/ 25856936 w 58051775"/>
                <a:gd name="connsiteY1182" fmla="*/ 43360423 h 57949372"/>
                <a:gd name="connsiteX1183" fmla="*/ 25801156 w 58051775"/>
                <a:gd name="connsiteY1183" fmla="*/ 43441190 h 57949372"/>
                <a:gd name="connsiteX1184" fmla="*/ 25762420 w 58051775"/>
                <a:gd name="connsiteY1184" fmla="*/ 43638015 h 57949372"/>
                <a:gd name="connsiteX1185" fmla="*/ 25730256 w 58051775"/>
                <a:gd name="connsiteY1185" fmla="*/ 43821325 h 57949372"/>
                <a:gd name="connsiteX1186" fmla="*/ 25685796 w 58051775"/>
                <a:gd name="connsiteY1186" fmla="*/ 44069195 h 57949372"/>
                <a:gd name="connsiteX1187" fmla="*/ 25716744 w 58051775"/>
                <a:gd name="connsiteY1187" fmla="*/ 44135979 h 57949372"/>
                <a:gd name="connsiteX1188" fmla="*/ 25752328 w 58051775"/>
                <a:gd name="connsiteY1188" fmla="*/ 44232013 h 57949372"/>
                <a:gd name="connsiteX1189" fmla="*/ 25805404 w 58051775"/>
                <a:gd name="connsiteY1189" fmla="*/ 44341021 h 57949372"/>
                <a:gd name="connsiteX1190" fmla="*/ 25858036 w 58051775"/>
                <a:gd name="connsiteY1190" fmla="*/ 44428104 h 57949372"/>
                <a:gd name="connsiteX1191" fmla="*/ 25895368 w 58051775"/>
                <a:gd name="connsiteY1191" fmla="*/ 44481772 h 57949372"/>
                <a:gd name="connsiteX1192" fmla="*/ 25944520 w 58051775"/>
                <a:gd name="connsiteY1192" fmla="*/ 44520721 h 57949372"/>
                <a:gd name="connsiteX1193" fmla="*/ 26022208 w 58051775"/>
                <a:gd name="connsiteY1193" fmla="*/ 44570616 h 57949372"/>
                <a:gd name="connsiteX1194" fmla="*/ 26113336 w 58051775"/>
                <a:gd name="connsiteY1194" fmla="*/ 44621295 h 57949372"/>
                <a:gd name="connsiteX1195" fmla="*/ 26264136 w 58051775"/>
                <a:gd name="connsiteY1195" fmla="*/ 44653200 h 57949372"/>
                <a:gd name="connsiteX1196" fmla="*/ 26412384 w 58051775"/>
                <a:gd name="connsiteY1196" fmla="*/ 44610635 h 57949372"/>
                <a:gd name="connsiteX1197" fmla="*/ 26529004 w 58051775"/>
                <a:gd name="connsiteY1197" fmla="*/ 44565853 h 57949372"/>
                <a:gd name="connsiteX1198" fmla="*/ 26653272 w 58051775"/>
                <a:gd name="connsiteY1198" fmla="*/ 44525868 h 57949372"/>
                <a:gd name="connsiteX1199" fmla="*/ 26764656 w 58051775"/>
                <a:gd name="connsiteY1199" fmla="*/ 44488100 h 57949372"/>
                <a:gd name="connsiteX1200" fmla="*/ 26886236 w 58051775"/>
                <a:gd name="connsiteY1200" fmla="*/ 44436981 h 57949372"/>
                <a:gd name="connsiteX1201" fmla="*/ 26939440 w 58051775"/>
                <a:gd name="connsiteY1201" fmla="*/ 44385861 h 57949372"/>
                <a:gd name="connsiteX1202" fmla="*/ 26937448 w 58051775"/>
                <a:gd name="connsiteY1202" fmla="*/ 44004592 h 57949372"/>
                <a:gd name="connsiteX1203" fmla="*/ 26885344 w 58051775"/>
                <a:gd name="connsiteY1203" fmla="*/ 43544998 h 57949372"/>
                <a:gd name="connsiteX1204" fmla="*/ 26857548 w 58051775"/>
                <a:gd name="connsiteY1204" fmla="*/ 43458516 h 57949372"/>
                <a:gd name="connsiteX1205" fmla="*/ 26806216 w 58051775"/>
                <a:gd name="connsiteY1205" fmla="*/ 43353872 h 57949372"/>
                <a:gd name="connsiteX1206" fmla="*/ 26753008 w 58051775"/>
                <a:gd name="connsiteY1206" fmla="*/ 43273197 h 57949372"/>
                <a:gd name="connsiteX1207" fmla="*/ 26726940 w 58051775"/>
                <a:gd name="connsiteY1207" fmla="*/ 43226124 h 57949372"/>
                <a:gd name="connsiteX1208" fmla="*/ 26690072 w 58051775"/>
                <a:gd name="connsiteY1208" fmla="*/ 43174121 h 57949372"/>
                <a:gd name="connsiteX1209" fmla="*/ 26637588 w 58051775"/>
                <a:gd name="connsiteY1209" fmla="*/ 43116249 h 57949372"/>
                <a:gd name="connsiteX1210" fmla="*/ 26574624 w 58051775"/>
                <a:gd name="connsiteY1210" fmla="*/ 43068704 h 57949372"/>
                <a:gd name="connsiteX1211" fmla="*/ 26375880 w 58051775"/>
                <a:gd name="connsiteY1211" fmla="*/ 43031088 h 57949372"/>
                <a:gd name="connsiteX1212" fmla="*/ 26308088 w 58051775"/>
                <a:gd name="connsiteY1212" fmla="*/ 43030836 h 57949372"/>
                <a:gd name="connsiteX1213" fmla="*/ 31280102 w 58051775"/>
                <a:gd name="connsiteY1213" fmla="*/ 42812404 h 57949372"/>
                <a:gd name="connsiteX1214" fmla="*/ 31584902 w 58051775"/>
                <a:gd name="connsiteY1214" fmla="*/ 42837100 h 57949372"/>
                <a:gd name="connsiteX1215" fmla="*/ 31686502 w 58051775"/>
                <a:gd name="connsiteY1215" fmla="*/ 42863291 h 57949372"/>
                <a:gd name="connsiteX1216" fmla="*/ 31943524 w 58051775"/>
                <a:gd name="connsiteY1216" fmla="*/ 42922375 h 57949372"/>
                <a:gd name="connsiteX1217" fmla="*/ 32031098 w 58051775"/>
                <a:gd name="connsiteY1217" fmla="*/ 42969439 h 57949372"/>
                <a:gd name="connsiteX1218" fmla="*/ 32100948 w 58051775"/>
                <a:gd name="connsiteY1218" fmla="*/ 43004355 h 57949372"/>
                <a:gd name="connsiteX1219" fmla="*/ 32172252 w 58051775"/>
                <a:gd name="connsiteY1219" fmla="*/ 43049298 h 57949372"/>
                <a:gd name="connsiteX1220" fmla="*/ 32251488 w 58051775"/>
                <a:gd name="connsiteY1220" fmla="*/ 43116184 h 57949372"/>
                <a:gd name="connsiteX1221" fmla="*/ 32296102 w 58051775"/>
                <a:gd name="connsiteY1221" fmla="*/ 43160950 h 57949372"/>
                <a:gd name="connsiteX1222" fmla="*/ 32340436 w 58051775"/>
                <a:gd name="connsiteY1222" fmla="*/ 43205180 h 57949372"/>
                <a:gd name="connsiteX1223" fmla="*/ 32392616 w 58051775"/>
                <a:gd name="connsiteY1223" fmla="*/ 43267626 h 57949372"/>
                <a:gd name="connsiteX1224" fmla="*/ 32439498 w 58051775"/>
                <a:gd name="connsiteY1224" fmla="*/ 43373523 h 57949372"/>
                <a:gd name="connsiteX1225" fmla="*/ 32445742 w 58051775"/>
                <a:gd name="connsiteY1225" fmla="*/ 43703184 h 57949372"/>
                <a:gd name="connsiteX1226" fmla="*/ 32407828 w 58051775"/>
                <a:gd name="connsiteY1226" fmla="*/ 43914430 h 57949372"/>
                <a:gd name="connsiteX1227" fmla="*/ 32353450 w 58051775"/>
                <a:gd name="connsiteY1227" fmla="*/ 44007196 h 57949372"/>
                <a:gd name="connsiteX1228" fmla="*/ 32302902 w 58051775"/>
                <a:gd name="connsiteY1228" fmla="*/ 44094400 h 57949372"/>
                <a:gd name="connsiteX1229" fmla="*/ 32260652 w 58051775"/>
                <a:gd name="connsiteY1229" fmla="*/ 44166461 h 57949372"/>
                <a:gd name="connsiteX1230" fmla="*/ 32220892 w 58051775"/>
                <a:gd name="connsiteY1230" fmla="*/ 44214737 h 57949372"/>
                <a:gd name="connsiteX1231" fmla="*/ 32181070 w 58051775"/>
                <a:gd name="connsiteY1231" fmla="*/ 44244276 h 57949372"/>
                <a:gd name="connsiteX1232" fmla="*/ 32067750 w 58051775"/>
                <a:gd name="connsiteY1232" fmla="*/ 44373800 h 57949372"/>
                <a:gd name="connsiteX1233" fmla="*/ 31991302 w 58051775"/>
                <a:gd name="connsiteY1233" fmla="*/ 44431223 h 57949372"/>
                <a:gd name="connsiteX1234" fmla="*/ 32139178 w 58051775"/>
                <a:gd name="connsiteY1234" fmla="*/ 44484702 h 57949372"/>
                <a:gd name="connsiteX1235" fmla="*/ 32280894 w 58051775"/>
                <a:gd name="connsiteY1235" fmla="*/ 44520675 h 57949372"/>
                <a:gd name="connsiteX1236" fmla="*/ 32378652 w 58051775"/>
                <a:gd name="connsiteY1236" fmla="*/ 44557621 h 57949372"/>
                <a:gd name="connsiteX1237" fmla="*/ 32508976 w 58051775"/>
                <a:gd name="connsiteY1237" fmla="*/ 44619881 h 57949372"/>
                <a:gd name="connsiteX1238" fmla="*/ 32571446 w 58051775"/>
                <a:gd name="connsiteY1238" fmla="*/ 44666657 h 57949372"/>
                <a:gd name="connsiteX1239" fmla="*/ 32698748 w 58051775"/>
                <a:gd name="connsiteY1239" fmla="*/ 44796680 h 57949372"/>
                <a:gd name="connsiteX1240" fmla="*/ 32746944 w 58051775"/>
                <a:gd name="connsiteY1240" fmla="*/ 44856396 h 57949372"/>
                <a:gd name="connsiteX1241" fmla="*/ 32798104 w 58051775"/>
                <a:gd name="connsiteY1241" fmla="*/ 44966692 h 57949372"/>
                <a:gd name="connsiteX1242" fmla="*/ 32836204 w 58051775"/>
                <a:gd name="connsiteY1242" fmla="*/ 45071388 h 57949372"/>
                <a:gd name="connsiteX1243" fmla="*/ 32880302 w 58051775"/>
                <a:gd name="connsiteY1243" fmla="*/ 45256500 h 57949372"/>
                <a:gd name="connsiteX1244" fmla="*/ 32849072 w 58051775"/>
                <a:gd name="connsiteY1244" fmla="*/ 45414712 h 57949372"/>
                <a:gd name="connsiteX1245" fmla="*/ 32784460 w 58051775"/>
                <a:gd name="connsiteY1245" fmla="*/ 45601210 h 57949372"/>
                <a:gd name="connsiteX1246" fmla="*/ 32758888 w 58051775"/>
                <a:gd name="connsiteY1246" fmla="*/ 45661388 h 57949372"/>
                <a:gd name="connsiteX1247" fmla="*/ 32714032 w 58051775"/>
                <a:gd name="connsiteY1247" fmla="*/ 45726032 h 57949372"/>
                <a:gd name="connsiteX1248" fmla="*/ 32665624 w 58051775"/>
                <a:gd name="connsiteY1248" fmla="*/ 45795546 h 57949372"/>
                <a:gd name="connsiteX1249" fmla="*/ 32621428 w 58051775"/>
                <a:gd name="connsiteY1249" fmla="*/ 45836988 h 57949372"/>
                <a:gd name="connsiteX1250" fmla="*/ 32568884 w 58051775"/>
                <a:gd name="connsiteY1250" fmla="*/ 45894032 h 57949372"/>
                <a:gd name="connsiteX1251" fmla="*/ 32537402 w 58051775"/>
                <a:gd name="connsiteY1251" fmla="*/ 45941332 h 57949372"/>
                <a:gd name="connsiteX1252" fmla="*/ 32499676 w 58051775"/>
                <a:gd name="connsiteY1252" fmla="*/ 45980156 h 57949372"/>
                <a:gd name="connsiteX1253" fmla="*/ 32449480 w 58051775"/>
                <a:gd name="connsiteY1253" fmla="*/ 46022976 h 57949372"/>
                <a:gd name="connsiteX1254" fmla="*/ 32380280 w 58051775"/>
                <a:gd name="connsiteY1254" fmla="*/ 46067954 h 57949372"/>
                <a:gd name="connsiteX1255" fmla="*/ 32303974 w 58051775"/>
                <a:gd name="connsiteY1255" fmla="*/ 46119508 h 57949372"/>
                <a:gd name="connsiteX1256" fmla="*/ 32233176 w 58051775"/>
                <a:gd name="connsiteY1256" fmla="*/ 46158054 h 57949372"/>
                <a:gd name="connsiteX1257" fmla="*/ 32155618 w 58051775"/>
                <a:gd name="connsiteY1257" fmla="*/ 46203704 h 57949372"/>
                <a:gd name="connsiteX1258" fmla="*/ 32086516 w 58051775"/>
                <a:gd name="connsiteY1258" fmla="*/ 46240700 h 57949372"/>
                <a:gd name="connsiteX1259" fmla="*/ 31945020 w 58051775"/>
                <a:gd name="connsiteY1259" fmla="*/ 46288160 h 57949372"/>
                <a:gd name="connsiteX1260" fmla="*/ 31849770 w 58051775"/>
                <a:gd name="connsiteY1260" fmla="*/ 46324536 h 57949372"/>
                <a:gd name="connsiteX1261" fmla="*/ 31590952 w 58051775"/>
                <a:gd name="connsiteY1261" fmla="*/ 46378960 h 57949372"/>
                <a:gd name="connsiteX1262" fmla="*/ 31549200 w 58051775"/>
                <a:gd name="connsiteY1262" fmla="*/ 46415620 h 57949372"/>
                <a:gd name="connsiteX1263" fmla="*/ 31278124 w 58051775"/>
                <a:gd name="connsiteY1263" fmla="*/ 46418812 h 57949372"/>
                <a:gd name="connsiteX1264" fmla="*/ 30620984 w 58051775"/>
                <a:gd name="connsiteY1264" fmla="*/ 46393304 h 57949372"/>
                <a:gd name="connsiteX1265" fmla="*/ 30428720 w 58051775"/>
                <a:gd name="connsiteY1265" fmla="*/ 46333216 h 57949372"/>
                <a:gd name="connsiteX1266" fmla="*/ 30269316 w 58051775"/>
                <a:gd name="connsiteY1266" fmla="*/ 46283168 h 57949372"/>
                <a:gd name="connsiteX1267" fmla="*/ 30182332 w 58051775"/>
                <a:gd name="connsiteY1267" fmla="*/ 46240700 h 57949372"/>
                <a:gd name="connsiteX1268" fmla="*/ 30003752 w 58051775"/>
                <a:gd name="connsiteY1268" fmla="*/ 46114468 h 57949372"/>
                <a:gd name="connsiteX1269" fmla="*/ 29885406 w 58051775"/>
                <a:gd name="connsiteY1269" fmla="*/ 45871272 h 57949372"/>
                <a:gd name="connsiteX1270" fmla="*/ 29879996 w 58051775"/>
                <a:gd name="connsiteY1270" fmla="*/ 45758104 h 57949372"/>
                <a:gd name="connsiteX1271" fmla="*/ 29926448 w 58051775"/>
                <a:gd name="connsiteY1271" fmla="*/ 45738692 h 57949372"/>
                <a:gd name="connsiteX1272" fmla="*/ 29984426 w 58051775"/>
                <a:gd name="connsiteY1272" fmla="*/ 45688980 h 57949372"/>
                <a:gd name="connsiteX1273" fmla="*/ 30021788 w 58051775"/>
                <a:gd name="connsiteY1273" fmla="*/ 45650472 h 57949372"/>
                <a:gd name="connsiteX1274" fmla="*/ 30099916 w 58051775"/>
                <a:gd name="connsiteY1274" fmla="*/ 45598584 h 57949372"/>
                <a:gd name="connsiteX1275" fmla="*/ 30279806 w 58051775"/>
                <a:gd name="connsiteY1275" fmla="*/ 45542620 h 57949372"/>
                <a:gd name="connsiteX1276" fmla="*/ 30373592 w 58051775"/>
                <a:gd name="connsiteY1276" fmla="*/ 45517856 h 57949372"/>
                <a:gd name="connsiteX1277" fmla="*/ 30443220 w 58051775"/>
                <a:gd name="connsiteY1277" fmla="*/ 45491400 h 57949372"/>
                <a:gd name="connsiteX1278" fmla="*/ 30731896 w 58051775"/>
                <a:gd name="connsiteY1278" fmla="*/ 45592662 h 57949372"/>
                <a:gd name="connsiteX1279" fmla="*/ 30740352 w 58051775"/>
                <a:gd name="connsiteY1279" fmla="*/ 45792388 h 57949372"/>
                <a:gd name="connsiteX1280" fmla="*/ 30740352 w 58051775"/>
                <a:gd name="connsiteY1280" fmla="*/ 45972732 h 57949372"/>
                <a:gd name="connsiteX1281" fmla="*/ 30841952 w 58051775"/>
                <a:gd name="connsiteY1281" fmla="*/ 46076986 h 57949372"/>
                <a:gd name="connsiteX1282" fmla="*/ 31464252 w 58051775"/>
                <a:gd name="connsiteY1282" fmla="*/ 46071098 h 57949372"/>
                <a:gd name="connsiteX1283" fmla="*/ 31509604 w 58051775"/>
                <a:gd name="connsiteY1283" fmla="*/ 46035248 h 57949372"/>
                <a:gd name="connsiteX1284" fmla="*/ 31601176 w 58051775"/>
                <a:gd name="connsiteY1284" fmla="*/ 45999400 h 57949372"/>
                <a:gd name="connsiteX1285" fmla="*/ 31657428 w 58051775"/>
                <a:gd name="connsiteY1285" fmla="*/ 45973088 h 57949372"/>
                <a:gd name="connsiteX1286" fmla="*/ 31762204 w 58051775"/>
                <a:gd name="connsiteY1286" fmla="*/ 45910500 h 57949372"/>
                <a:gd name="connsiteX1287" fmla="*/ 31809828 w 58051775"/>
                <a:gd name="connsiteY1287" fmla="*/ 45883892 h 57949372"/>
                <a:gd name="connsiteX1288" fmla="*/ 31901192 w 58051775"/>
                <a:gd name="connsiteY1288" fmla="*/ 45792526 h 57949372"/>
                <a:gd name="connsiteX1289" fmla="*/ 31927802 w 58051775"/>
                <a:gd name="connsiteY1289" fmla="*/ 45737296 h 57949372"/>
                <a:gd name="connsiteX1290" fmla="*/ 31965612 w 58051775"/>
                <a:gd name="connsiteY1290" fmla="*/ 45656770 h 57949372"/>
                <a:gd name="connsiteX1291" fmla="*/ 32005076 w 58051775"/>
                <a:gd name="connsiteY1291" fmla="*/ 45546900 h 57949372"/>
                <a:gd name="connsiteX1292" fmla="*/ 31964556 w 58051775"/>
                <a:gd name="connsiteY1292" fmla="*/ 45234760 h 57949372"/>
                <a:gd name="connsiteX1293" fmla="*/ 31921350 w 58051775"/>
                <a:gd name="connsiteY1293" fmla="*/ 45090224 h 57949372"/>
                <a:gd name="connsiteX1294" fmla="*/ 31818248 w 58051775"/>
                <a:gd name="connsiteY1294" fmla="*/ 44969574 h 57949372"/>
                <a:gd name="connsiteX1295" fmla="*/ 31684508 w 58051775"/>
                <a:gd name="connsiteY1295" fmla="*/ 44853224 h 57949372"/>
                <a:gd name="connsiteX1296" fmla="*/ 31562252 w 58051775"/>
                <a:gd name="connsiteY1296" fmla="*/ 44811798 h 57949372"/>
                <a:gd name="connsiteX1297" fmla="*/ 31419802 w 58051775"/>
                <a:gd name="connsiteY1297" fmla="*/ 44770528 h 57949372"/>
                <a:gd name="connsiteX1298" fmla="*/ 31362652 w 58051775"/>
                <a:gd name="connsiteY1298" fmla="*/ 44735762 h 57949372"/>
                <a:gd name="connsiteX1299" fmla="*/ 30985436 w 58051775"/>
                <a:gd name="connsiteY1299" fmla="*/ 44729406 h 57949372"/>
                <a:gd name="connsiteX1300" fmla="*/ 30598720 w 58051775"/>
                <a:gd name="connsiteY1300" fmla="*/ 44713524 h 57949372"/>
                <a:gd name="connsiteX1301" fmla="*/ 30606120 w 58051775"/>
                <a:gd name="connsiteY1301" fmla="*/ 44508210 h 57949372"/>
                <a:gd name="connsiteX1302" fmla="*/ 30657790 w 58051775"/>
                <a:gd name="connsiteY1302" fmla="*/ 44483657 h 57949372"/>
                <a:gd name="connsiteX1303" fmla="*/ 30744264 w 58051775"/>
                <a:gd name="connsiteY1303" fmla="*/ 44443755 h 57949372"/>
                <a:gd name="connsiteX1304" fmla="*/ 30974320 w 58051775"/>
                <a:gd name="connsiteY1304" fmla="*/ 44396623 h 57949372"/>
                <a:gd name="connsiteX1305" fmla="*/ 31199006 w 58051775"/>
                <a:gd name="connsiteY1305" fmla="*/ 44347243 h 57949372"/>
                <a:gd name="connsiteX1306" fmla="*/ 31305818 w 58051775"/>
                <a:gd name="connsiteY1306" fmla="*/ 44303907 h 57949372"/>
                <a:gd name="connsiteX1307" fmla="*/ 31391382 w 58051775"/>
                <a:gd name="connsiteY1307" fmla="*/ 44266805 h 57949372"/>
                <a:gd name="connsiteX1308" fmla="*/ 31445338 w 58051775"/>
                <a:gd name="connsiteY1308" fmla="*/ 44213937 h 57949372"/>
                <a:gd name="connsiteX1309" fmla="*/ 31481014 w 58051775"/>
                <a:gd name="connsiteY1309" fmla="*/ 44145113 h 57949372"/>
                <a:gd name="connsiteX1310" fmla="*/ 31525464 w 58051775"/>
                <a:gd name="connsiteY1310" fmla="*/ 44058759 h 57949372"/>
                <a:gd name="connsiteX1311" fmla="*/ 31565852 w 58051775"/>
                <a:gd name="connsiteY1311" fmla="*/ 44016764 h 57949372"/>
                <a:gd name="connsiteX1312" fmla="*/ 31574680 w 58051775"/>
                <a:gd name="connsiteY1312" fmla="*/ 43411487 h 57949372"/>
                <a:gd name="connsiteX1313" fmla="*/ 31379274 w 58051775"/>
                <a:gd name="connsiteY1313" fmla="*/ 43216082 h 57949372"/>
                <a:gd name="connsiteX1314" fmla="*/ 30778006 w 58051775"/>
                <a:gd name="connsiteY1314" fmla="*/ 43211750 h 57949372"/>
                <a:gd name="connsiteX1315" fmla="*/ 30723276 w 58051775"/>
                <a:gd name="connsiteY1315" fmla="*/ 43258581 h 57949372"/>
                <a:gd name="connsiteX1316" fmla="*/ 30631316 w 58051775"/>
                <a:gd name="connsiteY1316" fmla="*/ 43313589 h 57949372"/>
                <a:gd name="connsiteX1317" fmla="*/ 30581038 w 58051775"/>
                <a:gd name="connsiteY1317" fmla="*/ 43346154 h 57949372"/>
                <a:gd name="connsiteX1318" fmla="*/ 30523992 w 58051775"/>
                <a:gd name="connsiteY1318" fmla="*/ 43388924 h 57949372"/>
                <a:gd name="connsiteX1319" fmla="*/ 30495876 w 58051775"/>
                <a:gd name="connsiteY1319" fmla="*/ 43469288 h 57949372"/>
                <a:gd name="connsiteX1320" fmla="*/ 30588204 w 58051775"/>
                <a:gd name="connsiteY1320" fmla="*/ 43615753 h 57949372"/>
                <a:gd name="connsiteX1321" fmla="*/ 30531812 w 58051775"/>
                <a:gd name="connsiteY1321" fmla="*/ 43833731 h 57949372"/>
                <a:gd name="connsiteX1322" fmla="*/ 30474132 w 58051775"/>
                <a:gd name="connsiteY1322" fmla="*/ 43885349 h 57949372"/>
                <a:gd name="connsiteX1323" fmla="*/ 30335078 w 58051775"/>
                <a:gd name="connsiteY1323" fmla="*/ 43929300 h 57949372"/>
                <a:gd name="connsiteX1324" fmla="*/ 30173800 w 58051775"/>
                <a:gd name="connsiteY1324" fmla="*/ 43956929 h 57949372"/>
                <a:gd name="connsiteX1325" fmla="*/ 30013624 w 58051775"/>
                <a:gd name="connsiteY1325" fmla="*/ 43964532 h 57949372"/>
                <a:gd name="connsiteX1326" fmla="*/ 29940252 w 58051775"/>
                <a:gd name="connsiteY1326" fmla="*/ 43922860 h 57949372"/>
                <a:gd name="connsiteX1327" fmla="*/ 29873688 w 58051775"/>
                <a:gd name="connsiteY1327" fmla="*/ 43907723 h 57949372"/>
                <a:gd name="connsiteX1328" fmla="*/ 29780690 w 58051775"/>
                <a:gd name="connsiteY1328" fmla="*/ 43713400 h 57949372"/>
                <a:gd name="connsiteX1329" fmla="*/ 29895802 w 58051775"/>
                <a:gd name="connsiteY1329" fmla="*/ 43351741 h 57949372"/>
                <a:gd name="connsiteX1330" fmla="*/ 30073584 w 58051775"/>
                <a:gd name="connsiteY1330" fmla="*/ 43230800 h 57949372"/>
                <a:gd name="connsiteX1331" fmla="*/ 30120784 w 58051775"/>
                <a:gd name="connsiteY1331" fmla="*/ 43187969 h 57949372"/>
                <a:gd name="connsiteX1332" fmla="*/ 30201992 w 58051775"/>
                <a:gd name="connsiteY1332" fmla="*/ 43142901 h 57949372"/>
                <a:gd name="connsiteX1333" fmla="*/ 30283744 w 58051775"/>
                <a:gd name="connsiteY1333" fmla="*/ 43103183 h 57949372"/>
                <a:gd name="connsiteX1334" fmla="*/ 30348432 w 58051775"/>
                <a:gd name="connsiteY1334" fmla="*/ 43065700 h 57949372"/>
                <a:gd name="connsiteX1335" fmla="*/ 30448740 w 58051775"/>
                <a:gd name="connsiteY1335" fmla="*/ 43013368 h 57949372"/>
                <a:gd name="connsiteX1336" fmla="*/ 30588950 w 58051775"/>
                <a:gd name="connsiteY1336" fmla="*/ 42957821 h 57949372"/>
                <a:gd name="connsiteX1337" fmla="*/ 30698708 w 58051775"/>
                <a:gd name="connsiteY1337" fmla="*/ 42925709 h 57949372"/>
                <a:gd name="connsiteX1338" fmla="*/ 30860652 w 58051775"/>
                <a:gd name="connsiteY1338" fmla="*/ 42879296 h 57949372"/>
                <a:gd name="connsiteX1339" fmla="*/ 30985840 w 58051775"/>
                <a:gd name="connsiteY1339" fmla="*/ 42841912 h 57949372"/>
                <a:gd name="connsiteX1340" fmla="*/ 31280102 w 58051775"/>
                <a:gd name="connsiteY1340" fmla="*/ 42812404 h 57949372"/>
                <a:gd name="connsiteX1341" fmla="*/ 46004375 w 58051775"/>
                <a:gd name="connsiteY1341" fmla="*/ 42773600 h 57949372"/>
                <a:gd name="connsiteX1342" fmla="*/ 45980064 w 58051775"/>
                <a:gd name="connsiteY1342" fmla="*/ 42786765 h 57949372"/>
                <a:gd name="connsiteX1343" fmla="*/ 46005529 w 58051775"/>
                <a:gd name="connsiteY1343" fmla="*/ 42913117 h 57949372"/>
                <a:gd name="connsiteX1344" fmla="*/ 46096791 w 58051775"/>
                <a:gd name="connsiteY1344" fmla="*/ 42893255 h 57949372"/>
                <a:gd name="connsiteX1345" fmla="*/ 46004375 w 58051775"/>
                <a:gd name="connsiteY1345" fmla="*/ 42773600 h 57949372"/>
                <a:gd name="connsiteX1346" fmla="*/ 39359530 w 58051775"/>
                <a:gd name="connsiteY1346" fmla="*/ 42710220 h 57949372"/>
                <a:gd name="connsiteX1347" fmla="*/ 39449898 w 58051775"/>
                <a:gd name="connsiteY1347" fmla="*/ 42728310 h 57949372"/>
                <a:gd name="connsiteX1348" fmla="*/ 39476696 w 58051775"/>
                <a:gd name="connsiteY1348" fmla="*/ 42811278 h 57949372"/>
                <a:gd name="connsiteX1349" fmla="*/ 39365456 w 58051775"/>
                <a:gd name="connsiteY1349" fmla="*/ 42942514 h 57949372"/>
                <a:gd name="connsiteX1350" fmla="*/ 39259168 w 58051775"/>
                <a:gd name="connsiteY1350" fmla="*/ 42931628 h 57949372"/>
                <a:gd name="connsiteX1351" fmla="*/ 39233752 w 58051775"/>
                <a:gd name="connsiteY1351" fmla="*/ 42826970 h 57949372"/>
                <a:gd name="connsiteX1352" fmla="*/ 39263212 w 58051775"/>
                <a:gd name="connsiteY1352" fmla="*/ 42726732 h 57949372"/>
                <a:gd name="connsiteX1353" fmla="*/ 39359530 w 58051775"/>
                <a:gd name="connsiteY1353" fmla="*/ 42710220 h 57949372"/>
                <a:gd name="connsiteX1354" fmla="*/ 45454348 w 58051775"/>
                <a:gd name="connsiteY1354" fmla="*/ 42666819 h 57949372"/>
                <a:gd name="connsiteX1355" fmla="*/ 45440602 w 58051775"/>
                <a:gd name="connsiteY1355" fmla="*/ 42858864 h 57949372"/>
                <a:gd name="connsiteX1356" fmla="*/ 45440602 w 58051775"/>
                <a:gd name="connsiteY1356" fmla="*/ 43059925 h 57949372"/>
                <a:gd name="connsiteX1357" fmla="*/ 45485126 w 58051775"/>
                <a:gd name="connsiteY1357" fmla="*/ 43083905 h 57949372"/>
                <a:gd name="connsiteX1358" fmla="*/ 45535874 w 58051775"/>
                <a:gd name="connsiteY1358" fmla="*/ 43101662 h 57949372"/>
                <a:gd name="connsiteX1359" fmla="*/ 45549919 w 58051775"/>
                <a:gd name="connsiteY1359" fmla="*/ 43038335 h 57949372"/>
                <a:gd name="connsiteX1360" fmla="*/ 45518306 w 58051775"/>
                <a:gd name="connsiteY1360" fmla="*/ 42905441 h 57949372"/>
                <a:gd name="connsiteX1361" fmla="*/ 45470582 w 58051775"/>
                <a:gd name="connsiteY1361" fmla="*/ 42750433 h 57949372"/>
                <a:gd name="connsiteX1362" fmla="*/ 45454348 w 58051775"/>
                <a:gd name="connsiteY1362" fmla="*/ 42666819 h 57949372"/>
                <a:gd name="connsiteX1363" fmla="*/ 26221188 w 58051775"/>
                <a:gd name="connsiteY1363" fmla="*/ 42647981 h 57949372"/>
                <a:gd name="connsiteX1364" fmla="*/ 26279672 w 58051775"/>
                <a:gd name="connsiteY1364" fmla="*/ 42667393 h 57949372"/>
                <a:gd name="connsiteX1365" fmla="*/ 26478224 w 58051775"/>
                <a:gd name="connsiteY1365" fmla="*/ 42699208 h 57949372"/>
                <a:gd name="connsiteX1366" fmla="*/ 26660800 w 58051775"/>
                <a:gd name="connsiteY1366" fmla="*/ 42726040 h 57949372"/>
                <a:gd name="connsiteX1367" fmla="*/ 26818256 w 58051775"/>
                <a:gd name="connsiteY1367" fmla="*/ 42792631 h 57949372"/>
                <a:gd name="connsiteX1368" fmla="*/ 26909364 w 58051775"/>
                <a:gd name="connsiteY1368" fmla="*/ 42831066 h 57949372"/>
                <a:gd name="connsiteX1369" fmla="*/ 27005568 w 58051775"/>
                <a:gd name="connsiteY1369" fmla="*/ 42880617 h 57949372"/>
                <a:gd name="connsiteX1370" fmla="*/ 27208084 w 58051775"/>
                <a:gd name="connsiteY1370" fmla="*/ 43008786 h 57949372"/>
                <a:gd name="connsiteX1371" fmla="*/ 27257184 w 58051775"/>
                <a:gd name="connsiteY1371" fmla="*/ 43044018 h 57949372"/>
                <a:gd name="connsiteX1372" fmla="*/ 27546056 w 58051775"/>
                <a:gd name="connsiteY1372" fmla="*/ 43333777 h 57949372"/>
                <a:gd name="connsiteX1373" fmla="*/ 27588120 w 58051775"/>
                <a:gd name="connsiteY1373" fmla="*/ 43397277 h 57949372"/>
                <a:gd name="connsiteX1374" fmla="*/ 27628444 w 58051775"/>
                <a:gd name="connsiteY1374" fmla="*/ 43476525 h 57949372"/>
                <a:gd name="connsiteX1375" fmla="*/ 27684944 w 58051775"/>
                <a:gd name="connsiteY1375" fmla="*/ 43586952 h 57949372"/>
                <a:gd name="connsiteX1376" fmla="*/ 27727452 w 58051775"/>
                <a:gd name="connsiteY1376" fmla="*/ 43729892 h 57949372"/>
                <a:gd name="connsiteX1377" fmla="*/ 27768760 w 58051775"/>
                <a:gd name="connsiteY1377" fmla="*/ 43892518 h 57949372"/>
                <a:gd name="connsiteX1378" fmla="*/ 27802952 w 58051775"/>
                <a:gd name="connsiteY1378" fmla="*/ 43961050 h 57949372"/>
                <a:gd name="connsiteX1379" fmla="*/ 27803560 w 58051775"/>
                <a:gd name="connsiteY1379" fmla="*/ 44585973 h 57949372"/>
                <a:gd name="connsiteX1380" fmla="*/ 27768882 w 58051775"/>
                <a:gd name="connsiteY1380" fmla="*/ 44645148 h 57949372"/>
                <a:gd name="connsiteX1381" fmla="*/ 27724836 w 58051775"/>
                <a:gd name="connsiteY1381" fmla="*/ 44817388 h 57949372"/>
                <a:gd name="connsiteX1382" fmla="*/ 27683374 w 58051775"/>
                <a:gd name="connsiteY1382" fmla="*/ 44968596 h 57949372"/>
                <a:gd name="connsiteX1383" fmla="*/ 27637540 w 58051775"/>
                <a:gd name="connsiteY1383" fmla="*/ 45099300 h 57949372"/>
                <a:gd name="connsiteX1384" fmla="*/ 27592890 w 58051775"/>
                <a:gd name="connsiteY1384" fmla="*/ 45205104 h 57949372"/>
                <a:gd name="connsiteX1385" fmla="*/ 27546304 w 58051775"/>
                <a:gd name="connsiteY1385" fmla="*/ 45325888 h 57949372"/>
                <a:gd name="connsiteX1386" fmla="*/ 27501852 w 58051775"/>
                <a:gd name="connsiteY1386" fmla="*/ 45409696 h 57949372"/>
                <a:gd name="connsiteX1387" fmla="*/ 27457404 w 58051775"/>
                <a:gd name="connsiteY1387" fmla="*/ 45478744 h 57949372"/>
                <a:gd name="connsiteX1388" fmla="*/ 27419884 w 58051775"/>
                <a:gd name="connsiteY1388" fmla="*/ 45531080 h 57949372"/>
                <a:gd name="connsiteX1389" fmla="*/ 27374628 w 58051775"/>
                <a:gd name="connsiteY1389" fmla="*/ 45594036 h 57949372"/>
                <a:gd name="connsiteX1390" fmla="*/ 27254468 w 58051775"/>
                <a:gd name="connsiteY1390" fmla="*/ 45709942 h 57949372"/>
                <a:gd name="connsiteX1391" fmla="*/ 27186608 w 58051775"/>
                <a:gd name="connsiteY1391" fmla="*/ 45765912 h 57949372"/>
                <a:gd name="connsiteX1392" fmla="*/ 27145656 w 58051775"/>
                <a:gd name="connsiteY1392" fmla="*/ 45808900 h 57949372"/>
                <a:gd name="connsiteX1393" fmla="*/ 27108248 w 58051775"/>
                <a:gd name="connsiteY1393" fmla="*/ 45846816 h 57949372"/>
                <a:gd name="connsiteX1394" fmla="*/ 27058804 w 58051775"/>
                <a:gd name="connsiteY1394" fmla="*/ 45892220 h 57949372"/>
                <a:gd name="connsiteX1395" fmla="*/ 27002816 w 58051775"/>
                <a:gd name="connsiteY1395" fmla="*/ 45935080 h 57949372"/>
                <a:gd name="connsiteX1396" fmla="*/ 26938592 w 58051775"/>
                <a:gd name="connsiteY1396" fmla="*/ 45978068 h 57949372"/>
                <a:gd name="connsiteX1397" fmla="*/ 26861024 w 58051775"/>
                <a:gd name="connsiteY1397" fmla="*/ 46024292 h 57949372"/>
                <a:gd name="connsiteX1398" fmla="*/ 26791120 w 58051775"/>
                <a:gd name="connsiteY1398" fmla="*/ 46062900 h 57949372"/>
                <a:gd name="connsiteX1399" fmla="*/ 26708392 w 58051775"/>
                <a:gd name="connsiteY1399" fmla="*/ 46125864 h 57949372"/>
                <a:gd name="connsiteX1400" fmla="*/ 26598688 w 58051775"/>
                <a:gd name="connsiteY1400" fmla="*/ 46157876 h 57949372"/>
                <a:gd name="connsiteX1401" fmla="*/ 26468700 w 58051775"/>
                <a:gd name="connsiteY1401" fmla="*/ 46199546 h 57949372"/>
                <a:gd name="connsiteX1402" fmla="*/ 26302256 w 58051775"/>
                <a:gd name="connsiteY1402" fmla="*/ 46237550 h 57949372"/>
                <a:gd name="connsiteX1403" fmla="*/ 25879964 w 58051775"/>
                <a:gd name="connsiteY1403" fmla="*/ 46244740 h 57949372"/>
                <a:gd name="connsiteX1404" fmla="*/ 25591576 w 58051775"/>
                <a:gd name="connsiteY1404" fmla="*/ 46246460 h 57949372"/>
                <a:gd name="connsiteX1405" fmla="*/ 25549764 w 58051775"/>
                <a:gd name="connsiteY1405" fmla="*/ 46211720 h 57949372"/>
                <a:gd name="connsiteX1406" fmla="*/ 25377716 w 58051775"/>
                <a:gd name="connsiteY1406" fmla="*/ 46155532 h 57949372"/>
                <a:gd name="connsiteX1407" fmla="*/ 25271920 w 58051775"/>
                <a:gd name="connsiteY1407" fmla="*/ 46112176 h 57949372"/>
                <a:gd name="connsiteX1408" fmla="*/ 25182640 w 58051775"/>
                <a:gd name="connsiteY1408" fmla="*/ 46067858 h 57949372"/>
                <a:gd name="connsiteX1409" fmla="*/ 25091468 w 58051775"/>
                <a:gd name="connsiteY1409" fmla="*/ 46019876 h 57949372"/>
                <a:gd name="connsiteX1410" fmla="*/ 25017580 w 58051775"/>
                <a:gd name="connsiteY1410" fmla="*/ 45967844 h 57949372"/>
                <a:gd name="connsiteX1411" fmla="*/ 24829224 w 58051775"/>
                <a:gd name="connsiteY1411" fmla="*/ 45828652 h 57949372"/>
                <a:gd name="connsiteX1412" fmla="*/ 24722752 w 58051775"/>
                <a:gd name="connsiteY1412" fmla="*/ 45719136 h 57949372"/>
                <a:gd name="connsiteX1413" fmla="*/ 24630984 w 58051775"/>
                <a:gd name="connsiteY1413" fmla="*/ 45591434 h 57949372"/>
                <a:gd name="connsiteX1414" fmla="*/ 24644980 w 58051775"/>
                <a:gd name="connsiteY1414" fmla="*/ 45397338 h 57949372"/>
                <a:gd name="connsiteX1415" fmla="*/ 24673860 w 58051775"/>
                <a:gd name="connsiteY1415" fmla="*/ 45361504 h 57949372"/>
                <a:gd name="connsiteX1416" fmla="*/ 24774040 w 58051775"/>
                <a:gd name="connsiteY1416" fmla="*/ 45284488 h 57949372"/>
                <a:gd name="connsiteX1417" fmla="*/ 24850984 w 58051775"/>
                <a:gd name="connsiteY1417" fmla="*/ 45238276 h 57949372"/>
                <a:gd name="connsiteX1418" fmla="*/ 25084352 w 58051775"/>
                <a:gd name="connsiteY1418" fmla="*/ 45230624 h 57949372"/>
                <a:gd name="connsiteX1419" fmla="*/ 25238552 w 58051775"/>
                <a:gd name="connsiteY1419" fmla="*/ 45279928 h 57949372"/>
                <a:gd name="connsiteX1420" fmla="*/ 25368520 w 58051775"/>
                <a:gd name="connsiteY1420" fmla="*/ 45344758 h 57949372"/>
                <a:gd name="connsiteX1421" fmla="*/ 25412704 w 58051775"/>
                <a:gd name="connsiteY1421" fmla="*/ 45404658 h 57949372"/>
                <a:gd name="connsiteX1422" fmla="*/ 25453600 w 58051775"/>
                <a:gd name="connsiteY1422" fmla="*/ 45455914 h 57949372"/>
                <a:gd name="connsiteX1423" fmla="*/ 25494876 w 58051775"/>
                <a:gd name="connsiteY1423" fmla="*/ 45603886 h 57949372"/>
                <a:gd name="connsiteX1424" fmla="*/ 25495252 w 58051775"/>
                <a:gd name="connsiteY1424" fmla="*/ 45713650 h 57949372"/>
                <a:gd name="connsiteX1425" fmla="*/ 25551176 w 58051775"/>
                <a:gd name="connsiteY1425" fmla="*/ 45767624 h 57949372"/>
                <a:gd name="connsiteX1426" fmla="*/ 25640988 w 58051775"/>
                <a:gd name="connsiteY1426" fmla="*/ 45821600 h 57949372"/>
                <a:gd name="connsiteX1427" fmla="*/ 25734768 w 58051775"/>
                <a:gd name="connsiteY1427" fmla="*/ 45842004 h 57949372"/>
                <a:gd name="connsiteX1428" fmla="*/ 25822108 w 58051775"/>
                <a:gd name="connsiteY1428" fmla="*/ 45855236 h 57949372"/>
                <a:gd name="connsiteX1429" fmla="*/ 25893512 w 58051775"/>
                <a:gd name="connsiteY1429" fmla="*/ 45875218 h 57949372"/>
                <a:gd name="connsiteX1430" fmla="*/ 26088256 w 58051775"/>
                <a:gd name="connsiteY1430" fmla="*/ 45851794 h 57949372"/>
                <a:gd name="connsiteX1431" fmla="*/ 26193752 w 58051775"/>
                <a:gd name="connsiteY1431" fmla="*/ 45804264 h 57949372"/>
                <a:gd name="connsiteX1432" fmla="*/ 26289780 w 58051775"/>
                <a:gd name="connsiteY1432" fmla="*/ 45772974 h 57949372"/>
                <a:gd name="connsiteX1433" fmla="*/ 26361720 w 58051775"/>
                <a:gd name="connsiteY1433" fmla="*/ 45735816 h 57949372"/>
                <a:gd name="connsiteX1434" fmla="*/ 26444388 w 58051775"/>
                <a:gd name="connsiteY1434" fmla="*/ 45667064 h 57949372"/>
                <a:gd name="connsiteX1435" fmla="*/ 26548136 w 58051775"/>
                <a:gd name="connsiteY1435" fmla="*/ 45565842 h 57949372"/>
                <a:gd name="connsiteX1436" fmla="*/ 26594228 w 58051775"/>
                <a:gd name="connsiteY1436" fmla="*/ 45515772 h 57949372"/>
                <a:gd name="connsiteX1437" fmla="*/ 26639536 w 58051775"/>
                <a:gd name="connsiteY1437" fmla="*/ 45459976 h 57949372"/>
                <a:gd name="connsiteX1438" fmla="*/ 26670004 w 58051775"/>
                <a:gd name="connsiteY1438" fmla="*/ 45405300 h 57949372"/>
                <a:gd name="connsiteX1439" fmla="*/ 26724180 w 58051775"/>
                <a:gd name="connsiteY1439" fmla="*/ 45260576 h 57949372"/>
                <a:gd name="connsiteX1440" fmla="*/ 26758552 w 58051775"/>
                <a:gd name="connsiteY1440" fmla="*/ 45128348 h 57949372"/>
                <a:gd name="connsiteX1441" fmla="*/ 26790916 w 58051775"/>
                <a:gd name="connsiteY1441" fmla="*/ 44983400 h 57949372"/>
                <a:gd name="connsiteX1442" fmla="*/ 26835632 w 58051775"/>
                <a:gd name="connsiteY1442" fmla="*/ 44897676 h 57949372"/>
                <a:gd name="connsiteX1443" fmla="*/ 26832136 w 58051775"/>
                <a:gd name="connsiteY1443" fmla="*/ 44856400 h 57949372"/>
                <a:gd name="connsiteX1444" fmla="*/ 26792096 w 58051775"/>
                <a:gd name="connsiteY1444" fmla="*/ 44880206 h 57949372"/>
                <a:gd name="connsiteX1445" fmla="*/ 26669408 w 58051775"/>
                <a:gd name="connsiteY1445" fmla="*/ 44912834 h 57949372"/>
                <a:gd name="connsiteX1446" fmla="*/ 26530220 w 58051775"/>
                <a:gd name="connsiteY1446" fmla="*/ 44953672 h 57949372"/>
                <a:gd name="connsiteX1447" fmla="*/ 26301752 w 58051775"/>
                <a:gd name="connsiteY1447" fmla="*/ 44985322 h 57949372"/>
                <a:gd name="connsiteX1448" fmla="*/ 26111328 w 58051775"/>
                <a:gd name="connsiteY1448" fmla="*/ 44984964 h 57949372"/>
                <a:gd name="connsiteX1449" fmla="*/ 26074224 w 58051775"/>
                <a:gd name="connsiteY1449" fmla="*/ 44942906 h 57949372"/>
                <a:gd name="connsiteX1450" fmla="*/ 25790104 w 58051775"/>
                <a:gd name="connsiteY1450" fmla="*/ 44903484 h 57949372"/>
                <a:gd name="connsiteX1451" fmla="*/ 25646808 w 58051775"/>
                <a:gd name="connsiteY1451" fmla="*/ 44862750 h 57949372"/>
                <a:gd name="connsiteX1452" fmla="*/ 25546276 w 58051775"/>
                <a:gd name="connsiteY1452" fmla="*/ 44818300 h 57949372"/>
                <a:gd name="connsiteX1453" fmla="*/ 25457232 w 58051775"/>
                <a:gd name="connsiteY1453" fmla="*/ 44775084 h 57949372"/>
                <a:gd name="connsiteX1454" fmla="*/ 25395296 w 58051775"/>
                <a:gd name="connsiteY1454" fmla="*/ 44724596 h 57949372"/>
                <a:gd name="connsiteX1455" fmla="*/ 25326128 w 58051775"/>
                <a:gd name="connsiteY1455" fmla="*/ 44678913 h 57949372"/>
                <a:gd name="connsiteX1456" fmla="*/ 25268384 w 58051775"/>
                <a:gd name="connsiteY1456" fmla="*/ 44640500 h 57949372"/>
                <a:gd name="connsiteX1457" fmla="*/ 25192312 w 58051775"/>
                <a:gd name="connsiteY1457" fmla="*/ 44573825 h 57949372"/>
                <a:gd name="connsiteX1458" fmla="*/ 25104968 w 58051775"/>
                <a:gd name="connsiteY1458" fmla="*/ 44475400 h 57949372"/>
                <a:gd name="connsiteX1459" fmla="*/ 25068000 w 58051775"/>
                <a:gd name="connsiteY1459" fmla="*/ 44416876 h 57949372"/>
                <a:gd name="connsiteX1460" fmla="*/ 24947748 w 58051775"/>
                <a:gd name="connsiteY1460" fmla="*/ 44267465 h 57949372"/>
                <a:gd name="connsiteX1461" fmla="*/ 24899072 w 58051775"/>
                <a:gd name="connsiteY1461" fmla="*/ 44164625 h 57949372"/>
                <a:gd name="connsiteX1462" fmla="*/ 24849784 w 58051775"/>
                <a:gd name="connsiteY1462" fmla="*/ 44026925 h 57949372"/>
                <a:gd name="connsiteX1463" fmla="*/ 24803208 w 58051775"/>
                <a:gd name="connsiteY1463" fmla="*/ 43762752 h 57949372"/>
                <a:gd name="connsiteX1464" fmla="*/ 24796752 w 58051775"/>
                <a:gd name="connsiteY1464" fmla="*/ 43575117 h 57949372"/>
                <a:gd name="connsiteX1465" fmla="*/ 24844376 w 58051775"/>
                <a:gd name="connsiteY1465" fmla="*/ 43538880 h 57949372"/>
                <a:gd name="connsiteX1466" fmla="*/ 24892004 w 58051775"/>
                <a:gd name="connsiteY1466" fmla="*/ 43435922 h 57949372"/>
                <a:gd name="connsiteX1467" fmla="*/ 24928704 w 58051775"/>
                <a:gd name="connsiteY1467" fmla="*/ 43322227 h 57949372"/>
                <a:gd name="connsiteX1468" fmla="*/ 24980276 w 58051775"/>
                <a:gd name="connsiteY1468" fmla="*/ 43232943 h 57949372"/>
                <a:gd name="connsiteX1469" fmla="*/ 25025856 w 58051775"/>
                <a:gd name="connsiteY1469" fmla="*/ 43163093 h 57949372"/>
                <a:gd name="connsiteX1470" fmla="*/ 25076744 w 58051775"/>
                <a:gd name="connsiteY1470" fmla="*/ 43108621 h 57949372"/>
                <a:gd name="connsiteX1471" fmla="*/ 25127140 w 58051775"/>
                <a:gd name="connsiteY1471" fmla="*/ 43067926 h 57949372"/>
                <a:gd name="connsiteX1472" fmla="*/ 25178968 w 58051775"/>
                <a:gd name="connsiteY1472" fmla="*/ 43021179 h 57949372"/>
                <a:gd name="connsiteX1473" fmla="*/ 25239492 w 58051775"/>
                <a:gd name="connsiteY1473" fmla="*/ 42968078 h 57949372"/>
                <a:gd name="connsiteX1474" fmla="*/ 25300664 w 58051775"/>
                <a:gd name="connsiteY1474" fmla="*/ 42919656 h 57949372"/>
                <a:gd name="connsiteX1475" fmla="*/ 25376988 w 58051775"/>
                <a:gd name="connsiteY1475" fmla="*/ 42884111 h 57949372"/>
                <a:gd name="connsiteX1476" fmla="*/ 25456804 w 58051775"/>
                <a:gd name="connsiteY1476" fmla="*/ 42831500 h 57949372"/>
                <a:gd name="connsiteX1477" fmla="*/ 25582236 w 58051775"/>
                <a:gd name="connsiteY1477" fmla="*/ 42780902 h 57949372"/>
                <a:gd name="connsiteX1478" fmla="*/ 25712160 w 58051775"/>
                <a:gd name="connsiteY1478" fmla="*/ 42747257 h 57949372"/>
                <a:gd name="connsiteX1479" fmla="*/ 26004460 w 58051775"/>
                <a:gd name="connsiteY1479" fmla="*/ 42691807 h 57949372"/>
                <a:gd name="connsiteX1480" fmla="*/ 26181052 w 58051775"/>
                <a:gd name="connsiteY1480" fmla="*/ 42672000 h 57949372"/>
                <a:gd name="connsiteX1481" fmla="*/ 26221188 w 58051775"/>
                <a:gd name="connsiteY1481" fmla="*/ 42647981 h 57949372"/>
                <a:gd name="connsiteX1482" fmla="*/ 17743708 w 58051775"/>
                <a:gd name="connsiteY1482" fmla="*/ 42339041 h 57949372"/>
                <a:gd name="connsiteX1483" fmla="*/ 17877344 w 58051775"/>
                <a:gd name="connsiteY1483" fmla="*/ 42363411 h 57949372"/>
                <a:gd name="connsiteX1484" fmla="*/ 17932400 w 58051775"/>
                <a:gd name="connsiteY1484" fmla="*/ 42538021 h 57949372"/>
                <a:gd name="connsiteX1485" fmla="*/ 17804772 w 58051775"/>
                <a:gd name="connsiteY1485" fmla="*/ 42684700 h 57949372"/>
                <a:gd name="connsiteX1486" fmla="*/ 17602200 w 58051775"/>
                <a:gd name="connsiteY1486" fmla="*/ 42521141 h 57949372"/>
                <a:gd name="connsiteX1487" fmla="*/ 17641248 w 58051775"/>
                <a:gd name="connsiteY1487" fmla="*/ 42449260 h 57949372"/>
                <a:gd name="connsiteX1488" fmla="*/ 17693032 w 58051775"/>
                <a:gd name="connsiteY1488" fmla="*/ 42392526 h 57949372"/>
                <a:gd name="connsiteX1489" fmla="*/ 17720660 w 58051775"/>
                <a:gd name="connsiteY1489" fmla="*/ 42343546 h 57949372"/>
                <a:gd name="connsiteX1490" fmla="*/ 17743708 w 58051775"/>
                <a:gd name="connsiteY1490" fmla="*/ 42339041 h 57949372"/>
                <a:gd name="connsiteX1491" fmla="*/ 18371568 w 58051775"/>
                <a:gd name="connsiteY1491" fmla="*/ 42335168 h 57949372"/>
                <a:gd name="connsiteX1492" fmla="*/ 18444448 w 58051775"/>
                <a:gd name="connsiteY1492" fmla="*/ 42339410 h 57949372"/>
                <a:gd name="connsiteX1493" fmla="*/ 18536328 w 58051775"/>
                <a:gd name="connsiteY1493" fmla="*/ 42361508 h 57949372"/>
                <a:gd name="connsiteX1494" fmla="*/ 18548160 w 58051775"/>
                <a:gd name="connsiteY1494" fmla="*/ 42425970 h 57949372"/>
                <a:gd name="connsiteX1495" fmla="*/ 18419476 w 58051775"/>
                <a:gd name="connsiteY1495" fmla="*/ 42497956 h 57949372"/>
                <a:gd name="connsiteX1496" fmla="*/ 18309956 w 58051775"/>
                <a:gd name="connsiteY1496" fmla="*/ 42459893 h 57949372"/>
                <a:gd name="connsiteX1497" fmla="*/ 18337260 w 58051775"/>
                <a:gd name="connsiteY1497" fmla="*/ 42347267 h 57949372"/>
                <a:gd name="connsiteX1498" fmla="*/ 18371568 w 58051775"/>
                <a:gd name="connsiteY1498" fmla="*/ 42335168 h 57949372"/>
                <a:gd name="connsiteX1499" fmla="*/ 39898702 w 58051775"/>
                <a:gd name="connsiteY1499" fmla="*/ 42071464 h 57949372"/>
                <a:gd name="connsiteX1500" fmla="*/ 39972474 w 58051775"/>
                <a:gd name="connsiteY1500" fmla="*/ 42077715 h 57949372"/>
                <a:gd name="connsiteX1501" fmla="*/ 40120790 w 58051775"/>
                <a:gd name="connsiteY1501" fmla="*/ 42141091 h 57949372"/>
                <a:gd name="connsiteX1502" fmla="*/ 40189100 w 58051775"/>
                <a:gd name="connsiteY1502" fmla="*/ 42239903 h 57949372"/>
                <a:gd name="connsiteX1503" fmla="*/ 40143244 w 58051775"/>
                <a:gd name="connsiteY1503" fmla="*/ 42399701 h 57949372"/>
                <a:gd name="connsiteX1504" fmla="*/ 40087740 w 58051775"/>
                <a:gd name="connsiteY1504" fmla="*/ 42463949 h 57949372"/>
                <a:gd name="connsiteX1505" fmla="*/ 40068796 w 58051775"/>
                <a:gd name="connsiteY1505" fmla="*/ 42509292 h 57949372"/>
                <a:gd name="connsiteX1506" fmla="*/ 39934388 w 58051775"/>
                <a:gd name="connsiteY1506" fmla="*/ 42498570 h 57949372"/>
                <a:gd name="connsiteX1507" fmla="*/ 39792372 w 58051775"/>
                <a:gd name="connsiteY1507" fmla="*/ 42469232 h 57949372"/>
                <a:gd name="connsiteX1508" fmla="*/ 39698756 w 58051775"/>
                <a:gd name="connsiteY1508" fmla="*/ 42374993 h 57949372"/>
                <a:gd name="connsiteX1509" fmla="*/ 39694856 w 58051775"/>
                <a:gd name="connsiteY1509" fmla="*/ 42198926 h 57949372"/>
                <a:gd name="connsiteX1510" fmla="*/ 39852780 w 58051775"/>
                <a:gd name="connsiteY1510" fmla="*/ 42077578 h 57949372"/>
                <a:gd name="connsiteX1511" fmla="*/ 39898702 w 58051775"/>
                <a:gd name="connsiteY1511" fmla="*/ 42071464 h 57949372"/>
                <a:gd name="connsiteX1512" fmla="*/ 39279024 w 58051775"/>
                <a:gd name="connsiteY1512" fmla="*/ 42067784 h 57949372"/>
                <a:gd name="connsiteX1513" fmla="*/ 39423624 w 58051775"/>
                <a:gd name="connsiteY1513" fmla="*/ 42135444 h 57949372"/>
                <a:gd name="connsiteX1514" fmla="*/ 39473896 w 58051775"/>
                <a:gd name="connsiteY1514" fmla="*/ 42240206 h 57949372"/>
                <a:gd name="connsiteX1515" fmla="*/ 39322292 w 58051775"/>
                <a:gd name="connsiteY1515" fmla="*/ 42329100 h 57949372"/>
                <a:gd name="connsiteX1516" fmla="*/ 39153340 w 58051775"/>
                <a:gd name="connsiteY1516" fmla="*/ 42269941 h 57949372"/>
                <a:gd name="connsiteX1517" fmla="*/ 39233760 w 58051775"/>
                <a:gd name="connsiteY1517" fmla="*/ 42072567 h 57949372"/>
                <a:gd name="connsiteX1518" fmla="*/ 39279024 w 58051775"/>
                <a:gd name="connsiteY1518" fmla="*/ 42067784 h 57949372"/>
                <a:gd name="connsiteX1519" fmla="*/ 35391218 w 58051775"/>
                <a:gd name="connsiteY1519" fmla="*/ 41988582 h 57949372"/>
                <a:gd name="connsiteX1520" fmla="*/ 35352416 w 58051775"/>
                <a:gd name="connsiteY1520" fmla="*/ 42017027 h 57949372"/>
                <a:gd name="connsiteX1521" fmla="*/ 35241956 w 58051775"/>
                <a:gd name="connsiteY1521" fmla="*/ 42057121 h 57949372"/>
                <a:gd name="connsiteX1522" fmla="*/ 35128004 w 58051775"/>
                <a:gd name="connsiteY1522" fmla="*/ 42100709 h 57949372"/>
                <a:gd name="connsiteX1523" fmla="*/ 35065732 w 58051775"/>
                <a:gd name="connsiteY1523" fmla="*/ 42144619 h 57949372"/>
                <a:gd name="connsiteX1524" fmla="*/ 34925000 w 58051775"/>
                <a:gd name="connsiteY1524" fmla="*/ 42281944 h 57949372"/>
                <a:gd name="connsiteX1525" fmla="*/ 34883724 w 58051775"/>
                <a:gd name="connsiteY1525" fmla="*/ 42326063 h 57949372"/>
                <a:gd name="connsiteX1526" fmla="*/ 34842448 w 58051775"/>
                <a:gd name="connsiteY1526" fmla="*/ 42356166 h 57949372"/>
                <a:gd name="connsiteX1527" fmla="*/ 34842448 w 58051775"/>
                <a:gd name="connsiteY1527" fmla="*/ 42724621 h 57949372"/>
                <a:gd name="connsiteX1528" fmla="*/ 34881504 w 58051775"/>
                <a:gd name="connsiteY1528" fmla="*/ 42758635 h 57949372"/>
                <a:gd name="connsiteX1529" fmla="*/ 34941016 w 58051775"/>
                <a:gd name="connsiteY1529" fmla="*/ 42832735 h 57949372"/>
                <a:gd name="connsiteX1530" fmla="*/ 35000232 w 58051775"/>
                <a:gd name="connsiteY1530" fmla="*/ 42881334 h 57949372"/>
                <a:gd name="connsiteX1531" fmla="*/ 35055020 w 58051775"/>
                <a:gd name="connsiteY1531" fmla="*/ 42911695 h 57949372"/>
                <a:gd name="connsiteX1532" fmla="*/ 35247592 w 58051775"/>
                <a:gd name="connsiteY1532" fmla="*/ 42973415 h 57949372"/>
                <a:gd name="connsiteX1533" fmla="*/ 35695156 w 58051775"/>
                <a:gd name="connsiteY1533" fmla="*/ 43002648 h 57949372"/>
                <a:gd name="connsiteX1534" fmla="*/ 35852100 w 58051775"/>
                <a:gd name="connsiteY1534" fmla="*/ 42855702 h 57949372"/>
                <a:gd name="connsiteX1535" fmla="*/ 35920772 w 58051775"/>
                <a:gd name="connsiteY1535" fmla="*/ 42783911 h 57949372"/>
                <a:gd name="connsiteX1536" fmla="*/ 35929584 w 58051775"/>
                <a:gd name="connsiteY1536" fmla="*/ 42638580 h 57949372"/>
                <a:gd name="connsiteX1537" fmla="*/ 35896116 w 58051775"/>
                <a:gd name="connsiteY1537" fmla="*/ 42450306 h 57949372"/>
                <a:gd name="connsiteX1538" fmla="*/ 35853606 w 58051775"/>
                <a:gd name="connsiteY1538" fmla="*/ 42326993 h 57949372"/>
                <a:gd name="connsiteX1539" fmla="*/ 35781480 w 58051775"/>
                <a:gd name="connsiteY1539" fmla="*/ 42188124 h 57949372"/>
                <a:gd name="connsiteX1540" fmla="*/ 35685362 w 58051775"/>
                <a:gd name="connsiteY1540" fmla="*/ 42095233 h 57949372"/>
                <a:gd name="connsiteX1541" fmla="*/ 35570788 w 58051775"/>
                <a:gd name="connsiteY1541" fmla="*/ 42054113 h 57949372"/>
                <a:gd name="connsiteX1542" fmla="*/ 35445924 w 58051775"/>
                <a:gd name="connsiteY1542" fmla="*/ 42018103 h 57949372"/>
                <a:gd name="connsiteX1543" fmla="*/ 35391218 w 58051775"/>
                <a:gd name="connsiteY1543" fmla="*/ 41988582 h 57949372"/>
                <a:gd name="connsiteX1544" fmla="*/ 19066848 w 58051775"/>
                <a:gd name="connsiteY1544" fmla="*/ 41891770 h 57949372"/>
                <a:gd name="connsiteX1545" fmla="*/ 19211936 w 58051775"/>
                <a:gd name="connsiteY1545" fmla="*/ 41959336 h 57949372"/>
                <a:gd name="connsiteX1546" fmla="*/ 19265904 w 58051775"/>
                <a:gd name="connsiteY1546" fmla="*/ 42091279 h 57949372"/>
                <a:gd name="connsiteX1547" fmla="*/ 19075208 w 58051775"/>
                <a:gd name="connsiteY1547" fmla="*/ 42231872 h 57949372"/>
                <a:gd name="connsiteX1548" fmla="*/ 18945728 w 58051775"/>
                <a:gd name="connsiteY1548" fmla="*/ 42242590 h 57949372"/>
                <a:gd name="connsiteX1549" fmla="*/ 18902492 w 58051775"/>
                <a:gd name="connsiteY1549" fmla="*/ 42200686 h 57949372"/>
                <a:gd name="connsiteX1550" fmla="*/ 18889952 w 58051775"/>
                <a:gd name="connsiteY1550" fmla="*/ 41999331 h 57949372"/>
                <a:gd name="connsiteX1551" fmla="*/ 18952348 w 58051775"/>
                <a:gd name="connsiteY1551" fmla="*/ 41948751 h 57949372"/>
                <a:gd name="connsiteX1552" fmla="*/ 19015352 w 58051775"/>
                <a:gd name="connsiteY1552" fmla="*/ 41899945 h 57949372"/>
                <a:gd name="connsiteX1553" fmla="*/ 19066848 w 58051775"/>
                <a:gd name="connsiteY1553" fmla="*/ 41891770 h 57949372"/>
                <a:gd name="connsiteX1554" fmla="*/ 38667728 w 58051775"/>
                <a:gd name="connsiteY1554" fmla="*/ 41891446 h 57949372"/>
                <a:gd name="connsiteX1555" fmla="*/ 38808816 w 58051775"/>
                <a:gd name="connsiteY1555" fmla="*/ 41961702 h 57949372"/>
                <a:gd name="connsiteX1556" fmla="*/ 38851618 w 58051775"/>
                <a:gd name="connsiteY1556" fmla="*/ 42064099 h 57949372"/>
                <a:gd name="connsiteX1557" fmla="*/ 38690952 w 58051775"/>
                <a:gd name="connsiteY1557" fmla="*/ 42151300 h 57949372"/>
                <a:gd name="connsiteX1558" fmla="*/ 38519102 w 58051775"/>
                <a:gd name="connsiteY1558" fmla="*/ 42056155 h 57949372"/>
                <a:gd name="connsiteX1559" fmla="*/ 38579332 w 58051775"/>
                <a:gd name="connsiteY1559" fmla="*/ 41909926 h 57949372"/>
                <a:gd name="connsiteX1560" fmla="*/ 38667728 w 58051775"/>
                <a:gd name="connsiteY1560" fmla="*/ 41891446 h 57949372"/>
                <a:gd name="connsiteX1561" fmla="*/ 17133908 w 58051775"/>
                <a:gd name="connsiteY1561" fmla="*/ 41745804 h 57949372"/>
                <a:gd name="connsiteX1562" fmla="*/ 17184308 w 58051775"/>
                <a:gd name="connsiteY1562" fmla="*/ 41765265 h 57949372"/>
                <a:gd name="connsiteX1563" fmla="*/ 17212864 w 58051775"/>
                <a:gd name="connsiteY1563" fmla="*/ 41902872 h 57949372"/>
                <a:gd name="connsiteX1564" fmla="*/ 17202432 w 58051775"/>
                <a:gd name="connsiteY1564" fmla="*/ 42041257 h 57949372"/>
                <a:gd name="connsiteX1565" fmla="*/ 17074052 w 58051775"/>
                <a:gd name="connsiteY1565" fmla="*/ 42030752 h 57949372"/>
                <a:gd name="connsiteX1566" fmla="*/ 17085096 w 58051775"/>
                <a:gd name="connsiteY1566" fmla="*/ 41779078 h 57949372"/>
                <a:gd name="connsiteX1567" fmla="*/ 17133908 w 58051775"/>
                <a:gd name="connsiteY1567" fmla="*/ 41745804 h 57949372"/>
                <a:gd name="connsiteX1568" fmla="*/ 40949458 w 58051775"/>
                <a:gd name="connsiteY1568" fmla="*/ 41716047 h 57949372"/>
                <a:gd name="connsiteX1569" fmla="*/ 41103370 w 58051775"/>
                <a:gd name="connsiteY1569" fmla="*/ 41749021 h 57949372"/>
                <a:gd name="connsiteX1570" fmla="*/ 41152638 w 58051775"/>
                <a:gd name="connsiteY1570" fmla="*/ 42070564 h 57949372"/>
                <a:gd name="connsiteX1571" fmla="*/ 40953676 w 58051775"/>
                <a:gd name="connsiteY1571" fmla="*/ 42151300 h 57949372"/>
                <a:gd name="connsiteX1572" fmla="*/ 40744252 w 58051775"/>
                <a:gd name="connsiteY1572" fmla="*/ 41968483 h 57949372"/>
                <a:gd name="connsiteX1573" fmla="*/ 40787872 w 58051775"/>
                <a:gd name="connsiteY1573" fmla="*/ 41833493 h 57949372"/>
                <a:gd name="connsiteX1574" fmla="*/ 40909828 w 58051775"/>
                <a:gd name="connsiteY1574" fmla="*/ 41721568 h 57949372"/>
                <a:gd name="connsiteX1575" fmla="*/ 40949458 w 58051775"/>
                <a:gd name="connsiteY1575" fmla="*/ 41716047 h 57949372"/>
                <a:gd name="connsiteX1576" fmla="*/ 46253228 w 58051775"/>
                <a:gd name="connsiteY1576" fmla="*/ 41706946 h 57949372"/>
                <a:gd name="connsiteX1577" fmla="*/ 46234777 w 58051775"/>
                <a:gd name="connsiteY1577" fmla="*/ 41730861 h 57949372"/>
                <a:gd name="connsiteX1578" fmla="*/ 46073047 w 58051775"/>
                <a:gd name="connsiteY1578" fmla="*/ 41877218 h 57949372"/>
                <a:gd name="connsiteX1579" fmla="*/ 46018778 w 58051775"/>
                <a:gd name="connsiteY1579" fmla="*/ 41930334 h 57949372"/>
                <a:gd name="connsiteX1580" fmla="*/ 45956214 w 58051775"/>
                <a:gd name="connsiteY1580" fmla="*/ 41960800 h 57949372"/>
                <a:gd name="connsiteX1581" fmla="*/ 45890742 w 58051775"/>
                <a:gd name="connsiteY1581" fmla="*/ 42107631 h 57949372"/>
                <a:gd name="connsiteX1582" fmla="*/ 45934761 w 58051775"/>
                <a:gd name="connsiteY1582" fmla="*/ 42289977 h 57949372"/>
                <a:gd name="connsiteX1583" fmla="*/ 45974002 w 58051775"/>
                <a:gd name="connsiteY1583" fmla="*/ 42444801 h 57949372"/>
                <a:gd name="connsiteX1584" fmla="*/ 45986107 w 58051775"/>
                <a:gd name="connsiteY1584" fmla="*/ 42538281 h 57949372"/>
                <a:gd name="connsiteX1585" fmla="*/ 46044317 w 58051775"/>
                <a:gd name="connsiteY1585" fmla="*/ 42472356 h 57949372"/>
                <a:gd name="connsiteX1586" fmla="*/ 46265575 w 58051775"/>
                <a:gd name="connsiteY1586" fmla="*/ 42354500 h 57949372"/>
                <a:gd name="connsiteX1587" fmla="*/ 46423857 w 58051775"/>
                <a:gd name="connsiteY1587" fmla="*/ 42393431 h 57949372"/>
                <a:gd name="connsiteX1588" fmla="*/ 46490243 w 58051775"/>
                <a:gd name="connsiteY1588" fmla="*/ 42482331 h 57949372"/>
                <a:gd name="connsiteX1589" fmla="*/ 46532802 w 58051775"/>
                <a:gd name="connsiteY1589" fmla="*/ 42480871 h 57949372"/>
                <a:gd name="connsiteX1590" fmla="*/ 46482272 w 58051775"/>
                <a:gd name="connsiteY1590" fmla="*/ 42354500 h 57949372"/>
                <a:gd name="connsiteX1591" fmla="*/ 46437623 w 58051775"/>
                <a:gd name="connsiteY1591" fmla="*/ 42202016 h 57949372"/>
                <a:gd name="connsiteX1592" fmla="*/ 46387512 w 58051775"/>
                <a:gd name="connsiteY1592" fmla="*/ 42035589 h 57949372"/>
                <a:gd name="connsiteX1593" fmla="*/ 46355002 w 58051775"/>
                <a:gd name="connsiteY1593" fmla="*/ 41940873 h 57949372"/>
                <a:gd name="connsiteX1594" fmla="*/ 46317559 w 58051775"/>
                <a:gd name="connsiteY1594" fmla="*/ 41851433 h 57949372"/>
                <a:gd name="connsiteX1595" fmla="*/ 46269934 w 58051775"/>
                <a:gd name="connsiteY1595" fmla="*/ 41760248 h 57949372"/>
                <a:gd name="connsiteX1596" fmla="*/ 46253228 w 58051775"/>
                <a:gd name="connsiteY1596" fmla="*/ 41706946 h 57949372"/>
                <a:gd name="connsiteX1597" fmla="*/ 21494752 w 58051775"/>
                <a:gd name="connsiteY1597" fmla="*/ 41599514 h 57949372"/>
                <a:gd name="connsiteX1598" fmla="*/ 21704304 w 58051775"/>
                <a:gd name="connsiteY1598" fmla="*/ 41618464 h 57949372"/>
                <a:gd name="connsiteX1599" fmla="*/ 22110704 w 58051775"/>
                <a:gd name="connsiteY1599" fmla="*/ 41679986 h 57949372"/>
                <a:gd name="connsiteX1600" fmla="*/ 22491704 w 58051775"/>
                <a:gd name="connsiteY1600" fmla="*/ 41707141 h 57949372"/>
                <a:gd name="connsiteX1601" fmla="*/ 22951436 w 58051775"/>
                <a:gd name="connsiteY1601" fmla="*/ 41759082 h 57949372"/>
                <a:gd name="connsiteX1602" fmla="*/ 23016004 w 58051775"/>
                <a:gd name="connsiteY1602" fmla="*/ 41802155 h 57949372"/>
                <a:gd name="connsiteX1603" fmla="*/ 23079700 w 58051775"/>
                <a:gd name="connsiteY1603" fmla="*/ 41899427 h 57949372"/>
                <a:gd name="connsiteX1604" fmla="*/ 23046684 w 58051775"/>
                <a:gd name="connsiteY1604" fmla="*/ 42007272 h 57949372"/>
                <a:gd name="connsiteX1605" fmla="*/ 22995120 w 58051775"/>
                <a:gd name="connsiteY1605" fmla="*/ 42106850 h 57949372"/>
                <a:gd name="connsiteX1606" fmla="*/ 22955108 w 58051775"/>
                <a:gd name="connsiteY1606" fmla="*/ 42212270 h 57949372"/>
                <a:gd name="connsiteX1607" fmla="*/ 22904428 w 58051775"/>
                <a:gd name="connsiteY1607" fmla="*/ 42387093 h 57949372"/>
                <a:gd name="connsiteX1608" fmla="*/ 22867108 w 58051775"/>
                <a:gd name="connsiteY1608" fmla="*/ 42465768 h 57949372"/>
                <a:gd name="connsiteX1609" fmla="*/ 22827280 w 58051775"/>
                <a:gd name="connsiteY1609" fmla="*/ 42570068 h 57949372"/>
                <a:gd name="connsiteX1610" fmla="*/ 22783272 w 58051775"/>
                <a:gd name="connsiteY1610" fmla="*/ 42691720 h 57949372"/>
                <a:gd name="connsiteX1611" fmla="*/ 22733184 w 58051775"/>
                <a:gd name="connsiteY1611" fmla="*/ 42796123 h 57949372"/>
                <a:gd name="connsiteX1612" fmla="*/ 22691784 w 58051775"/>
                <a:gd name="connsiteY1612" fmla="*/ 42890092 h 57949372"/>
                <a:gd name="connsiteX1613" fmla="*/ 22655032 w 58051775"/>
                <a:gd name="connsiteY1613" fmla="*/ 43008463 h 57949372"/>
                <a:gd name="connsiteX1614" fmla="*/ 22607656 w 58051775"/>
                <a:gd name="connsiteY1614" fmla="*/ 43127653 h 57949372"/>
                <a:gd name="connsiteX1615" fmla="*/ 22561240 w 58051775"/>
                <a:gd name="connsiteY1615" fmla="*/ 43248387 h 57949372"/>
                <a:gd name="connsiteX1616" fmla="*/ 22531392 w 58051775"/>
                <a:gd name="connsiteY1616" fmla="*/ 43340164 h 57949372"/>
                <a:gd name="connsiteX1617" fmla="*/ 22466456 w 58051775"/>
                <a:gd name="connsiteY1617" fmla="*/ 43457716 h 57949372"/>
                <a:gd name="connsiteX1618" fmla="*/ 22429512 w 58051775"/>
                <a:gd name="connsiteY1618" fmla="*/ 43572478 h 57949372"/>
                <a:gd name="connsiteX1619" fmla="*/ 22384136 w 58051775"/>
                <a:gd name="connsiteY1619" fmla="*/ 43696852 h 57949372"/>
                <a:gd name="connsiteX1620" fmla="*/ 22310524 w 58051775"/>
                <a:gd name="connsiteY1620" fmla="*/ 43853900 h 57949372"/>
                <a:gd name="connsiteX1621" fmla="*/ 22288096 w 58051775"/>
                <a:gd name="connsiteY1621" fmla="*/ 43940273 h 57949372"/>
                <a:gd name="connsiteX1622" fmla="*/ 22249492 w 58051775"/>
                <a:gd name="connsiteY1622" fmla="*/ 44049045 h 57949372"/>
                <a:gd name="connsiteX1623" fmla="*/ 22198772 w 58051775"/>
                <a:gd name="connsiteY1623" fmla="*/ 44152372 h 57949372"/>
                <a:gd name="connsiteX1624" fmla="*/ 22154156 w 58051775"/>
                <a:gd name="connsiteY1624" fmla="*/ 44276671 h 57949372"/>
                <a:gd name="connsiteX1625" fmla="*/ 22116180 w 58051775"/>
                <a:gd name="connsiteY1625" fmla="*/ 44394230 h 57949372"/>
                <a:gd name="connsiteX1626" fmla="*/ 22071472 w 58051775"/>
                <a:gd name="connsiteY1626" fmla="*/ 44495873 h 57949372"/>
                <a:gd name="connsiteX1627" fmla="*/ 22024432 w 58051775"/>
                <a:gd name="connsiteY1627" fmla="*/ 44706322 h 57949372"/>
                <a:gd name="connsiteX1628" fmla="*/ 22134160 w 58051775"/>
                <a:gd name="connsiteY1628" fmla="*/ 44838388 h 57949372"/>
                <a:gd name="connsiteX1629" fmla="*/ 22256752 w 58051775"/>
                <a:gd name="connsiteY1629" fmla="*/ 44894636 h 57949372"/>
                <a:gd name="connsiteX1630" fmla="*/ 22347080 w 58051775"/>
                <a:gd name="connsiteY1630" fmla="*/ 44926204 h 57949372"/>
                <a:gd name="connsiteX1631" fmla="*/ 22445940 w 58051775"/>
                <a:gd name="connsiteY1631" fmla="*/ 44969658 h 57949372"/>
                <a:gd name="connsiteX1632" fmla="*/ 22539760 w 58051775"/>
                <a:gd name="connsiteY1632" fmla="*/ 45009232 h 57949372"/>
                <a:gd name="connsiteX1633" fmla="*/ 22644104 w 58051775"/>
                <a:gd name="connsiteY1633" fmla="*/ 45109648 h 57949372"/>
                <a:gd name="connsiteX1634" fmla="*/ 22599652 w 58051775"/>
                <a:gd name="connsiteY1634" fmla="*/ 45224700 h 57949372"/>
                <a:gd name="connsiteX1635" fmla="*/ 22555200 w 58051775"/>
                <a:gd name="connsiteY1635" fmla="*/ 45299560 h 57949372"/>
                <a:gd name="connsiteX1636" fmla="*/ 22439008 w 58051775"/>
                <a:gd name="connsiteY1636" fmla="*/ 45351700 h 57949372"/>
                <a:gd name="connsiteX1637" fmla="*/ 22317492 w 58051775"/>
                <a:gd name="connsiteY1637" fmla="*/ 45313398 h 57949372"/>
                <a:gd name="connsiteX1638" fmla="*/ 22195176 w 58051775"/>
                <a:gd name="connsiteY1638" fmla="*/ 45267014 h 57949372"/>
                <a:gd name="connsiteX1639" fmla="*/ 22050500 w 58051775"/>
                <a:gd name="connsiteY1639" fmla="*/ 45194368 h 57949372"/>
                <a:gd name="connsiteX1640" fmla="*/ 21958868 w 58051775"/>
                <a:gd name="connsiteY1640" fmla="*/ 45173900 h 57949372"/>
                <a:gd name="connsiteX1641" fmla="*/ 21838392 w 58051775"/>
                <a:gd name="connsiteY1641" fmla="*/ 45134746 h 57949372"/>
                <a:gd name="connsiteX1642" fmla="*/ 21721064 w 58051775"/>
                <a:gd name="connsiteY1642" fmla="*/ 45085720 h 57949372"/>
                <a:gd name="connsiteX1643" fmla="*/ 21642984 w 58051775"/>
                <a:gd name="connsiteY1643" fmla="*/ 45059788 h 57949372"/>
                <a:gd name="connsiteX1644" fmla="*/ 21514456 w 58051775"/>
                <a:gd name="connsiteY1644" fmla="*/ 44996100 h 57949372"/>
                <a:gd name="connsiteX1645" fmla="*/ 21396980 w 58051775"/>
                <a:gd name="connsiteY1645" fmla="*/ 44956592 h 57949372"/>
                <a:gd name="connsiteX1646" fmla="*/ 21258260 w 58051775"/>
                <a:gd name="connsiteY1646" fmla="*/ 44907200 h 57949372"/>
                <a:gd name="connsiteX1647" fmla="*/ 21172536 w 58051775"/>
                <a:gd name="connsiteY1647" fmla="*/ 44868844 h 57949372"/>
                <a:gd name="connsiteX1648" fmla="*/ 21051044 w 58051775"/>
                <a:gd name="connsiteY1648" fmla="*/ 44822408 h 57949372"/>
                <a:gd name="connsiteX1649" fmla="*/ 20922116 w 58051775"/>
                <a:gd name="connsiteY1649" fmla="*/ 44771868 h 57949372"/>
                <a:gd name="connsiteX1650" fmla="*/ 20821360 w 58051775"/>
                <a:gd name="connsiteY1650" fmla="*/ 44729400 h 57949372"/>
                <a:gd name="connsiteX1651" fmla="*/ 20727768 w 58051775"/>
                <a:gd name="connsiteY1651" fmla="*/ 44690748 h 57949372"/>
                <a:gd name="connsiteX1652" fmla="*/ 20600648 w 58051775"/>
                <a:gd name="connsiteY1652" fmla="*/ 44642286 h 57949372"/>
                <a:gd name="connsiteX1653" fmla="*/ 20474744 w 58051775"/>
                <a:gd name="connsiteY1653" fmla="*/ 44592847 h 57949372"/>
                <a:gd name="connsiteX1654" fmla="*/ 20397848 w 58051775"/>
                <a:gd name="connsiteY1654" fmla="*/ 44539719 h 57949372"/>
                <a:gd name="connsiteX1655" fmla="*/ 20355048 w 58051775"/>
                <a:gd name="connsiteY1655" fmla="*/ 44526219 h 57949372"/>
                <a:gd name="connsiteX1656" fmla="*/ 20360592 w 58051775"/>
                <a:gd name="connsiteY1656" fmla="*/ 44449554 h 57949372"/>
                <a:gd name="connsiteX1657" fmla="*/ 20455936 w 58051775"/>
                <a:gd name="connsiteY1657" fmla="*/ 44255510 h 57949372"/>
                <a:gd name="connsiteX1658" fmla="*/ 20633168 w 58051775"/>
                <a:gd name="connsiteY1658" fmla="*/ 44254012 h 57949372"/>
                <a:gd name="connsiteX1659" fmla="*/ 20771680 w 58051775"/>
                <a:gd name="connsiteY1659" fmla="*/ 44310300 h 57949372"/>
                <a:gd name="connsiteX1660" fmla="*/ 20839740 w 58051775"/>
                <a:gd name="connsiteY1660" fmla="*/ 44334739 h 57949372"/>
                <a:gd name="connsiteX1661" fmla="*/ 20994440 w 58051775"/>
                <a:gd name="connsiteY1661" fmla="*/ 44398400 h 57949372"/>
                <a:gd name="connsiteX1662" fmla="*/ 21222344 w 58051775"/>
                <a:gd name="connsiteY1662" fmla="*/ 44378237 h 57949372"/>
                <a:gd name="connsiteX1663" fmla="*/ 21235900 w 58051775"/>
                <a:gd name="connsiteY1663" fmla="*/ 44297088 h 57949372"/>
                <a:gd name="connsiteX1664" fmla="*/ 21281200 w 58051775"/>
                <a:gd name="connsiteY1664" fmla="*/ 44194642 h 57949372"/>
                <a:gd name="connsiteX1665" fmla="*/ 21325504 w 58051775"/>
                <a:gd name="connsiteY1665" fmla="*/ 44080342 h 57949372"/>
                <a:gd name="connsiteX1666" fmla="*/ 21375576 w 58051775"/>
                <a:gd name="connsiteY1666" fmla="*/ 43964873 h 57949372"/>
                <a:gd name="connsiteX1667" fmla="*/ 21424904 w 58051775"/>
                <a:gd name="connsiteY1667" fmla="*/ 43854948 h 57949372"/>
                <a:gd name="connsiteX1668" fmla="*/ 21469352 w 58051775"/>
                <a:gd name="connsiteY1668" fmla="*/ 43726100 h 57949372"/>
                <a:gd name="connsiteX1669" fmla="*/ 21513800 w 58051775"/>
                <a:gd name="connsiteY1669" fmla="*/ 43617390 h 57949372"/>
                <a:gd name="connsiteX1670" fmla="*/ 21551568 w 58051775"/>
                <a:gd name="connsiteY1670" fmla="*/ 43518869 h 57949372"/>
                <a:gd name="connsiteX1671" fmla="*/ 21597892 w 58051775"/>
                <a:gd name="connsiteY1671" fmla="*/ 43403087 h 57949372"/>
                <a:gd name="connsiteX1672" fmla="*/ 21649024 w 58051775"/>
                <a:gd name="connsiteY1672" fmla="*/ 43279361 h 57949372"/>
                <a:gd name="connsiteX1673" fmla="*/ 21691600 w 58051775"/>
                <a:gd name="connsiteY1673" fmla="*/ 43166742 h 57949372"/>
                <a:gd name="connsiteX1674" fmla="*/ 21723244 w 58051775"/>
                <a:gd name="connsiteY1674" fmla="*/ 43063170 h 57949372"/>
                <a:gd name="connsiteX1675" fmla="*/ 21769668 w 58051775"/>
                <a:gd name="connsiteY1675" fmla="*/ 42946678 h 57949372"/>
                <a:gd name="connsiteX1676" fmla="*/ 21826920 w 58051775"/>
                <a:gd name="connsiteY1676" fmla="*/ 42829624 h 57949372"/>
                <a:gd name="connsiteX1677" fmla="*/ 21869400 w 58051775"/>
                <a:gd name="connsiteY1677" fmla="*/ 42722509 h 57949372"/>
                <a:gd name="connsiteX1678" fmla="*/ 21899932 w 58051775"/>
                <a:gd name="connsiteY1678" fmla="*/ 42617309 h 57949372"/>
                <a:gd name="connsiteX1679" fmla="*/ 21949976 w 58051775"/>
                <a:gd name="connsiteY1679" fmla="*/ 42496826 h 57949372"/>
                <a:gd name="connsiteX1680" fmla="*/ 22008344 w 58051775"/>
                <a:gd name="connsiteY1680" fmla="*/ 42380607 h 57949372"/>
                <a:gd name="connsiteX1681" fmla="*/ 22047200 w 58051775"/>
                <a:gd name="connsiteY1681" fmla="*/ 42294857 h 57949372"/>
                <a:gd name="connsiteX1682" fmla="*/ 21951624 w 58051775"/>
                <a:gd name="connsiteY1682" fmla="*/ 42152652 h 57949372"/>
                <a:gd name="connsiteX1683" fmla="*/ 21805136 w 58051775"/>
                <a:gd name="connsiteY1683" fmla="*/ 42053067 h 57949372"/>
                <a:gd name="connsiteX1684" fmla="*/ 21728440 w 58051775"/>
                <a:gd name="connsiteY1684" fmla="*/ 42013460 h 57949372"/>
                <a:gd name="connsiteX1685" fmla="*/ 21615280 w 58051775"/>
                <a:gd name="connsiteY1685" fmla="*/ 41972672 h 57949372"/>
                <a:gd name="connsiteX1686" fmla="*/ 21482312 w 58051775"/>
                <a:gd name="connsiteY1686" fmla="*/ 41924632 h 57949372"/>
                <a:gd name="connsiteX1687" fmla="*/ 21414584 w 58051775"/>
                <a:gd name="connsiteY1687" fmla="*/ 41884600 h 57949372"/>
                <a:gd name="connsiteX1688" fmla="*/ 21336000 w 58051775"/>
                <a:gd name="connsiteY1688" fmla="*/ 41802236 h 57949372"/>
                <a:gd name="connsiteX1689" fmla="*/ 21386168 w 58051775"/>
                <a:gd name="connsiteY1689" fmla="*/ 41719500 h 57949372"/>
                <a:gd name="connsiteX1690" fmla="*/ 21412412 w 58051775"/>
                <a:gd name="connsiteY1690" fmla="*/ 41680895 h 57949372"/>
                <a:gd name="connsiteX1691" fmla="*/ 21448876 w 58051775"/>
                <a:gd name="connsiteY1691" fmla="*/ 41616914 h 57949372"/>
                <a:gd name="connsiteX1692" fmla="*/ 21494752 w 58051775"/>
                <a:gd name="connsiteY1692" fmla="*/ 41599514 h 57949372"/>
                <a:gd name="connsiteX1693" fmla="*/ 18586152 w 58051775"/>
                <a:gd name="connsiteY1693" fmla="*/ 41541998 h 57949372"/>
                <a:gd name="connsiteX1694" fmla="*/ 18651320 w 58051775"/>
                <a:gd name="connsiteY1694" fmla="*/ 41544625 h 57949372"/>
                <a:gd name="connsiteX1695" fmla="*/ 18788752 w 58051775"/>
                <a:gd name="connsiteY1695" fmla="*/ 41566360 h 57949372"/>
                <a:gd name="connsiteX1696" fmla="*/ 18815524 w 58051775"/>
                <a:gd name="connsiteY1696" fmla="*/ 41730068 h 57949372"/>
                <a:gd name="connsiteX1697" fmla="*/ 18623376 w 58051775"/>
                <a:gd name="connsiteY1697" fmla="*/ 41795704 h 57949372"/>
                <a:gd name="connsiteX1698" fmla="*/ 18498272 w 58051775"/>
                <a:gd name="connsiteY1698" fmla="*/ 41767479 h 57949372"/>
                <a:gd name="connsiteX1699" fmla="*/ 18505548 w 58051775"/>
                <a:gd name="connsiteY1699" fmla="*/ 41565461 h 57949372"/>
                <a:gd name="connsiteX1700" fmla="*/ 18586152 w 58051775"/>
                <a:gd name="connsiteY1700" fmla="*/ 41541998 h 57949372"/>
                <a:gd name="connsiteX1701" fmla="*/ 35706052 w 58051775"/>
                <a:gd name="connsiteY1701" fmla="*/ 41540036 h 57949372"/>
                <a:gd name="connsiteX1702" fmla="*/ 35877502 w 58051775"/>
                <a:gd name="connsiteY1702" fmla="*/ 41544042 h 57949372"/>
                <a:gd name="connsiteX1703" fmla="*/ 36097916 w 58051775"/>
                <a:gd name="connsiteY1703" fmla="*/ 41584793 h 57949372"/>
                <a:gd name="connsiteX1704" fmla="*/ 36237954 w 58051775"/>
                <a:gd name="connsiteY1704" fmla="*/ 41630455 h 57949372"/>
                <a:gd name="connsiteX1705" fmla="*/ 36385502 w 58051775"/>
                <a:gd name="connsiteY1705" fmla="*/ 41680812 h 57949372"/>
                <a:gd name="connsiteX1706" fmla="*/ 36448840 w 58051775"/>
                <a:gd name="connsiteY1706" fmla="*/ 41720658 h 57949372"/>
                <a:gd name="connsiteX1707" fmla="*/ 36518756 w 58051775"/>
                <a:gd name="connsiteY1707" fmla="*/ 41770003 h 57949372"/>
                <a:gd name="connsiteX1708" fmla="*/ 36574144 w 58051775"/>
                <a:gd name="connsiteY1708" fmla="*/ 41841518 h 57949372"/>
                <a:gd name="connsiteX1709" fmla="*/ 36631736 w 58051775"/>
                <a:gd name="connsiteY1709" fmla="*/ 41969898 h 57949372"/>
                <a:gd name="connsiteX1710" fmla="*/ 36673026 w 58051775"/>
                <a:gd name="connsiteY1710" fmla="*/ 42089866 h 57949372"/>
                <a:gd name="connsiteX1711" fmla="*/ 36707058 w 58051775"/>
                <a:gd name="connsiteY1711" fmla="*/ 42260897 h 57949372"/>
                <a:gd name="connsiteX1712" fmla="*/ 36671600 w 58051775"/>
                <a:gd name="connsiteY1712" fmla="*/ 42442899 h 57949372"/>
                <a:gd name="connsiteX1713" fmla="*/ 36629164 w 58051775"/>
                <a:gd name="connsiteY1713" fmla="*/ 42571725 h 57949372"/>
                <a:gd name="connsiteX1714" fmla="*/ 36593240 w 58051775"/>
                <a:gd name="connsiteY1714" fmla="*/ 42671158 h 57949372"/>
                <a:gd name="connsiteX1715" fmla="*/ 36542304 w 58051775"/>
                <a:gd name="connsiteY1715" fmla="*/ 42731185 h 57949372"/>
                <a:gd name="connsiteX1716" fmla="*/ 36481040 w 58051775"/>
                <a:gd name="connsiteY1716" fmla="*/ 42811701 h 57949372"/>
                <a:gd name="connsiteX1717" fmla="*/ 36419252 w 58051775"/>
                <a:gd name="connsiteY1717" fmla="*/ 42908405 h 57949372"/>
                <a:gd name="connsiteX1718" fmla="*/ 36398258 w 58051775"/>
                <a:gd name="connsiteY1718" fmla="*/ 42960656 h 57949372"/>
                <a:gd name="connsiteX1719" fmla="*/ 36457152 w 58051775"/>
                <a:gd name="connsiteY1719" fmla="*/ 42968730 h 57949372"/>
                <a:gd name="connsiteX1720" fmla="*/ 36593652 w 58051775"/>
                <a:gd name="connsiteY1720" fmla="*/ 42970637 h 57949372"/>
                <a:gd name="connsiteX1721" fmla="*/ 36764048 w 58051775"/>
                <a:gd name="connsiteY1721" fmla="*/ 43025381 h 57949372"/>
                <a:gd name="connsiteX1722" fmla="*/ 36898852 w 58051775"/>
                <a:gd name="connsiteY1722" fmla="*/ 43064061 h 57949372"/>
                <a:gd name="connsiteX1723" fmla="*/ 37032008 w 58051775"/>
                <a:gd name="connsiteY1723" fmla="*/ 43109007 h 57949372"/>
                <a:gd name="connsiteX1724" fmla="*/ 37130002 w 58051775"/>
                <a:gd name="connsiteY1724" fmla="*/ 43151637 h 57949372"/>
                <a:gd name="connsiteX1725" fmla="*/ 37289896 w 58051775"/>
                <a:gd name="connsiteY1725" fmla="*/ 43258136 h 57949372"/>
                <a:gd name="connsiteX1726" fmla="*/ 37400826 w 58051775"/>
                <a:gd name="connsiteY1726" fmla="*/ 43357801 h 57949372"/>
                <a:gd name="connsiteX1727" fmla="*/ 37420998 w 58051775"/>
                <a:gd name="connsiteY1727" fmla="*/ 43384606 h 57949372"/>
                <a:gd name="connsiteX1728" fmla="*/ 37464618 w 58051775"/>
                <a:gd name="connsiteY1728" fmla="*/ 43451281 h 57949372"/>
                <a:gd name="connsiteX1729" fmla="*/ 37509168 w 58051775"/>
                <a:gd name="connsiteY1729" fmla="*/ 43522901 h 57949372"/>
                <a:gd name="connsiteX1730" fmla="*/ 37554684 w 58051775"/>
                <a:gd name="connsiteY1730" fmla="*/ 43592751 h 57949372"/>
                <a:gd name="connsiteX1731" fmla="*/ 37601434 w 58051775"/>
                <a:gd name="connsiteY1731" fmla="*/ 43918573 h 57949372"/>
                <a:gd name="connsiteX1732" fmla="*/ 37560252 w 58051775"/>
                <a:gd name="connsiteY1732" fmla="*/ 44069001 h 57949372"/>
                <a:gd name="connsiteX1733" fmla="*/ 37515802 w 58051775"/>
                <a:gd name="connsiteY1733" fmla="*/ 44145201 h 57949372"/>
                <a:gd name="connsiteX1734" fmla="*/ 37465636 w 58051775"/>
                <a:gd name="connsiteY1734" fmla="*/ 44217023 h 57949372"/>
                <a:gd name="connsiteX1735" fmla="*/ 37367210 w 58051775"/>
                <a:gd name="connsiteY1735" fmla="*/ 44327075 h 57949372"/>
                <a:gd name="connsiteX1736" fmla="*/ 37283128 w 58051775"/>
                <a:gd name="connsiteY1736" fmla="*/ 44422325 h 57949372"/>
                <a:gd name="connsiteX1737" fmla="*/ 37236662 w 58051775"/>
                <a:gd name="connsiteY1737" fmla="*/ 44502751 h 57949372"/>
                <a:gd name="connsiteX1738" fmla="*/ 37200522 w 58051775"/>
                <a:gd name="connsiteY1738" fmla="*/ 44557247 h 57949372"/>
                <a:gd name="connsiteX1739" fmla="*/ 37162512 w 58051775"/>
                <a:gd name="connsiteY1739" fmla="*/ 44601229 h 57949372"/>
                <a:gd name="connsiteX1740" fmla="*/ 37117848 w 58051775"/>
                <a:gd name="connsiteY1740" fmla="*/ 44645189 h 57949372"/>
                <a:gd name="connsiteX1741" fmla="*/ 37077274 w 58051775"/>
                <a:gd name="connsiteY1741" fmla="*/ 44679789 h 57949372"/>
                <a:gd name="connsiteX1742" fmla="*/ 37022452 w 58051775"/>
                <a:gd name="connsiteY1742" fmla="*/ 44716732 h 57949372"/>
                <a:gd name="connsiteX1743" fmla="*/ 36954264 w 58051775"/>
                <a:gd name="connsiteY1743" fmla="*/ 44771616 h 57949372"/>
                <a:gd name="connsiteX1744" fmla="*/ 36895724 w 58051775"/>
                <a:gd name="connsiteY1744" fmla="*/ 44824164 h 57949372"/>
                <a:gd name="connsiteX1745" fmla="*/ 36824332 w 58051775"/>
                <a:gd name="connsiteY1745" fmla="*/ 44868392 h 57949372"/>
                <a:gd name="connsiteX1746" fmla="*/ 36722390 w 58051775"/>
                <a:gd name="connsiteY1746" fmla="*/ 44912960 h 57949372"/>
                <a:gd name="connsiteX1747" fmla="*/ 36621800 w 58051775"/>
                <a:gd name="connsiteY1747" fmla="*/ 44958732 h 57949372"/>
                <a:gd name="connsiteX1748" fmla="*/ 36530620 w 58051775"/>
                <a:gd name="connsiteY1748" fmla="*/ 44996100 h 57949372"/>
                <a:gd name="connsiteX1749" fmla="*/ 36397164 w 58051775"/>
                <a:gd name="connsiteY1749" fmla="*/ 45051336 h 57949372"/>
                <a:gd name="connsiteX1750" fmla="*/ 36271532 w 58051775"/>
                <a:gd name="connsiteY1750" fmla="*/ 45086424 h 57949372"/>
                <a:gd name="connsiteX1751" fmla="*/ 36129624 w 58051775"/>
                <a:gd name="connsiteY1751" fmla="*/ 45131248 h 57949372"/>
                <a:gd name="connsiteX1752" fmla="*/ 36092208 w 58051775"/>
                <a:gd name="connsiteY1752" fmla="*/ 45167096 h 57949372"/>
                <a:gd name="connsiteX1753" fmla="*/ 35791182 w 58051775"/>
                <a:gd name="connsiteY1753" fmla="*/ 45172336 h 57949372"/>
                <a:gd name="connsiteX1754" fmla="*/ 35333992 w 58051775"/>
                <a:gd name="connsiteY1754" fmla="*/ 45174428 h 57949372"/>
                <a:gd name="connsiteX1755" fmla="*/ 35141032 w 58051775"/>
                <a:gd name="connsiteY1755" fmla="*/ 45140312 h 57949372"/>
                <a:gd name="connsiteX1756" fmla="*/ 35043192 w 58051775"/>
                <a:gd name="connsiteY1756" fmla="*/ 45084296 h 57949372"/>
                <a:gd name="connsiteX1757" fmla="*/ 34967616 w 58051775"/>
                <a:gd name="connsiteY1757" fmla="*/ 45028980 h 57949372"/>
                <a:gd name="connsiteX1758" fmla="*/ 34914398 w 58051775"/>
                <a:gd name="connsiteY1758" fmla="*/ 44990208 h 57949372"/>
                <a:gd name="connsiteX1759" fmla="*/ 34797220 w 58051775"/>
                <a:gd name="connsiteY1759" fmla="*/ 44866472 h 57949372"/>
                <a:gd name="connsiteX1760" fmla="*/ 34765680 w 58051775"/>
                <a:gd name="connsiteY1760" fmla="*/ 44663272 h 57949372"/>
                <a:gd name="connsiteX1761" fmla="*/ 34765124 w 58051775"/>
                <a:gd name="connsiteY1761" fmla="*/ 44318843 h 57949372"/>
                <a:gd name="connsiteX1762" fmla="*/ 34802858 w 58051775"/>
                <a:gd name="connsiteY1762" fmla="*/ 44115643 h 57949372"/>
                <a:gd name="connsiteX1763" fmla="*/ 34917868 w 58051775"/>
                <a:gd name="connsiteY1763" fmla="*/ 43965448 h 57949372"/>
                <a:gd name="connsiteX1764" fmla="*/ 34963102 w 58051775"/>
                <a:gd name="connsiteY1764" fmla="*/ 43910251 h 57949372"/>
                <a:gd name="connsiteX1765" fmla="*/ 35007918 w 58051775"/>
                <a:gd name="connsiteY1765" fmla="*/ 43855244 h 57949372"/>
                <a:gd name="connsiteX1766" fmla="*/ 35039302 w 58051775"/>
                <a:gd name="connsiteY1766" fmla="*/ 43814989 h 57949372"/>
                <a:gd name="connsiteX1767" fmla="*/ 35091538 w 58051775"/>
                <a:gd name="connsiteY1767" fmla="*/ 43732364 h 57949372"/>
                <a:gd name="connsiteX1768" fmla="*/ 35049056 w 58051775"/>
                <a:gd name="connsiteY1768" fmla="*/ 43645548 h 57949372"/>
                <a:gd name="connsiteX1769" fmla="*/ 34926168 w 58051775"/>
                <a:gd name="connsiteY1769" fmla="*/ 43617184 h 57949372"/>
                <a:gd name="connsiteX1770" fmla="*/ 34777042 w 58051775"/>
                <a:gd name="connsiteY1770" fmla="*/ 43574250 h 57949372"/>
                <a:gd name="connsiteX1771" fmla="*/ 34635840 w 58051775"/>
                <a:gd name="connsiteY1771" fmla="*/ 43526234 h 57949372"/>
                <a:gd name="connsiteX1772" fmla="*/ 34559876 w 58051775"/>
                <a:gd name="connsiteY1772" fmla="*/ 43472175 h 57949372"/>
                <a:gd name="connsiteX1773" fmla="*/ 34518602 w 58051775"/>
                <a:gd name="connsiteY1773" fmla="*/ 43439753 h 57949372"/>
                <a:gd name="connsiteX1774" fmla="*/ 34474152 w 58051775"/>
                <a:gd name="connsiteY1774" fmla="*/ 43394217 h 57949372"/>
                <a:gd name="connsiteX1775" fmla="*/ 34429702 w 58051775"/>
                <a:gd name="connsiteY1775" fmla="*/ 43344493 h 57949372"/>
                <a:gd name="connsiteX1776" fmla="*/ 34385592 w 58051775"/>
                <a:gd name="connsiteY1776" fmla="*/ 43287349 h 57949372"/>
                <a:gd name="connsiteX1777" fmla="*/ 34332928 w 58051775"/>
                <a:gd name="connsiteY1777" fmla="*/ 43208083 h 57949372"/>
                <a:gd name="connsiteX1778" fmla="*/ 34288252 w 58051775"/>
                <a:gd name="connsiteY1778" fmla="*/ 43129474 h 57949372"/>
                <a:gd name="connsiteX1779" fmla="*/ 34240784 w 58051775"/>
                <a:gd name="connsiteY1779" fmla="*/ 43035690 h 57949372"/>
                <a:gd name="connsiteX1780" fmla="*/ 34196212 w 58051775"/>
                <a:gd name="connsiteY1780" fmla="*/ 42940226 h 57949372"/>
                <a:gd name="connsiteX1781" fmla="*/ 34163002 w 58051775"/>
                <a:gd name="connsiteY1781" fmla="*/ 42777142 h 57949372"/>
                <a:gd name="connsiteX1782" fmla="*/ 34195952 w 58051775"/>
                <a:gd name="connsiteY1782" fmla="*/ 42624717 h 57949372"/>
                <a:gd name="connsiteX1783" fmla="*/ 34239212 w 58051775"/>
                <a:gd name="connsiteY1783" fmla="*/ 42506830 h 57949372"/>
                <a:gd name="connsiteX1784" fmla="*/ 34281852 w 58051775"/>
                <a:gd name="connsiteY1784" fmla="*/ 42374199 h 57949372"/>
                <a:gd name="connsiteX1785" fmla="*/ 34328700 w 58051775"/>
                <a:gd name="connsiteY1785" fmla="*/ 42307546 h 57949372"/>
                <a:gd name="connsiteX1786" fmla="*/ 34374778 w 58051775"/>
                <a:gd name="connsiteY1786" fmla="*/ 42258960 h 57949372"/>
                <a:gd name="connsiteX1787" fmla="*/ 34414844 w 58051775"/>
                <a:gd name="connsiteY1787" fmla="*/ 42197066 h 57949372"/>
                <a:gd name="connsiteX1788" fmla="*/ 34555632 w 58051775"/>
                <a:gd name="connsiteY1788" fmla="*/ 42087801 h 57949372"/>
                <a:gd name="connsiteX1789" fmla="*/ 34608768 w 58051775"/>
                <a:gd name="connsiteY1789" fmla="*/ 42044061 h 57949372"/>
                <a:gd name="connsiteX1790" fmla="*/ 34677148 w 58051775"/>
                <a:gd name="connsiteY1790" fmla="*/ 41986269 h 57949372"/>
                <a:gd name="connsiteX1791" fmla="*/ 34739088 w 58051775"/>
                <a:gd name="connsiteY1791" fmla="*/ 41942659 h 57949372"/>
                <a:gd name="connsiteX1792" fmla="*/ 34815982 w 58051775"/>
                <a:gd name="connsiteY1792" fmla="*/ 41904476 h 57949372"/>
                <a:gd name="connsiteX1793" fmla="*/ 34899072 w 58051775"/>
                <a:gd name="connsiteY1793" fmla="*/ 41859945 h 57949372"/>
                <a:gd name="connsiteX1794" fmla="*/ 34978796 w 58051775"/>
                <a:gd name="connsiteY1794" fmla="*/ 41809096 h 57949372"/>
                <a:gd name="connsiteX1795" fmla="*/ 35064702 w 58051775"/>
                <a:gd name="connsiteY1795" fmla="*/ 41756748 h 57949372"/>
                <a:gd name="connsiteX1796" fmla="*/ 35195040 w 58051775"/>
                <a:gd name="connsiteY1796" fmla="*/ 41714239 h 57949372"/>
                <a:gd name="connsiteX1797" fmla="*/ 35330312 w 58051775"/>
                <a:gd name="connsiteY1797" fmla="*/ 41669870 h 57949372"/>
                <a:gd name="connsiteX1798" fmla="*/ 35470088 w 58051775"/>
                <a:gd name="connsiteY1798" fmla="*/ 41630601 h 57949372"/>
                <a:gd name="connsiteX1799" fmla="*/ 35639616 w 58051775"/>
                <a:gd name="connsiteY1799" fmla="*/ 41585317 h 57949372"/>
                <a:gd name="connsiteX1800" fmla="*/ 39532944 w 58051775"/>
                <a:gd name="connsiteY1800" fmla="*/ 41531964 h 57949372"/>
                <a:gd name="connsiteX1801" fmla="*/ 39582276 w 58051775"/>
                <a:gd name="connsiteY1801" fmla="*/ 41532358 h 57949372"/>
                <a:gd name="connsiteX1802" fmla="*/ 39714428 w 58051775"/>
                <a:gd name="connsiteY1802" fmla="*/ 41563181 h 57949372"/>
                <a:gd name="connsiteX1803" fmla="*/ 39737100 w 58051775"/>
                <a:gd name="connsiteY1803" fmla="*/ 41668929 h 57949372"/>
                <a:gd name="connsiteX1804" fmla="*/ 39601546 w 58051775"/>
                <a:gd name="connsiteY1804" fmla="*/ 41795700 h 57949372"/>
                <a:gd name="connsiteX1805" fmla="*/ 39471652 w 58051775"/>
                <a:gd name="connsiteY1805" fmla="*/ 41759606 h 57949372"/>
                <a:gd name="connsiteX1806" fmla="*/ 39456556 w 58051775"/>
                <a:gd name="connsiteY1806" fmla="*/ 41547517 h 57949372"/>
                <a:gd name="connsiteX1807" fmla="*/ 39532944 w 58051775"/>
                <a:gd name="connsiteY1807" fmla="*/ 41531964 h 57949372"/>
                <a:gd name="connsiteX1808" fmla="*/ 17913156 w 58051775"/>
                <a:gd name="connsiteY1808" fmla="*/ 41530460 h 57949372"/>
                <a:gd name="connsiteX1809" fmla="*/ 18098108 w 58051775"/>
                <a:gd name="connsiteY1809" fmla="*/ 41600441 h 57949372"/>
                <a:gd name="connsiteX1810" fmla="*/ 18110200 w 58051775"/>
                <a:gd name="connsiteY1810" fmla="*/ 41727255 h 57949372"/>
                <a:gd name="connsiteX1811" fmla="*/ 18079028 w 58051775"/>
                <a:gd name="connsiteY1811" fmla="*/ 41853427 h 57949372"/>
                <a:gd name="connsiteX1812" fmla="*/ 17935408 w 58051775"/>
                <a:gd name="connsiteY1812" fmla="*/ 41884600 h 57949372"/>
                <a:gd name="connsiteX1813" fmla="*/ 17760952 w 58051775"/>
                <a:gd name="connsiteY1813" fmla="*/ 41727806 h 57949372"/>
                <a:gd name="connsiteX1814" fmla="*/ 17850996 w 58051775"/>
                <a:gd name="connsiteY1814" fmla="*/ 41546444 h 57949372"/>
                <a:gd name="connsiteX1815" fmla="*/ 17913156 w 58051775"/>
                <a:gd name="connsiteY1815" fmla="*/ 41530460 h 57949372"/>
                <a:gd name="connsiteX1816" fmla="*/ 19508696 w 58051775"/>
                <a:gd name="connsiteY1816" fmla="*/ 41266439 h 57949372"/>
                <a:gd name="connsiteX1817" fmla="*/ 19566556 w 58051775"/>
                <a:gd name="connsiteY1817" fmla="*/ 41273230 h 57949372"/>
                <a:gd name="connsiteX1818" fmla="*/ 19658404 w 58051775"/>
                <a:gd name="connsiteY1818" fmla="*/ 41302601 h 57949372"/>
                <a:gd name="connsiteX1819" fmla="*/ 19685000 w 58051775"/>
                <a:gd name="connsiteY1819" fmla="*/ 41503600 h 57949372"/>
                <a:gd name="connsiteX1820" fmla="*/ 19473832 w 58051775"/>
                <a:gd name="connsiteY1820" fmla="*/ 41501647 h 57949372"/>
                <a:gd name="connsiteX1821" fmla="*/ 19475452 w 58051775"/>
                <a:gd name="connsiteY1821" fmla="*/ 41279270 h 57949372"/>
                <a:gd name="connsiteX1822" fmla="*/ 19508696 w 58051775"/>
                <a:gd name="connsiteY1822" fmla="*/ 41266439 h 57949372"/>
                <a:gd name="connsiteX1823" fmla="*/ 40518004 w 58051775"/>
                <a:gd name="connsiteY1823" fmla="*/ 41186100 h 57949372"/>
                <a:gd name="connsiteX1824" fmla="*/ 40640002 w 58051775"/>
                <a:gd name="connsiteY1824" fmla="*/ 41314160 h 57949372"/>
                <a:gd name="connsiteX1825" fmla="*/ 40515536 w 58051775"/>
                <a:gd name="connsiteY1825" fmla="*/ 41436646 h 57949372"/>
                <a:gd name="connsiteX1826" fmla="*/ 40388416 w 58051775"/>
                <a:gd name="connsiteY1826" fmla="*/ 41308589 h 57949372"/>
                <a:gd name="connsiteX1827" fmla="*/ 40412856 w 58051775"/>
                <a:gd name="connsiteY1827" fmla="*/ 41206831 h 57949372"/>
                <a:gd name="connsiteX1828" fmla="*/ 40518004 w 58051775"/>
                <a:gd name="connsiteY1828" fmla="*/ 41186100 h 57949372"/>
                <a:gd name="connsiteX1829" fmla="*/ 38551180 w 58051775"/>
                <a:gd name="connsiteY1829" fmla="*/ 41177311 h 57949372"/>
                <a:gd name="connsiteX1830" fmla="*/ 38716516 w 58051775"/>
                <a:gd name="connsiteY1830" fmla="*/ 41250195 h 57949372"/>
                <a:gd name="connsiteX1831" fmla="*/ 38758876 w 58051775"/>
                <a:gd name="connsiteY1831" fmla="*/ 41384742 h 57949372"/>
                <a:gd name="connsiteX1832" fmla="*/ 38530884 w 58051775"/>
                <a:gd name="connsiteY1832" fmla="*/ 41509950 h 57949372"/>
                <a:gd name="connsiteX1833" fmla="*/ 38340748 w 58051775"/>
                <a:gd name="connsiteY1833" fmla="*/ 41490900 h 57949372"/>
                <a:gd name="connsiteX1834" fmla="*/ 38331688 w 58051775"/>
                <a:gd name="connsiteY1834" fmla="*/ 41383024 h 57949372"/>
                <a:gd name="connsiteX1835" fmla="*/ 38375184 w 58051775"/>
                <a:gd name="connsiteY1835" fmla="*/ 41275074 h 57949372"/>
                <a:gd name="connsiteX1836" fmla="*/ 38448460 w 58051775"/>
                <a:gd name="connsiteY1836" fmla="*/ 41228225 h 57949372"/>
                <a:gd name="connsiteX1837" fmla="*/ 38503480 w 58051775"/>
                <a:gd name="connsiteY1837" fmla="*/ 41188680 h 57949372"/>
                <a:gd name="connsiteX1838" fmla="*/ 38551180 w 58051775"/>
                <a:gd name="connsiteY1838" fmla="*/ 41177311 h 57949372"/>
                <a:gd name="connsiteX1839" fmla="*/ 39133568 w 58051775"/>
                <a:gd name="connsiteY1839" fmla="*/ 41124330 h 57949372"/>
                <a:gd name="connsiteX1840" fmla="*/ 39217260 w 58051775"/>
                <a:gd name="connsiteY1840" fmla="*/ 41155371 h 57949372"/>
                <a:gd name="connsiteX1841" fmla="*/ 39288128 w 58051775"/>
                <a:gd name="connsiteY1841" fmla="*/ 41313101 h 57949372"/>
                <a:gd name="connsiteX1842" fmla="*/ 39177720 w 58051775"/>
                <a:gd name="connsiteY1842" fmla="*/ 41431556 h 57949372"/>
                <a:gd name="connsiteX1843" fmla="*/ 39055252 w 58051775"/>
                <a:gd name="connsiteY1843" fmla="*/ 41320685 h 57949372"/>
                <a:gd name="connsiteX1844" fmla="*/ 39085656 w 58051775"/>
                <a:gd name="connsiteY1844" fmla="*/ 41142060 h 57949372"/>
                <a:gd name="connsiteX1845" fmla="*/ 39133568 w 58051775"/>
                <a:gd name="connsiteY1845" fmla="*/ 41124330 h 57949372"/>
                <a:gd name="connsiteX1846" fmla="*/ 41359534 w 58051775"/>
                <a:gd name="connsiteY1846" fmla="*/ 41001972 h 57949372"/>
                <a:gd name="connsiteX1847" fmla="*/ 41484552 w 58051775"/>
                <a:gd name="connsiteY1847" fmla="*/ 41034972 h 57949372"/>
                <a:gd name="connsiteX1848" fmla="*/ 41513504 w 58051775"/>
                <a:gd name="connsiteY1848" fmla="*/ 41202298 h 57949372"/>
                <a:gd name="connsiteX1849" fmla="*/ 41429700 w 58051775"/>
                <a:gd name="connsiteY1849" fmla="*/ 41426471 h 57949372"/>
                <a:gd name="connsiteX1850" fmla="*/ 41291582 w 58051775"/>
                <a:gd name="connsiteY1850" fmla="*/ 41389121 h 57949372"/>
                <a:gd name="connsiteX1851" fmla="*/ 41236508 w 58051775"/>
                <a:gd name="connsiteY1851" fmla="*/ 41325482 h 57949372"/>
                <a:gd name="connsiteX1852" fmla="*/ 41236012 w 58051775"/>
                <a:gd name="connsiteY1852" fmla="*/ 41112118 h 57949372"/>
                <a:gd name="connsiteX1853" fmla="*/ 41293068 w 58051775"/>
                <a:gd name="connsiteY1853" fmla="*/ 41061014 h 57949372"/>
                <a:gd name="connsiteX1854" fmla="*/ 41328804 w 58051775"/>
                <a:gd name="connsiteY1854" fmla="*/ 41010273 h 57949372"/>
                <a:gd name="connsiteX1855" fmla="*/ 41359534 w 58051775"/>
                <a:gd name="connsiteY1855" fmla="*/ 41001972 h 57949372"/>
                <a:gd name="connsiteX1856" fmla="*/ 16481980 w 58051775"/>
                <a:gd name="connsiteY1856" fmla="*/ 40914028 h 57949372"/>
                <a:gd name="connsiteX1857" fmla="*/ 16567152 w 58051775"/>
                <a:gd name="connsiteY1857" fmla="*/ 40939049 h 57949372"/>
                <a:gd name="connsiteX1858" fmla="*/ 16679444 w 58051775"/>
                <a:gd name="connsiteY1858" fmla="*/ 41160906 h 57949372"/>
                <a:gd name="connsiteX1859" fmla="*/ 16690136 w 58051775"/>
                <a:gd name="connsiteY1859" fmla="*/ 41301185 h 57949372"/>
                <a:gd name="connsiteX1860" fmla="*/ 16644520 w 58051775"/>
                <a:gd name="connsiteY1860" fmla="*/ 41342972 h 57949372"/>
                <a:gd name="connsiteX1861" fmla="*/ 16598904 w 58051775"/>
                <a:gd name="connsiteY1861" fmla="*/ 41399282 h 57949372"/>
                <a:gd name="connsiteX1862" fmla="*/ 16387912 w 58051775"/>
                <a:gd name="connsiteY1862" fmla="*/ 41416143 h 57949372"/>
                <a:gd name="connsiteX1863" fmla="*/ 16335664 w 58051775"/>
                <a:gd name="connsiteY1863" fmla="*/ 41360438 h 57949372"/>
                <a:gd name="connsiteX1864" fmla="*/ 16279960 w 58051775"/>
                <a:gd name="connsiteY1864" fmla="*/ 41308193 h 57949372"/>
                <a:gd name="connsiteX1865" fmla="*/ 16249828 w 58051775"/>
                <a:gd name="connsiteY1865" fmla="*/ 41182926 h 57949372"/>
                <a:gd name="connsiteX1866" fmla="*/ 16307136 w 58051775"/>
                <a:gd name="connsiteY1866" fmla="*/ 41022787 h 57949372"/>
                <a:gd name="connsiteX1867" fmla="*/ 16365296 w 58051775"/>
                <a:gd name="connsiteY1867" fmla="*/ 40976287 h 57949372"/>
                <a:gd name="connsiteX1868" fmla="*/ 16407512 w 58051775"/>
                <a:gd name="connsiteY1868" fmla="*/ 40924802 h 57949372"/>
                <a:gd name="connsiteX1869" fmla="*/ 16481980 w 58051775"/>
                <a:gd name="connsiteY1869" fmla="*/ 40914028 h 57949372"/>
                <a:gd name="connsiteX1870" fmla="*/ 17277988 w 58051775"/>
                <a:gd name="connsiteY1870" fmla="*/ 40843200 h 57949372"/>
                <a:gd name="connsiteX1871" fmla="*/ 17373580 w 58051775"/>
                <a:gd name="connsiteY1871" fmla="*/ 40881269 h 57949372"/>
                <a:gd name="connsiteX1872" fmla="*/ 17431928 w 58051775"/>
                <a:gd name="connsiteY1872" fmla="*/ 40927179 h 57949372"/>
                <a:gd name="connsiteX1873" fmla="*/ 17481376 w 58051775"/>
                <a:gd name="connsiteY1873" fmla="*/ 41029691 h 57949372"/>
                <a:gd name="connsiteX1874" fmla="*/ 17473564 w 58051775"/>
                <a:gd name="connsiteY1874" fmla="*/ 41113004 h 57949372"/>
                <a:gd name="connsiteX1875" fmla="*/ 17247836 w 58051775"/>
                <a:gd name="connsiteY1875" fmla="*/ 41165180 h 57949372"/>
                <a:gd name="connsiteX1876" fmla="*/ 17093088 w 58051775"/>
                <a:gd name="connsiteY1876" fmla="*/ 41125068 h 57949372"/>
                <a:gd name="connsiteX1877" fmla="*/ 17092760 w 58051775"/>
                <a:gd name="connsiteY1877" fmla="*/ 40962408 h 57949372"/>
                <a:gd name="connsiteX1878" fmla="*/ 17140384 w 58051775"/>
                <a:gd name="connsiteY1878" fmla="*/ 40906464 h 57949372"/>
                <a:gd name="connsiteX1879" fmla="*/ 17186776 w 58051775"/>
                <a:gd name="connsiteY1879" fmla="*/ 40857109 h 57949372"/>
                <a:gd name="connsiteX1880" fmla="*/ 17277988 w 58051775"/>
                <a:gd name="connsiteY1880" fmla="*/ 40843200 h 57949372"/>
                <a:gd name="connsiteX1881" fmla="*/ 39896558 w 58051775"/>
                <a:gd name="connsiteY1881" fmla="*/ 40825480 h 57949372"/>
                <a:gd name="connsiteX1882" fmla="*/ 39954202 w 58051775"/>
                <a:gd name="connsiteY1882" fmla="*/ 40825744 h 57949372"/>
                <a:gd name="connsiteX1883" fmla="*/ 40069660 w 58051775"/>
                <a:gd name="connsiteY1883" fmla="*/ 40880168 h 57949372"/>
                <a:gd name="connsiteX1884" fmla="*/ 40143412 w 58051775"/>
                <a:gd name="connsiteY1884" fmla="*/ 40938041 h 57949372"/>
                <a:gd name="connsiteX1885" fmla="*/ 40195502 w 58051775"/>
                <a:gd name="connsiteY1885" fmla="*/ 41098862 h 57949372"/>
                <a:gd name="connsiteX1886" fmla="*/ 40137056 w 58051775"/>
                <a:gd name="connsiteY1886" fmla="*/ 41250093 h 57949372"/>
                <a:gd name="connsiteX1887" fmla="*/ 40077504 w 58051775"/>
                <a:gd name="connsiteY1887" fmla="*/ 41293870 h 57949372"/>
                <a:gd name="connsiteX1888" fmla="*/ 39834652 w 58051775"/>
                <a:gd name="connsiteY1888" fmla="*/ 41307265 h 57949372"/>
                <a:gd name="connsiteX1889" fmla="*/ 39747180 w 58051775"/>
                <a:gd name="connsiteY1889" fmla="*/ 41254654 h 57949372"/>
                <a:gd name="connsiteX1890" fmla="*/ 39674802 w 58051775"/>
                <a:gd name="connsiteY1890" fmla="*/ 41078361 h 57949372"/>
                <a:gd name="connsiteX1891" fmla="*/ 39734740 w 58051775"/>
                <a:gd name="connsiteY1891" fmla="*/ 40925403 h 57949372"/>
                <a:gd name="connsiteX1892" fmla="*/ 39803328 w 58051775"/>
                <a:gd name="connsiteY1892" fmla="*/ 40875893 h 57949372"/>
                <a:gd name="connsiteX1893" fmla="*/ 39856056 w 58051775"/>
                <a:gd name="connsiteY1893" fmla="*/ 40832546 h 57949372"/>
                <a:gd name="connsiteX1894" fmla="*/ 39896558 w 58051775"/>
                <a:gd name="connsiteY1894" fmla="*/ 40825480 h 57949372"/>
                <a:gd name="connsiteX1895" fmla="*/ 18162956 w 58051775"/>
                <a:gd name="connsiteY1895" fmla="*/ 40822938 h 57949372"/>
                <a:gd name="connsiteX1896" fmla="*/ 18197600 w 58051775"/>
                <a:gd name="connsiteY1896" fmla="*/ 40824646 h 57949372"/>
                <a:gd name="connsiteX1897" fmla="*/ 18321424 w 58051775"/>
                <a:gd name="connsiteY1897" fmla="*/ 40885979 h 57949372"/>
                <a:gd name="connsiteX1898" fmla="*/ 18376904 w 58051775"/>
                <a:gd name="connsiteY1898" fmla="*/ 40993637 h 57949372"/>
                <a:gd name="connsiteX1899" fmla="*/ 18187360 w 58051775"/>
                <a:gd name="connsiteY1899" fmla="*/ 41076212 h 57949372"/>
                <a:gd name="connsiteX1900" fmla="*/ 18051240 w 58051775"/>
                <a:gd name="connsiteY1900" fmla="*/ 41056037 h 57949372"/>
                <a:gd name="connsiteX1901" fmla="*/ 18052768 w 58051775"/>
                <a:gd name="connsiteY1901" fmla="*/ 40894899 h 57949372"/>
                <a:gd name="connsiteX1902" fmla="*/ 18095540 w 58051775"/>
                <a:gd name="connsiteY1902" fmla="*/ 40842574 h 57949372"/>
                <a:gd name="connsiteX1903" fmla="*/ 18162956 w 58051775"/>
                <a:gd name="connsiteY1903" fmla="*/ 40822938 h 57949372"/>
                <a:gd name="connsiteX1904" fmla="*/ 19913600 w 58051775"/>
                <a:gd name="connsiteY1904" fmla="*/ 40818501 h 57949372"/>
                <a:gd name="connsiteX1905" fmla="*/ 20040600 w 58051775"/>
                <a:gd name="connsiteY1905" fmla="*/ 40830277 h 57949372"/>
                <a:gd name="connsiteX1906" fmla="*/ 20054160 w 58051775"/>
                <a:gd name="connsiteY1906" fmla="*/ 41064411 h 57949372"/>
                <a:gd name="connsiteX1907" fmla="*/ 19786928 w 58051775"/>
                <a:gd name="connsiteY1907" fmla="*/ 41049553 h 57949372"/>
                <a:gd name="connsiteX1908" fmla="*/ 19778560 w 58051775"/>
                <a:gd name="connsiteY1908" fmla="*/ 40843333 h 57949372"/>
                <a:gd name="connsiteX1909" fmla="*/ 19913600 w 58051775"/>
                <a:gd name="connsiteY1909" fmla="*/ 40818501 h 57949372"/>
                <a:gd name="connsiteX1910" fmla="*/ 40928520 w 58051775"/>
                <a:gd name="connsiteY1910" fmla="*/ 40772515 h 57949372"/>
                <a:gd name="connsiteX1911" fmla="*/ 40974652 w 58051775"/>
                <a:gd name="connsiteY1911" fmla="*/ 40820141 h 57949372"/>
                <a:gd name="connsiteX1912" fmla="*/ 40975832 w 58051775"/>
                <a:gd name="connsiteY1912" fmla="*/ 41056275 h 57949372"/>
                <a:gd name="connsiteX1913" fmla="*/ 40874232 w 58051775"/>
                <a:gd name="connsiteY1913" fmla="*/ 41084500 h 57949372"/>
                <a:gd name="connsiteX1914" fmla="*/ 40741602 w 58051775"/>
                <a:gd name="connsiteY1914" fmla="*/ 40963016 h 57949372"/>
                <a:gd name="connsiteX1915" fmla="*/ 40800592 w 58051775"/>
                <a:gd name="connsiteY1915" fmla="*/ 40837523 h 57949372"/>
                <a:gd name="connsiteX1916" fmla="*/ 40866136 w 58051775"/>
                <a:gd name="connsiteY1916" fmla="*/ 40804312 h 57949372"/>
                <a:gd name="connsiteX1917" fmla="*/ 40928520 w 58051775"/>
                <a:gd name="connsiteY1917" fmla="*/ 40772515 h 57949372"/>
                <a:gd name="connsiteX1918" fmla="*/ 18853332 w 58051775"/>
                <a:gd name="connsiteY1918" fmla="*/ 40737482 h 57949372"/>
                <a:gd name="connsiteX1919" fmla="*/ 19054808 w 58051775"/>
                <a:gd name="connsiteY1919" fmla="*/ 40766343 h 57949372"/>
                <a:gd name="connsiteX1920" fmla="*/ 19079716 w 58051775"/>
                <a:gd name="connsiteY1920" fmla="*/ 40911962 h 57949372"/>
                <a:gd name="connsiteX1921" fmla="*/ 19061016 w 58051775"/>
                <a:gd name="connsiteY1921" fmla="*/ 41063934 h 57949372"/>
                <a:gd name="connsiteX1922" fmla="*/ 18815092 w 58051775"/>
                <a:gd name="connsiteY1922" fmla="*/ 41066290 h 57949372"/>
                <a:gd name="connsiteX1923" fmla="*/ 18739800 w 58051775"/>
                <a:gd name="connsiteY1923" fmla="*/ 40881303 h 57949372"/>
                <a:gd name="connsiteX1924" fmla="*/ 18805496 w 58051775"/>
                <a:gd name="connsiteY1924" fmla="*/ 40743420 h 57949372"/>
                <a:gd name="connsiteX1925" fmla="*/ 18853332 w 58051775"/>
                <a:gd name="connsiteY1925" fmla="*/ 40737482 h 57949372"/>
                <a:gd name="connsiteX1926" fmla="*/ 15708940 w 58051775"/>
                <a:gd name="connsiteY1926" fmla="*/ 40733654 h 57949372"/>
                <a:gd name="connsiteX1927" fmla="*/ 15751176 w 58051775"/>
                <a:gd name="connsiteY1927" fmla="*/ 40735635 h 57949372"/>
                <a:gd name="connsiteX1928" fmla="*/ 15887704 w 58051775"/>
                <a:gd name="connsiteY1928" fmla="*/ 40824147 h 57949372"/>
                <a:gd name="connsiteX1929" fmla="*/ 15755260 w 58051775"/>
                <a:gd name="connsiteY1929" fmla="*/ 40906697 h 57949372"/>
                <a:gd name="connsiteX1930" fmla="*/ 15653660 w 58051775"/>
                <a:gd name="connsiteY1930" fmla="*/ 40886739 h 57949372"/>
                <a:gd name="connsiteX1931" fmla="*/ 15649576 w 58051775"/>
                <a:gd name="connsiteY1931" fmla="*/ 40748964 h 57949372"/>
                <a:gd name="connsiteX1932" fmla="*/ 15708940 w 58051775"/>
                <a:gd name="connsiteY1932" fmla="*/ 40733654 h 57949372"/>
                <a:gd name="connsiteX1933" fmla="*/ 38216758 w 58051775"/>
                <a:gd name="connsiteY1933" fmla="*/ 40660051 h 57949372"/>
                <a:gd name="connsiteX1934" fmla="*/ 38315902 w 58051775"/>
                <a:gd name="connsiteY1934" fmla="*/ 40801128 h 57949372"/>
                <a:gd name="connsiteX1935" fmla="*/ 38198914 w 58051775"/>
                <a:gd name="connsiteY1935" fmla="*/ 40906700 h 57949372"/>
                <a:gd name="connsiteX1936" fmla="*/ 38074602 w 58051775"/>
                <a:gd name="connsiteY1936" fmla="*/ 40818975 h 57949372"/>
                <a:gd name="connsiteX1937" fmla="*/ 38129566 w 58051775"/>
                <a:gd name="connsiteY1937" fmla="*/ 40673480 h 57949372"/>
                <a:gd name="connsiteX1938" fmla="*/ 38216758 w 58051775"/>
                <a:gd name="connsiteY1938" fmla="*/ 40660051 h 57949372"/>
                <a:gd name="connsiteX1939" fmla="*/ 11727628 w 58051775"/>
                <a:gd name="connsiteY1939" fmla="*/ 40556345 h 57949372"/>
                <a:gd name="connsiteX1940" fmla="*/ 11921832 w 58051775"/>
                <a:gd name="connsiteY1940" fmla="*/ 40603865 h 57949372"/>
                <a:gd name="connsiteX1941" fmla="*/ 12032044 w 58051775"/>
                <a:gd name="connsiteY1941" fmla="*/ 40650727 h 57949372"/>
                <a:gd name="connsiteX1942" fmla="*/ 12135044 w 58051775"/>
                <a:gd name="connsiteY1942" fmla="*/ 40690982 h 57949372"/>
                <a:gd name="connsiteX1943" fmla="*/ 12230660 w 58051775"/>
                <a:gd name="connsiteY1943" fmla="*/ 40742982 h 57949372"/>
                <a:gd name="connsiteX1944" fmla="*/ 12335008 w 58051775"/>
                <a:gd name="connsiteY1944" fmla="*/ 40799586 h 57949372"/>
                <a:gd name="connsiteX1945" fmla="*/ 12389400 w 58051775"/>
                <a:gd name="connsiteY1945" fmla="*/ 40830502 h 57949372"/>
                <a:gd name="connsiteX1946" fmla="*/ 12561664 w 58051775"/>
                <a:gd name="connsiteY1946" fmla="*/ 40963499 h 57949372"/>
                <a:gd name="connsiteX1947" fmla="*/ 12631516 w 58051775"/>
                <a:gd name="connsiteY1947" fmla="*/ 41004169 h 57949372"/>
                <a:gd name="connsiteX1948" fmla="*/ 12700000 w 58051775"/>
                <a:gd name="connsiteY1948" fmla="*/ 41042898 h 57949372"/>
                <a:gd name="connsiteX1949" fmla="*/ 12901296 w 58051775"/>
                <a:gd name="connsiteY1949" fmla="*/ 41211502 h 57949372"/>
                <a:gd name="connsiteX1950" fmla="*/ 12925788 w 58051775"/>
                <a:gd name="connsiteY1950" fmla="*/ 41242151 h 57949372"/>
                <a:gd name="connsiteX1951" fmla="*/ 12968536 w 58051775"/>
                <a:gd name="connsiteY1951" fmla="*/ 41281935 h 57949372"/>
                <a:gd name="connsiteX1952" fmla="*/ 13082648 w 58051775"/>
                <a:gd name="connsiteY1952" fmla="*/ 41378286 h 57949372"/>
                <a:gd name="connsiteX1953" fmla="*/ 13180948 w 58051775"/>
                <a:gd name="connsiteY1953" fmla="*/ 41465502 h 57949372"/>
                <a:gd name="connsiteX1954" fmla="*/ 13204136 w 58051775"/>
                <a:gd name="connsiteY1954" fmla="*/ 41493621 h 57949372"/>
                <a:gd name="connsiteX1955" fmla="*/ 13262616 w 58051775"/>
                <a:gd name="connsiteY1955" fmla="*/ 41540093 h 57949372"/>
                <a:gd name="connsiteX1956" fmla="*/ 13366360 w 58051775"/>
                <a:gd name="connsiteY1956" fmla="*/ 41620147 h 57949372"/>
                <a:gd name="connsiteX1957" fmla="*/ 13502244 w 58051775"/>
                <a:gd name="connsiteY1957" fmla="*/ 41752486 h 57949372"/>
                <a:gd name="connsiteX1958" fmla="*/ 13789328 w 58051775"/>
                <a:gd name="connsiteY1958" fmla="*/ 42015034 h 57949372"/>
                <a:gd name="connsiteX1959" fmla="*/ 13875660 w 58051775"/>
                <a:gd name="connsiteY1959" fmla="*/ 42103677 h 57949372"/>
                <a:gd name="connsiteX1960" fmla="*/ 13968744 w 58051775"/>
                <a:gd name="connsiteY1960" fmla="*/ 42176702 h 57949372"/>
                <a:gd name="connsiteX1961" fmla="*/ 14152252 w 58051775"/>
                <a:gd name="connsiteY1961" fmla="*/ 42322752 h 57949372"/>
                <a:gd name="connsiteX1962" fmla="*/ 14318208 w 58051775"/>
                <a:gd name="connsiteY1962" fmla="*/ 42468802 h 57949372"/>
                <a:gd name="connsiteX1963" fmla="*/ 14411872 w 58051775"/>
                <a:gd name="connsiteY1963" fmla="*/ 42547988 h 57949372"/>
                <a:gd name="connsiteX1964" fmla="*/ 14502296 w 58051775"/>
                <a:gd name="connsiteY1964" fmla="*/ 42640063 h 57949372"/>
                <a:gd name="connsiteX1965" fmla="*/ 14592436 w 58051775"/>
                <a:gd name="connsiteY1965" fmla="*/ 42710102 h 57949372"/>
                <a:gd name="connsiteX1966" fmla="*/ 14695140 w 58051775"/>
                <a:gd name="connsiteY1966" fmla="*/ 42785911 h 57949372"/>
                <a:gd name="connsiteX1967" fmla="*/ 14794184 w 58051775"/>
                <a:gd name="connsiteY1967" fmla="*/ 42868461 h 57949372"/>
                <a:gd name="connsiteX1968" fmla="*/ 14873016 w 58051775"/>
                <a:gd name="connsiteY1968" fmla="*/ 42932352 h 57949372"/>
                <a:gd name="connsiteX1969" fmla="*/ 14947032 w 58051775"/>
                <a:gd name="connsiteY1969" fmla="*/ 42989502 h 57949372"/>
                <a:gd name="connsiteX1970" fmla="*/ 14979652 w 58051775"/>
                <a:gd name="connsiteY1970" fmla="*/ 43027602 h 57949372"/>
                <a:gd name="connsiteX1971" fmla="*/ 15017636 w 58051775"/>
                <a:gd name="connsiteY1971" fmla="*/ 43065702 h 57949372"/>
                <a:gd name="connsiteX1972" fmla="*/ 15079312 w 58051775"/>
                <a:gd name="connsiteY1972" fmla="*/ 43103802 h 57949372"/>
                <a:gd name="connsiteX1973" fmla="*/ 15134864 w 58051775"/>
                <a:gd name="connsiteY1973" fmla="*/ 43141902 h 57949372"/>
                <a:gd name="connsiteX1974" fmla="*/ 15187468 w 58051775"/>
                <a:gd name="connsiteY1974" fmla="*/ 43186352 h 57949372"/>
                <a:gd name="connsiteX1975" fmla="*/ 15239888 w 58051775"/>
                <a:gd name="connsiteY1975" fmla="*/ 43230802 h 57949372"/>
                <a:gd name="connsiteX1976" fmla="*/ 15316200 w 58051775"/>
                <a:gd name="connsiteY1976" fmla="*/ 43287952 h 57949372"/>
                <a:gd name="connsiteX1977" fmla="*/ 15390680 w 58051775"/>
                <a:gd name="connsiteY1977" fmla="*/ 43345102 h 57949372"/>
                <a:gd name="connsiteX1978" fmla="*/ 15417688 w 58051775"/>
                <a:gd name="connsiteY1978" fmla="*/ 43376641 h 57949372"/>
                <a:gd name="connsiteX1979" fmla="*/ 15454760 w 58051775"/>
                <a:gd name="connsiteY1979" fmla="*/ 43410075 h 57949372"/>
                <a:gd name="connsiteX1980" fmla="*/ 15521328 w 58051775"/>
                <a:gd name="connsiteY1980" fmla="*/ 43457911 h 57949372"/>
                <a:gd name="connsiteX1981" fmla="*/ 15632452 w 58051775"/>
                <a:gd name="connsiteY1981" fmla="*/ 43560190 h 57949372"/>
                <a:gd name="connsiteX1982" fmla="*/ 15697200 w 58051775"/>
                <a:gd name="connsiteY1982" fmla="*/ 43639769 h 57949372"/>
                <a:gd name="connsiteX1983" fmla="*/ 15738820 w 58051775"/>
                <a:gd name="connsiteY1983" fmla="*/ 43682858 h 57949372"/>
                <a:gd name="connsiteX1984" fmla="*/ 15795984 w 58051775"/>
                <a:gd name="connsiteY1984" fmla="*/ 43730278 h 57949372"/>
                <a:gd name="connsiteX1985" fmla="*/ 15914512 w 58051775"/>
                <a:gd name="connsiteY1985" fmla="*/ 43869690 h 57949372"/>
                <a:gd name="connsiteX1986" fmla="*/ 15970180 w 58051775"/>
                <a:gd name="connsiteY1986" fmla="*/ 44009505 h 57949372"/>
                <a:gd name="connsiteX1987" fmla="*/ 15909732 w 58051775"/>
                <a:gd name="connsiteY1987" fmla="*/ 44174437 h 57949372"/>
                <a:gd name="connsiteX1988" fmla="*/ 15748656 w 58051775"/>
                <a:gd name="connsiteY1988" fmla="*/ 44246101 h 57949372"/>
                <a:gd name="connsiteX1989" fmla="*/ 15712412 w 58051775"/>
                <a:gd name="connsiteY1989" fmla="*/ 44284902 h 57949372"/>
                <a:gd name="connsiteX1990" fmla="*/ 15550236 w 58051775"/>
                <a:gd name="connsiteY1990" fmla="*/ 44284902 h 57949372"/>
                <a:gd name="connsiteX1991" fmla="*/ 15309224 w 58051775"/>
                <a:gd name="connsiteY1991" fmla="*/ 44246495 h 57949372"/>
                <a:gd name="connsiteX1992" fmla="*/ 15146472 w 58051775"/>
                <a:gd name="connsiteY1992" fmla="*/ 44197986 h 57949372"/>
                <a:gd name="connsiteX1993" fmla="*/ 15026316 w 58051775"/>
                <a:gd name="connsiteY1993" fmla="*/ 44135677 h 57949372"/>
                <a:gd name="connsiteX1994" fmla="*/ 14954384 w 58051775"/>
                <a:gd name="connsiteY1994" fmla="*/ 44107102 h 57949372"/>
                <a:gd name="connsiteX1995" fmla="*/ 14853496 w 58051775"/>
                <a:gd name="connsiteY1995" fmla="*/ 44062652 h 57949372"/>
                <a:gd name="connsiteX1996" fmla="*/ 14776904 w 58051775"/>
                <a:gd name="connsiteY1996" fmla="*/ 44018202 h 57949372"/>
                <a:gd name="connsiteX1997" fmla="*/ 14697660 w 58051775"/>
                <a:gd name="connsiteY1997" fmla="*/ 43973777 h 57949372"/>
                <a:gd name="connsiteX1998" fmla="*/ 14627640 w 58051775"/>
                <a:gd name="connsiteY1998" fmla="*/ 43922078 h 57949372"/>
                <a:gd name="connsiteX1999" fmla="*/ 14586032 w 58051775"/>
                <a:gd name="connsiteY1999" fmla="*/ 43878660 h 57949372"/>
                <a:gd name="connsiteX2000" fmla="*/ 14528916 w 58051775"/>
                <a:gd name="connsiteY2000" fmla="*/ 43834077 h 57949372"/>
                <a:gd name="connsiteX2001" fmla="*/ 14477440 w 58051775"/>
                <a:gd name="connsiteY2001" fmla="*/ 43801248 h 57949372"/>
                <a:gd name="connsiteX2002" fmla="*/ 14418684 w 58051775"/>
                <a:gd name="connsiteY2002" fmla="*/ 43757765 h 57949372"/>
                <a:gd name="connsiteX2003" fmla="*/ 14323856 w 58051775"/>
                <a:gd name="connsiteY2003" fmla="*/ 43694287 h 57949372"/>
                <a:gd name="connsiteX2004" fmla="*/ 14262392 w 58051775"/>
                <a:gd name="connsiteY2004" fmla="*/ 43649902 h 57949372"/>
                <a:gd name="connsiteX2005" fmla="*/ 14231280 w 58051775"/>
                <a:gd name="connsiteY2005" fmla="*/ 43613591 h 57949372"/>
                <a:gd name="connsiteX2006" fmla="*/ 14174224 w 58051775"/>
                <a:gd name="connsiteY2006" fmla="*/ 43561424 h 57949372"/>
                <a:gd name="connsiteX2007" fmla="*/ 14121112 w 58051775"/>
                <a:gd name="connsiteY2007" fmla="*/ 43512010 h 57949372"/>
                <a:gd name="connsiteX2008" fmla="*/ 14076192 w 58051775"/>
                <a:gd name="connsiteY2008" fmla="*/ 43443031 h 57949372"/>
                <a:gd name="connsiteX2009" fmla="*/ 14046108 w 58051775"/>
                <a:gd name="connsiteY2009" fmla="*/ 43407613 h 57949372"/>
                <a:gd name="connsiteX2010" fmla="*/ 14077904 w 58051775"/>
                <a:gd name="connsiteY2010" fmla="*/ 43347883 h 57949372"/>
                <a:gd name="connsiteX2011" fmla="*/ 14109704 w 58051775"/>
                <a:gd name="connsiteY2011" fmla="*/ 43272719 h 57949372"/>
                <a:gd name="connsiteX2012" fmla="*/ 14147800 w 58051775"/>
                <a:gd name="connsiteY2012" fmla="*/ 43215470 h 57949372"/>
                <a:gd name="connsiteX2013" fmla="*/ 14168252 w 58051775"/>
                <a:gd name="connsiteY2013" fmla="*/ 43127531 h 57949372"/>
                <a:gd name="connsiteX2014" fmla="*/ 14123960 w 58051775"/>
                <a:gd name="connsiteY2014" fmla="*/ 43083096 h 57949372"/>
                <a:gd name="connsiteX2015" fmla="*/ 14077880 w 58051775"/>
                <a:gd name="connsiteY2015" fmla="*/ 43040274 h 57949372"/>
                <a:gd name="connsiteX2016" fmla="*/ 14033504 w 58051775"/>
                <a:gd name="connsiteY2016" fmla="*/ 42995852 h 57949372"/>
                <a:gd name="connsiteX2017" fmla="*/ 13991500 w 58051775"/>
                <a:gd name="connsiteY2017" fmla="*/ 42952332 h 57949372"/>
                <a:gd name="connsiteX2018" fmla="*/ 13940808 w 58051775"/>
                <a:gd name="connsiteY2018" fmla="*/ 42909073 h 57949372"/>
                <a:gd name="connsiteX2019" fmla="*/ 13884616 w 58051775"/>
                <a:gd name="connsiteY2019" fmla="*/ 42861807 h 57949372"/>
                <a:gd name="connsiteX2020" fmla="*/ 13696952 w 58051775"/>
                <a:gd name="connsiteY2020" fmla="*/ 42712145 h 57949372"/>
                <a:gd name="connsiteX2021" fmla="*/ 13623928 w 58051775"/>
                <a:gd name="connsiteY2021" fmla="*/ 42660514 h 57949372"/>
                <a:gd name="connsiteX2022" fmla="*/ 13589000 w 58051775"/>
                <a:gd name="connsiteY2022" fmla="*/ 42635117 h 57949372"/>
                <a:gd name="connsiteX2023" fmla="*/ 13549920 w 58051775"/>
                <a:gd name="connsiteY2023" fmla="*/ 42608096 h 57949372"/>
                <a:gd name="connsiteX2024" fmla="*/ 13491736 w 58051775"/>
                <a:gd name="connsiteY2024" fmla="*/ 42562762 h 57949372"/>
                <a:gd name="connsiteX2025" fmla="*/ 13415816 w 58051775"/>
                <a:gd name="connsiteY2025" fmla="*/ 42511916 h 57949372"/>
                <a:gd name="connsiteX2026" fmla="*/ 13340920 w 58051775"/>
                <a:gd name="connsiteY2026" fmla="*/ 42455271 h 57949372"/>
                <a:gd name="connsiteX2027" fmla="*/ 13269728 w 58051775"/>
                <a:gd name="connsiteY2027" fmla="*/ 42411351 h 57949372"/>
                <a:gd name="connsiteX2028" fmla="*/ 13185772 w 58051775"/>
                <a:gd name="connsiteY2028" fmla="*/ 42365739 h 57949372"/>
                <a:gd name="connsiteX2029" fmla="*/ 13125424 w 58051775"/>
                <a:gd name="connsiteY2029" fmla="*/ 42409311 h 57949372"/>
                <a:gd name="connsiteX2030" fmla="*/ 13173696 w 58051775"/>
                <a:gd name="connsiteY2030" fmla="*/ 42481762 h 57949372"/>
                <a:gd name="connsiteX2031" fmla="*/ 13208252 w 58051775"/>
                <a:gd name="connsiteY2031" fmla="*/ 42611705 h 57949372"/>
                <a:gd name="connsiteX2032" fmla="*/ 13277080 w 58051775"/>
                <a:gd name="connsiteY2032" fmla="*/ 42919305 h 57949372"/>
                <a:gd name="connsiteX2033" fmla="*/ 13239988 w 58051775"/>
                <a:gd name="connsiteY2033" fmla="*/ 43078402 h 57949372"/>
                <a:gd name="connsiteX2034" fmla="*/ 13210632 w 58051775"/>
                <a:gd name="connsiteY2034" fmla="*/ 43197496 h 57949372"/>
                <a:gd name="connsiteX2035" fmla="*/ 13170960 w 58051775"/>
                <a:gd name="connsiteY2035" fmla="*/ 43320604 h 57949372"/>
                <a:gd name="connsiteX2036" fmla="*/ 13131800 w 58051775"/>
                <a:gd name="connsiteY2036" fmla="*/ 43373779 h 57949372"/>
                <a:gd name="connsiteX2037" fmla="*/ 12905176 w 58051775"/>
                <a:gd name="connsiteY2037" fmla="*/ 43582266 h 57949372"/>
                <a:gd name="connsiteX2038" fmla="*/ 12861912 w 58051775"/>
                <a:gd name="connsiteY2038" fmla="*/ 43619163 h 57949372"/>
                <a:gd name="connsiteX2039" fmla="*/ 12815384 w 58051775"/>
                <a:gd name="connsiteY2039" fmla="*/ 43656013 h 57949372"/>
                <a:gd name="connsiteX2040" fmla="*/ 12664604 w 58051775"/>
                <a:gd name="connsiteY2040" fmla="*/ 43758785 h 57949372"/>
                <a:gd name="connsiteX2041" fmla="*/ 12782552 w 58051775"/>
                <a:gd name="connsiteY2041" fmla="*/ 43766441 h 57949372"/>
                <a:gd name="connsiteX2042" fmla="*/ 12955352 w 58051775"/>
                <a:gd name="connsiteY2042" fmla="*/ 43812503 h 57949372"/>
                <a:gd name="connsiteX2043" fmla="*/ 13133632 w 58051775"/>
                <a:gd name="connsiteY2043" fmla="*/ 43864168 h 57949372"/>
                <a:gd name="connsiteX2044" fmla="*/ 13311396 w 58051775"/>
                <a:gd name="connsiteY2044" fmla="*/ 43908252 h 57949372"/>
                <a:gd name="connsiteX2045" fmla="*/ 13461088 w 58051775"/>
                <a:gd name="connsiteY2045" fmla="*/ 43953747 h 57949372"/>
                <a:gd name="connsiteX2046" fmla="*/ 13600852 w 58051775"/>
                <a:gd name="connsiteY2046" fmla="*/ 43998563 h 57949372"/>
                <a:gd name="connsiteX2047" fmla="*/ 13704680 w 58051775"/>
                <a:gd name="connsiteY2047" fmla="*/ 44035401 h 57949372"/>
                <a:gd name="connsiteX2048" fmla="*/ 13807100 w 58051775"/>
                <a:gd name="connsiteY2048" fmla="*/ 44085720 h 57949372"/>
                <a:gd name="connsiteX2049" fmla="*/ 13897768 w 58051775"/>
                <a:gd name="connsiteY2049" fmla="*/ 44132502 h 57949372"/>
                <a:gd name="connsiteX2050" fmla="*/ 13999496 w 58051775"/>
                <a:gd name="connsiteY2050" fmla="*/ 44367452 h 57949372"/>
                <a:gd name="connsiteX2051" fmla="*/ 13957260 w 58051775"/>
                <a:gd name="connsiteY2051" fmla="*/ 44494452 h 57949372"/>
                <a:gd name="connsiteX2052" fmla="*/ 13913612 w 58051775"/>
                <a:gd name="connsiteY2052" fmla="*/ 44602402 h 57949372"/>
                <a:gd name="connsiteX2053" fmla="*/ 13875424 w 58051775"/>
                <a:gd name="connsiteY2053" fmla="*/ 44711472 h 57949372"/>
                <a:gd name="connsiteX2054" fmla="*/ 13837128 w 58051775"/>
                <a:gd name="connsiteY2054" fmla="*/ 44802796 h 57949372"/>
                <a:gd name="connsiteX2055" fmla="*/ 13784864 w 58051775"/>
                <a:gd name="connsiteY2055" fmla="*/ 44888048 h 57949372"/>
                <a:gd name="connsiteX2056" fmla="*/ 13741400 w 58051775"/>
                <a:gd name="connsiteY2056" fmla="*/ 44945024 h 57949372"/>
                <a:gd name="connsiteX2057" fmla="*/ 13706412 w 58051775"/>
                <a:gd name="connsiteY2057" fmla="*/ 44985656 h 57949372"/>
                <a:gd name="connsiteX2058" fmla="*/ 13655952 w 58051775"/>
                <a:gd name="connsiteY2058" fmla="*/ 45042764 h 57949372"/>
                <a:gd name="connsiteX2059" fmla="*/ 13615392 w 58051775"/>
                <a:gd name="connsiteY2059" fmla="*/ 45091040 h 57949372"/>
                <a:gd name="connsiteX2060" fmla="*/ 13582280 w 58051775"/>
                <a:gd name="connsiteY2060" fmla="*/ 45124272 h 57949372"/>
                <a:gd name="connsiteX2061" fmla="*/ 13434448 w 58051775"/>
                <a:gd name="connsiteY2061" fmla="*/ 45263420 h 57949372"/>
                <a:gd name="connsiteX2062" fmla="*/ 13291936 w 58051775"/>
                <a:gd name="connsiteY2062" fmla="*/ 45263620 h 57949372"/>
                <a:gd name="connsiteX2063" fmla="*/ 13144392 w 58051775"/>
                <a:gd name="connsiteY2063" fmla="*/ 45220204 h 57949372"/>
                <a:gd name="connsiteX2064" fmla="*/ 12925652 w 58051775"/>
                <a:gd name="connsiteY2064" fmla="*/ 45186600 h 57949372"/>
                <a:gd name="connsiteX2065" fmla="*/ 12703504 w 58051775"/>
                <a:gd name="connsiteY2065" fmla="*/ 45219664 h 57949372"/>
                <a:gd name="connsiteX2066" fmla="*/ 12467356 w 58051775"/>
                <a:gd name="connsiteY2066" fmla="*/ 45252124 h 57949372"/>
                <a:gd name="connsiteX2067" fmla="*/ 11957052 w 58051775"/>
                <a:gd name="connsiteY2067" fmla="*/ 45260420 h 57949372"/>
                <a:gd name="connsiteX2068" fmla="*/ 11639552 w 58051775"/>
                <a:gd name="connsiteY2068" fmla="*/ 45269316 h 57949372"/>
                <a:gd name="connsiteX2069" fmla="*/ 11571884 w 58051775"/>
                <a:gd name="connsiteY2069" fmla="*/ 45342164 h 57949372"/>
                <a:gd name="connsiteX2070" fmla="*/ 11173920 w 58051775"/>
                <a:gd name="connsiteY2070" fmla="*/ 45341636 h 57949372"/>
                <a:gd name="connsiteX2071" fmla="*/ 10675648 w 58051775"/>
                <a:gd name="connsiteY2071" fmla="*/ 45287876 h 57949372"/>
                <a:gd name="connsiteX2072" fmla="*/ 10577664 w 58051775"/>
                <a:gd name="connsiteY2072" fmla="*/ 45262800 h 57949372"/>
                <a:gd name="connsiteX2073" fmla="*/ 10473092 w 58051775"/>
                <a:gd name="connsiteY2073" fmla="*/ 45224700 h 57949372"/>
                <a:gd name="connsiteX2074" fmla="*/ 10416112 w 58051775"/>
                <a:gd name="connsiteY2074" fmla="*/ 45186600 h 57949372"/>
                <a:gd name="connsiteX2075" fmla="*/ 10261368 w 58051775"/>
                <a:gd name="connsiteY2075" fmla="*/ 45018132 h 57949372"/>
                <a:gd name="connsiteX2076" fmla="*/ 10133904 w 58051775"/>
                <a:gd name="connsiteY2076" fmla="*/ 44704000 h 57949372"/>
                <a:gd name="connsiteX2077" fmla="*/ 10121264 w 58051775"/>
                <a:gd name="connsiteY2077" fmla="*/ 44570652 h 57949372"/>
                <a:gd name="connsiteX2078" fmla="*/ 10111436 w 58051775"/>
                <a:gd name="connsiteY2078" fmla="*/ 44424602 h 57949372"/>
                <a:gd name="connsiteX2079" fmla="*/ 10102852 w 58051775"/>
                <a:gd name="connsiteY2079" fmla="*/ 44367452 h 57949372"/>
                <a:gd name="connsiteX2080" fmla="*/ 10020304 w 58051775"/>
                <a:gd name="connsiteY2080" fmla="*/ 44359437 h 57949372"/>
                <a:gd name="connsiteX2081" fmla="*/ 9851468 w 58051775"/>
                <a:gd name="connsiteY2081" fmla="*/ 44412612 h 57949372"/>
                <a:gd name="connsiteX2082" fmla="*/ 9880044 w 58051775"/>
                <a:gd name="connsiteY2082" fmla="*/ 44468547 h 57949372"/>
                <a:gd name="connsiteX2083" fmla="*/ 9906000 w 58051775"/>
                <a:gd name="connsiteY2083" fmla="*/ 44515973 h 57949372"/>
                <a:gd name="connsiteX2084" fmla="*/ 9956800 w 58051775"/>
                <a:gd name="connsiteY2084" fmla="*/ 44589702 h 57949372"/>
                <a:gd name="connsiteX2085" fmla="*/ 10007600 w 58051775"/>
                <a:gd name="connsiteY2085" fmla="*/ 44657143 h 57949372"/>
                <a:gd name="connsiteX2086" fmla="*/ 10045288 w 58051775"/>
                <a:gd name="connsiteY2086" fmla="*/ 44726816 h 57949372"/>
                <a:gd name="connsiteX2087" fmla="*/ 10085520 w 58051775"/>
                <a:gd name="connsiteY2087" fmla="*/ 44808096 h 57949372"/>
                <a:gd name="connsiteX2088" fmla="*/ 10130380 w 58051775"/>
                <a:gd name="connsiteY2088" fmla="*/ 44902256 h 57949372"/>
                <a:gd name="connsiteX2089" fmla="*/ 10172704 w 58051775"/>
                <a:gd name="connsiteY2089" fmla="*/ 44975868 h 57949372"/>
                <a:gd name="connsiteX2090" fmla="*/ 10212860 w 58051775"/>
                <a:gd name="connsiteY2090" fmla="*/ 45076064 h 57949372"/>
                <a:gd name="connsiteX2091" fmla="*/ 10254136 w 58051775"/>
                <a:gd name="connsiteY2091" fmla="*/ 45265072 h 57949372"/>
                <a:gd name="connsiteX2092" fmla="*/ 10226200 w 58051775"/>
                <a:gd name="connsiteY2092" fmla="*/ 45405964 h 57949372"/>
                <a:gd name="connsiteX2093" fmla="*/ 10178080 w 58051775"/>
                <a:gd name="connsiteY2093" fmla="*/ 45486244 h 57949372"/>
                <a:gd name="connsiteX2094" fmla="*/ 10113684 w 58051775"/>
                <a:gd name="connsiteY2094" fmla="*/ 45570776 h 57949372"/>
                <a:gd name="connsiteX2095" fmla="*/ 10068356 w 58051775"/>
                <a:gd name="connsiteY2095" fmla="*/ 45618400 h 57949372"/>
                <a:gd name="connsiteX2096" fmla="*/ 9920404 w 58051775"/>
                <a:gd name="connsiteY2096" fmla="*/ 45618400 h 57949372"/>
                <a:gd name="connsiteX2097" fmla="*/ 9712768 w 58051775"/>
                <a:gd name="connsiteY2097" fmla="*/ 45586628 h 57949372"/>
                <a:gd name="connsiteX2098" fmla="*/ 9574804 w 58051775"/>
                <a:gd name="connsiteY2098" fmla="*/ 45536600 h 57949372"/>
                <a:gd name="connsiteX2099" fmla="*/ 9463136 w 58051775"/>
                <a:gd name="connsiteY2099" fmla="*/ 45487252 h 57949372"/>
                <a:gd name="connsiteX2100" fmla="*/ 9384068 w 58051775"/>
                <a:gd name="connsiteY2100" fmla="*/ 45436416 h 57949372"/>
                <a:gd name="connsiteX2101" fmla="*/ 9317100 w 58051775"/>
                <a:gd name="connsiteY2101" fmla="*/ 45384184 h 57949372"/>
                <a:gd name="connsiteX2102" fmla="*/ 9276016 w 58051775"/>
                <a:gd name="connsiteY2102" fmla="*/ 45351700 h 57949372"/>
                <a:gd name="connsiteX2103" fmla="*/ 9192048 w 58051775"/>
                <a:gd name="connsiteY2103" fmla="*/ 45287872 h 57949372"/>
                <a:gd name="connsiteX2104" fmla="*/ 9129700 w 58051775"/>
                <a:gd name="connsiteY2104" fmla="*/ 45144996 h 57949372"/>
                <a:gd name="connsiteX2105" fmla="*/ 9170220 w 58051775"/>
                <a:gd name="connsiteY2105" fmla="*/ 45043728 h 57949372"/>
                <a:gd name="connsiteX2106" fmla="*/ 9330132 w 58051775"/>
                <a:gd name="connsiteY2106" fmla="*/ 45013652 h 57949372"/>
                <a:gd name="connsiteX2107" fmla="*/ 9347920 w 58051775"/>
                <a:gd name="connsiteY2107" fmla="*/ 44941164 h 57949372"/>
                <a:gd name="connsiteX2108" fmla="*/ 9133108 w 58051775"/>
                <a:gd name="connsiteY2108" fmla="*/ 44700516 h 57949372"/>
                <a:gd name="connsiteX2109" fmla="*/ 9085960 w 58051775"/>
                <a:gd name="connsiteY2109" fmla="*/ 44640502 h 57949372"/>
                <a:gd name="connsiteX2110" fmla="*/ 9049816 w 58051775"/>
                <a:gd name="connsiteY2110" fmla="*/ 44580022 h 57949372"/>
                <a:gd name="connsiteX2111" fmla="*/ 9012308 w 58051775"/>
                <a:gd name="connsiteY2111" fmla="*/ 44537346 h 57949372"/>
                <a:gd name="connsiteX2112" fmla="*/ 8953504 w 58051775"/>
                <a:gd name="connsiteY2112" fmla="*/ 44333311 h 57949372"/>
                <a:gd name="connsiteX2113" fmla="*/ 8992516 w 58051775"/>
                <a:gd name="connsiteY2113" fmla="*/ 44159282 h 57949372"/>
                <a:gd name="connsiteX2114" fmla="*/ 9170840 w 58051775"/>
                <a:gd name="connsiteY2114" fmla="*/ 44035060 h 57949372"/>
                <a:gd name="connsiteX2115" fmla="*/ 9231856 w 58051775"/>
                <a:gd name="connsiteY2115" fmla="*/ 43991500 h 57949372"/>
                <a:gd name="connsiteX2116" fmla="*/ 9278816 w 58051775"/>
                <a:gd name="connsiteY2116" fmla="*/ 43954702 h 57949372"/>
                <a:gd name="connsiteX2117" fmla="*/ 9337924 w 58051775"/>
                <a:gd name="connsiteY2117" fmla="*/ 43910252 h 57949372"/>
                <a:gd name="connsiteX2118" fmla="*/ 9431032 w 58051775"/>
                <a:gd name="connsiteY2118" fmla="*/ 43865802 h 57949372"/>
                <a:gd name="connsiteX2119" fmla="*/ 9483776 w 58051775"/>
                <a:gd name="connsiteY2119" fmla="*/ 43843577 h 57949372"/>
                <a:gd name="connsiteX2120" fmla="*/ 9483468 w 58051775"/>
                <a:gd name="connsiteY2120" fmla="*/ 43805917 h 57949372"/>
                <a:gd name="connsiteX2121" fmla="*/ 9416244 w 58051775"/>
                <a:gd name="connsiteY2121" fmla="*/ 43752150 h 57949372"/>
                <a:gd name="connsiteX2122" fmla="*/ 9303056 w 58051775"/>
                <a:gd name="connsiteY2122" fmla="*/ 43579144 h 57949372"/>
                <a:gd name="connsiteX2123" fmla="*/ 9300632 w 58051775"/>
                <a:gd name="connsiteY2123" fmla="*/ 43364664 h 57949372"/>
                <a:gd name="connsiteX2124" fmla="*/ 9358248 w 58051775"/>
                <a:gd name="connsiteY2124" fmla="*/ 43204990 h 57949372"/>
                <a:gd name="connsiteX2125" fmla="*/ 9278876 w 58051775"/>
                <a:gd name="connsiteY2125" fmla="*/ 43127022 h 57949372"/>
                <a:gd name="connsiteX2126" fmla="*/ 9113336 w 58051775"/>
                <a:gd name="connsiteY2126" fmla="*/ 43081056 h 57949372"/>
                <a:gd name="connsiteX2127" fmla="*/ 9036052 w 58051775"/>
                <a:gd name="connsiteY2127" fmla="*/ 43040302 h 57949372"/>
                <a:gd name="connsiteX2128" fmla="*/ 8961792 w 58051775"/>
                <a:gd name="connsiteY2128" fmla="*/ 43002202 h 57949372"/>
                <a:gd name="connsiteX2129" fmla="*/ 8904624 w 58051775"/>
                <a:gd name="connsiteY2129" fmla="*/ 42964102 h 57949372"/>
                <a:gd name="connsiteX2130" fmla="*/ 8711496 w 58051775"/>
                <a:gd name="connsiteY2130" fmla="*/ 42806202 h 57949372"/>
                <a:gd name="connsiteX2131" fmla="*/ 8592272 w 58051775"/>
                <a:gd name="connsiteY2131" fmla="*/ 42801827 h 57949372"/>
                <a:gd name="connsiteX2132" fmla="*/ 8572504 w 58051775"/>
                <a:gd name="connsiteY2132" fmla="*/ 42849495 h 57949372"/>
                <a:gd name="connsiteX2133" fmla="*/ 8535852 w 58051775"/>
                <a:gd name="connsiteY2133" fmla="*/ 42903526 h 57949372"/>
                <a:gd name="connsiteX2134" fmla="*/ 8484144 w 58051775"/>
                <a:gd name="connsiteY2134" fmla="*/ 42966986 h 57949372"/>
                <a:gd name="connsiteX2135" fmla="*/ 8444352 w 58051775"/>
                <a:gd name="connsiteY2135" fmla="*/ 43034901 h 57949372"/>
                <a:gd name="connsiteX2136" fmla="*/ 8405776 w 58051775"/>
                <a:gd name="connsiteY2136" fmla="*/ 43152528 h 57949372"/>
                <a:gd name="connsiteX2137" fmla="*/ 8306208 w 58051775"/>
                <a:gd name="connsiteY2137" fmla="*/ 43303979 h 57949372"/>
                <a:gd name="connsiteX2138" fmla="*/ 8174868 w 58051775"/>
                <a:gd name="connsiteY2138" fmla="*/ 43424669 h 57949372"/>
                <a:gd name="connsiteX2139" fmla="*/ 8089976 w 58051775"/>
                <a:gd name="connsiteY2139" fmla="*/ 43480343 h 57949372"/>
                <a:gd name="connsiteX2140" fmla="*/ 8032340 w 58051775"/>
                <a:gd name="connsiteY2140" fmla="*/ 43523699 h 57949372"/>
                <a:gd name="connsiteX2141" fmla="*/ 7985268 w 58051775"/>
                <a:gd name="connsiteY2141" fmla="*/ 43559154 h 57949372"/>
                <a:gd name="connsiteX2142" fmla="*/ 7856000 w 58051775"/>
                <a:gd name="connsiteY2142" fmla="*/ 43620623 h 57949372"/>
                <a:gd name="connsiteX2143" fmla="*/ 7758104 w 58051775"/>
                <a:gd name="connsiteY2143" fmla="*/ 43657629 h 57949372"/>
                <a:gd name="connsiteX2144" fmla="*/ 7658104 w 58051775"/>
                <a:gd name="connsiteY2144" fmla="*/ 43700848 h 57949372"/>
                <a:gd name="connsiteX2145" fmla="*/ 7466464 w 58051775"/>
                <a:gd name="connsiteY2145" fmla="*/ 43695788 h 57949372"/>
                <a:gd name="connsiteX2146" fmla="*/ 7404956 w 58051775"/>
                <a:gd name="connsiteY2146" fmla="*/ 43650255 h 57949372"/>
                <a:gd name="connsiteX2147" fmla="*/ 7359176 w 58051775"/>
                <a:gd name="connsiteY2147" fmla="*/ 43610298 h 57949372"/>
                <a:gd name="connsiteX2148" fmla="*/ 7315916 w 58051775"/>
                <a:gd name="connsiteY2148" fmla="*/ 43567721 h 57949372"/>
                <a:gd name="connsiteX2149" fmla="*/ 7258224 w 58051775"/>
                <a:gd name="connsiteY2149" fmla="*/ 43336222 h 57949372"/>
                <a:gd name="connsiteX2150" fmla="*/ 7295996 w 58051775"/>
                <a:gd name="connsiteY2150" fmla="*/ 43152072 h 57949372"/>
                <a:gd name="connsiteX2151" fmla="*/ 7345096 w 58051775"/>
                <a:gd name="connsiteY2151" fmla="*/ 43056512 h 57949372"/>
                <a:gd name="connsiteX2152" fmla="*/ 7402400 w 58051775"/>
                <a:gd name="connsiteY2152" fmla="*/ 42965693 h 57949372"/>
                <a:gd name="connsiteX2153" fmla="*/ 7442200 w 58051775"/>
                <a:gd name="connsiteY2153" fmla="*/ 42895002 h 57949372"/>
                <a:gd name="connsiteX2154" fmla="*/ 7493000 w 58051775"/>
                <a:gd name="connsiteY2154" fmla="*/ 42811702 h 57949372"/>
                <a:gd name="connsiteX2155" fmla="*/ 7543800 w 58051775"/>
                <a:gd name="connsiteY2155" fmla="*/ 42743219 h 57949372"/>
                <a:gd name="connsiteX2156" fmla="*/ 7581904 w 58051775"/>
                <a:gd name="connsiteY2156" fmla="*/ 42697402 h 57949372"/>
                <a:gd name="connsiteX2157" fmla="*/ 7620000 w 58051775"/>
                <a:gd name="connsiteY2157" fmla="*/ 42652412 h 57949372"/>
                <a:gd name="connsiteX2158" fmla="*/ 7658652 w 58051775"/>
                <a:gd name="connsiteY2158" fmla="*/ 42614567 h 57949372"/>
                <a:gd name="connsiteX2159" fmla="*/ 7711380 w 58051775"/>
                <a:gd name="connsiteY2159" fmla="*/ 42563686 h 57949372"/>
                <a:gd name="connsiteX2160" fmla="*/ 7748600 w 58051775"/>
                <a:gd name="connsiteY2160" fmla="*/ 42525444 h 57949372"/>
                <a:gd name="connsiteX2161" fmla="*/ 7797332 w 58051775"/>
                <a:gd name="connsiteY2161" fmla="*/ 42482162 h 57949372"/>
                <a:gd name="connsiteX2162" fmla="*/ 7854580 w 58051775"/>
                <a:gd name="connsiteY2162" fmla="*/ 42438280 h 57949372"/>
                <a:gd name="connsiteX2163" fmla="*/ 7905300 w 58051775"/>
                <a:gd name="connsiteY2163" fmla="*/ 42393476 h 57949372"/>
                <a:gd name="connsiteX2164" fmla="*/ 7963624 w 58051775"/>
                <a:gd name="connsiteY2164" fmla="*/ 42347994 h 57949372"/>
                <a:gd name="connsiteX2165" fmla="*/ 8036872 w 58051775"/>
                <a:gd name="connsiteY2165" fmla="*/ 42298047 h 57949372"/>
                <a:gd name="connsiteX2166" fmla="*/ 8111240 w 58051775"/>
                <a:gd name="connsiteY2166" fmla="*/ 42254793 h 57949372"/>
                <a:gd name="connsiteX2167" fmla="*/ 8193916 w 58051775"/>
                <a:gd name="connsiteY2167" fmla="*/ 42201212 h 57949372"/>
                <a:gd name="connsiteX2168" fmla="*/ 8255376 w 58051775"/>
                <a:gd name="connsiteY2168" fmla="*/ 42169205 h 57949372"/>
                <a:gd name="connsiteX2169" fmla="*/ 8350972 w 58051775"/>
                <a:gd name="connsiteY2169" fmla="*/ 42118237 h 57949372"/>
                <a:gd name="connsiteX2170" fmla="*/ 8449736 w 58051775"/>
                <a:gd name="connsiteY2170" fmla="*/ 42078479 h 57949372"/>
                <a:gd name="connsiteX2171" fmla="*/ 8535596 w 58051775"/>
                <a:gd name="connsiteY2171" fmla="*/ 42035325 h 57949372"/>
                <a:gd name="connsiteX2172" fmla="*/ 8611864 w 58051775"/>
                <a:gd name="connsiteY2172" fmla="*/ 41990878 h 57949372"/>
                <a:gd name="connsiteX2173" fmla="*/ 8685916 w 58051775"/>
                <a:gd name="connsiteY2173" fmla="*/ 41952694 h 57949372"/>
                <a:gd name="connsiteX2174" fmla="*/ 8748184 w 58051775"/>
                <a:gd name="connsiteY2174" fmla="*/ 41906346 h 57949372"/>
                <a:gd name="connsiteX2175" fmla="*/ 8813896 w 58051775"/>
                <a:gd name="connsiteY2175" fmla="*/ 41855618 h 57949372"/>
                <a:gd name="connsiteX2176" fmla="*/ 8872280 w 58051775"/>
                <a:gd name="connsiteY2176" fmla="*/ 41821102 h 57949372"/>
                <a:gd name="connsiteX2177" fmla="*/ 9004960 w 58051775"/>
                <a:gd name="connsiteY2177" fmla="*/ 41892685 h 57949372"/>
                <a:gd name="connsiteX2178" fmla="*/ 9016648 w 58051775"/>
                <a:gd name="connsiteY2178" fmla="*/ 42223208 h 57949372"/>
                <a:gd name="connsiteX2179" fmla="*/ 9017288 w 58051775"/>
                <a:gd name="connsiteY2179" fmla="*/ 42328327 h 57949372"/>
                <a:gd name="connsiteX2180" fmla="*/ 9132676 w 58051775"/>
                <a:gd name="connsiteY2180" fmla="*/ 42433877 h 57949372"/>
                <a:gd name="connsiteX2181" fmla="*/ 9267932 w 58051775"/>
                <a:gd name="connsiteY2181" fmla="*/ 42532302 h 57949372"/>
                <a:gd name="connsiteX2182" fmla="*/ 9344896 w 58051775"/>
                <a:gd name="connsiteY2182" fmla="*/ 42567227 h 57949372"/>
                <a:gd name="connsiteX2183" fmla="*/ 9555928 w 58051775"/>
                <a:gd name="connsiteY2183" fmla="*/ 42696332 h 57949372"/>
                <a:gd name="connsiteX2184" fmla="*/ 9673848 w 58051775"/>
                <a:gd name="connsiteY2184" fmla="*/ 42748952 h 57949372"/>
                <a:gd name="connsiteX2185" fmla="*/ 9842392 w 58051775"/>
                <a:gd name="connsiteY2185" fmla="*/ 42754763 h 57949372"/>
                <a:gd name="connsiteX2186" fmla="*/ 9885272 w 58051775"/>
                <a:gd name="connsiteY2186" fmla="*/ 42714970 h 57949372"/>
                <a:gd name="connsiteX2187" fmla="*/ 9996012 w 58051775"/>
                <a:gd name="connsiteY2187" fmla="*/ 42609984 h 57949372"/>
                <a:gd name="connsiteX2188" fmla="*/ 10152128 w 58051775"/>
                <a:gd name="connsiteY2188" fmla="*/ 42459113 h 57949372"/>
                <a:gd name="connsiteX2189" fmla="*/ 10223504 w 58051775"/>
                <a:gd name="connsiteY2189" fmla="*/ 42394583 h 57949372"/>
                <a:gd name="connsiteX2190" fmla="*/ 10256056 w 58051775"/>
                <a:gd name="connsiteY2190" fmla="*/ 42366771 h 57949372"/>
                <a:gd name="connsiteX2191" fmla="*/ 10309604 w 58051775"/>
                <a:gd name="connsiteY2191" fmla="*/ 42313810 h 57949372"/>
                <a:gd name="connsiteX2192" fmla="*/ 10354024 w 58051775"/>
                <a:gd name="connsiteY2192" fmla="*/ 42270833 h 57949372"/>
                <a:gd name="connsiteX2193" fmla="*/ 10390456 w 58051775"/>
                <a:gd name="connsiteY2193" fmla="*/ 42234850 h 57949372"/>
                <a:gd name="connsiteX2194" fmla="*/ 10440484 w 58051775"/>
                <a:gd name="connsiteY2194" fmla="*/ 42184432 h 57949372"/>
                <a:gd name="connsiteX2195" fmla="*/ 10477504 w 58051775"/>
                <a:gd name="connsiteY2195" fmla="*/ 42145743 h 57949372"/>
                <a:gd name="connsiteX2196" fmla="*/ 10521952 w 58051775"/>
                <a:gd name="connsiteY2196" fmla="*/ 42095014 h 57949372"/>
                <a:gd name="connsiteX2197" fmla="*/ 10566400 w 58051775"/>
                <a:gd name="connsiteY2197" fmla="*/ 42042803 h 57949372"/>
                <a:gd name="connsiteX2198" fmla="*/ 10604240 w 58051775"/>
                <a:gd name="connsiteY2198" fmla="*/ 41990785 h 57949372"/>
                <a:gd name="connsiteX2199" fmla="*/ 10649112 w 58051775"/>
                <a:gd name="connsiteY2199" fmla="*/ 41934903 h 57949372"/>
                <a:gd name="connsiteX2200" fmla="*/ 10692176 w 58051775"/>
                <a:gd name="connsiteY2200" fmla="*/ 41897810 h 57949372"/>
                <a:gd name="connsiteX2201" fmla="*/ 10741968 w 58051775"/>
                <a:gd name="connsiteY2201" fmla="*/ 41852678 h 57949372"/>
                <a:gd name="connsiteX2202" fmla="*/ 10802252 w 58051775"/>
                <a:gd name="connsiteY2202" fmla="*/ 41813744 h 57949372"/>
                <a:gd name="connsiteX2203" fmla="*/ 10887504 w 58051775"/>
                <a:gd name="connsiteY2203" fmla="*/ 41759084 h 57949372"/>
                <a:gd name="connsiteX2204" fmla="*/ 11017416 w 58051775"/>
                <a:gd name="connsiteY2204" fmla="*/ 41713152 h 57949372"/>
                <a:gd name="connsiteX2205" fmla="*/ 11163304 w 58051775"/>
                <a:gd name="connsiteY2205" fmla="*/ 41980432 h 57949372"/>
                <a:gd name="connsiteX2206" fmla="*/ 11131908 w 58051775"/>
                <a:gd name="connsiteY2206" fmla="*/ 42237461 h 57949372"/>
                <a:gd name="connsiteX2207" fmla="*/ 11074400 w 58051775"/>
                <a:gd name="connsiteY2207" fmla="*/ 42381982 h 57949372"/>
                <a:gd name="connsiteX2208" fmla="*/ 11034912 w 58051775"/>
                <a:gd name="connsiteY2208" fmla="*/ 42457401 h 57949372"/>
                <a:gd name="connsiteX2209" fmla="*/ 10986628 w 58051775"/>
                <a:gd name="connsiteY2209" fmla="*/ 42568892 h 57949372"/>
                <a:gd name="connsiteX2210" fmla="*/ 10937128 w 58051775"/>
                <a:gd name="connsiteY2210" fmla="*/ 42667274 h 57949372"/>
                <a:gd name="connsiteX2211" fmla="*/ 10891984 w 58051775"/>
                <a:gd name="connsiteY2211" fmla="*/ 42756772 h 57949372"/>
                <a:gd name="connsiteX2212" fmla="*/ 10852016 w 58051775"/>
                <a:gd name="connsiteY2212" fmla="*/ 42853045 h 57949372"/>
                <a:gd name="connsiteX2213" fmla="*/ 10810532 w 58051775"/>
                <a:gd name="connsiteY2213" fmla="*/ 42955535 h 57949372"/>
                <a:gd name="connsiteX2214" fmla="*/ 10869520 w 58051775"/>
                <a:gd name="connsiteY2214" fmla="*/ 43121773 h 57949372"/>
                <a:gd name="connsiteX2215" fmla="*/ 11285176 w 58051775"/>
                <a:gd name="connsiteY2215" fmla="*/ 43166837 h 57949372"/>
                <a:gd name="connsiteX2216" fmla="*/ 11432148 w 58051775"/>
                <a:gd name="connsiteY2216" fmla="*/ 43146060 h 57949372"/>
                <a:gd name="connsiteX2217" fmla="*/ 11563528 w 58051775"/>
                <a:gd name="connsiteY2217" fmla="*/ 43103467 h 57949372"/>
                <a:gd name="connsiteX2218" fmla="*/ 11652984 w 58051775"/>
                <a:gd name="connsiteY2218" fmla="*/ 43062995 h 57949372"/>
                <a:gd name="connsiteX2219" fmla="*/ 11762088 w 58051775"/>
                <a:gd name="connsiteY2219" fmla="*/ 43016930 h 57949372"/>
                <a:gd name="connsiteX2220" fmla="*/ 11838508 w 58051775"/>
                <a:gd name="connsiteY2220" fmla="*/ 42976802 h 57949372"/>
                <a:gd name="connsiteX2221" fmla="*/ 11918140 w 58051775"/>
                <a:gd name="connsiteY2221" fmla="*/ 42932352 h 57949372"/>
                <a:gd name="connsiteX2222" fmla="*/ 12004672 w 58051775"/>
                <a:gd name="connsiteY2222" fmla="*/ 42887902 h 57949372"/>
                <a:gd name="connsiteX2223" fmla="*/ 12103632 w 58051775"/>
                <a:gd name="connsiteY2223" fmla="*/ 42823413 h 57949372"/>
                <a:gd name="connsiteX2224" fmla="*/ 12135264 w 58051775"/>
                <a:gd name="connsiteY2224" fmla="*/ 42799002 h 57949372"/>
                <a:gd name="connsiteX2225" fmla="*/ 12202028 w 58051775"/>
                <a:gd name="connsiteY2225" fmla="*/ 42755454 h 57949372"/>
                <a:gd name="connsiteX2226" fmla="*/ 12285060 w 58051775"/>
                <a:gd name="connsiteY2226" fmla="*/ 42703166 h 57949372"/>
                <a:gd name="connsiteX2227" fmla="*/ 12337544 w 58051775"/>
                <a:gd name="connsiteY2227" fmla="*/ 42660288 h 57949372"/>
                <a:gd name="connsiteX2228" fmla="*/ 12388188 w 58051775"/>
                <a:gd name="connsiteY2228" fmla="*/ 42611116 h 57949372"/>
                <a:gd name="connsiteX2229" fmla="*/ 12428616 w 58051775"/>
                <a:gd name="connsiteY2229" fmla="*/ 42558899 h 57949372"/>
                <a:gd name="connsiteX2230" fmla="*/ 12472980 w 58051775"/>
                <a:gd name="connsiteY2230" fmla="*/ 42486339 h 57949372"/>
                <a:gd name="connsiteX2231" fmla="*/ 12523656 w 58051775"/>
                <a:gd name="connsiteY2231" fmla="*/ 42399904 h 57949372"/>
                <a:gd name="connsiteX2232" fmla="*/ 12567904 w 58051775"/>
                <a:gd name="connsiteY2232" fmla="*/ 42312598 h 57949372"/>
                <a:gd name="connsiteX2233" fmla="*/ 12598400 w 58051775"/>
                <a:gd name="connsiteY2233" fmla="*/ 42184618 h 57949372"/>
                <a:gd name="connsiteX2234" fmla="*/ 12544084 w 58051775"/>
                <a:gd name="connsiteY2234" fmla="*/ 42062402 h 57949372"/>
                <a:gd name="connsiteX2235" fmla="*/ 12480612 w 58051775"/>
                <a:gd name="connsiteY2235" fmla="*/ 42022764 h 57949372"/>
                <a:gd name="connsiteX2236" fmla="*/ 12395864 w 58051775"/>
                <a:gd name="connsiteY2236" fmla="*/ 41963887 h 57949372"/>
                <a:gd name="connsiteX2237" fmla="*/ 12319000 w 58051775"/>
                <a:gd name="connsiteY2237" fmla="*/ 41915726 h 57949372"/>
                <a:gd name="connsiteX2238" fmla="*/ 12238956 w 58051775"/>
                <a:gd name="connsiteY2238" fmla="*/ 41878683 h 57949372"/>
                <a:gd name="connsiteX2239" fmla="*/ 12166460 w 58051775"/>
                <a:gd name="connsiteY2239" fmla="*/ 41846359 h 57949372"/>
                <a:gd name="connsiteX2240" fmla="*/ 12087752 w 58051775"/>
                <a:gd name="connsiteY2240" fmla="*/ 41790831 h 57949372"/>
                <a:gd name="connsiteX2241" fmla="*/ 11899904 w 58051775"/>
                <a:gd name="connsiteY2241" fmla="*/ 41581095 h 57949372"/>
                <a:gd name="connsiteX2242" fmla="*/ 11852276 w 58051775"/>
                <a:gd name="connsiteY2242" fmla="*/ 41489280 h 57949372"/>
                <a:gd name="connsiteX2243" fmla="*/ 11804652 w 58051775"/>
                <a:gd name="connsiteY2243" fmla="*/ 41435978 h 57949372"/>
                <a:gd name="connsiteX2244" fmla="*/ 11798304 w 58051775"/>
                <a:gd name="connsiteY2244" fmla="*/ 41294068 h 57949372"/>
                <a:gd name="connsiteX2245" fmla="*/ 11762136 w 58051775"/>
                <a:gd name="connsiteY2245" fmla="*/ 41106327 h 57949372"/>
                <a:gd name="connsiteX2246" fmla="*/ 11721660 w 58051775"/>
                <a:gd name="connsiteY2246" fmla="*/ 40927367 h 57949372"/>
                <a:gd name="connsiteX2247" fmla="*/ 11681628 w 58051775"/>
                <a:gd name="connsiteY2247" fmla="*/ 40747273 h 57949372"/>
                <a:gd name="connsiteX2248" fmla="*/ 11641344 w 58051775"/>
                <a:gd name="connsiteY2248" fmla="*/ 40675063 h 57949372"/>
                <a:gd name="connsiteX2249" fmla="*/ 11680724 w 58051775"/>
                <a:gd name="connsiteY2249" fmla="*/ 40569923 h 57949372"/>
                <a:gd name="connsiteX2250" fmla="*/ 11727628 w 58051775"/>
                <a:gd name="connsiteY2250" fmla="*/ 40556345 h 57949372"/>
                <a:gd name="connsiteX2251" fmla="*/ 44844833 w 58051775"/>
                <a:gd name="connsiteY2251" fmla="*/ 40552490 h 57949372"/>
                <a:gd name="connsiteX2252" fmla="*/ 45072302 w 58051775"/>
                <a:gd name="connsiteY2252" fmla="*/ 40569757 h 57949372"/>
                <a:gd name="connsiteX2253" fmla="*/ 45486702 w 58051775"/>
                <a:gd name="connsiteY2253" fmla="*/ 40820362 h 57949372"/>
                <a:gd name="connsiteX2254" fmla="*/ 45529502 w 58051775"/>
                <a:gd name="connsiteY2254" fmla="*/ 40886795 h 57949372"/>
                <a:gd name="connsiteX2255" fmla="*/ 45522966 w 58051775"/>
                <a:gd name="connsiteY2255" fmla="*/ 41020573 h 57949372"/>
                <a:gd name="connsiteX2256" fmla="*/ 45500741 w 58051775"/>
                <a:gd name="connsiteY2256" fmla="*/ 41181245 h 57949372"/>
                <a:gd name="connsiteX2257" fmla="*/ 45449482 w 58051775"/>
                <a:gd name="connsiteY2257" fmla="*/ 41333801 h 57949372"/>
                <a:gd name="connsiteX2258" fmla="*/ 45496533 w 58051775"/>
                <a:gd name="connsiteY2258" fmla="*/ 41422366 h 57949372"/>
                <a:gd name="connsiteX2259" fmla="*/ 45626479 w 58051775"/>
                <a:gd name="connsiteY2259" fmla="*/ 41459737 h 57949372"/>
                <a:gd name="connsiteX2260" fmla="*/ 45739133 w 58051775"/>
                <a:gd name="connsiteY2260" fmla="*/ 41403620 h 57949372"/>
                <a:gd name="connsiteX2261" fmla="*/ 45775295 w 58051775"/>
                <a:gd name="connsiteY2261" fmla="*/ 41368778 h 57949372"/>
                <a:gd name="connsiteX2262" fmla="*/ 45825202 w 58051775"/>
                <a:gd name="connsiteY2262" fmla="*/ 41308543 h 57949372"/>
                <a:gd name="connsiteX2263" fmla="*/ 45866489 w 58051775"/>
                <a:gd name="connsiteY2263" fmla="*/ 41233397 h 57949372"/>
                <a:gd name="connsiteX2264" fmla="*/ 45900738 w 58051775"/>
                <a:gd name="connsiteY2264" fmla="*/ 41134882 h 57949372"/>
                <a:gd name="connsiteX2265" fmla="*/ 45950289 w 58051775"/>
                <a:gd name="connsiteY2265" fmla="*/ 41031989 h 57949372"/>
                <a:gd name="connsiteX2266" fmla="*/ 45999402 w 58051775"/>
                <a:gd name="connsiteY2266" fmla="*/ 40964682 h 57949372"/>
                <a:gd name="connsiteX2267" fmla="*/ 46053237 w 58051775"/>
                <a:gd name="connsiteY2267" fmla="*/ 40845210 h 57949372"/>
                <a:gd name="connsiteX2268" fmla="*/ 46122511 w 58051775"/>
                <a:gd name="connsiteY2268" fmla="*/ 40831168 h 57949372"/>
                <a:gd name="connsiteX2269" fmla="*/ 46183667 w 58051775"/>
                <a:gd name="connsiteY2269" fmla="*/ 40804735 h 57949372"/>
                <a:gd name="connsiteX2270" fmla="*/ 46327335 w 58051775"/>
                <a:gd name="connsiteY2270" fmla="*/ 40735186 h 57949372"/>
                <a:gd name="connsiteX2271" fmla="*/ 46475652 w 58051775"/>
                <a:gd name="connsiteY2271" fmla="*/ 40697483 h 57949372"/>
                <a:gd name="connsiteX2272" fmla="*/ 46691989 w 58051775"/>
                <a:gd name="connsiteY2272" fmla="*/ 40797241 h 57949372"/>
                <a:gd name="connsiteX2273" fmla="*/ 46737456 w 58051775"/>
                <a:gd name="connsiteY2273" fmla="*/ 40902180 h 57949372"/>
                <a:gd name="connsiteX2274" fmla="*/ 46774102 w 58051775"/>
                <a:gd name="connsiteY2274" fmla="*/ 40972595 h 57949372"/>
                <a:gd name="connsiteX2275" fmla="*/ 46810304 w 58051775"/>
                <a:gd name="connsiteY2275" fmla="*/ 41031174 h 57949372"/>
                <a:gd name="connsiteX2276" fmla="*/ 46868478 w 58051775"/>
                <a:gd name="connsiteY2276" fmla="*/ 41111820 h 57949372"/>
                <a:gd name="connsiteX2277" fmla="*/ 46920747 w 58051775"/>
                <a:gd name="connsiteY2277" fmla="*/ 41186662 h 57949372"/>
                <a:gd name="connsiteX2278" fmla="*/ 46959322 w 58051775"/>
                <a:gd name="connsiteY2278" fmla="*/ 41288231 h 57949372"/>
                <a:gd name="connsiteX2279" fmla="*/ 47002556 w 58051775"/>
                <a:gd name="connsiteY2279" fmla="*/ 41387183 h 57949372"/>
                <a:gd name="connsiteX2280" fmla="*/ 47043205 w 58051775"/>
                <a:gd name="connsiteY2280" fmla="*/ 41481605 h 57949372"/>
                <a:gd name="connsiteX2281" fmla="*/ 47082703 w 58051775"/>
                <a:gd name="connsiteY2281" fmla="*/ 41599915 h 57949372"/>
                <a:gd name="connsiteX2282" fmla="*/ 47123547 w 58051775"/>
                <a:gd name="connsiteY2282" fmla="*/ 41763951 h 57949372"/>
                <a:gd name="connsiteX2283" fmla="*/ 47158178 w 58051775"/>
                <a:gd name="connsiteY2283" fmla="*/ 41977060 h 57949372"/>
                <a:gd name="connsiteX2284" fmla="*/ 47163517 w 58051775"/>
                <a:gd name="connsiteY2284" fmla="*/ 42110410 h 57949372"/>
                <a:gd name="connsiteX2285" fmla="*/ 47133705 w 58051775"/>
                <a:gd name="connsiteY2285" fmla="*/ 42307220 h 57949372"/>
                <a:gd name="connsiteX2286" fmla="*/ 47133051 w 58051775"/>
                <a:gd name="connsiteY2286" fmla="*/ 42476382 h 57949372"/>
                <a:gd name="connsiteX2287" fmla="*/ 47190340 w 58051775"/>
                <a:gd name="connsiteY2287" fmla="*/ 42457561 h 57949372"/>
                <a:gd name="connsiteX2288" fmla="*/ 47242197 w 58051775"/>
                <a:gd name="connsiteY2288" fmla="*/ 42396350 h 57949372"/>
                <a:gd name="connsiteX2289" fmla="*/ 47282062 w 58051775"/>
                <a:gd name="connsiteY2289" fmla="*/ 42303723 h 57949372"/>
                <a:gd name="connsiteX2290" fmla="*/ 47331842 w 58051775"/>
                <a:gd name="connsiteY2290" fmla="*/ 42242278 h 57949372"/>
                <a:gd name="connsiteX2291" fmla="*/ 47388421 w 58051775"/>
                <a:gd name="connsiteY2291" fmla="*/ 42179755 h 57949372"/>
                <a:gd name="connsiteX2292" fmla="*/ 47440567 w 58051775"/>
                <a:gd name="connsiteY2292" fmla="*/ 42126453 h 57949372"/>
                <a:gd name="connsiteX2293" fmla="*/ 47580552 w 58051775"/>
                <a:gd name="connsiteY2293" fmla="*/ 42074465 h 57949372"/>
                <a:gd name="connsiteX2294" fmla="*/ 47753056 w 58051775"/>
                <a:gd name="connsiteY2294" fmla="*/ 42224738 h 57949372"/>
                <a:gd name="connsiteX2295" fmla="*/ 47802858 w 58051775"/>
                <a:gd name="connsiteY2295" fmla="*/ 42392601 h 57949372"/>
                <a:gd name="connsiteX2296" fmla="*/ 47840214 w 58051775"/>
                <a:gd name="connsiteY2296" fmla="*/ 42492620 h 57949372"/>
                <a:gd name="connsiteX2297" fmla="*/ 47887488 w 58051775"/>
                <a:gd name="connsiteY2297" fmla="*/ 42592741 h 57949372"/>
                <a:gd name="connsiteX2298" fmla="*/ 47936546 w 58051775"/>
                <a:gd name="connsiteY2298" fmla="*/ 42681771 h 57949372"/>
                <a:gd name="connsiteX2299" fmla="*/ 47983055 w 58051775"/>
                <a:gd name="connsiteY2299" fmla="*/ 42769790 h 57949372"/>
                <a:gd name="connsiteX2300" fmla="*/ 48022996 w 58051775"/>
                <a:gd name="connsiteY2300" fmla="*/ 43081368 h 57949372"/>
                <a:gd name="connsiteX2301" fmla="*/ 47992031 w 58051775"/>
                <a:gd name="connsiteY2301" fmla="*/ 43495941 h 57949372"/>
                <a:gd name="connsiteX2302" fmla="*/ 47929802 w 58051775"/>
                <a:gd name="connsiteY2302" fmla="*/ 43648586 h 57949372"/>
                <a:gd name="connsiteX2303" fmla="*/ 47877483 w 58051775"/>
                <a:gd name="connsiteY2303" fmla="*/ 43728724 h 57949372"/>
                <a:gd name="connsiteX2304" fmla="*/ 47845317 w 58051775"/>
                <a:gd name="connsiteY2304" fmla="*/ 43809234 h 57949372"/>
                <a:gd name="connsiteX2305" fmla="*/ 47798018 w 58051775"/>
                <a:gd name="connsiteY2305" fmla="*/ 43925131 h 57949372"/>
                <a:gd name="connsiteX2306" fmla="*/ 47759698 w 58051775"/>
                <a:gd name="connsiteY2306" fmla="*/ 44040618 h 57949372"/>
                <a:gd name="connsiteX2307" fmla="*/ 47713790 w 58051775"/>
                <a:gd name="connsiteY2307" fmla="*/ 44151660 h 57949372"/>
                <a:gd name="connsiteX2308" fmla="*/ 47662612 w 58051775"/>
                <a:gd name="connsiteY2308" fmla="*/ 44229239 h 57949372"/>
                <a:gd name="connsiteX2309" fmla="*/ 47625138 w 58051775"/>
                <a:gd name="connsiteY2309" fmla="*/ 44278508 h 57949372"/>
                <a:gd name="connsiteX2310" fmla="*/ 47575554 w 58051775"/>
                <a:gd name="connsiteY2310" fmla="*/ 44329915 h 57949372"/>
                <a:gd name="connsiteX2311" fmla="*/ 47549658 w 58051775"/>
                <a:gd name="connsiteY2311" fmla="*/ 44373801 h 57949372"/>
                <a:gd name="connsiteX2312" fmla="*/ 47444108 w 58051775"/>
                <a:gd name="connsiteY2312" fmla="*/ 44373801 h 57949372"/>
                <a:gd name="connsiteX2313" fmla="*/ 47235748 w 58051775"/>
                <a:gd name="connsiteY2313" fmla="*/ 44025813 h 57949372"/>
                <a:gd name="connsiteX2314" fmla="*/ 47282486 w 58051775"/>
                <a:gd name="connsiteY2314" fmla="*/ 43487325 h 57949372"/>
                <a:gd name="connsiteX2315" fmla="*/ 47275116 w 58051775"/>
                <a:gd name="connsiteY2315" fmla="*/ 43301643 h 57949372"/>
                <a:gd name="connsiteX2316" fmla="*/ 47244200 w 58051775"/>
                <a:gd name="connsiteY2316" fmla="*/ 43263624 h 57949372"/>
                <a:gd name="connsiteX2317" fmla="*/ 47204414 w 58051775"/>
                <a:gd name="connsiteY2317" fmla="*/ 43806391 h 57949372"/>
                <a:gd name="connsiteX2318" fmla="*/ 47170062 w 58051775"/>
                <a:gd name="connsiteY2318" fmla="*/ 43888894 h 57949372"/>
                <a:gd name="connsiteX2319" fmla="*/ 47136052 w 58051775"/>
                <a:gd name="connsiteY2319" fmla="*/ 43910158 h 57949372"/>
                <a:gd name="connsiteX2320" fmla="*/ 47129702 w 58051775"/>
                <a:gd name="connsiteY2320" fmla="*/ 44147399 h 57949372"/>
                <a:gd name="connsiteX2321" fmla="*/ 47094665 w 58051775"/>
                <a:gd name="connsiteY2321" fmla="*/ 44420496 h 57949372"/>
                <a:gd name="connsiteX2322" fmla="*/ 47031475 w 58051775"/>
                <a:gd name="connsiteY2322" fmla="*/ 44589701 h 57949372"/>
                <a:gd name="connsiteX2323" fmla="*/ 47001750 w 58051775"/>
                <a:gd name="connsiteY2323" fmla="*/ 44700676 h 57949372"/>
                <a:gd name="connsiteX2324" fmla="*/ 46959471 w 58051775"/>
                <a:gd name="connsiteY2324" fmla="*/ 44809640 h 57949372"/>
                <a:gd name="connsiteX2325" fmla="*/ 46907725 w 58051775"/>
                <a:gd name="connsiteY2325" fmla="*/ 44892064 h 57949372"/>
                <a:gd name="connsiteX2326" fmla="*/ 46868509 w 58051775"/>
                <a:gd name="connsiteY2326" fmla="*/ 44910104 h 57949372"/>
                <a:gd name="connsiteX2327" fmla="*/ 46864881 w 58051775"/>
                <a:gd name="connsiteY2327" fmla="*/ 45006908 h 57949372"/>
                <a:gd name="connsiteX2328" fmla="*/ 46868447 w 58051775"/>
                <a:gd name="connsiteY2328" fmla="*/ 45100262 h 57949372"/>
                <a:gd name="connsiteX2329" fmla="*/ 46821380 w 58051775"/>
                <a:gd name="connsiteY2329" fmla="*/ 45127556 h 57949372"/>
                <a:gd name="connsiteX2330" fmla="*/ 46760869 w 58051775"/>
                <a:gd name="connsiteY2330" fmla="*/ 45276500 h 57949372"/>
                <a:gd name="connsiteX2331" fmla="*/ 46730461 w 58051775"/>
                <a:gd name="connsiteY2331" fmla="*/ 45323622 h 57949372"/>
                <a:gd name="connsiteX2332" fmla="*/ 46690364 w 58051775"/>
                <a:gd name="connsiteY2332" fmla="*/ 45402408 h 57949372"/>
                <a:gd name="connsiteX2333" fmla="*/ 46653778 w 58051775"/>
                <a:gd name="connsiteY2333" fmla="*/ 45488874 h 57949372"/>
                <a:gd name="connsiteX2334" fmla="*/ 46596302 w 58051775"/>
                <a:gd name="connsiteY2334" fmla="*/ 45603944 h 57949372"/>
                <a:gd name="connsiteX2335" fmla="*/ 46566567 w 58051775"/>
                <a:gd name="connsiteY2335" fmla="*/ 45665348 h 57949372"/>
                <a:gd name="connsiteX2336" fmla="*/ 46507402 w 58051775"/>
                <a:gd name="connsiteY2336" fmla="*/ 45781758 h 57949372"/>
                <a:gd name="connsiteX2337" fmla="*/ 46457073 w 58051775"/>
                <a:gd name="connsiteY2337" fmla="*/ 45859700 h 57949372"/>
                <a:gd name="connsiteX2338" fmla="*/ 46426043 w 58051775"/>
                <a:gd name="connsiteY2338" fmla="*/ 45911228 h 57949372"/>
                <a:gd name="connsiteX2339" fmla="*/ 46369494 w 58051775"/>
                <a:gd name="connsiteY2339" fmla="*/ 45975278 h 57949372"/>
                <a:gd name="connsiteX2340" fmla="*/ 46305802 w 58051775"/>
                <a:gd name="connsiteY2340" fmla="*/ 46025352 h 57949372"/>
                <a:gd name="connsiteX2341" fmla="*/ 46227621 w 58051775"/>
                <a:gd name="connsiteY2341" fmla="*/ 46062900 h 57949372"/>
                <a:gd name="connsiteX2342" fmla="*/ 46126402 w 58051775"/>
                <a:gd name="connsiteY2342" fmla="*/ 46123766 h 57949372"/>
                <a:gd name="connsiteX2343" fmla="*/ 45856645 w 58051775"/>
                <a:gd name="connsiteY2343" fmla="*/ 46228252 h 57949372"/>
                <a:gd name="connsiteX2344" fmla="*/ 45768982 w 58051775"/>
                <a:gd name="connsiteY2344" fmla="*/ 46202734 h 57949372"/>
                <a:gd name="connsiteX2345" fmla="*/ 45677521 w 58051775"/>
                <a:gd name="connsiteY2345" fmla="*/ 46141312 h 57949372"/>
                <a:gd name="connsiteX2346" fmla="*/ 45615156 w 58051775"/>
                <a:gd name="connsiteY2346" fmla="*/ 46057432 h 57949372"/>
                <a:gd name="connsiteX2347" fmla="*/ 45625462 w 58051775"/>
                <a:gd name="connsiteY2347" fmla="*/ 45907604 h 57949372"/>
                <a:gd name="connsiteX2348" fmla="*/ 45617354 w 58051775"/>
                <a:gd name="connsiteY2348" fmla="*/ 45835978 h 57949372"/>
                <a:gd name="connsiteX2349" fmla="*/ 45500685 w 58051775"/>
                <a:gd name="connsiteY2349" fmla="*/ 45967048 h 57949372"/>
                <a:gd name="connsiteX2350" fmla="*/ 45377102 w 58051775"/>
                <a:gd name="connsiteY2350" fmla="*/ 45973172 h 57949372"/>
                <a:gd name="connsiteX2351" fmla="*/ 45157577 w 58051775"/>
                <a:gd name="connsiteY2351" fmla="*/ 45928162 h 57949372"/>
                <a:gd name="connsiteX2352" fmla="*/ 45076686 w 58051775"/>
                <a:gd name="connsiteY2352" fmla="*/ 45874068 h 57949372"/>
                <a:gd name="connsiteX2353" fmla="*/ 45015372 w 58051775"/>
                <a:gd name="connsiteY2353" fmla="*/ 45801364 h 57949372"/>
                <a:gd name="connsiteX2354" fmla="*/ 44957013 w 58051775"/>
                <a:gd name="connsiteY2354" fmla="*/ 45719296 h 57949372"/>
                <a:gd name="connsiteX2355" fmla="*/ 44919902 w 58051775"/>
                <a:gd name="connsiteY2355" fmla="*/ 45675608 h 57949372"/>
                <a:gd name="connsiteX2356" fmla="*/ 44888685 w 58051775"/>
                <a:gd name="connsiteY2356" fmla="*/ 45633788 h 57949372"/>
                <a:gd name="connsiteX2357" fmla="*/ 44842834 w 58051775"/>
                <a:gd name="connsiteY2357" fmla="*/ 45577116 h 57949372"/>
                <a:gd name="connsiteX2358" fmla="*/ 44797596 w 58051775"/>
                <a:gd name="connsiteY2358" fmla="*/ 45531056 h 57949372"/>
                <a:gd name="connsiteX2359" fmla="*/ 44754802 w 58051775"/>
                <a:gd name="connsiteY2359" fmla="*/ 45485052 h 57949372"/>
                <a:gd name="connsiteX2360" fmla="*/ 44701323 w 58051775"/>
                <a:gd name="connsiteY2360" fmla="*/ 45430920 h 57949372"/>
                <a:gd name="connsiteX2361" fmla="*/ 44564302 w 58051775"/>
                <a:gd name="connsiteY2361" fmla="*/ 45296320 h 57949372"/>
                <a:gd name="connsiteX2362" fmla="*/ 44545770 w 58051775"/>
                <a:gd name="connsiteY2362" fmla="*/ 45230332 h 57949372"/>
                <a:gd name="connsiteX2363" fmla="*/ 44763493 w 58051775"/>
                <a:gd name="connsiteY2363" fmla="*/ 45103772 h 57949372"/>
                <a:gd name="connsiteX2364" fmla="*/ 45166981 w 58051775"/>
                <a:gd name="connsiteY2364" fmla="*/ 45103868 h 57949372"/>
                <a:gd name="connsiteX2365" fmla="*/ 45456765 w 58051775"/>
                <a:gd name="connsiteY2365" fmla="*/ 45139180 h 57949372"/>
                <a:gd name="connsiteX2366" fmla="*/ 45554744 w 58051775"/>
                <a:gd name="connsiteY2366" fmla="*/ 45198212 h 57949372"/>
                <a:gd name="connsiteX2367" fmla="*/ 45615122 w 58051775"/>
                <a:gd name="connsiteY2367" fmla="*/ 45294656 h 57949372"/>
                <a:gd name="connsiteX2368" fmla="*/ 45653380 w 58051775"/>
                <a:gd name="connsiteY2368" fmla="*/ 45386490 h 57949372"/>
                <a:gd name="connsiteX2369" fmla="*/ 45694729 w 58051775"/>
                <a:gd name="connsiteY2369" fmla="*/ 45528434 h 57949372"/>
                <a:gd name="connsiteX2370" fmla="*/ 45710440 w 58051775"/>
                <a:gd name="connsiteY2370" fmla="*/ 45651172 h 57949372"/>
                <a:gd name="connsiteX2371" fmla="*/ 45737837 w 58051775"/>
                <a:gd name="connsiteY2371" fmla="*/ 45616920 h 57949372"/>
                <a:gd name="connsiteX2372" fmla="*/ 45781896 w 58051775"/>
                <a:gd name="connsiteY2372" fmla="*/ 45550004 h 57949372"/>
                <a:gd name="connsiteX2373" fmla="*/ 45816340 w 58051775"/>
                <a:gd name="connsiteY2373" fmla="*/ 45469516 h 57949372"/>
                <a:gd name="connsiteX2374" fmla="*/ 45860815 w 58051775"/>
                <a:gd name="connsiteY2374" fmla="*/ 45380460 h 57949372"/>
                <a:gd name="connsiteX2375" fmla="*/ 45904992 w 58051775"/>
                <a:gd name="connsiteY2375" fmla="*/ 45293370 h 57949372"/>
                <a:gd name="connsiteX2376" fmla="*/ 45956329 w 58051775"/>
                <a:gd name="connsiteY2376" fmla="*/ 45212872 h 57949372"/>
                <a:gd name="connsiteX2377" fmla="*/ 45999402 w 58051775"/>
                <a:gd name="connsiteY2377" fmla="*/ 45149372 h 57949372"/>
                <a:gd name="connsiteX2378" fmla="*/ 46037731 w 58051775"/>
                <a:gd name="connsiteY2378" fmla="*/ 45067632 h 57949372"/>
                <a:gd name="connsiteX2379" fmla="*/ 46089480 w 58051775"/>
                <a:gd name="connsiteY2379" fmla="*/ 44985476 h 57949372"/>
                <a:gd name="connsiteX2380" fmla="*/ 46132888 w 58051775"/>
                <a:gd name="connsiteY2380" fmla="*/ 44927330 h 57949372"/>
                <a:gd name="connsiteX2381" fmla="*/ 46171832 w 58051775"/>
                <a:gd name="connsiteY2381" fmla="*/ 44847936 h 57949372"/>
                <a:gd name="connsiteX2382" fmla="*/ 46210093 w 58051775"/>
                <a:gd name="connsiteY2382" fmla="*/ 44749270 h 57949372"/>
                <a:gd name="connsiteX2383" fmla="*/ 46254782 w 58051775"/>
                <a:gd name="connsiteY2383" fmla="*/ 44660153 h 57949372"/>
                <a:gd name="connsiteX2384" fmla="*/ 46306034 w 58051775"/>
                <a:gd name="connsiteY2384" fmla="*/ 44577196 h 57949372"/>
                <a:gd name="connsiteX2385" fmla="*/ 46352553 w 58051775"/>
                <a:gd name="connsiteY2385" fmla="*/ 44466530 h 57949372"/>
                <a:gd name="connsiteX2386" fmla="*/ 46403554 w 58051775"/>
                <a:gd name="connsiteY2386" fmla="*/ 44342671 h 57949372"/>
                <a:gd name="connsiteX2387" fmla="*/ 46443902 w 58051775"/>
                <a:gd name="connsiteY2387" fmla="*/ 44229056 h 57949372"/>
                <a:gd name="connsiteX2388" fmla="*/ 46482002 w 58051775"/>
                <a:gd name="connsiteY2388" fmla="*/ 44113451 h 57949372"/>
                <a:gd name="connsiteX2389" fmla="*/ 46514747 w 58051775"/>
                <a:gd name="connsiteY2389" fmla="*/ 44057730 h 57949372"/>
                <a:gd name="connsiteX2390" fmla="*/ 46525221 w 58051775"/>
                <a:gd name="connsiteY2390" fmla="*/ 43938842 h 57949372"/>
                <a:gd name="connsiteX2391" fmla="*/ 46571376 w 58051775"/>
                <a:gd name="connsiteY2391" fmla="*/ 43795446 h 57949372"/>
                <a:gd name="connsiteX2392" fmla="*/ 46617101 w 58051775"/>
                <a:gd name="connsiteY2392" fmla="*/ 43608105 h 57949372"/>
                <a:gd name="connsiteX2393" fmla="*/ 46640141 w 58051775"/>
                <a:gd name="connsiteY2393" fmla="*/ 43414951 h 57949372"/>
                <a:gd name="connsiteX2394" fmla="*/ 46620440 w 58051775"/>
                <a:gd name="connsiteY2394" fmla="*/ 43366681 h 57949372"/>
                <a:gd name="connsiteX2395" fmla="*/ 46597505 w 58051775"/>
                <a:gd name="connsiteY2395" fmla="*/ 43504257 h 57949372"/>
                <a:gd name="connsiteX2396" fmla="*/ 46565116 w 58051775"/>
                <a:gd name="connsiteY2396" fmla="*/ 43644708 h 57949372"/>
                <a:gd name="connsiteX2397" fmla="*/ 46441663 w 58051775"/>
                <a:gd name="connsiteY2397" fmla="*/ 43634026 h 57949372"/>
                <a:gd name="connsiteX2398" fmla="*/ 46354019 w 58051775"/>
                <a:gd name="connsiteY2398" fmla="*/ 43450378 h 57949372"/>
                <a:gd name="connsiteX2399" fmla="*/ 46323410 w 58051775"/>
                <a:gd name="connsiteY2399" fmla="*/ 43337297 h 57949372"/>
                <a:gd name="connsiteX2400" fmla="*/ 46253402 w 58051775"/>
                <a:gd name="connsiteY2400" fmla="*/ 43364560 h 57949372"/>
                <a:gd name="connsiteX2401" fmla="*/ 46208292 w 58051775"/>
                <a:gd name="connsiteY2401" fmla="*/ 43433058 h 57949372"/>
                <a:gd name="connsiteX2402" fmla="*/ 46155827 w 58051775"/>
                <a:gd name="connsiteY2402" fmla="*/ 43589133 h 57949372"/>
                <a:gd name="connsiteX2403" fmla="*/ 46202602 w 58051775"/>
                <a:gd name="connsiteY2403" fmla="*/ 43692410 h 57949372"/>
                <a:gd name="connsiteX2404" fmla="*/ 46240702 w 58051775"/>
                <a:gd name="connsiteY2404" fmla="*/ 43764564 h 57949372"/>
                <a:gd name="connsiteX2405" fmla="*/ 46126123 w 58051775"/>
                <a:gd name="connsiteY2405" fmla="*/ 43935741 h 57949372"/>
                <a:gd name="connsiteX2406" fmla="*/ 46073732 w 58051775"/>
                <a:gd name="connsiteY2406" fmla="*/ 43977825 h 57949372"/>
                <a:gd name="connsiteX2407" fmla="*/ 46019959 w 58051775"/>
                <a:gd name="connsiteY2407" fmla="*/ 44340126 h 57949372"/>
                <a:gd name="connsiteX2408" fmla="*/ 46059733 w 58051775"/>
                <a:gd name="connsiteY2408" fmla="*/ 44434185 h 57949372"/>
                <a:gd name="connsiteX2409" fmla="*/ 46018331 w 58051775"/>
                <a:gd name="connsiteY2409" fmla="*/ 44597381 h 57949372"/>
                <a:gd name="connsiteX2410" fmla="*/ 45973704 w 58051775"/>
                <a:gd name="connsiteY2410" fmla="*/ 44679705 h 57949372"/>
                <a:gd name="connsiteX2411" fmla="*/ 45934845 w 58051775"/>
                <a:gd name="connsiteY2411" fmla="*/ 44736086 h 57949372"/>
                <a:gd name="connsiteX2412" fmla="*/ 45895101 w 58051775"/>
                <a:gd name="connsiteY2412" fmla="*/ 44774710 h 57949372"/>
                <a:gd name="connsiteX2413" fmla="*/ 45854598 w 58051775"/>
                <a:gd name="connsiteY2413" fmla="*/ 44804248 h 57949372"/>
                <a:gd name="connsiteX2414" fmla="*/ 45783967 w 58051775"/>
                <a:gd name="connsiteY2414" fmla="*/ 44818276 h 57949372"/>
                <a:gd name="connsiteX2415" fmla="*/ 45594568 w 58051775"/>
                <a:gd name="connsiteY2415" fmla="*/ 44824084 h 57949372"/>
                <a:gd name="connsiteX2416" fmla="*/ 45406353 w 58051775"/>
                <a:gd name="connsiteY2416" fmla="*/ 44772198 h 57949372"/>
                <a:gd name="connsiteX2417" fmla="*/ 45299643 w 58051775"/>
                <a:gd name="connsiteY2417" fmla="*/ 44729400 h 57949372"/>
                <a:gd name="connsiteX2418" fmla="*/ 45145953 w 58051775"/>
                <a:gd name="connsiteY2418" fmla="*/ 44669039 h 57949372"/>
                <a:gd name="connsiteX2419" fmla="*/ 45027678 w 58051775"/>
                <a:gd name="connsiteY2419" fmla="*/ 44640482 h 57949372"/>
                <a:gd name="connsiteX2420" fmla="*/ 44893643 w 58051775"/>
                <a:gd name="connsiteY2420" fmla="*/ 44595229 h 57949372"/>
                <a:gd name="connsiteX2421" fmla="*/ 44743752 w 58051775"/>
                <a:gd name="connsiteY2421" fmla="*/ 44545995 h 57949372"/>
                <a:gd name="connsiteX2422" fmla="*/ 44594582 w 58051775"/>
                <a:gd name="connsiteY2422" fmla="*/ 44493375 h 57949372"/>
                <a:gd name="connsiteX2423" fmla="*/ 44557952 w 58051775"/>
                <a:gd name="connsiteY2423" fmla="*/ 44454196 h 57949372"/>
                <a:gd name="connsiteX2424" fmla="*/ 43999152 w 58051775"/>
                <a:gd name="connsiteY2424" fmla="*/ 44437785 h 57949372"/>
                <a:gd name="connsiteX2425" fmla="*/ 43970788 w 58051775"/>
                <a:gd name="connsiteY2425" fmla="*/ 44402618 h 57949372"/>
                <a:gd name="connsiteX2426" fmla="*/ 43824852 w 58051775"/>
                <a:gd name="connsiteY2426" fmla="*/ 44361101 h 57949372"/>
                <a:gd name="connsiteX2427" fmla="*/ 43696924 w 58051775"/>
                <a:gd name="connsiteY2427" fmla="*/ 44326133 h 57949372"/>
                <a:gd name="connsiteX2428" fmla="*/ 43649188 w 58051775"/>
                <a:gd name="connsiteY2428" fmla="*/ 44278182 h 57949372"/>
                <a:gd name="connsiteX2429" fmla="*/ 43611802 w 58051775"/>
                <a:gd name="connsiteY2429" fmla="*/ 44244525 h 57949372"/>
                <a:gd name="connsiteX2430" fmla="*/ 43559864 w 58051775"/>
                <a:gd name="connsiteY2430" fmla="*/ 44182250 h 57949372"/>
                <a:gd name="connsiteX2431" fmla="*/ 43495666 w 58051775"/>
                <a:gd name="connsiteY2431" fmla="*/ 44028625 h 57949372"/>
                <a:gd name="connsiteX2432" fmla="*/ 43636324 w 58051775"/>
                <a:gd name="connsiteY2432" fmla="*/ 43852022 h 57949372"/>
                <a:gd name="connsiteX2433" fmla="*/ 43779880 w 58051775"/>
                <a:gd name="connsiteY2433" fmla="*/ 43814480 h 57949372"/>
                <a:gd name="connsiteX2434" fmla="*/ 44049270 w 58051775"/>
                <a:gd name="connsiteY2434" fmla="*/ 43758502 h 57949372"/>
                <a:gd name="connsiteX2435" fmla="*/ 44185568 w 58051775"/>
                <a:gd name="connsiteY2435" fmla="*/ 43730882 h 57949372"/>
                <a:gd name="connsiteX2436" fmla="*/ 44452951 w 58051775"/>
                <a:gd name="connsiteY2436" fmla="*/ 43680801 h 57949372"/>
                <a:gd name="connsiteX2437" fmla="*/ 44951652 w 58051775"/>
                <a:gd name="connsiteY2437" fmla="*/ 43663624 h 57949372"/>
                <a:gd name="connsiteX2438" fmla="*/ 45369571 w 58051775"/>
                <a:gd name="connsiteY2438" fmla="*/ 43724991 h 57949372"/>
                <a:gd name="connsiteX2439" fmla="*/ 45454068 w 58051775"/>
                <a:gd name="connsiteY2439" fmla="*/ 43765835 h 57949372"/>
                <a:gd name="connsiteX2440" fmla="*/ 45550967 w 58051775"/>
                <a:gd name="connsiteY2440" fmla="*/ 43818334 h 57949372"/>
                <a:gd name="connsiteX2441" fmla="*/ 45631111 w 58051775"/>
                <a:gd name="connsiteY2441" fmla="*/ 43742819 h 57949372"/>
                <a:gd name="connsiteX2442" fmla="*/ 45583027 w 58051775"/>
                <a:gd name="connsiteY2442" fmla="*/ 43569732 h 57949372"/>
                <a:gd name="connsiteX2443" fmla="*/ 45507175 w 58051775"/>
                <a:gd name="connsiteY2443" fmla="*/ 43611007 h 57949372"/>
                <a:gd name="connsiteX2444" fmla="*/ 45428249 w 58051775"/>
                <a:gd name="connsiteY2444" fmla="*/ 43643495 h 57949372"/>
                <a:gd name="connsiteX2445" fmla="*/ 45326302 w 58051775"/>
                <a:gd name="connsiteY2445" fmla="*/ 43599101 h 57949372"/>
                <a:gd name="connsiteX2446" fmla="*/ 45204033 w 58051775"/>
                <a:gd name="connsiteY2446" fmla="*/ 43567407 h 57949372"/>
                <a:gd name="connsiteX2447" fmla="*/ 45100539 w 58051775"/>
                <a:gd name="connsiteY2447" fmla="*/ 43468058 h 57949372"/>
                <a:gd name="connsiteX2448" fmla="*/ 45179948 w 58051775"/>
                <a:gd name="connsiteY2448" fmla="*/ 43252161 h 57949372"/>
                <a:gd name="connsiteX2449" fmla="*/ 45237402 w 58051775"/>
                <a:gd name="connsiteY2449" fmla="*/ 43179096 h 57949372"/>
                <a:gd name="connsiteX2450" fmla="*/ 45120001 w 58051775"/>
                <a:gd name="connsiteY2450" fmla="*/ 43110939 h 57949372"/>
                <a:gd name="connsiteX2451" fmla="*/ 45054554 w 58051775"/>
                <a:gd name="connsiteY2451" fmla="*/ 43068222 h 57949372"/>
                <a:gd name="connsiteX2452" fmla="*/ 45007370 w 58051775"/>
                <a:gd name="connsiteY2452" fmla="*/ 42882425 h 57949372"/>
                <a:gd name="connsiteX2453" fmla="*/ 44969335 w 58051775"/>
                <a:gd name="connsiteY2453" fmla="*/ 42912752 h 57949372"/>
                <a:gd name="connsiteX2454" fmla="*/ 44930835 w 58051775"/>
                <a:gd name="connsiteY2454" fmla="*/ 42954905 h 57949372"/>
                <a:gd name="connsiteX2455" fmla="*/ 44782493 w 58051775"/>
                <a:gd name="connsiteY2455" fmla="*/ 42939678 h 57949372"/>
                <a:gd name="connsiteX2456" fmla="*/ 44612742 w 58051775"/>
                <a:gd name="connsiteY2456" fmla="*/ 42912768 h 57949372"/>
                <a:gd name="connsiteX2457" fmla="*/ 44629327 w 58051775"/>
                <a:gd name="connsiteY2457" fmla="*/ 42571926 h 57949372"/>
                <a:gd name="connsiteX2458" fmla="*/ 44653202 w 58051775"/>
                <a:gd name="connsiteY2458" fmla="*/ 42489231 h 57949372"/>
                <a:gd name="connsiteX2459" fmla="*/ 44747968 w 58051775"/>
                <a:gd name="connsiteY2459" fmla="*/ 42237026 h 57949372"/>
                <a:gd name="connsiteX2460" fmla="*/ 44779315 w 58051775"/>
                <a:gd name="connsiteY2460" fmla="*/ 42202101 h 57949372"/>
                <a:gd name="connsiteX2461" fmla="*/ 44811375 w 58051775"/>
                <a:gd name="connsiteY2461" fmla="*/ 42185045 h 57949372"/>
                <a:gd name="connsiteX2462" fmla="*/ 44840288 w 58051775"/>
                <a:gd name="connsiteY2462" fmla="*/ 41991069 h 57949372"/>
                <a:gd name="connsiteX2463" fmla="*/ 44805664 w 58051775"/>
                <a:gd name="connsiteY2463" fmla="*/ 41712850 h 57949372"/>
                <a:gd name="connsiteX2464" fmla="*/ 44748920 w 58051775"/>
                <a:gd name="connsiteY2464" fmla="*/ 41537757 h 57949372"/>
                <a:gd name="connsiteX2465" fmla="*/ 44701125 w 58051775"/>
                <a:gd name="connsiteY2465" fmla="*/ 41429807 h 57949372"/>
                <a:gd name="connsiteX2466" fmla="*/ 44606290 w 58051775"/>
                <a:gd name="connsiteY2466" fmla="*/ 41137564 h 57949372"/>
                <a:gd name="connsiteX2467" fmla="*/ 44512776 w 58051775"/>
                <a:gd name="connsiteY2467" fmla="*/ 40887651 h 57949372"/>
                <a:gd name="connsiteX2468" fmla="*/ 44481234 w 58051775"/>
                <a:gd name="connsiteY2468" fmla="*/ 40675614 h 57949372"/>
                <a:gd name="connsiteX2469" fmla="*/ 44612045 w 58051775"/>
                <a:gd name="connsiteY2469" fmla="*/ 40570861 h 57949372"/>
                <a:gd name="connsiteX2470" fmla="*/ 44844833 w 58051775"/>
                <a:gd name="connsiteY2470" fmla="*/ 40552490 h 57949372"/>
                <a:gd name="connsiteX2471" fmla="*/ 38624556 w 58051775"/>
                <a:gd name="connsiteY2471" fmla="*/ 40378933 h 57949372"/>
                <a:gd name="connsiteX2472" fmla="*/ 38698668 w 58051775"/>
                <a:gd name="connsiteY2472" fmla="*/ 40380651 h 57949372"/>
                <a:gd name="connsiteX2473" fmla="*/ 38848064 w 58051775"/>
                <a:gd name="connsiteY2473" fmla="*/ 40511850 h 57949372"/>
                <a:gd name="connsiteX2474" fmla="*/ 38721768 w 58051775"/>
                <a:gd name="connsiteY2474" fmla="*/ 40640000 h 57949372"/>
                <a:gd name="connsiteX2475" fmla="*/ 38544236 w 58051775"/>
                <a:gd name="connsiteY2475" fmla="*/ 40588698 h 57949372"/>
                <a:gd name="connsiteX2476" fmla="*/ 38547676 w 58051775"/>
                <a:gd name="connsiteY2476" fmla="*/ 40415025 h 57949372"/>
                <a:gd name="connsiteX2477" fmla="*/ 38582602 w 58051775"/>
                <a:gd name="connsiteY2477" fmla="*/ 40382310 h 57949372"/>
                <a:gd name="connsiteX2478" fmla="*/ 38624556 w 58051775"/>
                <a:gd name="connsiteY2478" fmla="*/ 40378933 h 57949372"/>
                <a:gd name="connsiteX2479" fmla="*/ 18677264 w 58051775"/>
                <a:gd name="connsiteY2479" fmla="*/ 40312238 h 57949372"/>
                <a:gd name="connsiteX2480" fmla="*/ 18706768 w 58051775"/>
                <a:gd name="connsiteY2480" fmla="*/ 40315006 h 57949372"/>
                <a:gd name="connsiteX2481" fmla="*/ 18818820 w 58051775"/>
                <a:gd name="connsiteY2481" fmla="*/ 40447792 h 57949372"/>
                <a:gd name="connsiteX2482" fmla="*/ 18795336 w 58051775"/>
                <a:gd name="connsiteY2482" fmla="*/ 40538757 h 57949372"/>
                <a:gd name="connsiteX2483" fmla="*/ 18597344 w 58051775"/>
                <a:gd name="connsiteY2483" fmla="*/ 40524199 h 57949372"/>
                <a:gd name="connsiteX2484" fmla="*/ 18582888 w 58051775"/>
                <a:gd name="connsiteY2484" fmla="*/ 40432248 h 57949372"/>
                <a:gd name="connsiteX2485" fmla="*/ 18619000 w 58051775"/>
                <a:gd name="connsiteY2485" fmla="*/ 40332000 h 57949372"/>
                <a:gd name="connsiteX2486" fmla="*/ 18677264 w 58051775"/>
                <a:gd name="connsiteY2486" fmla="*/ 40312238 h 57949372"/>
                <a:gd name="connsiteX2487" fmla="*/ 19557148 w 58051775"/>
                <a:gd name="connsiteY2487" fmla="*/ 40309567 h 57949372"/>
                <a:gd name="connsiteX2488" fmla="*/ 19670700 w 58051775"/>
                <a:gd name="connsiteY2488" fmla="*/ 40353586 h 57949372"/>
                <a:gd name="connsiteX2489" fmla="*/ 19799304 w 58051775"/>
                <a:gd name="connsiteY2489" fmla="*/ 40564228 h 57949372"/>
                <a:gd name="connsiteX2490" fmla="*/ 19799304 w 58051775"/>
                <a:gd name="connsiteY2490" fmla="*/ 40678956 h 57949372"/>
                <a:gd name="connsiteX2491" fmla="*/ 19756096 w 58051775"/>
                <a:gd name="connsiteY2491" fmla="*/ 40704449 h 57949372"/>
                <a:gd name="connsiteX2492" fmla="*/ 19705148 w 58051775"/>
                <a:gd name="connsiteY2492" fmla="*/ 40760802 h 57949372"/>
                <a:gd name="connsiteX2493" fmla="*/ 19534700 w 58051775"/>
                <a:gd name="connsiteY2493" fmla="*/ 40815096 h 57949372"/>
                <a:gd name="connsiteX2494" fmla="*/ 19400124 w 58051775"/>
                <a:gd name="connsiteY2494" fmla="*/ 40772606 h 57949372"/>
                <a:gd name="connsiteX2495" fmla="*/ 19310352 w 58051775"/>
                <a:gd name="connsiteY2495" fmla="*/ 40681275 h 57949372"/>
                <a:gd name="connsiteX2496" fmla="*/ 19291304 w 58051775"/>
                <a:gd name="connsiteY2496" fmla="*/ 40594958 h 57949372"/>
                <a:gd name="connsiteX2497" fmla="*/ 19323016 w 58051775"/>
                <a:gd name="connsiteY2497" fmla="*/ 40496533 h 57949372"/>
                <a:gd name="connsiteX2498" fmla="*/ 19374392 w 58051775"/>
                <a:gd name="connsiteY2498" fmla="*/ 40434856 h 57949372"/>
                <a:gd name="connsiteX2499" fmla="*/ 19424984 w 58051775"/>
                <a:gd name="connsiteY2499" fmla="*/ 40393401 h 57949372"/>
                <a:gd name="connsiteX2500" fmla="*/ 19483944 w 58051775"/>
                <a:gd name="connsiteY2500" fmla="*/ 40347720 h 57949372"/>
                <a:gd name="connsiteX2501" fmla="*/ 19557148 w 58051775"/>
                <a:gd name="connsiteY2501" fmla="*/ 40309567 h 57949372"/>
                <a:gd name="connsiteX2502" fmla="*/ 41333340 w 58051775"/>
                <a:gd name="connsiteY2502" fmla="*/ 40289642 h 57949372"/>
                <a:gd name="connsiteX2503" fmla="*/ 41536216 w 58051775"/>
                <a:gd name="connsiteY2503" fmla="*/ 40315694 h 57949372"/>
                <a:gd name="connsiteX2504" fmla="*/ 41615422 w 58051775"/>
                <a:gd name="connsiteY2504" fmla="*/ 40509527 h 57949372"/>
                <a:gd name="connsiteX2505" fmla="*/ 41429940 w 58051775"/>
                <a:gd name="connsiteY2505" fmla="*/ 40620950 h 57949372"/>
                <a:gd name="connsiteX2506" fmla="*/ 41306386 w 58051775"/>
                <a:gd name="connsiteY2506" fmla="*/ 40620950 h 57949372"/>
                <a:gd name="connsiteX2507" fmla="*/ 41246244 w 58051775"/>
                <a:gd name="connsiteY2507" fmla="*/ 40560458 h 57949372"/>
                <a:gd name="connsiteX2508" fmla="*/ 41180468 w 58051775"/>
                <a:gd name="connsiteY2508" fmla="*/ 40452508 h 57949372"/>
                <a:gd name="connsiteX2509" fmla="*/ 41236902 w 58051775"/>
                <a:gd name="connsiteY2509" fmla="*/ 40300793 h 57949372"/>
                <a:gd name="connsiteX2510" fmla="*/ 41333340 w 58051775"/>
                <a:gd name="connsiteY2510" fmla="*/ 40289642 h 57949372"/>
                <a:gd name="connsiteX2511" fmla="*/ 20603760 w 58051775"/>
                <a:gd name="connsiteY2511" fmla="*/ 40289363 h 57949372"/>
                <a:gd name="connsiteX2512" fmla="*/ 20770664 w 58051775"/>
                <a:gd name="connsiteY2512" fmla="*/ 40464843 h 57949372"/>
                <a:gd name="connsiteX2513" fmla="*/ 20728368 w 58051775"/>
                <a:gd name="connsiteY2513" fmla="*/ 40588668 h 57949372"/>
                <a:gd name="connsiteX2514" fmla="*/ 20679536 w 58051775"/>
                <a:gd name="connsiteY2514" fmla="*/ 40640001 h 57949372"/>
                <a:gd name="connsiteX2515" fmla="*/ 20568988 w 58051775"/>
                <a:gd name="connsiteY2515" fmla="*/ 40640001 h 57949372"/>
                <a:gd name="connsiteX2516" fmla="*/ 20358104 w 58051775"/>
                <a:gd name="connsiteY2516" fmla="*/ 40466229 h 57949372"/>
                <a:gd name="connsiteX2517" fmla="*/ 20407408 w 58051775"/>
                <a:gd name="connsiteY2517" fmla="*/ 40346407 h 57949372"/>
                <a:gd name="connsiteX2518" fmla="*/ 20550284 w 58051775"/>
                <a:gd name="connsiteY2518" fmla="*/ 40290770 h 57949372"/>
                <a:gd name="connsiteX2519" fmla="*/ 20603760 w 58051775"/>
                <a:gd name="connsiteY2519" fmla="*/ 40289363 h 57949372"/>
                <a:gd name="connsiteX2520" fmla="*/ 39307222 w 58051775"/>
                <a:gd name="connsiteY2520" fmla="*/ 40202110 h 57949372"/>
                <a:gd name="connsiteX2521" fmla="*/ 39450536 w 58051775"/>
                <a:gd name="connsiteY2521" fmla="*/ 40300343 h 57949372"/>
                <a:gd name="connsiteX2522" fmla="*/ 39470372 w 58051775"/>
                <a:gd name="connsiteY2522" fmla="*/ 40432909 h 57949372"/>
                <a:gd name="connsiteX2523" fmla="*/ 39413398 w 58051775"/>
                <a:gd name="connsiteY2523" fmla="*/ 40627647 h 57949372"/>
                <a:gd name="connsiteX2524" fmla="*/ 39272442 w 58051775"/>
                <a:gd name="connsiteY2524" fmla="*/ 40637848 h 57949372"/>
                <a:gd name="connsiteX2525" fmla="*/ 39151992 w 58051775"/>
                <a:gd name="connsiteY2525" fmla="*/ 40601590 h 57949372"/>
                <a:gd name="connsiteX2526" fmla="*/ 39131018 w 58051775"/>
                <a:gd name="connsiteY2526" fmla="*/ 40442455 h 57949372"/>
                <a:gd name="connsiteX2527" fmla="*/ 39135052 w 58051775"/>
                <a:gd name="connsiteY2527" fmla="*/ 40314761 h 57949372"/>
                <a:gd name="connsiteX2528" fmla="*/ 39196740 w 58051775"/>
                <a:gd name="connsiteY2528" fmla="*/ 40268500 h 57949372"/>
                <a:gd name="connsiteX2529" fmla="*/ 39272940 w 58051775"/>
                <a:gd name="connsiteY2529" fmla="*/ 40210101 h 57949372"/>
                <a:gd name="connsiteX2530" fmla="*/ 39307222 w 58051775"/>
                <a:gd name="connsiteY2530" fmla="*/ 40202110 h 57949372"/>
                <a:gd name="connsiteX2531" fmla="*/ 16630652 w 58051775"/>
                <a:gd name="connsiteY2531" fmla="*/ 40198033 h 57949372"/>
                <a:gd name="connsiteX2532" fmla="*/ 16742588 w 58051775"/>
                <a:gd name="connsiteY2532" fmla="*/ 40246300 h 57949372"/>
                <a:gd name="connsiteX2533" fmla="*/ 16796124 w 58051775"/>
                <a:gd name="connsiteY2533" fmla="*/ 40295885 h 57949372"/>
                <a:gd name="connsiteX2534" fmla="*/ 16853912 w 58051775"/>
                <a:gd name="connsiteY2534" fmla="*/ 40400256 h 57949372"/>
                <a:gd name="connsiteX2535" fmla="*/ 16771508 w 58051775"/>
                <a:gd name="connsiteY2535" fmla="*/ 40531941 h 57949372"/>
                <a:gd name="connsiteX2536" fmla="*/ 16512768 w 58051775"/>
                <a:gd name="connsiteY2536" fmla="*/ 40527666 h 57949372"/>
                <a:gd name="connsiteX2537" fmla="*/ 16435196 w 58051775"/>
                <a:gd name="connsiteY2537" fmla="*/ 40392890 h 57949372"/>
                <a:gd name="connsiteX2538" fmla="*/ 16427452 w 58051775"/>
                <a:gd name="connsiteY2538" fmla="*/ 40311419 h 57949372"/>
                <a:gd name="connsiteX2539" fmla="*/ 16483612 w 58051775"/>
                <a:gd name="connsiteY2539" fmla="*/ 40262984 h 57949372"/>
                <a:gd name="connsiteX2540" fmla="*/ 16566164 w 58051775"/>
                <a:gd name="connsiteY2540" fmla="*/ 40206290 h 57949372"/>
                <a:gd name="connsiteX2541" fmla="*/ 16630652 w 58051775"/>
                <a:gd name="connsiteY2541" fmla="*/ 40198033 h 57949372"/>
                <a:gd name="connsiteX2542" fmla="*/ 37760802 w 58051775"/>
                <a:gd name="connsiteY2542" fmla="*/ 40108326 h 57949372"/>
                <a:gd name="connsiteX2543" fmla="*/ 37868348 w 58051775"/>
                <a:gd name="connsiteY2543" fmla="*/ 40126351 h 57949372"/>
                <a:gd name="connsiteX2544" fmla="*/ 37964980 w 58051775"/>
                <a:gd name="connsiteY2544" fmla="*/ 40311524 h 57949372"/>
                <a:gd name="connsiteX2545" fmla="*/ 37819728 w 58051775"/>
                <a:gd name="connsiteY2545" fmla="*/ 40460315 h 57949372"/>
                <a:gd name="connsiteX2546" fmla="*/ 37578600 w 58051775"/>
                <a:gd name="connsiteY2546" fmla="*/ 40426087 h 57949372"/>
                <a:gd name="connsiteX2547" fmla="*/ 37544788 w 58051775"/>
                <a:gd name="connsiteY2547" fmla="*/ 40321607 h 57949372"/>
                <a:gd name="connsiteX2548" fmla="*/ 37538170 w 58051775"/>
                <a:gd name="connsiteY2548" fmla="*/ 40239144 h 57949372"/>
                <a:gd name="connsiteX2549" fmla="*/ 37592816 w 58051775"/>
                <a:gd name="connsiteY2549" fmla="*/ 40182397 h 57949372"/>
                <a:gd name="connsiteX2550" fmla="*/ 37667360 w 58051775"/>
                <a:gd name="connsiteY2550" fmla="*/ 40117018 h 57949372"/>
                <a:gd name="connsiteX2551" fmla="*/ 37760802 w 58051775"/>
                <a:gd name="connsiteY2551" fmla="*/ 40108326 h 57949372"/>
                <a:gd name="connsiteX2552" fmla="*/ 17554592 w 58051775"/>
                <a:gd name="connsiteY2552" fmla="*/ 40108153 h 57949372"/>
                <a:gd name="connsiteX2553" fmla="*/ 17653000 w 58051775"/>
                <a:gd name="connsiteY2553" fmla="*/ 40128844 h 57949372"/>
                <a:gd name="connsiteX2554" fmla="*/ 17748232 w 58051775"/>
                <a:gd name="connsiteY2554" fmla="*/ 40340046 h 57949372"/>
                <a:gd name="connsiteX2555" fmla="*/ 17754600 w 58051775"/>
                <a:gd name="connsiteY2555" fmla="*/ 40440142 h 57949372"/>
                <a:gd name="connsiteX2556" fmla="*/ 17643644 w 58051775"/>
                <a:gd name="connsiteY2556" fmla="*/ 40551100 h 57949372"/>
                <a:gd name="connsiteX2557" fmla="*/ 17445224 w 58051775"/>
                <a:gd name="connsiteY2557" fmla="*/ 40551100 h 57949372"/>
                <a:gd name="connsiteX2558" fmla="*/ 17391800 w 58051775"/>
                <a:gd name="connsiteY2558" fmla="*/ 40493730 h 57949372"/>
                <a:gd name="connsiteX2559" fmla="*/ 17329896 w 58051775"/>
                <a:gd name="connsiteY2559" fmla="*/ 40368516 h 57949372"/>
                <a:gd name="connsiteX2560" fmla="*/ 17380420 w 58051775"/>
                <a:gd name="connsiteY2560" fmla="*/ 40215173 h 57949372"/>
                <a:gd name="connsiteX2561" fmla="*/ 17436908 w 58051775"/>
                <a:gd name="connsiteY2561" fmla="*/ 40170460 h 57949372"/>
                <a:gd name="connsiteX2562" fmla="*/ 17472856 w 58051775"/>
                <a:gd name="connsiteY2562" fmla="*/ 40125740 h 57949372"/>
                <a:gd name="connsiteX2563" fmla="*/ 17554592 w 58051775"/>
                <a:gd name="connsiteY2563" fmla="*/ 40108153 h 57949372"/>
                <a:gd name="connsiteX2564" fmla="*/ 15674536 w 58051775"/>
                <a:gd name="connsiteY2564" fmla="*/ 40062380 h 57949372"/>
                <a:gd name="connsiteX2565" fmla="*/ 15686852 w 58051775"/>
                <a:gd name="connsiteY2565" fmla="*/ 40063046 h 57949372"/>
                <a:gd name="connsiteX2566" fmla="*/ 15796424 w 58051775"/>
                <a:gd name="connsiteY2566" fmla="*/ 40245202 h 57949372"/>
                <a:gd name="connsiteX2567" fmla="*/ 15673424 w 58051775"/>
                <a:gd name="connsiteY2567" fmla="*/ 40354055 h 57949372"/>
                <a:gd name="connsiteX2568" fmla="*/ 15580520 w 58051775"/>
                <a:gd name="connsiteY2568" fmla="*/ 40344272 h 57949372"/>
                <a:gd name="connsiteX2569" fmla="*/ 15554328 w 58051775"/>
                <a:gd name="connsiteY2569" fmla="*/ 40121976 h 57949372"/>
                <a:gd name="connsiteX2570" fmla="*/ 15614652 w 58051775"/>
                <a:gd name="connsiteY2570" fmla="*/ 40075991 h 57949372"/>
                <a:gd name="connsiteX2571" fmla="*/ 15674536 w 58051775"/>
                <a:gd name="connsiteY2571" fmla="*/ 40062380 h 57949372"/>
                <a:gd name="connsiteX2572" fmla="*/ 42396404 w 58051775"/>
                <a:gd name="connsiteY2572" fmla="*/ 39941500 h 57949372"/>
                <a:gd name="connsiteX2573" fmla="*/ 42535170 w 58051775"/>
                <a:gd name="connsiteY2573" fmla="*/ 40005459 h 57949372"/>
                <a:gd name="connsiteX2574" fmla="*/ 42598792 w 58051775"/>
                <a:gd name="connsiteY2574" fmla="*/ 40069415 h 57949372"/>
                <a:gd name="connsiteX2575" fmla="*/ 42593566 w 58051775"/>
                <a:gd name="connsiteY2575" fmla="*/ 40188886 h 57949372"/>
                <a:gd name="connsiteX2576" fmla="*/ 42473944 w 58051775"/>
                <a:gd name="connsiteY2576" fmla="*/ 40367651 h 57949372"/>
                <a:gd name="connsiteX2577" fmla="*/ 42230972 w 58051775"/>
                <a:gd name="connsiteY2577" fmla="*/ 40303912 h 57949372"/>
                <a:gd name="connsiteX2578" fmla="*/ 42176702 w 58051775"/>
                <a:gd name="connsiteY2578" fmla="*/ 40161108 h 57949372"/>
                <a:gd name="connsiteX2579" fmla="*/ 42207780 w 58051775"/>
                <a:gd name="connsiteY2579" fmla="*/ 40058417 h 57949372"/>
                <a:gd name="connsiteX2580" fmla="*/ 42254516 w 58051775"/>
                <a:gd name="connsiteY2580" fmla="*/ 40002405 h 57949372"/>
                <a:gd name="connsiteX2581" fmla="*/ 42295716 w 58051775"/>
                <a:gd name="connsiteY2581" fmla="*/ 39951025 h 57949372"/>
                <a:gd name="connsiteX2582" fmla="*/ 42396404 w 58051775"/>
                <a:gd name="connsiteY2582" fmla="*/ 39941500 h 57949372"/>
                <a:gd name="connsiteX2583" fmla="*/ 19856740 w 58051775"/>
                <a:gd name="connsiteY2583" fmla="*/ 39936853 h 57949372"/>
                <a:gd name="connsiteX2584" fmla="*/ 19969020 w 58051775"/>
                <a:gd name="connsiteY2584" fmla="*/ 39953543 h 57949372"/>
                <a:gd name="connsiteX2585" fmla="*/ 20059456 w 58051775"/>
                <a:gd name="connsiteY2585" fmla="*/ 40100024 h 57949372"/>
                <a:gd name="connsiteX2586" fmla="*/ 19889300 w 58051775"/>
                <a:gd name="connsiteY2586" fmla="*/ 40176450 h 57949372"/>
                <a:gd name="connsiteX2587" fmla="*/ 19740732 w 58051775"/>
                <a:gd name="connsiteY2587" fmla="*/ 40167412 h 57949372"/>
                <a:gd name="connsiteX2588" fmla="*/ 19741400 w 58051775"/>
                <a:gd name="connsiteY2588" fmla="*/ 39981956 h 57949372"/>
                <a:gd name="connsiteX2589" fmla="*/ 19764972 w 58051775"/>
                <a:gd name="connsiteY2589" fmla="*/ 39943788 h 57949372"/>
                <a:gd name="connsiteX2590" fmla="*/ 19856740 w 58051775"/>
                <a:gd name="connsiteY2590" fmla="*/ 39936853 h 57949372"/>
                <a:gd name="connsiteX2591" fmla="*/ 40549176 w 58051775"/>
                <a:gd name="connsiteY2591" fmla="*/ 39934522 h 57949372"/>
                <a:gd name="connsiteX2592" fmla="*/ 40684456 w 58051775"/>
                <a:gd name="connsiteY2592" fmla="*/ 39967962 h 57949372"/>
                <a:gd name="connsiteX2593" fmla="*/ 40709856 w 58051775"/>
                <a:gd name="connsiteY2593" fmla="*/ 40149488 h 57949372"/>
                <a:gd name="connsiteX2594" fmla="*/ 40700112 w 58051775"/>
                <a:gd name="connsiteY2594" fmla="*/ 40331657 h 57949372"/>
                <a:gd name="connsiteX2595" fmla="*/ 40628548 w 58051775"/>
                <a:gd name="connsiteY2595" fmla="*/ 40365584 h 57949372"/>
                <a:gd name="connsiteX2596" fmla="*/ 40485832 w 58051775"/>
                <a:gd name="connsiteY2596" fmla="*/ 40319512 h 57949372"/>
                <a:gd name="connsiteX2597" fmla="*/ 40434474 w 58051775"/>
                <a:gd name="connsiteY2597" fmla="*/ 40258260 h 57949372"/>
                <a:gd name="connsiteX2598" fmla="*/ 40389908 w 58051775"/>
                <a:gd name="connsiteY2598" fmla="*/ 40173301 h 57949372"/>
                <a:gd name="connsiteX2599" fmla="*/ 40441658 w 58051775"/>
                <a:gd name="connsiteY2599" fmla="*/ 40038193 h 57949372"/>
                <a:gd name="connsiteX2600" fmla="*/ 40492244 w 58051775"/>
                <a:gd name="connsiteY2600" fmla="*/ 39988246 h 57949372"/>
                <a:gd name="connsiteX2601" fmla="*/ 40516190 w 58051775"/>
                <a:gd name="connsiteY2601" fmla="*/ 39943299 h 57949372"/>
                <a:gd name="connsiteX2602" fmla="*/ 40549176 w 58051775"/>
                <a:gd name="connsiteY2602" fmla="*/ 39934522 h 57949372"/>
                <a:gd name="connsiteX2603" fmla="*/ 18828732 w 58051775"/>
                <a:gd name="connsiteY2603" fmla="*/ 39853427 h 57949372"/>
                <a:gd name="connsiteX2604" fmla="*/ 18882080 w 58051775"/>
                <a:gd name="connsiteY2604" fmla="*/ 39872372 h 57949372"/>
                <a:gd name="connsiteX2605" fmla="*/ 18910304 w 58051775"/>
                <a:gd name="connsiteY2605" fmla="*/ 39980031 h 57949372"/>
                <a:gd name="connsiteX2606" fmla="*/ 18879072 w 58051775"/>
                <a:gd name="connsiteY2606" fmla="*/ 40088384 h 57949372"/>
                <a:gd name="connsiteX2607" fmla="*/ 18749604 w 58051775"/>
                <a:gd name="connsiteY2607" fmla="*/ 40051453 h 57949372"/>
                <a:gd name="connsiteX2608" fmla="*/ 18743396 w 58051775"/>
                <a:gd name="connsiteY2608" fmla="*/ 39948135 h 57949372"/>
                <a:gd name="connsiteX2609" fmla="*/ 18778760 w 58051775"/>
                <a:gd name="connsiteY2609" fmla="*/ 39868760 h 57949372"/>
                <a:gd name="connsiteX2610" fmla="*/ 18828732 w 58051775"/>
                <a:gd name="connsiteY2610" fmla="*/ 39853427 h 57949372"/>
                <a:gd name="connsiteX2611" fmla="*/ 18021304 w 58051775"/>
                <a:gd name="connsiteY2611" fmla="*/ 39852818 h 57949372"/>
                <a:gd name="connsiteX2612" fmla="*/ 18133624 w 58051775"/>
                <a:gd name="connsiteY2612" fmla="*/ 39915961 h 57949372"/>
                <a:gd name="connsiteX2613" fmla="*/ 18201500 w 58051775"/>
                <a:gd name="connsiteY2613" fmla="*/ 39979049 h 57949372"/>
                <a:gd name="connsiteX2614" fmla="*/ 18190776 w 58051775"/>
                <a:gd name="connsiteY2614" fmla="*/ 40099547 h 57949372"/>
                <a:gd name="connsiteX2615" fmla="*/ 18068960 w 58051775"/>
                <a:gd name="connsiteY2615" fmla="*/ 40280993 h 57949372"/>
                <a:gd name="connsiteX2616" fmla="*/ 17881020 w 58051775"/>
                <a:gd name="connsiteY2616" fmla="*/ 40232513 h 57949372"/>
                <a:gd name="connsiteX2617" fmla="*/ 17853176 w 58051775"/>
                <a:gd name="connsiteY2617" fmla="*/ 39998651 h 57949372"/>
                <a:gd name="connsiteX2618" fmla="*/ 17906012 w 58051775"/>
                <a:gd name="connsiteY2618" fmla="*/ 39949680 h 57949372"/>
                <a:gd name="connsiteX2619" fmla="*/ 17962340 w 58051775"/>
                <a:gd name="connsiteY2619" fmla="*/ 39895786 h 57949372"/>
                <a:gd name="connsiteX2620" fmla="*/ 18021304 w 58051775"/>
                <a:gd name="connsiteY2620" fmla="*/ 39852818 h 57949372"/>
                <a:gd name="connsiteX2621" fmla="*/ 17139336 w 58051775"/>
                <a:gd name="connsiteY2621" fmla="*/ 39776953 h 57949372"/>
                <a:gd name="connsiteX2622" fmla="*/ 17195700 w 58051775"/>
                <a:gd name="connsiteY2622" fmla="*/ 39795330 h 57949372"/>
                <a:gd name="connsiteX2623" fmla="*/ 17217848 w 58051775"/>
                <a:gd name="connsiteY2623" fmla="*/ 39894481 h 57949372"/>
                <a:gd name="connsiteX2624" fmla="*/ 17138036 w 58051775"/>
                <a:gd name="connsiteY2624" fmla="*/ 40017704 h 57949372"/>
                <a:gd name="connsiteX2625" fmla="*/ 17061132 w 58051775"/>
                <a:gd name="connsiteY2625" fmla="*/ 39881644 h 57949372"/>
                <a:gd name="connsiteX2626" fmla="*/ 17083440 w 58051775"/>
                <a:gd name="connsiteY2626" fmla="*/ 39793116 h 57949372"/>
                <a:gd name="connsiteX2627" fmla="*/ 17139336 w 58051775"/>
                <a:gd name="connsiteY2627" fmla="*/ 39776953 h 57949372"/>
                <a:gd name="connsiteX2628" fmla="*/ 39807486 w 58051775"/>
                <a:gd name="connsiteY2628" fmla="*/ 39755488 h 57949372"/>
                <a:gd name="connsiteX2629" fmla="*/ 39835172 w 58051775"/>
                <a:gd name="connsiteY2629" fmla="*/ 39757397 h 57949372"/>
                <a:gd name="connsiteX2630" fmla="*/ 39904288 w 58051775"/>
                <a:gd name="connsiteY2630" fmla="*/ 39783820 h 57949372"/>
                <a:gd name="connsiteX2631" fmla="*/ 39910980 w 58051775"/>
                <a:gd name="connsiteY2631" fmla="*/ 39985860 h 57949372"/>
                <a:gd name="connsiteX2632" fmla="*/ 39802416 w 58051775"/>
                <a:gd name="connsiteY2632" fmla="*/ 40017700 h 57949372"/>
                <a:gd name="connsiteX2633" fmla="*/ 39674802 w 58051775"/>
                <a:gd name="connsiteY2633" fmla="*/ 39924369 h 57949372"/>
                <a:gd name="connsiteX2634" fmla="*/ 39749308 w 58051775"/>
                <a:gd name="connsiteY2634" fmla="*/ 39781708 h 57949372"/>
                <a:gd name="connsiteX2635" fmla="*/ 39807486 w 58051775"/>
                <a:gd name="connsiteY2635" fmla="*/ 39755488 h 57949372"/>
                <a:gd name="connsiteX2636" fmla="*/ 38564636 w 58051775"/>
                <a:gd name="connsiteY2636" fmla="*/ 39670716 h 57949372"/>
                <a:gd name="connsiteX2637" fmla="*/ 38704836 w 58051775"/>
                <a:gd name="connsiteY2637" fmla="*/ 39735333 h 57949372"/>
                <a:gd name="connsiteX2638" fmla="*/ 38766360 w 58051775"/>
                <a:gd name="connsiteY2638" fmla="*/ 39823237 h 57949372"/>
                <a:gd name="connsiteX2639" fmla="*/ 38739264 w 58051775"/>
                <a:gd name="connsiteY2639" fmla="*/ 39994033 h 57949372"/>
                <a:gd name="connsiteX2640" fmla="*/ 38461948 w 58051775"/>
                <a:gd name="connsiteY2640" fmla="*/ 40012014 h 57949372"/>
                <a:gd name="connsiteX2641" fmla="*/ 38354002 w 58051775"/>
                <a:gd name="connsiteY2641" fmla="*/ 39889875 h 57949372"/>
                <a:gd name="connsiteX2642" fmla="*/ 38414328 w 58051775"/>
                <a:gd name="connsiteY2642" fmla="*/ 39754094 h 57949372"/>
                <a:gd name="connsiteX2643" fmla="*/ 38519102 w 58051775"/>
                <a:gd name="connsiteY2643" fmla="*/ 39673712 h 57949372"/>
                <a:gd name="connsiteX2644" fmla="*/ 38564636 w 58051775"/>
                <a:gd name="connsiteY2644" fmla="*/ 39670716 h 57949372"/>
                <a:gd name="connsiteX2645" fmla="*/ 42014956 w 58051775"/>
                <a:gd name="connsiteY2645" fmla="*/ 39586694 h 57949372"/>
                <a:gd name="connsiteX2646" fmla="*/ 42138680 w 58051775"/>
                <a:gd name="connsiteY2646" fmla="*/ 39655964 h 57949372"/>
                <a:gd name="connsiteX2647" fmla="*/ 42131340 w 58051775"/>
                <a:gd name="connsiteY2647" fmla="*/ 39819942 h 57949372"/>
                <a:gd name="connsiteX2648" fmla="*/ 42024300 w 58051775"/>
                <a:gd name="connsiteY2648" fmla="*/ 39839900 h 57949372"/>
                <a:gd name="connsiteX2649" fmla="*/ 41917256 w 58051775"/>
                <a:gd name="connsiteY2649" fmla="*/ 39819942 h 57949372"/>
                <a:gd name="connsiteX2650" fmla="*/ 41917068 w 58051775"/>
                <a:gd name="connsiteY2650" fmla="*/ 39614125 h 57949372"/>
                <a:gd name="connsiteX2651" fmla="*/ 41964344 w 58051775"/>
                <a:gd name="connsiteY2651" fmla="*/ 39588070 h 57949372"/>
                <a:gd name="connsiteX2652" fmla="*/ 42014956 w 58051775"/>
                <a:gd name="connsiteY2652" fmla="*/ 39586694 h 57949372"/>
                <a:gd name="connsiteX2653" fmla="*/ 16221360 w 58051775"/>
                <a:gd name="connsiteY2653" fmla="*/ 39574744 h 57949372"/>
                <a:gd name="connsiteX2654" fmla="*/ 16319504 w 58051775"/>
                <a:gd name="connsiteY2654" fmla="*/ 39595444 h 57949372"/>
                <a:gd name="connsiteX2655" fmla="*/ 16414732 w 58051775"/>
                <a:gd name="connsiteY2655" fmla="*/ 39805468 h 57949372"/>
                <a:gd name="connsiteX2656" fmla="*/ 16421104 w 58051775"/>
                <a:gd name="connsiteY2656" fmla="*/ 39904383 h 57949372"/>
                <a:gd name="connsiteX2657" fmla="*/ 16371344 w 58051775"/>
                <a:gd name="connsiteY2657" fmla="*/ 39957725 h 57949372"/>
                <a:gd name="connsiteX2658" fmla="*/ 16218096 w 58051775"/>
                <a:gd name="connsiteY2658" fmla="*/ 40015768 h 57949372"/>
                <a:gd name="connsiteX2659" fmla="*/ 16114600 w 58051775"/>
                <a:gd name="connsiteY2659" fmla="*/ 40020466 h 57949372"/>
                <a:gd name="connsiteX2660" fmla="*/ 16060252 w 58051775"/>
                <a:gd name="connsiteY2660" fmla="*/ 39963747 h 57949372"/>
                <a:gd name="connsiteX2661" fmla="*/ 15989304 w 58051775"/>
                <a:gd name="connsiteY2661" fmla="*/ 39780328 h 57949372"/>
                <a:gd name="connsiteX2662" fmla="*/ 16045956 w 58051775"/>
                <a:gd name="connsiteY2662" fmla="*/ 39682409 h 57949372"/>
                <a:gd name="connsiteX2663" fmla="*/ 16099372 w 58051775"/>
                <a:gd name="connsiteY2663" fmla="*/ 39641596 h 57949372"/>
                <a:gd name="connsiteX2664" fmla="*/ 16140808 w 58051775"/>
                <a:gd name="connsiteY2664" fmla="*/ 39591800 h 57949372"/>
                <a:gd name="connsiteX2665" fmla="*/ 16221360 w 58051775"/>
                <a:gd name="connsiteY2665" fmla="*/ 39574744 h 57949372"/>
                <a:gd name="connsiteX2666" fmla="*/ 41368204 w 58051775"/>
                <a:gd name="connsiteY2666" fmla="*/ 39498830 h 57949372"/>
                <a:gd name="connsiteX2667" fmla="*/ 41397688 w 58051775"/>
                <a:gd name="connsiteY2667" fmla="*/ 39501660 h 57949372"/>
                <a:gd name="connsiteX2668" fmla="*/ 41522584 w 58051775"/>
                <a:gd name="connsiteY2668" fmla="*/ 39709006 h 57949372"/>
                <a:gd name="connsiteX2669" fmla="*/ 41354732 w 58051775"/>
                <a:gd name="connsiteY2669" fmla="*/ 39839900 h 57949372"/>
                <a:gd name="connsiteX2670" fmla="*/ 41182364 w 58051775"/>
                <a:gd name="connsiteY2670" fmla="*/ 39696507 h 57949372"/>
                <a:gd name="connsiteX2671" fmla="*/ 41179756 w 58051775"/>
                <a:gd name="connsiteY2671" fmla="*/ 39605049 h 57949372"/>
                <a:gd name="connsiteX2672" fmla="*/ 41233732 w 58051775"/>
                <a:gd name="connsiteY2672" fmla="*/ 39589025 h 57949372"/>
                <a:gd name="connsiteX2673" fmla="*/ 41287706 w 58051775"/>
                <a:gd name="connsiteY2673" fmla="*/ 39560401 h 57949372"/>
                <a:gd name="connsiteX2674" fmla="*/ 41314624 w 58051775"/>
                <a:gd name="connsiteY2674" fmla="*/ 39520881 h 57949372"/>
                <a:gd name="connsiteX2675" fmla="*/ 41368204 w 58051775"/>
                <a:gd name="connsiteY2675" fmla="*/ 39498830 h 57949372"/>
                <a:gd name="connsiteX2676" fmla="*/ 43059836 w 58051775"/>
                <a:gd name="connsiteY2676" fmla="*/ 39410385 h 57949372"/>
                <a:gd name="connsiteX2677" fmla="*/ 43095846 w 58051775"/>
                <a:gd name="connsiteY2677" fmla="*/ 39413879 h 57949372"/>
                <a:gd name="connsiteX2678" fmla="*/ 43214888 w 58051775"/>
                <a:gd name="connsiteY2678" fmla="*/ 39481829 h 57949372"/>
                <a:gd name="connsiteX2679" fmla="*/ 43307002 w 58051775"/>
                <a:gd name="connsiteY2679" fmla="*/ 39706045 h 57949372"/>
                <a:gd name="connsiteX2680" fmla="*/ 43249296 w 58051775"/>
                <a:gd name="connsiteY2680" fmla="*/ 39860227 h 57949372"/>
                <a:gd name="connsiteX2681" fmla="*/ 43109680 w 58051775"/>
                <a:gd name="connsiteY2681" fmla="*/ 39926533 h 57949372"/>
                <a:gd name="connsiteX2682" fmla="*/ 42958930 w 58051775"/>
                <a:gd name="connsiteY2682" fmla="*/ 39923148 h 57949372"/>
                <a:gd name="connsiteX2683" fmla="*/ 42844548 w 58051775"/>
                <a:gd name="connsiteY2683" fmla="*/ 39856088 h 57949372"/>
                <a:gd name="connsiteX2684" fmla="*/ 42799002 w 58051775"/>
                <a:gd name="connsiteY2684" fmla="*/ 39698154 h 57949372"/>
                <a:gd name="connsiteX2685" fmla="*/ 42844932 w 58051775"/>
                <a:gd name="connsiteY2685" fmla="*/ 39547837 h 57949372"/>
                <a:gd name="connsiteX2686" fmla="*/ 42907228 w 58051775"/>
                <a:gd name="connsiteY2686" fmla="*/ 39497000 h 57949372"/>
                <a:gd name="connsiteX2687" fmla="*/ 42978328 w 58051775"/>
                <a:gd name="connsiteY2687" fmla="*/ 39451276 h 57949372"/>
                <a:gd name="connsiteX2688" fmla="*/ 43059836 w 58051775"/>
                <a:gd name="connsiteY2688" fmla="*/ 39410385 h 57949372"/>
                <a:gd name="connsiteX2689" fmla="*/ 18474640 w 58051775"/>
                <a:gd name="connsiteY2689" fmla="*/ 39406598 h 57949372"/>
                <a:gd name="connsiteX2690" fmla="*/ 18583680 w 58051775"/>
                <a:gd name="connsiteY2690" fmla="*/ 39477331 h 57949372"/>
                <a:gd name="connsiteX2691" fmla="*/ 18643600 w 58051775"/>
                <a:gd name="connsiteY2691" fmla="*/ 39532348 h 57949372"/>
                <a:gd name="connsiteX2692" fmla="*/ 18643600 w 58051775"/>
                <a:gd name="connsiteY2692" fmla="*/ 39629464 h 57949372"/>
                <a:gd name="connsiteX2693" fmla="*/ 18595504 w 58051775"/>
                <a:gd name="connsiteY2693" fmla="*/ 39778150 h 57949372"/>
                <a:gd name="connsiteX2694" fmla="*/ 18487016 w 58051775"/>
                <a:gd name="connsiteY2694" fmla="*/ 39836518 h 57949372"/>
                <a:gd name="connsiteX2695" fmla="*/ 18371976 w 58051775"/>
                <a:gd name="connsiteY2695" fmla="*/ 39786289 h 57949372"/>
                <a:gd name="connsiteX2696" fmla="*/ 18308864 w 58051775"/>
                <a:gd name="connsiteY2696" fmla="*/ 39657221 h 57949372"/>
                <a:gd name="connsiteX2697" fmla="*/ 18359312 w 58051775"/>
                <a:gd name="connsiteY2697" fmla="*/ 39503559 h 57949372"/>
                <a:gd name="connsiteX2698" fmla="*/ 18416712 w 58051775"/>
                <a:gd name="connsiteY2698" fmla="*/ 39453866 h 57949372"/>
                <a:gd name="connsiteX2699" fmla="*/ 18451664 w 58051775"/>
                <a:gd name="connsiteY2699" fmla="*/ 39411527 h 57949372"/>
                <a:gd name="connsiteX2700" fmla="*/ 18474640 w 58051775"/>
                <a:gd name="connsiteY2700" fmla="*/ 39406598 h 57949372"/>
                <a:gd name="connsiteX2701" fmla="*/ 17058928 w 58051775"/>
                <a:gd name="connsiteY2701" fmla="*/ 39319200 h 57949372"/>
                <a:gd name="connsiteX2702" fmla="*/ 17221204 w 58051775"/>
                <a:gd name="connsiteY2702" fmla="*/ 39443772 h 57949372"/>
                <a:gd name="connsiteX2703" fmla="*/ 17101960 w 58051775"/>
                <a:gd name="connsiteY2703" fmla="*/ 39570813 h 57949372"/>
                <a:gd name="connsiteX2704" fmla="*/ 16893856 w 58051775"/>
                <a:gd name="connsiteY2704" fmla="*/ 39420605 h 57949372"/>
                <a:gd name="connsiteX2705" fmla="*/ 16917780 w 58051775"/>
                <a:gd name="connsiteY2705" fmla="*/ 39339986 h 57949372"/>
                <a:gd name="connsiteX2706" fmla="*/ 17058928 w 58051775"/>
                <a:gd name="connsiteY2706" fmla="*/ 39319200 h 57949372"/>
                <a:gd name="connsiteX2707" fmla="*/ 39129250 w 58051775"/>
                <a:gd name="connsiteY2707" fmla="*/ 39313596 h 57949372"/>
                <a:gd name="connsiteX2708" fmla="*/ 39214280 w 58051775"/>
                <a:gd name="connsiteY2708" fmla="*/ 39326173 h 57949372"/>
                <a:gd name="connsiteX2709" fmla="*/ 39292224 w 58051775"/>
                <a:gd name="connsiteY2709" fmla="*/ 39459942 h 57949372"/>
                <a:gd name="connsiteX2710" fmla="*/ 39252380 w 58051775"/>
                <a:gd name="connsiteY2710" fmla="*/ 39556221 h 57949372"/>
                <a:gd name="connsiteX2711" fmla="*/ 39199428 w 58051775"/>
                <a:gd name="connsiteY2711" fmla="*/ 39617647 h 57949372"/>
                <a:gd name="connsiteX2712" fmla="*/ 39087230 w 58051775"/>
                <a:gd name="connsiteY2712" fmla="*/ 39643047 h 57949372"/>
                <a:gd name="connsiteX2713" fmla="*/ 38978256 w 58051775"/>
                <a:gd name="connsiteY2713" fmla="*/ 39631966 h 57949372"/>
                <a:gd name="connsiteX2714" fmla="*/ 38963604 w 58051775"/>
                <a:gd name="connsiteY2714" fmla="*/ 39521169 h 57949372"/>
                <a:gd name="connsiteX2715" fmla="*/ 39055594 w 58051775"/>
                <a:gd name="connsiteY2715" fmla="*/ 39345806 h 57949372"/>
                <a:gd name="connsiteX2716" fmla="*/ 39129250 w 58051775"/>
                <a:gd name="connsiteY2716" fmla="*/ 39313596 h 57949372"/>
                <a:gd name="connsiteX2717" fmla="*/ 40430014 w 58051775"/>
                <a:gd name="connsiteY2717" fmla="*/ 39311221 h 57949372"/>
                <a:gd name="connsiteX2718" fmla="*/ 40490058 w 58051775"/>
                <a:gd name="connsiteY2718" fmla="*/ 39313517 h 57949372"/>
                <a:gd name="connsiteX2719" fmla="*/ 40620232 w 58051775"/>
                <a:gd name="connsiteY2719" fmla="*/ 39347425 h 57949372"/>
                <a:gd name="connsiteX2720" fmla="*/ 40622856 w 58051775"/>
                <a:gd name="connsiteY2720" fmla="*/ 39452094 h 57949372"/>
                <a:gd name="connsiteX2721" fmla="*/ 40354660 w 58051775"/>
                <a:gd name="connsiteY2721" fmla="*/ 39451145 h 57949372"/>
                <a:gd name="connsiteX2722" fmla="*/ 40357428 w 58051775"/>
                <a:gd name="connsiteY2722" fmla="*/ 39334114 h 57949372"/>
                <a:gd name="connsiteX2723" fmla="*/ 40430014 w 58051775"/>
                <a:gd name="connsiteY2723" fmla="*/ 39311221 h 57949372"/>
                <a:gd name="connsiteX2724" fmla="*/ 20027904 w 58051775"/>
                <a:gd name="connsiteY2724" fmla="*/ 39307552 h 57949372"/>
                <a:gd name="connsiteX2725" fmla="*/ 20237404 w 58051775"/>
                <a:gd name="connsiteY2725" fmla="*/ 39486757 h 57949372"/>
                <a:gd name="connsiteX2726" fmla="*/ 20083056 w 58051775"/>
                <a:gd name="connsiteY2726" fmla="*/ 39573201 h 57949372"/>
                <a:gd name="connsiteX2727" fmla="*/ 19946176 w 58051775"/>
                <a:gd name="connsiteY2727" fmla="*/ 39560814 h 57949372"/>
                <a:gd name="connsiteX2728" fmla="*/ 19907448 w 58051775"/>
                <a:gd name="connsiteY2728" fmla="*/ 39449689 h 57949372"/>
                <a:gd name="connsiteX2729" fmla="*/ 19939000 w 58051775"/>
                <a:gd name="connsiteY2729" fmla="*/ 39315759 h 57949372"/>
                <a:gd name="connsiteX2730" fmla="*/ 20027904 w 58051775"/>
                <a:gd name="connsiteY2730" fmla="*/ 39307552 h 57949372"/>
                <a:gd name="connsiteX2731" fmla="*/ 17677512 w 58051775"/>
                <a:gd name="connsiteY2731" fmla="*/ 39263827 h 57949372"/>
                <a:gd name="connsiteX2732" fmla="*/ 17702592 w 58051775"/>
                <a:gd name="connsiteY2732" fmla="*/ 39265185 h 57949372"/>
                <a:gd name="connsiteX2733" fmla="*/ 17805404 w 58051775"/>
                <a:gd name="connsiteY2733" fmla="*/ 39300503 h 57949372"/>
                <a:gd name="connsiteX2734" fmla="*/ 17925864 w 58051775"/>
                <a:gd name="connsiteY2734" fmla="*/ 39508705 h 57949372"/>
                <a:gd name="connsiteX2735" fmla="*/ 17932404 w 58051775"/>
                <a:gd name="connsiteY2735" fmla="*/ 39628356 h 57949372"/>
                <a:gd name="connsiteX2736" fmla="*/ 17872136 w 58051775"/>
                <a:gd name="connsiteY2736" fmla="*/ 39686102 h 57949372"/>
                <a:gd name="connsiteX2737" fmla="*/ 17733696 w 58051775"/>
                <a:gd name="connsiteY2737" fmla="*/ 39748823 h 57949372"/>
                <a:gd name="connsiteX2738" fmla="*/ 17480100 w 58051775"/>
                <a:gd name="connsiteY2738" fmla="*/ 39591028 h 57949372"/>
                <a:gd name="connsiteX2739" fmla="*/ 17465728 w 58051775"/>
                <a:gd name="connsiteY2739" fmla="*/ 39443661 h 57949372"/>
                <a:gd name="connsiteX2740" fmla="*/ 17496668 w 58051775"/>
                <a:gd name="connsiteY2740" fmla="*/ 39363653 h 57949372"/>
                <a:gd name="connsiteX2741" fmla="*/ 17559028 w 58051775"/>
                <a:gd name="connsiteY2741" fmla="*/ 39306503 h 57949372"/>
                <a:gd name="connsiteX2742" fmla="*/ 17645668 w 58051775"/>
                <a:gd name="connsiteY2742" fmla="*/ 39272183 h 57949372"/>
                <a:gd name="connsiteX2743" fmla="*/ 17677512 w 58051775"/>
                <a:gd name="connsiteY2743" fmla="*/ 39263827 h 57949372"/>
                <a:gd name="connsiteX2744" fmla="*/ 15242372 w 58051775"/>
                <a:gd name="connsiteY2744" fmla="*/ 39224526 h 57949372"/>
                <a:gd name="connsiteX2745" fmla="*/ 15332708 w 58051775"/>
                <a:gd name="connsiteY2745" fmla="*/ 39241794 h 57949372"/>
                <a:gd name="connsiteX2746" fmla="*/ 15396968 w 58051775"/>
                <a:gd name="connsiteY2746" fmla="*/ 39291720 h 57949372"/>
                <a:gd name="connsiteX2747" fmla="*/ 15439880 w 58051775"/>
                <a:gd name="connsiteY2747" fmla="*/ 39412286 h 57949372"/>
                <a:gd name="connsiteX2748" fmla="*/ 15410704 w 58051775"/>
                <a:gd name="connsiteY2748" fmla="*/ 39629283 h 57949372"/>
                <a:gd name="connsiteX2749" fmla="*/ 15188940 w 58051775"/>
                <a:gd name="connsiteY2749" fmla="*/ 39655713 h 57949372"/>
                <a:gd name="connsiteX2750" fmla="*/ 15095828 w 58051775"/>
                <a:gd name="connsiteY2750" fmla="*/ 39614723 h 57949372"/>
                <a:gd name="connsiteX2751" fmla="*/ 15053504 w 58051775"/>
                <a:gd name="connsiteY2751" fmla="*/ 39568295 h 57949372"/>
                <a:gd name="connsiteX2752" fmla="*/ 15022968 w 58051775"/>
                <a:gd name="connsiteY2752" fmla="*/ 39450156 h 57949372"/>
                <a:gd name="connsiteX2753" fmla="*/ 15161092 w 58051775"/>
                <a:gd name="connsiteY2753" fmla="*/ 39234049 h 57949372"/>
                <a:gd name="connsiteX2754" fmla="*/ 15242372 w 58051775"/>
                <a:gd name="connsiteY2754" fmla="*/ 39224526 h 57949372"/>
                <a:gd name="connsiteX2755" fmla="*/ 19335348 w 58051775"/>
                <a:gd name="connsiteY2755" fmla="*/ 39135639 h 57949372"/>
                <a:gd name="connsiteX2756" fmla="*/ 19396656 w 58051775"/>
                <a:gd name="connsiteY2756" fmla="*/ 39135856 h 57949372"/>
                <a:gd name="connsiteX2757" fmla="*/ 19501428 w 58051775"/>
                <a:gd name="connsiteY2757" fmla="*/ 39172573 h 57949372"/>
                <a:gd name="connsiteX2758" fmla="*/ 19532600 w 58051775"/>
                <a:gd name="connsiteY2758" fmla="*/ 39216168 h 57949372"/>
                <a:gd name="connsiteX2759" fmla="*/ 19557928 w 58051775"/>
                <a:gd name="connsiteY2759" fmla="*/ 39236625 h 57949372"/>
                <a:gd name="connsiteX2760" fmla="*/ 19621504 w 58051775"/>
                <a:gd name="connsiteY2760" fmla="*/ 39415867 h 57949372"/>
                <a:gd name="connsiteX2761" fmla="*/ 19621504 w 58051775"/>
                <a:gd name="connsiteY2761" fmla="*/ 39548820 h 57949372"/>
                <a:gd name="connsiteX2762" fmla="*/ 19567608 w 58051775"/>
                <a:gd name="connsiteY2762" fmla="*/ 39598581 h 57949372"/>
                <a:gd name="connsiteX2763" fmla="*/ 19292968 w 58051775"/>
                <a:gd name="connsiteY2763" fmla="*/ 39651279 h 57949372"/>
                <a:gd name="connsiteX2764" fmla="*/ 19155036 w 58051775"/>
                <a:gd name="connsiteY2764" fmla="*/ 39576601 h 57949372"/>
                <a:gd name="connsiteX2765" fmla="*/ 19107412 w 58051775"/>
                <a:gd name="connsiteY2765" fmla="*/ 39441527 h 57949372"/>
                <a:gd name="connsiteX2766" fmla="*/ 19151600 w 58051775"/>
                <a:gd name="connsiteY2766" fmla="*/ 39323609 h 57949372"/>
                <a:gd name="connsiteX2767" fmla="*/ 19189704 w 58051775"/>
                <a:gd name="connsiteY2767" fmla="*/ 39264099 h 57949372"/>
                <a:gd name="connsiteX2768" fmla="*/ 19291304 w 58051775"/>
                <a:gd name="connsiteY2768" fmla="*/ 39142904 h 57949372"/>
                <a:gd name="connsiteX2769" fmla="*/ 19335348 w 58051775"/>
                <a:gd name="connsiteY2769" fmla="*/ 39135639 h 57949372"/>
                <a:gd name="connsiteX2770" fmla="*/ 42331248 w 58051775"/>
                <a:gd name="connsiteY2770" fmla="*/ 39133874 h 57949372"/>
                <a:gd name="connsiteX2771" fmla="*/ 42391796 w 58051775"/>
                <a:gd name="connsiteY2771" fmla="*/ 39139226 h 57949372"/>
                <a:gd name="connsiteX2772" fmla="*/ 42506902 w 58051775"/>
                <a:gd name="connsiteY2772" fmla="*/ 39326663 h 57949372"/>
                <a:gd name="connsiteX2773" fmla="*/ 42475572 w 58051775"/>
                <a:gd name="connsiteY2773" fmla="*/ 39466143 h 57949372"/>
                <a:gd name="connsiteX2774" fmla="*/ 42300456 w 58051775"/>
                <a:gd name="connsiteY2774" fmla="*/ 39434300 h 57949372"/>
                <a:gd name="connsiteX2775" fmla="*/ 42249700 w 58051775"/>
                <a:gd name="connsiteY2775" fmla="*/ 39324508 h 57949372"/>
                <a:gd name="connsiteX2776" fmla="*/ 42291800 w 58051775"/>
                <a:gd name="connsiteY2776" fmla="*/ 39144039 h 57949372"/>
                <a:gd name="connsiteX2777" fmla="*/ 42331248 w 58051775"/>
                <a:gd name="connsiteY2777" fmla="*/ 39133874 h 57949372"/>
                <a:gd name="connsiteX2778" fmla="*/ 18402712 w 58051775"/>
                <a:gd name="connsiteY2778" fmla="*/ 38955391 h 57949372"/>
                <a:gd name="connsiteX2779" fmla="*/ 18523528 w 58051775"/>
                <a:gd name="connsiteY2779" fmla="*/ 38994773 h 57949372"/>
                <a:gd name="connsiteX2780" fmla="*/ 18554704 w 58051775"/>
                <a:gd name="connsiteY2780" fmla="*/ 39101167 h 57949372"/>
                <a:gd name="connsiteX2781" fmla="*/ 18426228 w 58051775"/>
                <a:gd name="connsiteY2781" fmla="*/ 39203737 h 57949372"/>
                <a:gd name="connsiteX2782" fmla="*/ 18313400 w 58051775"/>
                <a:gd name="connsiteY2782" fmla="*/ 39097821 h 57949372"/>
                <a:gd name="connsiteX2783" fmla="*/ 18357852 w 58051775"/>
                <a:gd name="connsiteY2783" fmla="*/ 38959796 h 57949372"/>
                <a:gd name="connsiteX2784" fmla="*/ 18402712 w 58051775"/>
                <a:gd name="connsiteY2784" fmla="*/ 38955391 h 57949372"/>
                <a:gd name="connsiteX2785" fmla="*/ 38833098 w 58051775"/>
                <a:gd name="connsiteY2785" fmla="*/ 38864869 h 57949372"/>
                <a:gd name="connsiteX2786" fmla="*/ 38931580 w 58051775"/>
                <a:gd name="connsiteY2786" fmla="*/ 38930108 h 57949372"/>
                <a:gd name="connsiteX2787" fmla="*/ 38931212 w 58051775"/>
                <a:gd name="connsiteY2787" fmla="*/ 39138130 h 57949372"/>
                <a:gd name="connsiteX2788" fmla="*/ 38883656 w 58051775"/>
                <a:gd name="connsiteY2788" fmla="*/ 39194353 h 57949372"/>
                <a:gd name="connsiteX2789" fmla="*/ 38709424 w 58051775"/>
                <a:gd name="connsiteY2789" fmla="*/ 39184750 h 57949372"/>
                <a:gd name="connsiteX2790" fmla="*/ 38694908 w 58051775"/>
                <a:gd name="connsiteY2790" fmla="*/ 39065750 h 57949372"/>
                <a:gd name="connsiteX2791" fmla="*/ 38768096 w 58051775"/>
                <a:gd name="connsiteY2791" fmla="*/ 38873033 h 57949372"/>
                <a:gd name="connsiteX2792" fmla="*/ 38833098 w 58051775"/>
                <a:gd name="connsiteY2792" fmla="*/ 38864869 h 57949372"/>
                <a:gd name="connsiteX2793" fmla="*/ 39936266 w 58051775"/>
                <a:gd name="connsiteY2793" fmla="*/ 38786649 h 57949372"/>
                <a:gd name="connsiteX2794" fmla="*/ 40018754 w 58051775"/>
                <a:gd name="connsiteY2794" fmla="*/ 38800314 h 57949372"/>
                <a:gd name="connsiteX2795" fmla="*/ 40087236 w 58051775"/>
                <a:gd name="connsiteY2795" fmla="*/ 39136960 h 57949372"/>
                <a:gd name="connsiteX2796" fmla="*/ 39976586 w 58051775"/>
                <a:gd name="connsiteY2796" fmla="*/ 39205505 h 57949372"/>
                <a:gd name="connsiteX2797" fmla="*/ 39837720 w 58051775"/>
                <a:gd name="connsiteY2797" fmla="*/ 39163814 h 57949372"/>
                <a:gd name="connsiteX2798" fmla="*/ 39790420 w 58051775"/>
                <a:gd name="connsiteY2798" fmla="*/ 39099297 h 57949372"/>
                <a:gd name="connsiteX2799" fmla="*/ 39757356 w 58051775"/>
                <a:gd name="connsiteY2799" fmla="*/ 38978647 h 57949372"/>
                <a:gd name="connsiteX2800" fmla="*/ 39757356 w 58051775"/>
                <a:gd name="connsiteY2800" fmla="*/ 38893750 h 57949372"/>
                <a:gd name="connsiteX2801" fmla="*/ 39804832 w 58051775"/>
                <a:gd name="connsiteY2801" fmla="*/ 38881996 h 57949372"/>
                <a:gd name="connsiteX2802" fmla="*/ 39859638 w 58051775"/>
                <a:gd name="connsiteY2802" fmla="*/ 38847148 h 57949372"/>
                <a:gd name="connsiteX2803" fmla="*/ 39886096 w 58051775"/>
                <a:gd name="connsiteY2803" fmla="*/ 38804924 h 57949372"/>
                <a:gd name="connsiteX2804" fmla="*/ 39936266 w 58051775"/>
                <a:gd name="connsiteY2804" fmla="*/ 38786649 h 57949372"/>
                <a:gd name="connsiteX2805" fmla="*/ 41188584 w 58051775"/>
                <a:gd name="connsiteY2805" fmla="*/ 38785800 h 57949372"/>
                <a:gd name="connsiteX2806" fmla="*/ 41281012 w 58051775"/>
                <a:gd name="connsiteY2806" fmla="*/ 38803889 h 57949372"/>
                <a:gd name="connsiteX2807" fmla="*/ 41332768 w 58051775"/>
                <a:gd name="connsiteY2807" fmla="*/ 38870564 h 57949372"/>
                <a:gd name="connsiteX2808" fmla="*/ 41329158 w 58051775"/>
                <a:gd name="connsiteY2808" fmla="*/ 39181227 h 57949372"/>
                <a:gd name="connsiteX2809" fmla="*/ 41109904 w 58051775"/>
                <a:gd name="connsiteY2809" fmla="*/ 39176796 h 57949372"/>
                <a:gd name="connsiteX2810" fmla="*/ 41062872 w 58051775"/>
                <a:gd name="connsiteY2810" fmla="*/ 39120800 h 57949372"/>
                <a:gd name="connsiteX2811" fmla="*/ 41010704 w 58051775"/>
                <a:gd name="connsiteY2811" fmla="*/ 38996965 h 57949372"/>
                <a:gd name="connsiteX2812" fmla="*/ 41005562 w 58051775"/>
                <a:gd name="connsiteY2812" fmla="*/ 38916211 h 57949372"/>
                <a:gd name="connsiteX2813" fmla="*/ 41072504 w 58051775"/>
                <a:gd name="connsiteY2813" fmla="*/ 38851005 h 57949372"/>
                <a:gd name="connsiteX2814" fmla="*/ 41188584 w 58051775"/>
                <a:gd name="connsiteY2814" fmla="*/ 38785800 h 57949372"/>
                <a:gd name="connsiteX2815" fmla="*/ 39432724 w 58051775"/>
                <a:gd name="connsiteY2815" fmla="*/ 38695027 h 57949372"/>
                <a:gd name="connsiteX2816" fmla="*/ 39569168 w 58051775"/>
                <a:gd name="connsiteY2816" fmla="*/ 38979506 h 57949372"/>
                <a:gd name="connsiteX2817" fmla="*/ 39455176 w 58051775"/>
                <a:gd name="connsiteY2817" fmla="*/ 39114323 h 57949372"/>
                <a:gd name="connsiteX2818" fmla="*/ 39305098 w 58051775"/>
                <a:gd name="connsiteY2818" fmla="*/ 39073361 h 57949372"/>
                <a:gd name="connsiteX2819" fmla="*/ 39260648 w 58051775"/>
                <a:gd name="connsiteY2819" fmla="*/ 39012906 h 57949372"/>
                <a:gd name="connsiteX2820" fmla="*/ 39223956 w 58051775"/>
                <a:gd name="connsiteY2820" fmla="*/ 38889555 h 57949372"/>
                <a:gd name="connsiteX2821" fmla="*/ 39223956 w 58051775"/>
                <a:gd name="connsiteY2821" fmla="*/ 38804847 h 57949372"/>
                <a:gd name="connsiteX2822" fmla="*/ 39271432 w 58051775"/>
                <a:gd name="connsiteY2822" fmla="*/ 38793093 h 57949372"/>
                <a:gd name="connsiteX2823" fmla="*/ 39326238 w 58051775"/>
                <a:gd name="connsiteY2823" fmla="*/ 38758245 h 57949372"/>
                <a:gd name="connsiteX2824" fmla="*/ 39354180 w 58051775"/>
                <a:gd name="connsiteY2824" fmla="*/ 38714536 h 57949372"/>
                <a:gd name="connsiteX2825" fmla="*/ 39432724 w 58051775"/>
                <a:gd name="connsiteY2825" fmla="*/ 38695027 h 57949372"/>
                <a:gd name="connsiteX2826" fmla="*/ 16054536 w 58051775"/>
                <a:gd name="connsiteY2826" fmla="*/ 38685469 h 57949372"/>
                <a:gd name="connsiteX2827" fmla="*/ 16093280 w 58051775"/>
                <a:gd name="connsiteY2827" fmla="*/ 38698345 h 57949372"/>
                <a:gd name="connsiteX2828" fmla="*/ 16154400 w 58051775"/>
                <a:gd name="connsiteY2828" fmla="*/ 38889294 h 57949372"/>
                <a:gd name="connsiteX2829" fmla="*/ 16127384 w 58051775"/>
                <a:gd name="connsiteY2829" fmla="*/ 39016019 h 57949372"/>
                <a:gd name="connsiteX2830" fmla="*/ 16022852 w 58051775"/>
                <a:gd name="connsiteY2830" fmla="*/ 39036005 h 57949372"/>
                <a:gd name="connsiteX2831" fmla="*/ 15900400 w 58051775"/>
                <a:gd name="connsiteY2831" fmla="*/ 38899601 h 57949372"/>
                <a:gd name="connsiteX2832" fmla="*/ 15964516 w 58051775"/>
                <a:gd name="connsiteY2832" fmla="*/ 38785800 h 57949372"/>
                <a:gd name="connsiteX2833" fmla="*/ 16004592 w 58051775"/>
                <a:gd name="connsiteY2833" fmla="*/ 38744525 h 57949372"/>
                <a:gd name="connsiteX2834" fmla="*/ 16033460 w 58051775"/>
                <a:gd name="connsiteY2834" fmla="*/ 38693920 h 57949372"/>
                <a:gd name="connsiteX2835" fmla="*/ 16054536 w 58051775"/>
                <a:gd name="connsiteY2835" fmla="*/ 38685469 h 57949372"/>
                <a:gd name="connsiteX2836" fmla="*/ 16732252 w 58051775"/>
                <a:gd name="connsiteY2836" fmla="*/ 38681785 h 57949372"/>
                <a:gd name="connsiteX2837" fmla="*/ 16818136 w 58051775"/>
                <a:gd name="connsiteY2837" fmla="*/ 38693133 h 57949372"/>
                <a:gd name="connsiteX2838" fmla="*/ 16919736 w 58051775"/>
                <a:gd name="connsiteY2838" fmla="*/ 38720179 h 57949372"/>
                <a:gd name="connsiteX2839" fmla="*/ 16946136 w 58051775"/>
                <a:gd name="connsiteY2839" fmla="*/ 38853256 h 57949372"/>
                <a:gd name="connsiteX2840" fmla="*/ 16932148 w 58051775"/>
                <a:gd name="connsiteY2840" fmla="*/ 39001095 h 57949372"/>
                <a:gd name="connsiteX2841" fmla="*/ 16832428 w 58051775"/>
                <a:gd name="connsiteY2841" fmla="*/ 39036988 h 57949372"/>
                <a:gd name="connsiteX2842" fmla="*/ 16636188 w 58051775"/>
                <a:gd name="connsiteY2842" fmla="*/ 38987481 h 57949372"/>
                <a:gd name="connsiteX2843" fmla="*/ 16615344 w 58051775"/>
                <a:gd name="connsiteY2843" fmla="*/ 38894572 h 57949372"/>
                <a:gd name="connsiteX2844" fmla="*/ 16670348 w 58051775"/>
                <a:gd name="connsiteY2844" fmla="*/ 38754754 h 57949372"/>
                <a:gd name="connsiteX2845" fmla="*/ 43154708 w 58051775"/>
                <a:gd name="connsiteY2845" fmla="*/ 38613861 h 57949372"/>
                <a:gd name="connsiteX2846" fmla="*/ 43249284 w 58051775"/>
                <a:gd name="connsiteY2846" fmla="*/ 38628588 h 57949372"/>
                <a:gd name="connsiteX2847" fmla="*/ 43307006 w 58051775"/>
                <a:gd name="connsiteY2847" fmla="*/ 38809662 h 57949372"/>
                <a:gd name="connsiteX2848" fmla="*/ 43192372 w 58051775"/>
                <a:gd name="connsiteY2848" fmla="*/ 38946519 h 57949372"/>
                <a:gd name="connsiteX2849" fmla="*/ 43059676 w 58051775"/>
                <a:gd name="connsiteY2849" fmla="*/ 38870260 h 57949372"/>
                <a:gd name="connsiteX2850" fmla="*/ 43087698 w 58051775"/>
                <a:gd name="connsiteY2850" fmla="*/ 38624963 h 57949372"/>
                <a:gd name="connsiteX2851" fmla="*/ 43154708 w 58051775"/>
                <a:gd name="connsiteY2851" fmla="*/ 38613861 h 57949372"/>
                <a:gd name="connsiteX2852" fmla="*/ 14256436 w 58051775"/>
                <a:gd name="connsiteY2852" fmla="*/ 38601058 h 57949372"/>
                <a:gd name="connsiteX2853" fmla="*/ 14387696 w 58051775"/>
                <a:gd name="connsiteY2853" fmla="*/ 38648076 h 57949372"/>
                <a:gd name="connsiteX2854" fmla="*/ 14450024 w 58051775"/>
                <a:gd name="connsiteY2854" fmla="*/ 38731590 h 57949372"/>
                <a:gd name="connsiteX2855" fmla="*/ 14508636 w 58051775"/>
                <a:gd name="connsiteY2855" fmla="*/ 38800306 h 57949372"/>
                <a:gd name="connsiteX2856" fmla="*/ 14534960 w 58051775"/>
                <a:gd name="connsiteY2856" fmla="*/ 38886263 h 57949372"/>
                <a:gd name="connsiteX2857" fmla="*/ 14487504 w 58051775"/>
                <a:gd name="connsiteY2857" fmla="*/ 39006609 h 57949372"/>
                <a:gd name="connsiteX2858" fmla="*/ 14447660 w 58051775"/>
                <a:gd name="connsiteY2858" fmla="*/ 39070134 h 57949372"/>
                <a:gd name="connsiteX2859" fmla="*/ 14263688 w 58051775"/>
                <a:gd name="connsiteY2859" fmla="*/ 39122280 h 57949372"/>
                <a:gd name="connsiteX2860" fmla="*/ 14037084 w 58051775"/>
                <a:gd name="connsiteY2860" fmla="*/ 38982651 h 57949372"/>
                <a:gd name="connsiteX2861" fmla="*/ 14089596 w 58051775"/>
                <a:gd name="connsiteY2861" fmla="*/ 38744669 h 57949372"/>
                <a:gd name="connsiteX2862" fmla="*/ 14224000 w 58051775"/>
                <a:gd name="connsiteY2862" fmla="*/ 38605074 h 57949372"/>
                <a:gd name="connsiteX2863" fmla="*/ 14256436 w 58051775"/>
                <a:gd name="connsiteY2863" fmla="*/ 38601058 h 57949372"/>
                <a:gd name="connsiteX2864" fmla="*/ 17797556 w 58051775"/>
                <a:gd name="connsiteY2864" fmla="*/ 38514815 h 57949372"/>
                <a:gd name="connsiteX2865" fmla="*/ 17849336 w 58051775"/>
                <a:gd name="connsiteY2865" fmla="*/ 38518934 h 57949372"/>
                <a:gd name="connsiteX2866" fmla="*/ 17966812 w 58051775"/>
                <a:gd name="connsiteY2866" fmla="*/ 38586951 h 57949372"/>
                <a:gd name="connsiteX2867" fmla="*/ 18021300 w 58051775"/>
                <a:gd name="connsiteY2867" fmla="*/ 38741103 h 57949372"/>
                <a:gd name="connsiteX2868" fmla="*/ 18021300 w 58051775"/>
                <a:gd name="connsiteY2868" fmla="*/ 38837584 h 57949372"/>
                <a:gd name="connsiteX2869" fmla="*/ 17964996 w 58051775"/>
                <a:gd name="connsiteY2869" fmla="*/ 38884719 h 57949372"/>
                <a:gd name="connsiteX2870" fmla="*/ 17811324 w 58051775"/>
                <a:gd name="connsiteY2870" fmla="*/ 38937562 h 57949372"/>
                <a:gd name="connsiteX2871" fmla="*/ 17713956 w 58051775"/>
                <a:gd name="connsiteY2871" fmla="*/ 38943274 h 57949372"/>
                <a:gd name="connsiteX2872" fmla="*/ 17589848 w 58051775"/>
                <a:gd name="connsiteY2872" fmla="*/ 38804851 h 57949372"/>
                <a:gd name="connsiteX2873" fmla="*/ 17595852 w 58051775"/>
                <a:gd name="connsiteY2873" fmla="*/ 38629135 h 57949372"/>
                <a:gd name="connsiteX2874" fmla="*/ 17645520 w 58051775"/>
                <a:gd name="connsiteY2874" fmla="*/ 38611334 h 57949372"/>
                <a:gd name="connsiteX2875" fmla="*/ 17718796 w 58051775"/>
                <a:gd name="connsiteY2875" fmla="*/ 38563520 h 57949372"/>
                <a:gd name="connsiteX2876" fmla="*/ 17764380 w 58051775"/>
                <a:gd name="connsiteY2876" fmla="*/ 38521042 h 57949372"/>
                <a:gd name="connsiteX2877" fmla="*/ 17797556 w 58051775"/>
                <a:gd name="connsiteY2877" fmla="*/ 38514815 h 57949372"/>
                <a:gd name="connsiteX2878" fmla="*/ 42291142 w 58051775"/>
                <a:gd name="connsiteY2878" fmla="*/ 38416249 h 57949372"/>
                <a:gd name="connsiteX2879" fmla="*/ 42496028 w 58051775"/>
                <a:gd name="connsiteY2879" fmla="*/ 38503824 h 57949372"/>
                <a:gd name="connsiteX2880" fmla="*/ 42588878 w 58051775"/>
                <a:gd name="connsiteY2880" fmla="*/ 38675305 h 57949372"/>
                <a:gd name="connsiteX2881" fmla="*/ 42503740 w 58051775"/>
                <a:gd name="connsiteY2881" fmla="*/ 38838375 h 57949372"/>
                <a:gd name="connsiteX2882" fmla="*/ 42427148 w 58051775"/>
                <a:gd name="connsiteY2882" fmla="*/ 38902383 h 57949372"/>
                <a:gd name="connsiteX2883" fmla="*/ 42271040 w 58051775"/>
                <a:gd name="connsiteY2883" fmla="*/ 38944985 h 57949372"/>
                <a:gd name="connsiteX2884" fmla="*/ 42173132 w 58051775"/>
                <a:gd name="connsiteY2884" fmla="*/ 38883228 h 57949372"/>
                <a:gd name="connsiteX2885" fmla="*/ 42116664 w 58051775"/>
                <a:gd name="connsiteY2885" fmla="*/ 38794883 h 57949372"/>
                <a:gd name="connsiteX2886" fmla="*/ 42087802 w 58051775"/>
                <a:gd name="connsiteY2886" fmla="*/ 38671058 h 57949372"/>
                <a:gd name="connsiteX2887" fmla="*/ 42106684 w 58051775"/>
                <a:gd name="connsiteY2887" fmla="*/ 38554026 h 57949372"/>
                <a:gd name="connsiteX2888" fmla="*/ 42233852 w 58051775"/>
                <a:gd name="connsiteY2888" fmla="*/ 38429537 h 57949372"/>
                <a:gd name="connsiteX2889" fmla="*/ 42291142 w 58051775"/>
                <a:gd name="connsiteY2889" fmla="*/ 38416249 h 57949372"/>
                <a:gd name="connsiteX2890" fmla="*/ 40741696 w 58051775"/>
                <a:gd name="connsiteY2890" fmla="*/ 38252400 h 57949372"/>
                <a:gd name="connsiteX2891" fmla="*/ 40887840 w 58051775"/>
                <a:gd name="connsiteY2891" fmla="*/ 38303802 h 57949372"/>
                <a:gd name="connsiteX2892" fmla="*/ 40896888 w 58051775"/>
                <a:gd name="connsiteY2892" fmla="*/ 38392181 h 57949372"/>
                <a:gd name="connsiteX2893" fmla="*/ 40731624 w 58051775"/>
                <a:gd name="connsiteY2893" fmla="*/ 38486984 h 57949372"/>
                <a:gd name="connsiteX2894" fmla="*/ 40576502 w 58051775"/>
                <a:gd name="connsiteY2894" fmla="*/ 38422507 h 57949372"/>
                <a:gd name="connsiteX2895" fmla="*/ 40629288 w 58051775"/>
                <a:gd name="connsiteY2895" fmla="*/ 38315004 h 57949372"/>
                <a:gd name="connsiteX2896" fmla="*/ 40741696 w 58051775"/>
                <a:gd name="connsiteY2896" fmla="*/ 38252400 h 57949372"/>
                <a:gd name="connsiteX2897" fmla="*/ 39882644 w 58051775"/>
                <a:gd name="connsiteY2897" fmla="*/ 38252400 h 57949372"/>
                <a:gd name="connsiteX2898" fmla="*/ 40003986 w 58051775"/>
                <a:gd name="connsiteY2898" fmla="*/ 38370582 h 57949372"/>
                <a:gd name="connsiteX2899" fmla="*/ 39982144 w 58051775"/>
                <a:gd name="connsiteY2899" fmla="*/ 38470774 h 57949372"/>
                <a:gd name="connsiteX2900" fmla="*/ 39763458 w 58051775"/>
                <a:gd name="connsiteY2900" fmla="*/ 38468300 h 57949372"/>
                <a:gd name="connsiteX2901" fmla="*/ 39783472 w 58051775"/>
                <a:gd name="connsiteY2901" fmla="*/ 38280625 h 57949372"/>
                <a:gd name="connsiteX2902" fmla="*/ 39882644 w 58051775"/>
                <a:gd name="connsiteY2902" fmla="*/ 38252400 h 57949372"/>
                <a:gd name="connsiteX2903" fmla="*/ 14871888 w 58051775"/>
                <a:gd name="connsiteY2903" fmla="*/ 38252400 h 57949372"/>
                <a:gd name="connsiteX2904" fmla="*/ 14998700 w 58051775"/>
                <a:gd name="connsiteY2904" fmla="*/ 38382225 h 57949372"/>
                <a:gd name="connsiteX2905" fmla="*/ 14971828 w 58051775"/>
                <a:gd name="connsiteY2905" fmla="*/ 38482473 h 57949372"/>
                <a:gd name="connsiteX2906" fmla="*/ 14860704 w 58051775"/>
                <a:gd name="connsiteY2906" fmla="*/ 38494364 h 57949372"/>
                <a:gd name="connsiteX2907" fmla="*/ 14764364 w 58051775"/>
                <a:gd name="connsiteY2907" fmla="*/ 38467649 h 57949372"/>
                <a:gd name="connsiteX2908" fmla="*/ 14747152 w 58051775"/>
                <a:gd name="connsiteY2908" fmla="*/ 38375453 h 57949372"/>
                <a:gd name="connsiteX2909" fmla="*/ 14763320 w 58051775"/>
                <a:gd name="connsiteY2909" fmla="*/ 38273695 h 57949372"/>
                <a:gd name="connsiteX2910" fmla="*/ 14871888 w 58051775"/>
                <a:gd name="connsiteY2910" fmla="*/ 38252400 h 57949372"/>
                <a:gd name="connsiteX2911" fmla="*/ 18706880 w 58051775"/>
                <a:gd name="connsiteY2911" fmla="*/ 38252216 h 57949372"/>
                <a:gd name="connsiteX2912" fmla="*/ 18839144 w 58051775"/>
                <a:gd name="connsiteY2912" fmla="*/ 38270080 h 57949372"/>
                <a:gd name="connsiteX2913" fmla="*/ 18910304 w 58051775"/>
                <a:gd name="connsiteY2913" fmla="*/ 38463243 h 57949372"/>
                <a:gd name="connsiteX2914" fmla="*/ 18836580 w 58051775"/>
                <a:gd name="connsiteY2914" fmla="*/ 38635809 h 57949372"/>
                <a:gd name="connsiteX2915" fmla="*/ 18597724 w 58051775"/>
                <a:gd name="connsiteY2915" fmla="*/ 38671097 h 57949372"/>
                <a:gd name="connsiteX2916" fmla="*/ 18493912 w 58051775"/>
                <a:gd name="connsiteY2916" fmla="*/ 38495263 h 57949372"/>
                <a:gd name="connsiteX2917" fmla="*/ 18488244 w 58051775"/>
                <a:gd name="connsiteY2917" fmla="*/ 38397368 h 57949372"/>
                <a:gd name="connsiteX2918" fmla="*/ 18534176 w 58051775"/>
                <a:gd name="connsiteY2918" fmla="*/ 38362338 h 57949372"/>
                <a:gd name="connsiteX2919" fmla="*/ 18580104 w 58051775"/>
                <a:gd name="connsiteY2919" fmla="*/ 38309807 h 57949372"/>
                <a:gd name="connsiteX2920" fmla="*/ 18600060 w 58051775"/>
                <a:gd name="connsiteY2920" fmla="*/ 38272355 h 57949372"/>
                <a:gd name="connsiteX2921" fmla="*/ 18706880 w 58051775"/>
                <a:gd name="connsiteY2921" fmla="*/ 38252216 h 57949372"/>
                <a:gd name="connsiteX2922" fmla="*/ 17293504 w 58051775"/>
                <a:gd name="connsiteY2922" fmla="*/ 38158877 h 57949372"/>
                <a:gd name="connsiteX2923" fmla="*/ 17399000 w 58051775"/>
                <a:gd name="connsiteY2923" fmla="*/ 38284147 h 57949372"/>
                <a:gd name="connsiteX2924" fmla="*/ 17272840 w 58051775"/>
                <a:gd name="connsiteY2924" fmla="*/ 38404797 h 57949372"/>
                <a:gd name="connsiteX2925" fmla="*/ 17162432 w 58051775"/>
                <a:gd name="connsiteY2925" fmla="*/ 38377400 h 57949372"/>
                <a:gd name="connsiteX2926" fmla="*/ 17147420 w 58051775"/>
                <a:gd name="connsiteY2926" fmla="*/ 38289080 h 57949372"/>
                <a:gd name="connsiteX2927" fmla="*/ 17205300 w 58051775"/>
                <a:gd name="connsiteY2927" fmla="*/ 38166114 h 57949372"/>
                <a:gd name="connsiteX2928" fmla="*/ 17293504 w 58051775"/>
                <a:gd name="connsiteY2928" fmla="*/ 38158877 h 57949372"/>
                <a:gd name="connsiteX2929" fmla="*/ 39100002 w 58051775"/>
                <a:gd name="connsiteY2929" fmla="*/ 38156393 h 57949372"/>
                <a:gd name="connsiteX2930" fmla="*/ 39253126 w 58051775"/>
                <a:gd name="connsiteY2930" fmla="*/ 38202843 h 57949372"/>
                <a:gd name="connsiteX2931" fmla="*/ 39334994 w 58051775"/>
                <a:gd name="connsiteY2931" fmla="*/ 38260542 h 57949372"/>
                <a:gd name="connsiteX2932" fmla="*/ 39381804 w 58051775"/>
                <a:gd name="connsiteY2932" fmla="*/ 38343092 h 57949372"/>
                <a:gd name="connsiteX2933" fmla="*/ 39345892 w 58051775"/>
                <a:gd name="connsiteY2933" fmla="*/ 38552645 h 57949372"/>
                <a:gd name="connsiteX2934" fmla="*/ 39293784 w 58051775"/>
                <a:gd name="connsiteY2934" fmla="*/ 38620737 h 57949372"/>
                <a:gd name="connsiteX2935" fmla="*/ 39210258 w 58051775"/>
                <a:gd name="connsiteY2935" fmla="*/ 38678662 h 57949372"/>
                <a:gd name="connsiteX2936" fmla="*/ 38994262 w 58051775"/>
                <a:gd name="connsiteY2936" fmla="*/ 38657895 h 57949372"/>
                <a:gd name="connsiteX2937" fmla="*/ 38970958 w 58051775"/>
                <a:gd name="connsiteY2937" fmla="*/ 38613829 h 57949372"/>
                <a:gd name="connsiteX2938" fmla="*/ 38950084 w 58051775"/>
                <a:gd name="connsiteY2938" fmla="*/ 38582600 h 57949372"/>
                <a:gd name="connsiteX2939" fmla="*/ 38905876 w 58051775"/>
                <a:gd name="connsiteY2939" fmla="*/ 38551427 h 57949372"/>
                <a:gd name="connsiteX2940" fmla="*/ 38868400 w 58051775"/>
                <a:gd name="connsiteY2940" fmla="*/ 38446652 h 57949372"/>
                <a:gd name="connsiteX2941" fmla="*/ 38893664 w 58051775"/>
                <a:gd name="connsiteY2941" fmla="*/ 38338041 h 57949372"/>
                <a:gd name="connsiteX2942" fmla="*/ 38979342 w 58051775"/>
                <a:gd name="connsiteY2942" fmla="*/ 38238302 h 57949372"/>
                <a:gd name="connsiteX2943" fmla="*/ 39058852 w 58051775"/>
                <a:gd name="connsiteY2943" fmla="*/ 38162297 h 57949372"/>
                <a:gd name="connsiteX2944" fmla="*/ 39100002 w 58051775"/>
                <a:gd name="connsiteY2944" fmla="*/ 38156393 h 57949372"/>
                <a:gd name="connsiteX2945" fmla="*/ 41578506 w 58051775"/>
                <a:gd name="connsiteY2945" fmla="*/ 37985700 h 57949372"/>
                <a:gd name="connsiteX2946" fmla="*/ 41674828 w 58051775"/>
                <a:gd name="connsiteY2946" fmla="*/ 37985700 h 57949372"/>
                <a:gd name="connsiteX2947" fmla="*/ 41813726 w 58051775"/>
                <a:gd name="connsiteY2947" fmla="*/ 38028277 h 57949372"/>
                <a:gd name="connsiteX2948" fmla="*/ 41884602 w 58051775"/>
                <a:gd name="connsiteY2948" fmla="*/ 38205783 h 57949372"/>
                <a:gd name="connsiteX2949" fmla="*/ 41827940 w 58051775"/>
                <a:gd name="connsiteY2949" fmla="*/ 38347824 h 57949372"/>
                <a:gd name="connsiteX2950" fmla="*/ 41716680 w 58051775"/>
                <a:gd name="connsiteY2950" fmla="*/ 38413965 h 57949372"/>
                <a:gd name="connsiteX2951" fmla="*/ 41547920 w 58051775"/>
                <a:gd name="connsiteY2951" fmla="*/ 38366278 h 57949372"/>
                <a:gd name="connsiteX2952" fmla="*/ 41504316 w 58051775"/>
                <a:gd name="connsiteY2952" fmla="*/ 38322619 h 57949372"/>
                <a:gd name="connsiteX2953" fmla="*/ 41510364 w 58051775"/>
                <a:gd name="connsiteY2953" fmla="*/ 38087142 h 57949372"/>
                <a:gd name="connsiteX2954" fmla="*/ 41559744 w 58051775"/>
                <a:gd name="connsiteY2954" fmla="*/ 38030600 h 57949372"/>
                <a:gd name="connsiteX2955" fmla="*/ 15542972 w 58051775"/>
                <a:gd name="connsiteY2955" fmla="*/ 37977255 h 57949372"/>
                <a:gd name="connsiteX2956" fmla="*/ 15623368 w 58051775"/>
                <a:gd name="connsiteY2956" fmla="*/ 38004117 h 57949372"/>
                <a:gd name="connsiteX2957" fmla="*/ 15680520 w 58051775"/>
                <a:gd name="connsiteY2957" fmla="*/ 38058046 h 57949372"/>
                <a:gd name="connsiteX2958" fmla="*/ 15690856 w 58051775"/>
                <a:gd name="connsiteY2958" fmla="*/ 38254242 h 57949372"/>
                <a:gd name="connsiteX2959" fmla="*/ 15589000 w 58051775"/>
                <a:gd name="connsiteY2959" fmla="*/ 38500630 h 57949372"/>
                <a:gd name="connsiteX2960" fmla="*/ 15456288 w 58051775"/>
                <a:gd name="connsiteY2960" fmla="*/ 38500103 h 57949372"/>
                <a:gd name="connsiteX2961" fmla="*/ 15350480 w 58051775"/>
                <a:gd name="connsiteY2961" fmla="*/ 38433980 h 57949372"/>
                <a:gd name="connsiteX2962" fmla="*/ 15265616 w 58051775"/>
                <a:gd name="connsiteY2962" fmla="*/ 38207950 h 57949372"/>
                <a:gd name="connsiteX2963" fmla="*/ 15275124 w 58051775"/>
                <a:gd name="connsiteY2963" fmla="*/ 38104949 h 57949372"/>
                <a:gd name="connsiteX2964" fmla="*/ 15332080 w 58051775"/>
                <a:gd name="connsiteY2964" fmla="*/ 38076045 h 57949372"/>
                <a:gd name="connsiteX2965" fmla="*/ 15379704 w 58051775"/>
                <a:gd name="connsiteY2965" fmla="*/ 38048874 h 57949372"/>
                <a:gd name="connsiteX2966" fmla="*/ 15405104 w 58051775"/>
                <a:gd name="connsiteY2966" fmla="*/ 38011100 h 57949372"/>
                <a:gd name="connsiteX2967" fmla="*/ 15503528 w 58051775"/>
                <a:gd name="connsiteY2967" fmla="*/ 37979397 h 57949372"/>
                <a:gd name="connsiteX2968" fmla="*/ 15542972 w 58051775"/>
                <a:gd name="connsiteY2968" fmla="*/ 37977255 h 57949372"/>
                <a:gd name="connsiteX2969" fmla="*/ 14025304 w 58051775"/>
                <a:gd name="connsiteY2969" fmla="*/ 37898201 h 57949372"/>
                <a:gd name="connsiteX2970" fmla="*/ 14108284 w 58051775"/>
                <a:gd name="connsiteY2970" fmla="*/ 37916765 h 57949372"/>
                <a:gd name="connsiteX2971" fmla="*/ 14185844 w 58051775"/>
                <a:gd name="connsiteY2971" fmla="*/ 38096431 h 57949372"/>
                <a:gd name="connsiteX2972" fmla="*/ 14094516 w 58051775"/>
                <a:gd name="connsiteY2972" fmla="*/ 38234789 h 57949372"/>
                <a:gd name="connsiteX2973" fmla="*/ 13888428 w 58051775"/>
                <a:gd name="connsiteY2973" fmla="*/ 38197727 h 57949372"/>
                <a:gd name="connsiteX2974" fmla="*/ 13854620 w 58051775"/>
                <a:gd name="connsiteY2974" fmla="*/ 38110461 h 57949372"/>
                <a:gd name="connsiteX2975" fmla="*/ 13887068 w 58051775"/>
                <a:gd name="connsiteY2975" fmla="*/ 38019512 h 57949372"/>
                <a:gd name="connsiteX2976" fmla="*/ 13926896 w 58051775"/>
                <a:gd name="connsiteY2976" fmla="*/ 37970951 h 57949372"/>
                <a:gd name="connsiteX2977" fmla="*/ 13964792 w 58051775"/>
                <a:gd name="connsiteY2977" fmla="*/ 37925375 h 57949372"/>
                <a:gd name="connsiteX2978" fmla="*/ 14025304 w 58051775"/>
                <a:gd name="connsiteY2978" fmla="*/ 37898201 h 57949372"/>
                <a:gd name="connsiteX2979" fmla="*/ 43810176 w 58051775"/>
                <a:gd name="connsiteY2979" fmla="*/ 37896800 h 57949372"/>
                <a:gd name="connsiteX2980" fmla="*/ 43929306 w 58051775"/>
                <a:gd name="connsiteY2980" fmla="*/ 38030609 h 57949372"/>
                <a:gd name="connsiteX2981" fmla="*/ 43805568 w 58051775"/>
                <a:gd name="connsiteY2981" fmla="*/ 38150800 h 57949372"/>
                <a:gd name="connsiteX2982" fmla="*/ 43699960 w 58051775"/>
                <a:gd name="connsiteY2982" fmla="*/ 38126352 h 57949372"/>
                <a:gd name="connsiteX2983" fmla="*/ 43677160 w 58051775"/>
                <a:gd name="connsiteY2983" fmla="*/ 38016024 h 57949372"/>
                <a:gd name="connsiteX2984" fmla="*/ 43708164 w 58051775"/>
                <a:gd name="connsiteY2984" fmla="*/ 37913472 h 57949372"/>
                <a:gd name="connsiteX2985" fmla="*/ 43810176 w 58051775"/>
                <a:gd name="connsiteY2985" fmla="*/ 37896800 h 57949372"/>
                <a:gd name="connsiteX2986" fmla="*/ 42383260 w 58051775"/>
                <a:gd name="connsiteY2986" fmla="*/ 37888075 h 57949372"/>
                <a:gd name="connsiteX2987" fmla="*/ 42455856 w 58051775"/>
                <a:gd name="connsiteY2987" fmla="*/ 37894884 h 57949372"/>
                <a:gd name="connsiteX2988" fmla="*/ 42587992 w 58051775"/>
                <a:gd name="connsiteY2988" fmla="*/ 38011205 h 57949372"/>
                <a:gd name="connsiteX2989" fmla="*/ 42418000 w 58051775"/>
                <a:gd name="connsiteY2989" fmla="*/ 38136813 h 57949372"/>
                <a:gd name="connsiteX2990" fmla="*/ 42261472 w 58051775"/>
                <a:gd name="connsiteY2990" fmla="*/ 38063956 h 57949372"/>
                <a:gd name="connsiteX2991" fmla="*/ 42353712 w 58051775"/>
                <a:gd name="connsiteY2991" fmla="*/ 37907568 h 57949372"/>
                <a:gd name="connsiteX2992" fmla="*/ 42383260 w 58051775"/>
                <a:gd name="connsiteY2992" fmla="*/ 37888075 h 57949372"/>
                <a:gd name="connsiteX2993" fmla="*/ 14624552 w 58051775"/>
                <a:gd name="connsiteY2993" fmla="*/ 37714127 h 57949372"/>
                <a:gd name="connsiteX2994" fmla="*/ 14698592 w 58051775"/>
                <a:gd name="connsiteY2994" fmla="*/ 37738200 h 57949372"/>
                <a:gd name="connsiteX2995" fmla="*/ 14698676 w 58051775"/>
                <a:gd name="connsiteY2995" fmla="*/ 38025541 h 57949372"/>
                <a:gd name="connsiteX2996" fmla="*/ 14590780 w 58051775"/>
                <a:gd name="connsiteY2996" fmla="*/ 38049198 h 57949372"/>
                <a:gd name="connsiteX2997" fmla="*/ 14478000 w 58051775"/>
                <a:gd name="connsiteY2997" fmla="*/ 37904580 h 57949372"/>
                <a:gd name="connsiteX2998" fmla="*/ 14540452 w 58051775"/>
                <a:gd name="connsiteY2998" fmla="*/ 37726306 h 57949372"/>
                <a:gd name="connsiteX2999" fmla="*/ 14624552 w 58051775"/>
                <a:gd name="connsiteY2999" fmla="*/ 37714127 h 57949372"/>
                <a:gd name="connsiteX3000" fmla="*/ 40370242 w 58051775"/>
                <a:gd name="connsiteY3000" fmla="*/ 37637709 h 57949372"/>
                <a:gd name="connsiteX3001" fmla="*/ 40424696 w 58051775"/>
                <a:gd name="connsiteY3001" fmla="*/ 37679557 h 57949372"/>
                <a:gd name="connsiteX3002" fmla="*/ 40500196 w 58051775"/>
                <a:gd name="connsiteY3002" fmla="*/ 37731657 h 57949372"/>
                <a:gd name="connsiteX3003" fmla="*/ 40545612 w 58051775"/>
                <a:gd name="connsiteY3003" fmla="*/ 37802849 h 57949372"/>
                <a:gd name="connsiteX3004" fmla="*/ 40502664 w 58051775"/>
                <a:gd name="connsiteY3004" fmla="*/ 37999302 h 57949372"/>
                <a:gd name="connsiteX3005" fmla="*/ 40290752 w 58051775"/>
                <a:gd name="connsiteY3005" fmla="*/ 38040726 h 57949372"/>
                <a:gd name="connsiteX3006" fmla="*/ 40172096 w 58051775"/>
                <a:gd name="connsiteY3006" fmla="*/ 37986915 h 57949372"/>
                <a:gd name="connsiteX3007" fmla="*/ 40150996 w 58051775"/>
                <a:gd name="connsiteY3007" fmla="*/ 37825852 h 57949372"/>
                <a:gd name="connsiteX3008" fmla="*/ 40201626 w 58051775"/>
                <a:gd name="connsiteY3008" fmla="*/ 37757540 h 57949372"/>
                <a:gd name="connsiteX3009" fmla="*/ 40287406 w 58051775"/>
                <a:gd name="connsiteY3009" fmla="*/ 37676770 h 57949372"/>
                <a:gd name="connsiteX3010" fmla="*/ 40370242 w 58051775"/>
                <a:gd name="connsiteY3010" fmla="*/ 37637709 h 57949372"/>
                <a:gd name="connsiteX3011" fmla="*/ 17575456 w 58051775"/>
                <a:gd name="connsiteY3011" fmla="*/ 37631063 h 57949372"/>
                <a:gd name="connsiteX3012" fmla="*/ 17641652 w 58051775"/>
                <a:gd name="connsiteY3012" fmla="*/ 37673986 h 57949372"/>
                <a:gd name="connsiteX3013" fmla="*/ 17691948 w 58051775"/>
                <a:gd name="connsiteY3013" fmla="*/ 37725620 h 57949372"/>
                <a:gd name="connsiteX3014" fmla="*/ 17754600 w 58051775"/>
                <a:gd name="connsiteY3014" fmla="*/ 37853258 h 57949372"/>
                <a:gd name="connsiteX3015" fmla="*/ 17722912 w 58051775"/>
                <a:gd name="connsiteY3015" fmla="*/ 37950775 h 57949372"/>
                <a:gd name="connsiteX3016" fmla="*/ 17663664 w 58051775"/>
                <a:gd name="connsiteY3016" fmla="*/ 38007925 h 57949372"/>
                <a:gd name="connsiteX3017" fmla="*/ 17542304 w 58051775"/>
                <a:gd name="connsiteY3017" fmla="*/ 38049200 h 57949372"/>
                <a:gd name="connsiteX3018" fmla="*/ 17448504 w 58051775"/>
                <a:gd name="connsiteY3018" fmla="*/ 38049200 h 57949372"/>
                <a:gd name="connsiteX3019" fmla="*/ 17430124 w 58051775"/>
                <a:gd name="connsiteY3019" fmla="*/ 38005209 h 57949372"/>
                <a:gd name="connsiteX3020" fmla="*/ 17376800 w 58051775"/>
                <a:gd name="connsiteY3020" fmla="*/ 37939808 h 57949372"/>
                <a:gd name="connsiteX3021" fmla="*/ 17329344 w 58051775"/>
                <a:gd name="connsiteY3021" fmla="*/ 37838903 h 57949372"/>
                <a:gd name="connsiteX3022" fmla="*/ 17447428 w 58051775"/>
                <a:gd name="connsiteY3022" fmla="*/ 37682202 h 57949372"/>
                <a:gd name="connsiteX3023" fmla="*/ 17575456 w 58051775"/>
                <a:gd name="connsiteY3023" fmla="*/ 37631063 h 57949372"/>
                <a:gd name="connsiteX3024" fmla="*/ 18182504 w 58051775"/>
                <a:gd name="connsiteY3024" fmla="*/ 37624557 h 57949372"/>
                <a:gd name="connsiteX3025" fmla="*/ 18288000 w 58051775"/>
                <a:gd name="connsiteY3025" fmla="*/ 37778380 h 57949372"/>
                <a:gd name="connsiteX3026" fmla="*/ 18128340 w 58051775"/>
                <a:gd name="connsiteY3026" fmla="*/ 37960301 h 57949372"/>
                <a:gd name="connsiteX3027" fmla="*/ 18038848 w 58051775"/>
                <a:gd name="connsiteY3027" fmla="*/ 37919026 h 57949372"/>
                <a:gd name="connsiteX3028" fmla="*/ 18030672 w 58051775"/>
                <a:gd name="connsiteY3028" fmla="*/ 37786383 h 57949372"/>
                <a:gd name="connsiteX3029" fmla="*/ 18097064 w 58051775"/>
                <a:gd name="connsiteY3029" fmla="*/ 37635834 h 57949372"/>
                <a:gd name="connsiteX3030" fmla="*/ 18182504 w 58051775"/>
                <a:gd name="connsiteY3030" fmla="*/ 37624557 h 57949372"/>
                <a:gd name="connsiteX3031" fmla="*/ 16236340 w 58051775"/>
                <a:gd name="connsiteY3031" fmla="*/ 37532516 h 57949372"/>
                <a:gd name="connsiteX3032" fmla="*/ 16301356 w 58051775"/>
                <a:gd name="connsiteY3032" fmla="*/ 37537672 h 57949372"/>
                <a:gd name="connsiteX3033" fmla="*/ 16437456 w 58051775"/>
                <a:gd name="connsiteY3033" fmla="*/ 37598152 h 57949372"/>
                <a:gd name="connsiteX3034" fmla="*/ 16507880 w 58051775"/>
                <a:gd name="connsiteY3034" fmla="*/ 37854093 h 57949372"/>
                <a:gd name="connsiteX3035" fmla="*/ 16472080 w 58051775"/>
                <a:gd name="connsiteY3035" fmla="*/ 37959134 h 57949372"/>
                <a:gd name="connsiteX3036" fmla="*/ 16415624 w 58051775"/>
                <a:gd name="connsiteY3036" fmla="*/ 38007925 h 57949372"/>
                <a:gd name="connsiteX3037" fmla="*/ 16303544 w 58051775"/>
                <a:gd name="connsiteY3037" fmla="*/ 38049200 h 57949372"/>
                <a:gd name="connsiteX3038" fmla="*/ 16192628 w 58051775"/>
                <a:gd name="connsiteY3038" fmla="*/ 38007816 h 57949372"/>
                <a:gd name="connsiteX3039" fmla="*/ 16130052 w 58051775"/>
                <a:gd name="connsiteY3039" fmla="*/ 37943892 h 57949372"/>
                <a:gd name="connsiteX3040" fmla="*/ 16067944 w 58051775"/>
                <a:gd name="connsiteY3040" fmla="*/ 37738109 h 57949372"/>
                <a:gd name="connsiteX3041" fmla="*/ 16071852 w 58051775"/>
                <a:gd name="connsiteY3041" fmla="*/ 37649265 h 57949372"/>
                <a:gd name="connsiteX3042" fmla="*/ 16128064 w 58051775"/>
                <a:gd name="connsiteY3042" fmla="*/ 37629793 h 57949372"/>
                <a:gd name="connsiteX3043" fmla="*/ 16183500 w 58051775"/>
                <a:gd name="connsiteY3043" fmla="*/ 37585284 h 57949372"/>
                <a:gd name="connsiteX3044" fmla="*/ 16203488 w 58051775"/>
                <a:gd name="connsiteY3044" fmla="*/ 37543377 h 57949372"/>
                <a:gd name="connsiteX3045" fmla="*/ 16236340 w 58051775"/>
                <a:gd name="connsiteY3045" fmla="*/ 37532516 h 57949372"/>
                <a:gd name="connsiteX3046" fmla="*/ 43141876 w 58051775"/>
                <a:gd name="connsiteY3046" fmla="*/ 37453062 h 57949372"/>
                <a:gd name="connsiteX3047" fmla="*/ 43186804 w 58051775"/>
                <a:gd name="connsiteY3047" fmla="*/ 37456377 h 57949372"/>
                <a:gd name="connsiteX3048" fmla="*/ 43373964 w 58051775"/>
                <a:gd name="connsiteY3048" fmla="*/ 37536596 h 57949372"/>
                <a:gd name="connsiteX3049" fmla="*/ 43437176 w 58051775"/>
                <a:gd name="connsiteY3049" fmla="*/ 37620094 h 57949372"/>
                <a:gd name="connsiteX3050" fmla="*/ 43478256 w 58051775"/>
                <a:gd name="connsiteY3050" fmla="*/ 37741650 h 57949372"/>
                <a:gd name="connsiteX3051" fmla="*/ 43412862 w 58051775"/>
                <a:gd name="connsiteY3051" fmla="*/ 37867503 h 57949372"/>
                <a:gd name="connsiteX3052" fmla="*/ 43364588 w 58051775"/>
                <a:gd name="connsiteY3052" fmla="*/ 37920826 h 57949372"/>
                <a:gd name="connsiteX3053" fmla="*/ 43328576 w 58051775"/>
                <a:gd name="connsiteY3053" fmla="*/ 37946022 h 57949372"/>
                <a:gd name="connsiteX3054" fmla="*/ 43253716 w 58051775"/>
                <a:gd name="connsiteY3054" fmla="*/ 37960371 h 57949372"/>
                <a:gd name="connsiteX3055" fmla="*/ 43134814 w 58051775"/>
                <a:gd name="connsiteY3055" fmla="*/ 37966008 h 57949372"/>
                <a:gd name="connsiteX3056" fmla="*/ 42964556 w 58051775"/>
                <a:gd name="connsiteY3056" fmla="*/ 37841027 h 57949372"/>
                <a:gd name="connsiteX3057" fmla="*/ 42919330 w 58051775"/>
                <a:gd name="connsiteY3057" fmla="*/ 37771896 h 57949372"/>
                <a:gd name="connsiteX3058" fmla="*/ 43005708 w 58051775"/>
                <a:gd name="connsiteY3058" fmla="*/ 37529439 h 57949372"/>
                <a:gd name="connsiteX3059" fmla="*/ 43077792 w 58051775"/>
                <a:gd name="connsiteY3059" fmla="*/ 37482022 h 57949372"/>
                <a:gd name="connsiteX3060" fmla="*/ 43141876 w 58051775"/>
                <a:gd name="connsiteY3060" fmla="*/ 37453062 h 57949372"/>
                <a:gd name="connsiteX3061" fmla="*/ 16953908 w 58051775"/>
                <a:gd name="connsiteY3061" fmla="*/ 37444787 h 57949372"/>
                <a:gd name="connsiteX3062" fmla="*/ 17027972 w 58051775"/>
                <a:gd name="connsiteY3062" fmla="*/ 37489744 h 57949372"/>
                <a:gd name="connsiteX3063" fmla="*/ 17078368 w 58051775"/>
                <a:gd name="connsiteY3063" fmla="*/ 37540355 h 57949372"/>
                <a:gd name="connsiteX3064" fmla="*/ 17127436 w 58051775"/>
                <a:gd name="connsiteY3064" fmla="*/ 37647759 h 57949372"/>
                <a:gd name="connsiteX3065" fmla="*/ 16918692 w 58051775"/>
                <a:gd name="connsiteY3065" fmla="*/ 37704062 h 57949372"/>
                <a:gd name="connsiteX3066" fmla="*/ 16807200 w 58051775"/>
                <a:gd name="connsiteY3066" fmla="*/ 37674988 h 57949372"/>
                <a:gd name="connsiteX3067" fmla="*/ 16862880 w 58051775"/>
                <a:gd name="connsiteY3067" fmla="*/ 37467900 h 57949372"/>
                <a:gd name="connsiteX3068" fmla="*/ 16953908 w 58051775"/>
                <a:gd name="connsiteY3068" fmla="*/ 37444787 h 57949372"/>
                <a:gd name="connsiteX3069" fmla="*/ 44213574 w 58051775"/>
                <a:gd name="connsiteY3069" fmla="*/ 37288904 h 57949372"/>
                <a:gd name="connsiteX3070" fmla="*/ 44288328 w 58051775"/>
                <a:gd name="connsiteY3070" fmla="*/ 37310210 h 57949372"/>
                <a:gd name="connsiteX3071" fmla="*/ 44377483 w 58051775"/>
                <a:gd name="connsiteY3071" fmla="*/ 37356409 h 57949372"/>
                <a:gd name="connsiteX3072" fmla="*/ 44462703 w 58051775"/>
                <a:gd name="connsiteY3072" fmla="*/ 37555904 h 57949372"/>
                <a:gd name="connsiteX3073" fmla="*/ 44405048 w 58051775"/>
                <a:gd name="connsiteY3073" fmla="*/ 37764952 h 57949372"/>
                <a:gd name="connsiteX3074" fmla="*/ 44113692 w 58051775"/>
                <a:gd name="connsiteY3074" fmla="*/ 37789555 h 57949372"/>
                <a:gd name="connsiteX3075" fmla="*/ 44033912 w 58051775"/>
                <a:gd name="connsiteY3075" fmla="*/ 37740348 h 57949372"/>
                <a:gd name="connsiteX3076" fmla="*/ 43983784 w 58051775"/>
                <a:gd name="connsiteY3076" fmla="*/ 37664586 h 57949372"/>
                <a:gd name="connsiteX3077" fmla="*/ 43978656 w 58051775"/>
                <a:gd name="connsiteY3077" fmla="*/ 37465779 h 57949372"/>
                <a:gd name="connsiteX3078" fmla="*/ 44029028 w 58051775"/>
                <a:gd name="connsiteY3078" fmla="*/ 37408183 h 57949372"/>
                <a:gd name="connsiteX3079" fmla="*/ 44087526 w 58051775"/>
                <a:gd name="connsiteY3079" fmla="*/ 37363404 h 57949372"/>
                <a:gd name="connsiteX3080" fmla="*/ 44153552 w 58051775"/>
                <a:gd name="connsiteY3080" fmla="*/ 37325304 h 57949372"/>
                <a:gd name="connsiteX3081" fmla="*/ 44213574 w 58051775"/>
                <a:gd name="connsiteY3081" fmla="*/ 37288904 h 57949372"/>
                <a:gd name="connsiteX3082" fmla="*/ 14195788 w 58051775"/>
                <a:gd name="connsiteY3082" fmla="*/ 37099272 h 57949372"/>
                <a:gd name="connsiteX3083" fmla="*/ 14254908 w 58051775"/>
                <a:gd name="connsiteY3083" fmla="*/ 37137972 h 57949372"/>
                <a:gd name="connsiteX3084" fmla="*/ 14333488 w 58051775"/>
                <a:gd name="connsiteY3084" fmla="*/ 37206129 h 57949372"/>
                <a:gd name="connsiteX3085" fmla="*/ 14369476 w 58051775"/>
                <a:gd name="connsiteY3085" fmla="*/ 37353751 h 57949372"/>
                <a:gd name="connsiteX3086" fmla="*/ 14236608 w 58051775"/>
                <a:gd name="connsiteY3086" fmla="*/ 37515797 h 57949372"/>
                <a:gd name="connsiteX3087" fmla="*/ 14108808 w 58051775"/>
                <a:gd name="connsiteY3087" fmla="*/ 37474522 h 57949372"/>
                <a:gd name="connsiteX3088" fmla="*/ 14056548 w 58051775"/>
                <a:gd name="connsiteY3088" fmla="*/ 37416451 h 57949372"/>
                <a:gd name="connsiteX3089" fmla="*/ 14033504 w 58051775"/>
                <a:gd name="connsiteY3089" fmla="*/ 37305326 h 57949372"/>
                <a:gd name="connsiteX3090" fmla="*/ 14120972 w 58051775"/>
                <a:gd name="connsiteY3090" fmla="*/ 37127647 h 57949372"/>
                <a:gd name="connsiteX3091" fmla="*/ 14195788 w 58051775"/>
                <a:gd name="connsiteY3091" fmla="*/ 37099272 h 57949372"/>
                <a:gd name="connsiteX3092" fmla="*/ 44703168 w 58051775"/>
                <a:gd name="connsiteY3092" fmla="*/ 37095884 h 57949372"/>
                <a:gd name="connsiteX3093" fmla="*/ 44805035 w 58051775"/>
                <a:gd name="connsiteY3093" fmla="*/ 37115065 h 57949372"/>
                <a:gd name="connsiteX3094" fmla="*/ 44804504 w 58051775"/>
                <a:gd name="connsiteY3094" fmla="*/ 37318764 h 57949372"/>
                <a:gd name="connsiteX3095" fmla="*/ 44646908 w 58051775"/>
                <a:gd name="connsiteY3095" fmla="*/ 37345023 h 57949372"/>
                <a:gd name="connsiteX3096" fmla="*/ 44569021 w 58051775"/>
                <a:gd name="connsiteY3096" fmla="*/ 37295851 h 57949372"/>
                <a:gd name="connsiteX3097" fmla="*/ 44564231 w 58051775"/>
                <a:gd name="connsiteY3097" fmla="*/ 37195119 h 57949372"/>
                <a:gd name="connsiteX3098" fmla="*/ 44597875 w 58051775"/>
                <a:gd name="connsiteY3098" fmla="*/ 37115744 h 57949372"/>
                <a:gd name="connsiteX3099" fmla="*/ 44703168 w 58051775"/>
                <a:gd name="connsiteY3099" fmla="*/ 37095884 h 57949372"/>
                <a:gd name="connsiteX3100" fmla="*/ 42136576 w 58051775"/>
                <a:gd name="connsiteY3100" fmla="*/ 37088032 h 57949372"/>
                <a:gd name="connsiteX3101" fmla="*/ 42313896 w 58051775"/>
                <a:gd name="connsiteY3101" fmla="*/ 37178828 h 57949372"/>
                <a:gd name="connsiteX3102" fmla="*/ 42309330 w 58051775"/>
                <a:gd name="connsiteY3102" fmla="*/ 37487575 h 57949372"/>
                <a:gd name="connsiteX3103" fmla="*/ 42179156 w 58051775"/>
                <a:gd name="connsiteY3103" fmla="*/ 37509264 h 57949372"/>
                <a:gd name="connsiteX3104" fmla="*/ 41982504 w 58051775"/>
                <a:gd name="connsiteY3104" fmla="*/ 37294192 h 57949372"/>
                <a:gd name="connsiteX3105" fmla="*/ 41979848 w 58051775"/>
                <a:gd name="connsiteY3105" fmla="*/ 37204765 h 57949372"/>
                <a:gd name="connsiteX3106" fmla="*/ 42028506 w 58051775"/>
                <a:gd name="connsiteY3106" fmla="*/ 37179309 h 57949372"/>
                <a:gd name="connsiteX3107" fmla="*/ 42090920 w 58051775"/>
                <a:gd name="connsiteY3107" fmla="*/ 37128450 h 57949372"/>
                <a:gd name="connsiteX3108" fmla="*/ 42118464 w 58051775"/>
                <a:gd name="connsiteY3108" fmla="*/ 37093720 h 57949372"/>
                <a:gd name="connsiteX3109" fmla="*/ 42136576 w 58051775"/>
                <a:gd name="connsiteY3109" fmla="*/ 37088032 h 57949372"/>
                <a:gd name="connsiteX3110" fmla="*/ 15041684 w 58051775"/>
                <a:gd name="connsiteY3110" fmla="*/ 37031868 h 57949372"/>
                <a:gd name="connsiteX3111" fmla="*/ 15144120 w 58051775"/>
                <a:gd name="connsiteY3111" fmla="*/ 37070798 h 57949372"/>
                <a:gd name="connsiteX3112" fmla="*/ 15214656 w 58051775"/>
                <a:gd name="connsiteY3112" fmla="*/ 37115766 h 57949372"/>
                <a:gd name="connsiteX3113" fmla="*/ 15199804 w 58051775"/>
                <a:gd name="connsiteY3113" fmla="*/ 37405574 h 57949372"/>
                <a:gd name="connsiteX3114" fmla="*/ 15116100 w 58051775"/>
                <a:gd name="connsiteY3114" fmla="*/ 37427102 h 57949372"/>
                <a:gd name="connsiteX3115" fmla="*/ 14888388 w 58051775"/>
                <a:gd name="connsiteY3115" fmla="*/ 37396338 h 57949372"/>
                <a:gd name="connsiteX3116" fmla="*/ 14849164 w 58051775"/>
                <a:gd name="connsiteY3116" fmla="*/ 37296130 h 57949372"/>
                <a:gd name="connsiteX3117" fmla="*/ 14876476 w 58051775"/>
                <a:gd name="connsiteY3117" fmla="*/ 37209406 h 57949372"/>
                <a:gd name="connsiteX3118" fmla="*/ 14916044 w 58051775"/>
                <a:gd name="connsiteY3118" fmla="*/ 37142303 h 57949372"/>
                <a:gd name="connsiteX3119" fmla="*/ 14928784 w 58051775"/>
                <a:gd name="connsiteY3119" fmla="*/ 37085001 h 57949372"/>
                <a:gd name="connsiteX3120" fmla="*/ 14956224 w 58051775"/>
                <a:gd name="connsiteY3120" fmla="*/ 37056426 h 57949372"/>
                <a:gd name="connsiteX3121" fmla="*/ 15041684 w 58051775"/>
                <a:gd name="connsiteY3121" fmla="*/ 37031868 h 57949372"/>
                <a:gd name="connsiteX3122" fmla="*/ 15864360 w 58051775"/>
                <a:gd name="connsiteY3122" fmla="*/ 36999418 h 57949372"/>
                <a:gd name="connsiteX3123" fmla="*/ 15913848 w 58051775"/>
                <a:gd name="connsiteY3123" fmla="*/ 37001639 h 57949372"/>
                <a:gd name="connsiteX3124" fmla="*/ 16055184 w 58051775"/>
                <a:gd name="connsiteY3124" fmla="*/ 37116510 h 57949372"/>
                <a:gd name="connsiteX3125" fmla="*/ 15898244 w 58051775"/>
                <a:gd name="connsiteY3125" fmla="*/ 37242074 h 57949372"/>
                <a:gd name="connsiteX3126" fmla="*/ 15757528 w 58051775"/>
                <a:gd name="connsiteY3126" fmla="*/ 37232102 h 57949372"/>
                <a:gd name="connsiteX3127" fmla="*/ 15729140 w 58051775"/>
                <a:gd name="connsiteY3127" fmla="*/ 37156582 h 57949372"/>
                <a:gd name="connsiteX3128" fmla="*/ 15792700 w 58051775"/>
                <a:gd name="connsiteY3128" fmla="*/ 37017765 h 57949372"/>
                <a:gd name="connsiteX3129" fmla="*/ 15864360 w 58051775"/>
                <a:gd name="connsiteY3129" fmla="*/ 36999418 h 57949372"/>
                <a:gd name="connsiteX3130" fmla="*/ 41427186 w 58051775"/>
                <a:gd name="connsiteY3130" fmla="*/ 36919294 h 57949372"/>
                <a:gd name="connsiteX3131" fmla="*/ 41472842 w 58051775"/>
                <a:gd name="connsiteY3131" fmla="*/ 36921260 h 57949372"/>
                <a:gd name="connsiteX3132" fmla="*/ 41606992 w 58051775"/>
                <a:gd name="connsiteY3132" fmla="*/ 37040601 h 57949372"/>
                <a:gd name="connsiteX3133" fmla="*/ 41474166 w 58051775"/>
                <a:gd name="connsiteY3133" fmla="*/ 37159109 h 57949372"/>
                <a:gd name="connsiteX3134" fmla="*/ 41292784 w 58051775"/>
                <a:gd name="connsiteY3134" fmla="*/ 37102520 h 57949372"/>
                <a:gd name="connsiteX3135" fmla="*/ 41359438 w 58051775"/>
                <a:gd name="connsiteY3135" fmla="*/ 36949816 h 57949372"/>
                <a:gd name="connsiteX3136" fmla="*/ 41427186 w 58051775"/>
                <a:gd name="connsiteY3136" fmla="*/ 36919294 h 57949372"/>
                <a:gd name="connsiteX3137" fmla="*/ 42823642 w 58051775"/>
                <a:gd name="connsiteY3137" fmla="*/ 36830000 h 57949372"/>
                <a:gd name="connsiteX3138" fmla="*/ 42951402 w 58051775"/>
                <a:gd name="connsiteY3138" fmla="*/ 36960959 h 57949372"/>
                <a:gd name="connsiteX3139" fmla="*/ 42833918 w 58051775"/>
                <a:gd name="connsiteY3139" fmla="*/ 37068807 h 57949372"/>
                <a:gd name="connsiteX3140" fmla="*/ 42704696 w 58051775"/>
                <a:gd name="connsiteY3140" fmla="*/ 36966506 h 57949372"/>
                <a:gd name="connsiteX3141" fmla="*/ 42709178 w 58051775"/>
                <a:gd name="connsiteY3141" fmla="*/ 36864181 h 57949372"/>
                <a:gd name="connsiteX3142" fmla="*/ 42823642 w 58051775"/>
                <a:gd name="connsiteY3142" fmla="*/ 36830000 h 57949372"/>
                <a:gd name="connsiteX3143" fmla="*/ 43587014 w 58051775"/>
                <a:gd name="connsiteY3143" fmla="*/ 36829018 h 57949372"/>
                <a:gd name="connsiteX3144" fmla="*/ 43686464 w 58051775"/>
                <a:gd name="connsiteY3144" fmla="*/ 36892030 h 57949372"/>
                <a:gd name="connsiteX3145" fmla="*/ 43751504 w 58051775"/>
                <a:gd name="connsiteY3145" fmla="*/ 36954064 h 57949372"/>
                <a:gd name="connsiteX3146" fmla="*/ 43745136 w 58051775"/>
                <a:gd name="connsiteY3146" fmla="*/ 37041255 h 57949372"/>
                <a:gd name="connsiteX3147" fmla="*/ 43716560 w 58051775"/>
                <a:gd name="connsiteY3147" fmla="*/ 37172550 h 57949372"/>
                <a:gd name="connsiteX3148" fmla="*/ 43461634 w 58051775"/>
                <a:gd name="connsiteY3148" fmla="*/ 37217028 h 57949372"/>
                <a:gd name="connsiteX3149" fmla="*/ 43423560 w 58051775"/>
                <a:gd name="connsiteY3149" fmla="*/ 37098415 h 57949372"/>
                <a:gd name="connsiteX3150" fmla="*/ 43459910 w 58051775"/>
                <a:gd name="connsiteY3150" fmla="*/ 36937789 h 57949372"/>
                <a:gd name="connsiteX3151" fmla="*/ 43517192 w 58051775"/>
                <a:gd name="connsiteY3151" fmla="*/ 36879792 h 57949372"/>
                <a:gd name="connsiteX3152" fmla="*/ 43587014 w 58051775"/>
                <a:gd name="connsiteY3152" fmla="*/ 36829018 h 57949372"/>
                <a:gd name="connsiteX3153" fmla="*/ 40971990 w 58051775"/>
                <a:gd name="connsiteY3153" fmla="*/ 36817546 h 57949372"/>
                <a:gd name="connsiteX3154" fmla="*/ 41144250 w 58051775"/>
                <a:gd name="connsiteY3154" fmla="*/ 36858904 h 57949372"/>
                <a:gd name="connsiteX3155" fmla="*/ 41171020 w 58051775"/>
                <a:gd name="connsiteY3155" fmla="*/ 36998399 h 57949372"/>
                <a:gd name="connsiteX3156" fmla="*/ 40991364 w 58051775"/>
                <a:gd name="connsiteY3156" fmla="*/ 37252275 h 57949372"/>
                <a:gd name="connsiteX3157" fmla="*/ 40848340 w 58051775"/>
                <a:gd name="connsiteY3157" fmla="*/ 37207183 h 57949372"/>
                <a:gd name="connsiteX3158" fmla="*/ 40795948 w 58051775"/>
                <a:gd name="connsiteY3158" fmla="*/ 37139392 h 57949372"/>
                <a:gd name="connsiteX3159" fmla="*/ 40750798 w 58051775"/>
                <a:gd name="connsiteY3159" fmla="*/ 37030400 h 57949372"/>
                <a:gd name="connsiteX3160" fmla="*/ 40803992 w 58051775"/>
                <a:gd name="connsiteY3160" fmla="*/ 36896278 h 57949372"/>
                <a:gd name="connsiteX3161" fmla="*/ 40911328 w 58051775"/>
                <a:gd name="connsiteY3161" fmla="*/ 36821111 h 57949372"/>
                <a:gd name="connsiteX3162" fmla="*/ 40971990 w 58051775"/>
                <a:gd name="connsiteY3162" fmla="*/ 36817546 h 57949372"/>
                <a:gd name="connsiteX3163" fmla="*/ 17564712 w 58051775"/>
                <a:gd name="connsiteY3163" fmla="*/ 36656983 h 57949372"/>
                <a:gd name="connsiteX3164" fmla="*/ 17588392 w 58051775"/>
                <a:gd name="connsiteY3164" fmla="*/ 36658618 h 57949372"/>
                <a:gd name="connsiteX3165" fmla="*/ 17760856 w 58051775"/>
                <a:gd name="connsiteY3165" fmla="*/ 36766190 h 57949372"/>
                <a:gd name="connsiteX3166" fmla="*/ 17802492 w 58051775"/>
                <a:gd name="connsiteY3166" fmla="*/ 36823625 h 57949372"/>
                <a:gd name="connsiteX3167" fmla="*/ 17841596 w 58051775"/>
                <a:gd name="connsiteY3167" fmla="*/ 36953127 h 57949372"/>
                <a:gd name="connsiteX3168" fmla="*/ 17846400 w 58051775"/>
                <a:gd name="connsiteY3168" fmla="*/ 37048334 h 57949372"/>
                <a:gd name="connsiteX3169" fmla="*/ 17792904 w 58051775"/>
                <a:gd name="connsiteY3169" fmla="*/ 37102842 h 57949372"/>
                <a:gd name="connsiteX3170" fmla="*/ 17558688 w 58051775"/>
                <a:gd name="connsiteY3170" fmla="*/ 37154061 h 57949372"/>
                <a:gd name="connsiteX3171" fmla="*/ 17444388 w 58051775"/>
                <a:gd name="connsiteY3171" fmla="*/ 37109791 h 57949372"/>
                <a:gd name="connsiteX3172" fmla="*/ 17407424 w 58051775"/>
                <a:gd name="connsiteY3172" fmla="*/ 36938359 h 57949372"/>
                <a:gd name="connsiteX3173" fmla="*/ 17504292 w 58051775"/>
                <a:gd name="connsiteY3173" fmla="*/ 36693543 h 57949372"/>
                <a:gd name="connsiteX3174" fmla="*/ 17564712 w 58051775"/>
                <a:gd name="connsiteY3174" fmla="*/ 36656983 h 57949372"/>
                <a:gd name="connsiteX3175" fmla="*/ 16544512 w 58051775"/>
                <a:gd name="connsiteY3175" fmla="*/ 36645676 h 57949372"/>
                <a:gd name="connsiteX3176" fmla="*/ 16698408 w 58051775"/>
                <a:gd name="connsiteY3176" fmla="*/ 36670168 h 57949372"/>
                <a:gd name="connsiteX3177" fmla="*/ 16757652 w 58051775"/>
                <a:gd name="connsiteY3177" fmla="*/ 36892247 h 57949372"/>
                <a:gd name="connsiteX3178" fmla="*/ 16757652 w 58051775"/>
                <a:gd name="connsiteY3178" fmla="*/ 37039550 h 57949372"/>
                <a:gd name="connsiteX3179" fmla="*/ 16708960 w 58051775"/>
                <a:gd name="connsiteY3179" fmla="*/ 37098939 h 57949372"/>
                <a:gd name="connsiteX3180" fmla="*/ 16607360 w 58051775"/>
                <a:gd name="connsiteY3180" fmla="*/ 37159493 h 57949372"/>
                <a:gd name="connsiteX3181" fmla="*/ 16429024 w 58051775"/>
                <a:gd name="connsiteY3181" fmla="*/ 37109050 h 57949372"/>
                <a:gd name="connsiteX3182" fmla="*/ 16380312 w 58051775"/>
                <a:gd name="connsiteY3182" fmla="*/ 37037727 h 57949372"/>
                <a:gd name="connsiteX3183" fmla="*/ 16350192 w 58051775"/>
                <a:gd name="connsiteY3183" fmla="*/ 36812134 h 57949372"/>
                <a:gd name="connsiteX3184" fmla="*/ 16402724 w 58051775"/>
                <a:gd name="connsiteY3184" fmla="*/ 36747990 h 57949372"/>
                <a:gd name="connsiteX3185" fmla="*/ 16458464 w 58051775"/>
                <a:gd name="connsiteY3185" fmla="*/ 36698597 h 57949372"/>
                <a:gd name="connsiteX3186" fmla="*/ 16480608 w 58051775"/>
                <a:gd name="connsiteY3186" fmla="*/ 36654535 h 57949372"/>
                <a:gd name="connsiteX3187" fmla="*/ 16544512 w 58051775"/>
                <a:gd name="connsiteY3187" fmla="*/ 36645676 h 57949372"/>
                <a:gd name="connsiteX3188" fmla="*/ 13356788 w 58051775"/>
                <a:gd name="connsiteY3188" fmla="*/ 36636730 h 57949372"/>
                <a:gd name="connsiteX3189" fmla="*/ 13445208 w 58051775"/>
                <a:gd name="connsiteY3189" fmla="*/ 36660265 h 57949372"/>
                <a:gd name="connsiteX3190" fmla="*/ 13481768 w 58051775"/>
                <a:gd name="connsiteY3190" fmla="*/ 36748777 h 57949372"/>
                <a:gd name="connsiteX3191" fmla="*/ 13470120 w 58051775"/>
                <a:gd name="connsiteY3191" fmla="*/ 36965815 h 57949372"/>
                <a:gd name="connsiteX3192" fmla="*/ 13275472 w 58051775"/>
                <a:gd name="connsiteY3192" fmla="*/ 36988028 h 57949372"/>
                <a:gd name="connsiteX3193" fmla="*/ 13140432 w 58051775"/>
                <a:gd name="connsiteY3193" fmla="*/ 36840654 h 57949372"/>
                <a:gd name="connsiteX3194" fmla="*/ 13129724 w 58051775"/>
                <a:gd name="connsiteY3194" fmla="*/ 36734750 h 57949372"/>
                <a:gd name="connsiteX3195" fmla="*/ 13180404 w 58051775"/>
                <a:gd name="connsiteY3195" fmla="*/ 36698458 h 57949372"/>
                <a:gd name="connsiteX3196" fmla="*/ 13267168 w 58051775"/>
                <a:gd name="connsiteY3196" fmla="*/ 36646138 h 57949372"/>
                <a:gd name="connsiteX3197" fmla="*/ 13356788 w 58051775"/>
                <a:gd name="connsiteY3197" fmla="*/ 36636730 h 57949372"/>
                <a:gd name="connsiteX3198" fmla="*/ 49268503 w 58051775"/>
                <a:gd name="connsiteY3198" fmla="*/ 36548293 h 57949372"/>
                <a:gd name="connsiteX3199" fmla="*/ 49292916 w 58051775"/>
                <a:gd name="connsiteY3199" fmla="*/ 36552569 h 57949372"/>
                <a:gd name="connsiteX3200" fmla="*/ 49353241 w 58051775"/>
                <a:gd name="connsiteY3200" fmla="*/ 36563300 h 57949372"/>
                <a:gd name="connsiteX3201" fmla="*/ 49403002 w 58051775"/>
                <a:gd name="connsiteY3201" fmla="*/ 36758209 h 57949372"/>
                <a:gd name="connsiteX3202" fmla="*/ 49404314 w 58051775"/>
                <a:gd name="connsiteY3202" fmla="*/ 36892830 h 57949372"/>
                <a:gd name="connsiteX3203" fmla="*/ 49452292 w 58051775"/>
                <a:gd name="connsiteY3203" fmla="*/ 36952439 h 57949372"/>
                <a:gd name="connsiteX3204" fmla="*/ 49515848 w 58051775"/>
                <a:gd name="connsiteY3204" fmla="*/ 36998396 h 57949372"/>
                <a:gd name="connsiteX3205" fmla="*/ 49606314 w 58051775"/>
                <a:gd name="connsiteY3205" fmla="*/ 37058721 h 57949372"/>
                <a:gd name="connsiteX3206" fmla="*/ 49726852 w 58051775"/>
                <a:gd name="connsiteY3206" fmla="*/ 37096700 h 57949372"/>
                <a:gd name="connsiteX3207" fmla="*/ 49849111 w 58051775"/>
                <a:gd name="connsiteY3207" fmla="*/ 37136521 h 57949372"/>
                <a:gd name="connsiteX3208" fmla="*/ 49982005 w 58051775"/>
                <a:gd name="connsiteY3208" fmla="*/ 37185712 h 57949372"/>
                <a:gd name="connsiteX3209" fmla="*/ 50115073 w 58051775"/>
                <a:gd name="connsiteY3209" fmla="*/ 37230884 h 57949372"/>
                <a:gd name="connsiteX3210" fmla="*/ 50333817 w 58051775"/>
                <a:gd name="connsiteY3210" fmla="*/ 37228084 h 57949372"/>
                <a:gd name="connsiteX3211" fmla="*/ 50533063 w 58051775"/>
                <a:gd name="connsiteY3211" fmla="*/ 37182047 h 57949372"/>
                <a:gd name="connsiteX3212" fmla="*/ 50732843 w 58051775"/>
                <a:gd name="connsiteY3212" fmla="*/ 37135656 h 57949372"/>
                <a:gd name="connsiteX3213" fmla="*/ 50884729 w 58051775"/>
                <a:gd name="connsiteY3213" fmla="*/ 37095113 h 57949372"/>
                <a:gd name="connsiteX3214" fmla="*/ 51003202 w 58051775"/>
                <a:gd name="connsiteY3214" fmla="*/ 37090350 h 57949372"/>
                <a:gd name="connsiteX3215" fmla="*/ 51064969 w 58051775"/>
                <a:gd name="connsiteY3215" fmla="*/ 37085588 h 57949372"/>
                <a:gd name="connsiteX3216" fmla="*/ 51135507 w 58051775"/>
                <a:gd name="connsiteY3216" fmla="*/ 37049832 h 57949372"/>
                <a:gd name="connsiteX3217" fmla="*/ 51304449 w 58051775"/>
                <a:gd name="connsiteY3217" fmla="*/ 37007059 h 57949372"/>
                <a:gd name="connsiteX3218" fmla="*/ 51463571 w 58051775"/>
                <a:gd name="connsiteY3218" fmla="*/ 36965027 h 57949372"/>
                <a:gd name="connsiteX3219" fmla="*/ 51525369 w 58051775"/>
                <a:gd name="connsiteY3219" fmla="*/ 36931600 h 57949372"/>
                <a:gd name="connsiteX3220" fmla="*/ 51688813 w 58051775"/>
                <a:gd name="connsiteY3220" fmla="*/ 36855602 h 57949372"/>
                <a:gd name="connsiteX3221" fmla="*/ 51742158 w 58051775"/>
                <a:gd name="connsiteY3221" fmla="*/ 36817300 h 57949372"/>
                <a:gd name="connsiteX3222" fmla="*/ 51782230 w 58051775"/>
                <a:gd name="connsiteY3222" fmla="*/ 36779200 h 57949372"/>
                <a:gd name="connsiteX3223" fmla="*/ 51866811 w 58051775"/>
                <a:gd name="connsiteY3223" fmla="*/ 36741100 h 57949372"/>
                <a:gd name="connsiteX3224" fmla="*/ 51963884 w 58051775"/>
                <a:gd name="connsiteY3224" fmla="*/ 36771204 h 57949372"/>
                <a:gd name="connsiteX3225" fmla="*/ 51976606 w 58051775"/>
                <a:gd name="connsiteY3225" fmla="*/ 36835299 h 57949372"/>
                <a:gd name="connsiteX3226" fmla="*/ 51943610 w 58051775"/>
                <a:gd name="connsiteY3226" fmla="*/ 36964928 h 57949372"/>
                <a:gd name="connsiteX3227" fmla="*/ 51901429 w 58051775"/>
                <a:gd name="connsiteY3227" fmla="*/ 37081808 h 57949372"/>
                <a:gd name="connsiteX3228" fmla="*/ 51847566 w 58051775"/>
                <a:gd name="connsiteY3228" fmla="*/ 37213341 h 57949372"/>
                <a:gd name="connsiteX3229" fmla="*/ 51825341 w 58051775"/>
                <a:gd name="connsiteY3229" fmla="*/ 37282344 h 57949372"/>
                <a:gd name="connsiteX3230" fmla="*/ 51765159 w 58051775"/>
                <a:gd name="connsiteY3230" fmla="*/ 37452533 h 57949372"/>
                <a:gd name="connsiteX3231" fmla="*/ 51719515 w 58051775"/>
                <a:gd name="connsiteY3231" fmla="*/ 37555193 h 57949372"/>
                <a:gd name="connsiteX3232" fmla="*/ 51676286 w 58051775"/>
                <a:gd name="connsiteY3232" fmla="*/ 37674668 h 57949372"/>
                <a:gd name="connsiteX3233" fmla="*/ 51555652 w 58051775"/>
                <a:gd name="connsiteY3233" fmla="*/ 37849051 h 57949372"/>
                <a:gd name="connsiteX3234" fmla="*/ 51492450 w 58051775"/>
                <a:gd name="connsiteY3234" fmla="*/ 37855665 h 57949372"/>
                <a:gd name="connsiteX3235" fmla="*/ 51416138 w 58051775"/>
                <a:gd name="connsiteY3235" fmla="*/ 37678475 h 57949372"/>
                <a:gd name="connsiteX3236" fmla="*/ 51409875 w 58051775"/>
                <a:gd name="connsiteY3236" fmla="*/ 37560417 h 57949372"/>
                <a:gd name="connsiteX3237" fmla="*/ 51361531 w 58051775"/>
                <a:gd name="connsiteY3237" fmla="*/ 37579291 h 57949372"/>
                <a:gd name="connsiteX3238" fmla="*/ 51180283 w 58051775"/>
                <a:gd name="connsiteY3238" fmla="*/ 37606582 h 57949372"/>
                <a:gd name="connsiteX3239" fmla="*/ 51006563 w 58051775"/>
                <a:gd name="connsiteY3239" fmla="*/ 37640933 h 57949372"/>
                <a:gd name="connsiteX3240" fmla="*/ 50847813 w 58051775"/>
                <a:gd name="connsiteY3240" fmla="*/ 37682729 h 57949372"/>
                <a:gd name="connsiteX3241" fmla="*/ 50470776 w 58051775"/>
                <a:gd name="connsiteY3241" fmla="*/ 37739179 h 57949372"/>
                <a:gd name="connsiteX3242" fmla="*/ 50469542 w 58051775"/>
                <a:gd name="connsiteY3242" fmla="*/ 37847817 h 57949372"/>
                <a:gd name="connsiteX3243" fmla="*/ 50521607 w 58051775"/>
                <a:gd name="connsiteY3243" fmla="*/ 37918895 h 57949372"/>
                <a:gd name="connsiteX3244" fmla="*/ 50564553 w 58051775"/>
                <a:gd name="connsiteY3244" fmla="*/ 37975084 h 57949372"/>
                <a:gd name="connsiteX3245" fmla="*/ 50613883 w 58051775"/>
                <a:gd name="connsiteY3245" fmla="*/ 38031384 h 57949372"/>
                <a:gd name="connsiteX3246" fmla="*/ 50647072 w 58051775"/>
                <a:gd name="connsiteY3246" fmla="*/ 38074600 h 57949372"/>
                <a:gd name="connsiteX3247" fmla="*/ 50674283 w 58051775"/>
                <a:gd name="connsiteY3247" fmla="*/ 38109525 h 57949372"/>
                <a:gd name="connsiteX3248" fmla="*/ 50728586 w 58051775"/>
                <a:gd name="connsiteY3248" fmla="*/ 38184900 h 57949372"/>
                <a:gd name="connsiteX3249" fmla="*/ 50876202 w 58051775"/>
                <a:gd name="connsiteY3249" fmla="*/ 38366464 h 57949372"/>
                <a:gd name="connsiteX3250" fmla="*/ 50936685 w 58051775"/>
                <a:gd name="connsiteY3250" fmla="*/ 38460176 h 57949372"/>
                <a:gd name="connsiteX3251" fmla="*/ 51022683 w 58051775"/>
                <a:gd name="connsiteY3251" fmla="*/ 38519100 h 57949372"/>
                <a:gd name="connsiteX3252" fmla="*/ 51081076 w 58051775"/>
                <a:gd name="connsiteY3252" fmla="*/ 38488745 h 57949372"/>
                <a:gd name="connsiteX3253" fmla="*/ 51123477 w 58051775"/>
                <a:gd name="connsiteY3253" fmla="*/ 38443102 h 57949372"/>
                <a:gd name="connsiteX3254" fmla="*/ 51163347 w 58051775"/>
                <a:gd name="connsiteY3254" fmla="*/ 38381381 h 57949372"/>
                <a:gd name="connsiteX3255" fmla="*/ 51229514 w 58051775"/>
                <a:gd name="connsiteY3255" fmla="*/ 38337306 h 57949372"/>
                <a:gd name="connsiteX3256" fmla="*/ 51320702 w 58051775"/>
                <a:gd name="connsiteY3256" fmla="*/ 38463063 h 57949372"/>
                <a:gd name="connsiteX3257" fmla="*/ 51281383 w 58051775"/>
                <a:gd name="connsiteY3257" fmla="*/ 38601095 h 57949372"/>
                <a:gd name="connsiteX3258" fmla="*/ 51231833 w 58051775"/>
                <a:gd name="connsiteY3258" fmla="*/ 38728396 h 57949372"/>
                <a:gd name="connsiteX3259" fmla="*/ 51190186 w 58051775"/>
                <a:gd name="connsiteY3259" fmla="*/ 38848249 h 57949372"/>
                <a:gd name="connsiteX3260" fmla="*/ 51129914 w 58051775"/>
                <a:gd name="connsiteY3260" fmla="*/ 39017646 h 57949372"/>
                <a:gd name="connsiteX3261" fmla="*/ 51103928 w 58051775"/>
                <a:gd name="connsiteY3261" fmla="*/ 39094863 h 57949372"/>
                <a:gd name="connsiteX3262" fmla="*/ 51061078 w 58051775"/>
                <a:gd name="connsiteY3262" fmla="*/ 39156754 h 57949372"/>
                <a:gd name="connsiteX3263" fmla="*/ 50960888 w 58051775"/>
                <a:gd name="connsiteY3263" fmla="*/ 39211179 h 57949372"/>
                <a:gd name="connsiteX3264" fmla="*/ 50824596 w 58051775"/>
                <a:gd name="connsiteY3264" fmla="*/ 39158332 h 57949372"/>
                <a:gd name="connsiteX3265" fmla="*/ 50839072 w 58051775"/>
                <a:gd name="connsiteY3265" fmla="*/ 39082681 h 57949372"/>
                <a:gd name="connsiteX3266" fmla="*/ 50865840 w 58051775"/>
                <a:gd name="connsiteY3266" fmla="*/ 39039366 h 57949372"/>
                <a:gd name="connsiteX3267" fmla="*/ 50840818 w 58051775"/>
                <a:gd name="connsiteY3267" fmla="*/ 38991360 h 57949372"/>
                <a:gd name="connsiteX3268" fmla="*/ 50800272 w 58051775"/>
                <a:gd name="connsiteY3268" fmla="*/ 38855048 h 57949372"/>
                <a:gd name="connsiteX3269" fmla="*/ 50754234 w 58051775"/>
                <a:gd name="connsiteY3269" fmla="*/ 38735000 h 57949372"/>
                <a:gd name="connsiteX3270" fmla="*/ 50610538 w 58051775"/>
                <a:gd name="connsiteY3270" fmla="*/ 38553371 h 57949372"/>
                <a:gd name="connsiteX3271" fmla="*/ 50577225 w 58051775"/>
                <a:gd name="connsiteY3271" fmla="*/ 38510790 h 57949372"/>
                <a:gd name="connsiteX3272" fmla="*/ 50546244 w 58051775"/>
                <a:gd name="connsiteY3272" fmla="*/ 38456496 h 57949372"/>
                <a:gd name="connsiteX3273" fmla="*/ 50501654 w 58051775"/>
                <a:gd name="connsiteY3273" fmla="*/ 38392156 h 57949372"/>
                <a:gd name="connsiteX3274" fmla="*/ 50469802 w 58051775"/>
                <a:gd name="connsiteY3274" fmla="*/ 38364979 h 57949372"/>
                <a:gd name="connsiteX3275" fmla="*/ 50412652 w 58051775"/>
                <a:gd name="connsiteY3275" fmla="*/ 38290500 h 57949372"/>
                <a:gd name="connsiteX3276" fmla="*/ 50355502 w 58051775"/>
                <a:gd name="connsiteY3276" fmla="*/ 38214319 h 57949372"/>
                <a:gd name="connsiteX3277" fmla="*/ 50312962 w 58051775"/>
                <a:gd name="connsiteY3277" fmla="*/ 38154418 h 57949372"/>
                <a:gd name="connsiteX3278" fmla="*/ 50268856 w 58051775"/>
                <a:gd name="connsiteY3278" fmla="*/ 38080104 h 57949372"/>
                <a:gd name="connsiteX3279" fmla="*/ 50235196 w 58051775"/>
                <a:gd name="connsiteY3279" fmla="*/ 38036683 h 57949372"/>
                <a:gd name="connsiteX3280" fmla="*/ 50203102 w 58051775"/>
                <a:gd name="connsiteY3280" fmla="*/ 38008669 h 57949372"/>
                <a:gd name="connsiteX3281" fmla="*/ 50147651 w 58051775"/>
                <a:gd name="connsiteY3281" fmla="*/ 37937790 h 57949372"/>
                <a:gd name="connsiteX3282" fmla="*/ 50077671 w 58051775"/>
                <a:gd name="connsiteY3282" fmla="*/ 37843200 h 57949372"/>
                <a:gd name="connsiteX3283" fmla="*/ 50028347 w 58051775"/>
                <a:gd name="connsiteY3283" fmla="*/ 37787210 h 57949372"/>
                <a:gd name="connsiteX3284" fmla="*/ 49982368 w 58051775"/>
                <a:gd name="connsiteY3284" fmla="*/ 37747392 h 57949372"/>
                <a:gd name="connsiteX3285" fmla="*/ 49855461 w 58051775"/>
                <a:gd name="connsiteY3285" fmla="*/ 37693600 h 57949372"/>
                <a:gd name="connsiteX3286" fmla="*/ 49771302 w 58051775"/>
                <a:gd name="connsiteY3286" fmla="*/ 37649150 h 57949372"/>
                <a:gd name="connsiteX3287" fmla="*/ 49669001 w 58051775"/>
                <a:gd name="connsiteY3287" fmla="*/ 37604700 h 57949372"/>
                <a:gd name="connsiteX3288" fmla="*/ 49597176 w 58051775"/>
                <a:gd name="connsiteY3288" fmla="*/ 37578388 h 57949372"/>
                <a:gd name="connsiteX3289" fmla="*/ 49558577 w 58051775"/>
                <a:gd name="connsiteY3289" fmla="*/ 37533938 h 57949372"/>
                <a:gd name="connsiteX3290" fmla="*/ 49428845 w 58051775"/>
                <a:gd name="connsiteY3290" fmla="*/ 37515800 h 57949372"/>
                <a:gd name="connsiteX3291" fmla="*/ 49271593 w 58051775"/>
                <a:gd name="connsiteY3291" fmla="*/ 37477700 h 57949372"/>
                <a:gd name="connsiteX3292" fmla="*/ 49196078 w 58051775"/>
                <a:gd name="connsiteY3292" fmla="*/ 37439600 h 57949372"/>
                <a:gd name="connsiteX3293" fmla="*/ 49083325 w 58051775"/>
                <a:gd name="connsiteY3293" fmla="*/ 37545355 h 57949372"/>
                <a:gd name="connsiteX3294" fmla="*/ 49020830 w 58051775"/>
                <a:gd name="connsiteY3294" fmla="*/ 37633275 h 57949372"/>
                <a:gd name="connsiteX3295" fmla="*/ 48928476 w 58051775"/>
                <a:gd name="connsiteY3295" fmla="*/ 37693600 h 57949372"/>
                <a:gd name="connsiteX3296" fmla="*/ 48844202 w 58051775"/>
                <a:gd name="connsiteY3296" fmla="*/ 37570008 h 57949372"/>
                <a:gd name="connsiteX3297" fmla="*/ 48882026 w 58051775"/>
                <a:gd name="connsiteY3297" fmla="*/ 37463288 h 57949372"/>
                <a:gd name="connsiteX3298" fmla="*/ 48919441 w 58051775"/>
                <a:gd name="connsiteY3298" fmla="*/ 37377681 h 57949372"/>
                <a:gd name="connsiteX3299" fmla="*/ 48971630 w 58051775"/>
                <a:gd name="connsiteY3299" fmla="*/ 37188322 h 57949372"/>
                <a:gd name="connsiteX3300" fmla="*/ 49014818 w 58051775"/>
                <a:gd name="connsiteY3300" fmla="*/ 37053875 h 57949372"/>
                <a:gd name="connsiteX3301" fmla="*/ 49058825 w 58051775"/>
                <a:gd name="connsiteY3301" fmla="*/ 36920525 h 57949372"/>
                <a:gd name="connsiteX3302" fmla="*/ 49103420 w 58051775"/>
                <a:gd name="connsiteY3302" fmla="*/ 36802262 h 57949372"/>
                <a:gd name="connsiteX3303" fmla="*/ 49242441 w 58051775"/>
                <a:gd name="connsiteY3303" fmla="*/ 36553279 h 57949372"/>
                <a:gd name="connsiteX3304" fmla="*/ 49268503 w 58051775"/>
                <a:gd name="connsiteY3304" fmla="*/ 36548293 h 57949372"/>
                <a:gd name="connsiteX3305" fmla="*/ 42244784 w 58051775"/>
                <a:gd name="connsiteY3305" fmla="*/ 36476433 h 57949372"/>
                <a:gd name="connsiteX3306" fmla="*/ 42392236 w 58051775"/>
                <a:gd name="connsiteY3306" fmla="*/ 36518501 h 57949372"/>
                <a:gd name="connsiteX3307" fmla="*/ 42440920 w 58051775"/>
                <a:gd name="connsiteY3307" fmla="*/ 36550598 h 57949372"/>
                <a:gd name="connsiteX3308" fmla="*/ 42481500 w 58051775"/>
                <a:gd name="connsiteY3308" fmla="*/ 36575998 h 57949372"/>
                <a:gd name="connsiteX3309" fmla="*/ 42506900 w 58051775"/>
                <a:gd name="connsiteY3309" fmla="*/ 36727490 h 57949372"/>
                <a:gd name="connsiteX3310" fmla="*/ 42488180 w 58051775"/>
                <a:gd name="connsiteY3310" fmla="*/ 36872302 h 57949372"/>
                <a:gd name="connsiteX3311" fmla="*/ 42114768 w 58051775"/>
                <a:gd name="connsiteY3311" fmla="*/ 36833433 h 57949372"/>
                <a:gd name="connsiteX3312" fmla="*/ 42077990 w 58051775"/>
                <a:gd name="connsiteY3312" fmla="*/ 36673034 h 57949372"/>
                <a:gd name="connsiteX3313" fmla="*/ 42127896 w 58051775"/>
                <a:gd name="connsiteY3313" fmla="*/ 36563298 h 57949372"/>
                <a:gd name="connsiteX3314" fmla="*/ 42203812 w 58051775"/>
                <a:gd name="connsiteY3314" fmla="*/ 36488692 h 57949372"/>
                <a:gd name="connsiteX3315" fmla="*/ 42244784 w 58051775"/>
                <a:gd name="connsiteY3315" fmla="*/ 36476433 h 57949372"/>
                <a:gd name="connsiteX3316" fmla="*/ 16066364 w 58051775"/>
                <a:gd name="connsiteY3316" fmla="*/ 36475569 h 57949372"/>
                <a:gd name="connsiteX3317" fmla="*/ 16098560 w 58051775"/>
                <a:gd name="connsiteY3317" fmla="*/ 36478962 h 57949372"/>
                <a:gd name="connsiteX3318" fmla="*/ 16225328 w 58051775"/>
                <a:gd name="connsiteY3318" fmla="*/ 36557565 h 57949372"/>
                <a:gd name="connsiteX3319" fmla="*/ 16226384 w 58051775"/>
                <a:gd name="connsiteY3319" fmla="*/ 36784782 h 57949372"/>
                <a:gd name="connsiteX3320" fmla="*/ 15924220 w 58051775"/>
                <a:gd name="connsiteY3320" fmla="*/ 36763035 h 57949372"/>
                <a:gd name="connsiteX3321" fmla="*/ 15907160 w 58051775"/>
                <a:gd name="connsiteY3321" fmla="*/ 36667890 h 57949372"/>
                <a:gd name="connsiteX3322" fmla="*/ 15952472 w 58051775"/>
                <a:gd name="connsiteY3322" fmla="*/ 36577086 h 57949372"/>
                <a:gd name="connsiteX3323" fmla="*/ 16016772 w 58051775"/>
                <a:gd name="connsiteY3323" fmla="*/ 36512154 h 57949372"/>
                <a:gd name="connsiteX3324" fmla="*/ 16066364 w 58051775"/>
                <a:gd name="connsiteY3324" fmla="*/ 36475569 h 57949372"/>
                <a:gd name="connsiteX3325" fmla="*/ 44598703 w 58051775"/>
                <a:gd name="connsiteY3325" fmla="*/ 36410134 h 57949372"/>
                <a:gd name="connsiteX3326" fmla="*/ 44678044 w 58051775"/>
                <a:gd name="connsiteY3326" fmla="*/ 36429280 h 57949372"/>
                <a:gd name="connsiteX3327" fmla="*/ 44749661 w 58051775"/>
                <a:gd name="connsiteY3327" fmla="*/ 36469188 h 57949372"/>
                <a:gd name="connsiteX3328" fmla="*/ 44813763 w 58051775"/>
                <a:gd name="connsiteY3328" fmla="*/ 36521557 h 57949372"/>
                <a:gd name="connsiteX3329" fmla="*/ 44786782 w 58051775"/>
                <a:gd name="connsiteY3329" fmla="*/ 36689159 h 57949372"/>
                <a:gd name="connsiteX3330" fmla="*/ 44585802 w 58051775"/>
                <a:gd name="connsiteY3330" fmla="*/ 36711099 h 57949372"/>
                <a:gd name="connsiteX3331" fmla="*/ 44515201 w 58051775"/>
                <a:gd name="connsiteY3331" fmla="*/ 36437398 h 57949372"/>
                <a:gd name="connsiteX3332" fmla="*/ 44598703 w 58051775"/>
                <a:gd name="connsiteY3332" fmla="*/ 36410134 h 57949372"/>
                <a:gd name="connsiteX3333" fmla="*/ 14340320 w 58051775"/>
                <a:gd name="connsiteY3333" fmla="*/ 36382595 h 57949372"/>
                <a:gd name="connsiteX3334" fmla="*/ 14417208 w 58051775"/>
                <a:gd name="connsiteY3334" fmla="*/ 36388154 h 57949372"/>
                <a:gd name="connsiteX3335" fmla="*/ 14519144 w 58051775"/>
                <a:gd name="connsiteY3335" fmla="*/ 36428099 h 57949372"/>
                <a:gd name="connsiteX3336" fmla="*/ 14587296 w 58051775"/>
                <a:gd name="connsiteY3336" fmla="*/ 36480493 h 57949372"/>
                <a:gd name="connsiteX3337" fmla="*/ 14630400 w 58051775"/>
                <a:gd name="connsiteY3337" fmla="*/ 36548492 h 57949372"/>
                <a:gd name="connsiteX3338" fmla="*/ 14598916 w 58051775"/>
                <a:gd name="connsiteY3338" fmla="*/ 36619107 h 57949372"/>
                <a:gd name="connsiteX3339" fmla="*/ 14548676 w 58051775"/>
                <a:gd name="connsiteY3339" fmla="*/ 36676006 h 57949372"/>
                <a:gd name="connsiteX3340" fmla="*/ 14355960 w 58051775"/>
                <a:gd name="connsiteY3340" fmla="*/ 36720249 h 57949372"/>
                <a:gd name="connsiteX3341" fmla="*/ 14215240 w 58051775"/>
                <a:gd name="connsiteY3341" fmla="*/ 36582155 h 57949372"/>
                <a:gd name="connsiteX3342" fmla="*/ 14208340 w 58051775"/>
                <a:gd name="connsiteY3342" fmla="*/ 36506045 h 57949372"/>
                <a:gd name="connsiteX3343" fmla="*/ 14274332 w 58051775"/>
                <a:gd name="connsiteY3343" fmla="*/ 36444318 h 57949372"/>
                <a:gd name="connsiteX3344" fmla="*/ 15319276 w 58051775"/>
                <a:gd name="connsiteY3344" fmla="*/ 36368447 h 57949372"/>
                <a:gd name="connsiteX3345" fmla="*/ 15505452 w 58051775"/>
                <a:gd name="connsiteY3345" fmla="*/ 36404206 h 57949372"/>
                <a:gd name="connsiteX3346" fmla="*/ 15519164 w 58051775"/>
                <a:gd name="connsiteY3346" fmla="*/ 36499527 h 57949372"/>
                <a:gd name="connsiteX3347" fmla="*/ 15343128 w 58051775"/>
                <a:gd name="connsiteY3347" fmla="*/ 36620450 h 57949372"/>
                <a:gd name="connsiteX3348" fmla="*/ 15202568 w 58051775"/>
                <a:gd name="connsiteY3348" fmla="*/ 36608283 h 57949372"/>
                <a:gd name="connsiteX3349" fmla="*/ 15191624 w 58051775"/>
                <a:gd name="connsiteY3349" fmla="*/ 36516925 h 57949372"/>
                <a:gd name="connsiteX3350" fmla="*/ 15269900 w 58051775"/>
                <a:gd name="connsiteY3350" fmla="*/ 36374636 h 57949372"/>
                <a:gd name="connsiteX3351" fmla="*/ 15319276 w 58051775"/>
                <a:gd name="connsiteY3351" fmla="*/ 36368447 h 57949372"/>
                <a:gd name="connsiteX3352" fmla="*/ 13788476 w 58051775"/>
                <a:gd name="connsiteY3352" fmla="*/ 36296389 h 57949372"/>
                <a:gd name="connsiteX3353" fmla="*/ 13898008 w 58051775"/>
                <a:gd name="connsiteY3353" fmla="*/ 36315321 h 57949372"/>
                <a:gd name="connsiteX3354" fmla="*/ 13918840 w 58051775"/>
                <a:gd name="connsiteY3354" fmla="*/ 36526707 h 57949372"/>
                <a:gd name="connsiteX3355" fmla="*/ 13859272 w 58051775"/>
                <a:gd name="connsiteY3355" fmla="*/ 36609731 h 57949372"/>
                <a:gd name="connsiteX3356" fmla="*/ 13756076 w 58051775"/>
                <a:gd name="connsiteY3356" fmla="*/ 36617948 h 57949372"/>
                <a:gd name="connsiteX3357" fmla="*/ 13682016 w 58051775"/>
                <a:gd name="connsiteY3357" fmla="*/ 36571467 h 57949372"/>
                <a:gd name="connsiteX3358" fmla="*/ 13636280 w 58051775"/>
                <a:gd name="connsiteY3358" fmla="*/ 36501617 h 57949372"/>
                <a:gd name="connsiteX3359" fmla="*/ 13603112 w 58051775"/>
                <a:gd name="connsiteY3359" fmla="*/ 36458959 h 57949372"/>
                <a:gd name="connsiteX3360" fmla="*/ 13668648 w 58051775"/>
                <a:gd name="connsiteY3360" fmla="*/ 36312475 h 57949372"/>
                <a:gd name="connsiteX3361" fmla="*/ 13788476 w 58051775"/>
                <a:gd name="connsiteY3361" fmla="*/ 36296389 h 57949372"/>
                <a:gd name="connsiteX3362" fmla="*/ 17077224 w 58051775"/>
                <a:gd name="connsiteY3362" fmla="*/ 36289484 h 57949372"/>
                <a:gd name="connsiteX3363" fmla="*/ 17115980 w 58051775"/>
                <a:gd name="connsiteY3363" fmla="*/ 36291111 h 57949372"/>
                <a:gd name="connsiteX3364" fmla="*/ 17212856 w 58051775"/>
                <a:gd name="connsiteY3364" fmla="*/ 36464107 h 57949372"/>
                <a:gd name="connsiteX3365" fmla="*/ 17086980 w 58051775"/>
                <a:gd name="connsiteY3365" fmla="*/ 36626801 h 57949372"/>
                <a:gd name="connsiteX3366" fmla="*/ 16969604 w 58051775"/>
                <a:gd name="connsiteY3366" fmla="*/ 36507794 h 57949372"/>
                <a:gd name="connsiteX3367" fmla="*/ 17014792 w 58051775"/>
                <a:gd name="connsiteY3367" fmla="*/ 36305769 h 57949372"/>
                <a:gd name="connsiteX3368" fmla="*/ 17077224 w 58051775"/>
                <a:gd name="connsiteY3368" fmla="*/ 36289484 h 57949372"/>
                <a:gd name="connsiteX3369" fmla="*/ 43275250 w 58051775"/>
                <a:gd name="connsiteY3369" fmla="*/ 36156900 h 57949372"/>
                <a:gd name="connsiteX3370" fmla="*/ 43364728 w 58051775"/>
                <a:gd name="connsiteY3370" fmla="*/ 36188074 h 57949372"/>
                <a:gd name="connsiteX3371" fmla="*/ 43395900 w 58051775"/>
                <a:gd name="connsiteY3371" fmla="*/ 36318884 h 57949372"/>
                <a:gd name="connsiteX3372" fmla="*/ 43380660 w 58051775"/>
                <a:gd name="connsiteY3372" fmla="*/ 36433761 h 57949372"/>
                <a:gd name="connsiteX3373" fmla="*/ 43195040 w 58051775"/>
                <a:gd name="connsiteY3373" fmla="*/ 36428049 h 57949372"/>
                <a:gd name="connsiteX3374" fmla="*/ 43148444 w 58051775"/>
                <a:gd name="connsiteY3374" fmla="*/ 36299198 h 57949372"/>
                <a:gd name="connsiteX3375" fmla="*/ 43185772 w 58051775"/>
                <a:gd name="connsiteY3375" fmla="*/ 36188074 h 57949372"/>
                <a:gd name="connsiteX3376" fmla="*/ 43275250 w 58051775"/>
                <a:gd name="connsiteY3376" fmla="*/ 36156900 h 57949372"/>
                <a:gd name="connsiteX3377" fmla="*/ 8559584 w 58051775"/>
                <a:gd name="connsiteY3377" fmla="*/ 36118800 h 57949372"/>
                <a:gd name="connsiteX3378" fmla="*/ 8674104 w 58051775"/>
                <a:gd name="connsiteY3378" fmla="*/ 36249204 h 57949372"/>
                <a:gd name="connsiteX3379" fmla="*/ 8641128 w 58051775"/>
                <a:gd name="connsiteY3379" fmla="*/ 36356128 h 57949372"/>
                <a:gd name="connsiteX3380" fmla="*/ 8585476 w 58051775"/>
                <a:gd name="connsiteY3380" fmla="*/ 36442008 h 57949372"/>
                <a:gd name="connsiteX3381" fmla="*/ 8531356 w 58051775"/>
                <a:gd name="connsiteY3381" fmla="*/ 36515517 h 57949372"/>
                <a:gd name="connsiteX3382" fmla="*/ 8492440 w 58051775"/>
                <a:gd name="connsiteY3382" fmla="*/ 36582183 h 57949372"/>
                <a:gd name="connsiteX3383" fmla="*/ 8446808 w 58051775"/>
                <a:gd name="connsiteY3383" fmla="*/ 36671700 h 57949372"/>
                <a:gd name="connsiteX3384" fmla="*/ 8400380 w 58051775"/>
                <a:gd name="connsiteY3384" fmla="*/ 36759269 h 57949372"/>
                <a:gd name="connsiteX3385" fmla="*/ 8364124 w 58051775"/>
                <a:gd name="connsiteY3385" fmla="*/ 36821715 h 57949372"/>
                <a:gd name="connsiteX3386" fmla="*/ 8312160 w 58051775"/>
                <a:gd name="connsiteY3386" fmla="*/ 36888998 h 57949372"/>
                <a:gd name="connsiteX3387" fmla="*/ 8258892 w 58051775"/>
                <a:gd name="connsiteY3387" fmla="*/ 36986018 h 57949372"/>
                <a:gd name="connsiteX3388" fmla="*/ 8229600 w 58051775"/>
                <a:gd name="connsiteY3388" fmla="*/ 37059688 h 57949372"/>
                <a:gd name="connsiteX3389" fmla="*/ 8180392 w 58051775"/>
                <a:gd name="connsiteY3389" fmla="*/ 37119573 h 57949372"/>
                <a:gd name="connsiteX3390" fmla="*/ 8123200 w 58051775"/>
                <a:gd name="connsiteY3390" fmla="*/ 37203481 h 57949372"/>
                <a:gd name="connsiteX3391" fmla="*/ 8091664 w 58051775"/>
                <a:gd name="connsiteY3391" fmla="*/ 37269613 h 57949372"/>
                <a:gd name="connsiteX3392" fmla="*/ 8052208 w 58051775"/>
                <a:gd name="connsiteY3392" fmla="*/ 37342908 h 57949372"/>
                <a:gd name="connsiteX3393" fmla="*/ 8005812 w 58051775"/>
                <a:gd name="connsiteY3393" fmla="*/ 37428348 h 57949372"/>
                <a:gd name="connsiteX3394" fmla="*/ 7962440 w 58051775"/>
                <a:gd name="connsiteY3394" fmla="*/ 37504808 h 57949372"/>
                <a:gd name="connsiteX3395" fmla="*/ 7913228 w 58051775"/>
                <a:gd name="connsiteY3395" fmla="*/ 37578497 h 57949372"/>
                <a:gd name="connsiteX3396" fmla="*/ 7861752 w 58051775"/>
                <a:gd name="connsiteY3396" fmla="*/ 37645811 h 57949372"/>
                <a:gd name="connsiteX3397" fmla="*/ 7816532 w 58051775"/>
                <a:gd name="connsiteY3397" fmla="*/ 37719000 h 57949372"/>
                <a:gd name="connsiteX3398" fmla="*/ 7773196 w 58051775"/>
                <a:gd name="connsiteY3398" fmla="*/ 37804027 h 57949372"/>
                <a:gd name="connsiteX3399" fmla="*/ 7730116 w 58051775"/>
                <a:gd name="connsiteY3399" fmla="*/ 37887132 h 57949372"/>
                <a:gd name="connsiteX3400" fmla="*/ 7692088 w 58051775"/>
                <a:gd name="connsiteY3400" fmla="*/ 37968238 h 57949372"/>
                <a:gd name="connsiteX3401" fmla="*/ 7657832 w 58051775"/>
                <a:gd name="connsiteY3401" fmla="*/ 38043092 h 57949372"/>
                <a:gd name="connsiteX3402" fmla="*/ 7606608 w 58051775"/>
                <a:gd name="connsiteY3402" fmla="*/ 38123580 h 57949372"/>
                <a:gd name="connsiteX3403" fmla="*/ 7556096 w 58051775"/>
                <a:gd name="connsiteY3403" fmla="*/ 38198233 h 57949372"/>
                <a:gd name="connsiteX3404" fmla="*/ 7480304 w 58051775"/>
                <a:gd name="connsiteY3404" fmla="*/ 38329822 h 57949372"/>
                <a:gd name="connsiteX3405" fmla="*/ 7635248 w 58051775"/>
                <a:gd name="connsiteY3405" fmla="*/ 38294413 h 57949372"/>
                <a:gd name="connsiteX3406" fmla="*/ 7746856 w 58051775"/>
                <a:gd name="connsiteY3406" fmla="*/ 38251470 h 57949372"/>
                <a:gd name="connsiteX3407" fmla="*/ 7868004 w 58051775"/>
                <a:gd name="connsiteY3407" fmla="*/ 38202995 h 57949372"/>
                <a:gd name="connsiteX3408" fmla="*/ 7989168 w 58051775"/>
                <a:gd name="connsiteY3408" fmla="*/ 38163500 h 57949372"/>
                <a:gd name="connsiteX3409" fmla="*/ 8109800 w 58051775"/>
                <a:gd name="connsiteY3409" fmla="*/ 38119050 h 57949372"/>
                <a:gd name="connsiteX3410" fmla="*/ 8195184 w 58051775"/>
                <a:gd name="connsiteY3410" fmla="*/ 38074600 h 57949372"/>
                <a:gd name="connsiteX3411" fmla="*/ 8358016 w 58051775"/>
                <a:gd name="connsiteY3411" fmla="*/ 38018210 h 57949372"/>
                <a:gd name="connsiteX3412" fmla="*/ 8445648 w 58051775"/>
                <a:gd name="connsiteY3412" fmla="*/ 37985700 h 57949372"/>
                <a:gd name="connsiteX3413" fmla="*/ 8593152 w 58051775"/>
                <a:gd name="connsiteY3413" fmla="*/ 37928026 h 57949372"/>
                <a:gd name="connsiteX3414" fmla="*/ 8652108 w 58051775"/>
                <a:gd name="connsiteY3414" fmla="*/ 37896800 h 57949372"/>
                <a:gd name="connsiteX3415" fmla="*/ 8721480 w 58051775"/>
                <a:gd name="connsiteY3415" fmla="*/ 37852350 h 57949372"/>
                <a:gd name="connsiteX3416" fmla="*/ 8807204 w 58051775"/>
                <a:gd name="connsiteY3416" fmla="*/ 37807900 h 57949372"/>
                <a:gd name="connsiteX3417" fmla="*/ 8918296 w 58051775"/>
                <a:gd name="connsiteY3417" fmla="*/ 37739740 h 57949372"/>
                <a:gd name="connsiteX3418" fmla="*/ 8928992 w 58051775"/>
                <a:gd name="connsiteY3418" fmla="*/ 37541200 h 57949372"/>
                <a:gd name="connsiteX3419" fmla="*/ 9034844 w 58051775"/>
                <a:gd name="connsiteY3419" fmla="*/ 37369846 h 57949372"/>
                <a:gd name="connsiteX3420" fmla="*/ 9122184 w 58051775"/>
                <a:gd name="connsiteY3420" fmla="*/ 37425316 h 57949372"/>
                <a:gd name="connsiteX3421" fmla="*/ 9207504 w 58051775"/>
                <a:gd name="connsiteY3421" fmla="*/ 37645246 h 57949372"/>
                <a:gd name="connsiteX3422" fmla="*/ 9248328 w 58051775"/>
                <a:gd name="connsiteY3422" fmla="*/ 37755869 h 57949372"/>
                <a:gd name="connsiteX3423" fmla="*/ 9287692 w 58051775"/>
                <a:gd name="connsiteY3423" fmla="*/ 37880336 h 57949372"/>
                <a:gd name="connsiteX3424" fmla="*/ 9331488 w 58051775"/>
                <a:gd name="connsiteY3424" fmla="*/ 38013847 h 57949372"/>
                <a:gd name="connsiteX3425" fmla="*/ 9382544 w 58051775"/>
                <a:gd name="connsiteY3425" fmla="*/ 38161072 h 57949372"/>
                <a:gd name="connsiteX3426" fmla="*/ 9316044 w 58051775"/>
                <a:gd name="connsiteY3426" fmla="*/ 38315900 h 57949372"/>
                <a:gd name="connsiteX3427" fmla="*/ 9232904 w 58051775"/>
                <a:gd name="connsiteY3427" fmla="*/ 38282364 h 57949372"/>
                <a:gd name="connsiteX3428" fmla="*/ 9188452 w 58051775"/>
                <a:gd name="connsiteY3428" fmla="*/ 38238016 h 57949372"/>
                <a:gd name="connsiteX3429" fmla="*/ 9144000 w 58051775"/>
                <a:gd name="connsiteY3429" fmla="*/ 38194903 h 57949372"/>
                <a:gd name="connsiteX3430" fmla="*/ 9000220 w 58051775"/>
                <a:gd name="connsiteY3430" fmla="*/ 38132054 h 57949372"/>
                <a:gd name="connsiteX3431" fmla="*/ 8771108 w 58051775"/>
                <a:gd name="connsiteY3431" fmla="*/ 38186488 h 57949372"/>
                <a:gd name="connsiteX3432" fmla="*/ 8661400 w 58051775"/>
                <a:gd name="connsiteY3432" fmla="*/ 38218948 h 57949372"/>
                <a:gd name="connsiteX3433" fmla="*/ 8536272 w 58051775"/>
                <a:gd name="connsiteY3433" fmla="*/ 38275974 h 57949372"/>
                <a:gd name="connsiteX3434" fmla="*/ 8435668 w 58051775"/>
                <a:gd name="connsiteY3434" fmla="*/ 38320672 h 57949372"/>
                <a:gd name="connsiteX3435" fmla="*/ 8324540 w 58051775"/>
                <a:gd name="connsiteY3435" fmla="*/ 38366948 h 57949372"/>
                <a:gd name="connsiteX3436" fmla="*/ 8237296 w 58051775"/>
                <a:gd name="connsiteY3436" fmla="*/ 38404800 h 57949372"/>
                <a:gd name="connsiteX3437" fmla="*/ 8083976 w 58051775"/>
                <a:gd name="connsiteY3437" fmla="*/ 38460294 h 57949372"/>
                <a:gd name="connsiteX3438" fmla="*/ 7983484 w 58051775"/>
                <a:gd name="connsiteY3438" fmla="*/ 38500410 h 57949372"/>
                <a:gd name="connsiteX3439" fmla="*/ 7865792 w 58051775"/>
                <a:gd name="connsiteY3439" fmla="*/ 38545976 h 57949372"/>
                <a:gd name="connsiteX3440" fmla="*/ 7773832 w 58051775"/>
                <a:gd name="connsiteY3440" fmla="*/ 38576321 h 57949372"/>
                <a:gd name="connsiteX3441" fmla="*/ 7633288 w 58051775"/>
                <a:gd name="connsiteY3441" fmla="*/ 38632302 h 57949372"/>
                <a:gd name="connsiteX3442" fmla="*/ 7535736 w 58051775"/>
                <a:gd name="connsiteY3442" fmla="*/ 38676880 h 57949372"/>
                <a:gd name="connsiteX3443" fmla="*/ 7415548 w 58051775"/>
                <a:gd name="connsiteY3443" fmla="*/ 38727757 h 57949372"/>
                <a:gd name="connsiteX3444" fmla="*/ 7298456 w 58051775"/>
                <a:gd name="connsiteY3444" fmla="*/ 38766034 h 57949372"/>
                <a:gd name="connsiteX3445" fmla="*/ 7144708 w 58051775"/>
                <a:gd name="connsiteY3445" fmla="*/ 39002187 h 57949372"/>
                <a:gd name="connsiteX3446" fmla="*/ 7027184 w 58051775"/>
                <a:gd name="connsiteY3446" fmla="*/ 39198355 h 57949372"/>
                <a:gd name="connsiteX3447" fmla="*/ 6900664 w 58051775"/>
                <a:gd name="connsiteY3447" fmla="*/ 39105908 h 57949372"/>
                <a:gd name="connsiteX3448" fmla="*/ 6854156 w 58051775"/>
                <a:gd name="connsiteY3448" fmla="*/ 39009820 h 57949372"/>
                <a:gd name="connsiteX3449" fmla="*/ 6816664 w 58051775"/>
                <a:gd name="connsiteY3449" fmla="*/ 38908220 h 57949372"/>
                <a:gd name="connsiteX3450" fmla="*/ 6771336 w 58051775"/>
                <a:gd name="connsiteY3450" fmla="*/ 38807920 h 57949372"/>
                <a:gd name="connsiteX3451" fmla="*/ 6733264 w 58051775"/>
                <a:gd name="connsiteY3451" fmla="*/ 38652813 h 57949372"/>
                <a:gd name="connsiteX3452" fmla="*/ 6780476 w 58051775"/>
                <a:gd name="connsiteY3452" fmla="*/ 38449935 h 57949372"/>
                <a:gd name="connsiteX3453" fmla="*/ 6825360 w 58051775"/>
                <a:gd name="connsiteY3453" fmla="*/ 38374560 h 57949372"/>
                <a:gd name="connsiteX3454" fmla="*/ 6863840 w 58051775"/>
                <a:gd name="connsiteY3454" fmla="*/ 38298354 h 57949372"/>
                <a:gd name="connsiteX3455" fmla="*/ 6901356 w 58051775"/>
                <a:gd name="connsiteY3455" fmla="*/ 38230625 h 57949372"/>
                <a:gd name="connsiteX3456" fmla="*/ 6953288 w 58051775"/>
                <a:gd name="connsiteY3456" fmla="*/ 38167267 h 57949372"/>
                <a:gd name="connsiteX3457" fmla="*/ 6997704 w 58051775"/>
                <a:gd name="connsiteY3457" fmla="*/ 38106294 h 57949372"/>
                <a:gd name="connsiteX3458" fmla="*/ 7034616 w 58051775"/>
                <a:gd name="connsiteY3458" fmla="*/ 38013627 h 57949372"/>
                <a:gd name="connsiteX3459" fmla="*/ 7086520 w 58051775"/>
                <a:gd name="connsiteY3459" fmla="*/ 37931294 h 57949372"/>
                <a:gd name="connsiteX3460" fmla="*/ 7130200 w 58051775"/>
                <a:gd name="connsiteY3460" fmla="*/ 37877142 h 57949372"/>
                <a:gd name="connsiteX3461" fmla="*/ 7173864 w 58051775"/>
                <a:gd name="connsiteY3461" fmla="*/ 37808359 h 57949372"/>
                <a:gd name="connsiteX3462" fmla="*/ 7226620 w 58051775"/>
                <a:gd name="connsiteY3462" fmla="*/ 37731474 h 57949372"/>
                <a:gd name="connsiteX3463" fmla="*/ 7258224 w 58051775"/>
                <a:gd name="connsiteY3463" fmla="*/ 37664160 h 57949372"/>
                <a:gd name="connsiteX3464" fmla="*/ 7314592 w 58051775"/>
                <a:gd name="connsiteY3464" fmla="*/ 37564597 h 57949372"/>
                <a:gd name="connsiteX3465" fmla="*/ 7359536 w 58051775"/>
                <a:gd name="connsiteY3465" fmla="*/ 37503624 h 57949372"/>
                <a:gd name="connsiteX3466" fmla="*/ 7399244 w 58051775"/>
                <a:gd name="connsiteY3466" fmla="*/ 37449308 h 57949372"/>
                <a:gd name="connsiteX3467" fmla="*/ 7436156 w 58051775"/>
                <a:gd name="connsiteY3467" fmla="*/ 37405673 h 57949372"/>
                <a:gd name="connsiteX3468" fmla="*/ 7448904 w 58051775"/>
                <a:gd name="connsiteY3468" fmla="*/ 37343919 h 57949372"/>
                <a:gd name="connsiteX3469" fmla="*/ 7486368 w 58051775"/>
                <a:gd name="connsiteY3469" fmla="*/ 37297717 h 57949372"/>
                <a:gd name="connsiteX3470" fmla="*/ 7543800 w 58051775"/>
                <a:gd name="connsiteY3470" fmla="*/ 37183997 h 57949372"/>
                <a:gd name="connsiteX3471" fmla="*/ 7574912 w 58051775"/>
                <a:gd name="connsiteY3471" fmla="*/ 37140403 h 57949372"/>
                <a:gd name="connsiteX3472" fmla="*/ 7620260 w 58051775"/>
                <a:gd name="connsiteY3472" fmla="*/ 37076872 h 57949372"/>
                <a:gd name="connsiteX3473" fmla="*/ 7668176 w 58051775"/>
                <a:gd name="connsiteY3473" fmla="*/ 37017585 h 57949372"/>
                <a:gd name="connsiteX3474" fmla="*/ 7705232 w 58051775"/>
                <a:gd name="connsiteY3474" fmla="*/ 36937947 h 57949372"/>
                <a:gd name="connsiteX3475" fmla="*/ 7747248 w 58051775"/>
                <a:gd name="connsiteY3475" fmla="*/ 36857229 h 57949372"/>
                <a:gd name="connsiteX3476" fmla="*/ 7823200 w 58051775"/>
                <a:gd name="connsiteY3476" fmla="*/ 36739550 h 57949372"/>
                <a:gd name="connsiteX3477" fmla="*/ 7735600 w 58051775"/>
                <a:gd name="connsiteY3477" fmla="*/ 36764680 h 57949372"/>
                <a:gd name="connsiteX3478" fmla="*/ 7637476 w 58051775"/>
                <a:gd name="connsiteY3478" fmla="*/ 36808417 h 57949372"/>
                <a:gd name="connsiteX3479" fmla="*/ 7506868 w 58051775"/>
                <a:gd name="connsiteY3479" fmla="*/ 36846480 h 57949372"/>
                <a:gd name="connsiteX3480" fmla="*/ 7381364 w 58051775"/>
                <a:gd name="connsiteY3480" fmla="*/ 36890778 h 57949372"/>
                <a:gd name="connsiteX3481" fmla="*/ 7269796 w 58051775"/>
                <a:gd name="connsiteY3481" fmla="*/ 36943435 h 57949372"/>
                <a:gd name="connsiteX3482" fmla="*/ 7163184 w 58051775"/>
                <a:gd name="connsiteY3482" fmla="*/ 36982400 h 57949372"/>
                <a:gd name="connsiteX3483" fmla="*/ 6994960 w 58051775"/>
                <a:gd name="connsiteY3483" fmla="*/ 37039907 h 57949372"/>
                <a:gd name="connsiteX3484" fmla="*/ 6902304 w 58051775"/>
                <a:gd name="connsiteY3484" fmla="*/ 37071300 h 57949372"/>
                <a:gd name="connsiteX3485" fmla="*/ 6758872 w 58051775"/>
                <a:gd name="connsiteY3485" fmla="*/ 37123784 h 57949372"/>
                <a:gd name="connsiteX3486" fmla="*/ 6681896 w 58051775"/>
                <a:gd name="connsiteY3486" fmla="*/ 37168410 h 57949372"/>
                <a:gd name="connsiteX3487" fmla="*/ 6587120 w 58051775"/>
                <a:gd name="connsiteY3487" fmla="*/ 37217012 h 57949372"/>
                <a:gd name="connsiteX3488" fmla="*/ 6536320 w 58051775"/>
                <a:gd name="connsiteY3488" fmla="*/ 37249001 h 57949372"/>
                <a:gd name="connsiteX3489" fmla="*/ 6515104 w 58051775"/>
                <a:gd name="connsiteY3489" fmla="*/ 37395711 h 57949372"/>
                <a:gd name="connsiteX3490" fmla="*/ 6410776 w 58051775"/>
                <a:gd name="connsiteY3490" fmla="*/ 37600669 h 57949372"/>
                <a:gd name="connsiteX3491" fmla="*/ 6286504 w 58051775"/>
                <a:gd name="connsiteY3491" fmla="*/ 37497193 h 57949372"/>
                <a:gd name="connsiteX3492" fmla="*/ 6243640 w 58051775"/>
                <a:gd name="connsiteY3492" fmla="*/ 37392418 h 57949372"/>
                <a:gd name="connsiteX3493" fmla="*/ 6197980 w 58051775"/>
                <a:gd name="connsiteY3493" fmla="*/ 37296189 h 57949372"/>
                <a:gd name="connsiteX3494" fmla="*/ 6160824 w 58051775"/>
                <a:gd name="connsiteY3494" fmla="*/ 37210398 h 57949372"/>
                <a:gd name="connsiteX3495" fmla="*/ 6111044 w 58051775"/>
                <a:gd name="connsiteY3495" fmla="*/ 37098151 h 57949372"/>
                <a:gd name="connsiteX3496" fmla="*/ 6057716 w 58051775"/>
                <a:gd name="connsiteY3496" fmla="*/ 36975817 h 57949372"/>
                <a:gd name="connsiteX3497" fmla="*/ 6019800 w 58051775"/>
                <a:gd name="connsiteY3497" fmla="*/ 36836316 h 57949372"/>
                <a:gd name="connsiteX3498" fmla="*/ 6047224 w 58051775"/>
                <a:gd name="connsiteY3498" fmla="*/ 36709663 h 57949372"/>
                <a:gd name="connsiteX3499" fmla="*/ 6125500 w 58051775"/>
                <a:gd name="connsiteY3499" fmla="*/ 36681618 h 57949372"/>
                <a:gd name="connsiteX3500" fmla="*/ 6251244 w 58051775"/>
                <a:gd name="connsiteY3500" fmla="*/ 36776450 h 57949372"/>
                <a:gd name="connsiteX3501" fmla="*/ 6462004 w 58051775"/>
                <a:gd name="connsiteY3501" fmla="*/ 36906200 h 57949372"/>
                <a:gd name="connsiteX3502" fmla="*/ 6565904 w 58051775"/>
                <a:gd name="connsiteY3502" fmla="*/ 36868100 h 57949372"/>
                <a:gd name="connsiteX3503" fmla="*/ 6654412 w 58051775"/>
                <a:gd name="connsiteY3503" fmla="*/ 36830000 h 57949372"/>
                <a:gd name="connsiteX3504" fmla="*/ 6809944 w 58051775"/>
                <a:gd name="connsiteY3504" fmla="*/ 36772493 h 57949372"/>
                <a:gd name="connsiteX3505" fmla="*/ 6902600 w 58051775"/>
                <a:gd name="connsiteY3505" fmla="*/ 36741100 h 57949372"/>
                <a:gd name="connsiteX3506" fmla="*/ 7048036 w 58051775"/>
                <a:gd name="connsiteY3506" fmla="*/ 36687720 h 57949372"/>
                <a:gd name="connsiteX3507" fmla="*/ 7169624 w 58051775"/>
                <a:gd name="connsiteY3507" fmla="*/ 36650609 h 57949372"/>
                <a:gd name="connsiteX3508" fmla="*/ 7299288 w 58051775"/>
                <a:gd name="connsiteY3508" fmla="*/ 36602215 h 57949372"/>
                <a:gd name="connsiteX3509" fmla="*/ 7372448 w 58051775"/>
                <a:gd name="connsiteY3509" fmla="*/ 36563300 h 57949372"/>
                <a:gd name="connsiteX3510" fmla="*/ 7521144 w 58051775"/>
                <a:gd name="connsiteY3510" fmla="*/ 36505793 h 57949372"/>
                <a:gd name="connsiteX3511" fmla="*/ 7613800 w 58051775"/>
                <a:gd name="connsiteY3511" fmla="*/ 36474400 h 57949372"/>
                <a:gd name="connsiteX3512" fmla="*/ 7766280 w 58051775"/>
                <a:gd name="connsiteY3512" fmla="*/ 36418202 h 57949372"/>
                <a:gd name="connsiteX3513" fmla="*/ 7873644 w 58051775"/>
                <a:gd name="connsiteY3513" fmla="*/ 36379190 h 57949372"/>
                <a:gd name="connsiteX3514" fmla="*/ 7990108 w 58051775"/>
                <a:gd name="connsiteY3514" fmla="*/ 36334883 h 57949372"/>
                <a:gd name="connsiteX3515" fmla="*/ 8099616 w 58051775"/>
                <a:gd name="connsiteY3515" fmla="*/ 36284641 h 57949372"/>
                <a:gd name="connsiteX3516" fmla="*/ 8213892 w 58051775"/>
                <a:gd name="connsiteY3516" fmla="*/ 36242389 h 57949372"/>
                <a:gd name="connsiteX3517" fmla="*/ 8340040 w 58051775"/>
                <a:gd name="connsiteY3517" fmla="*/ 36206568 h 57949372"/>
                <a:gd name="connsiteX3518" fmla="*/ 8434692 w 58051775"/>
                <a:gd name="connsiteY3518" fmla="*/ 36167823 h 57949372"/>
                <a:gd name="connsiteX3519" fmla="*/ 8464620 w 58051775"/>
                <a:gd name="connsiteY3519" fmla="*/ 36128325 h 57949372"/>
                <a:gd name="connsiteX3520" fmla="*/ 8559584 w 58051775"/>
                <a:gd name="connsiteY3520" fmla="*/ 36118800 h 57949372"/>
                <a:gd name="connsiteX3521" fmla="*/ 12783552 w 58051775"/>
                <a:gd name="connsiteY3521" fmla="*/ 35942542 h 57949372"/>
                <a:gd name="connsiteX3522" fmla="*/ 12817432 w 58051775"/>
                <a:gd name="connsiteY3522" fmla="*/ 35945353 h 57949372"/>
                <a:gd name="connsiteX3523" fmla="*/ 12948424 w 58051775"/>
                <a:gd name="connsiteY3523" fmla="*/ 36019879 h 57949372"/>
                <a:gd name="connsiteX3524" fmla="*/ 13017332 w 58051775"/>
                <a:gd name="connsiteY3524" fmla="*/ 36087050 h 57949372"/>
                <a:gd name="connsiteX3525" fmla="*/ 13023768 w 58051775"/>
                <a:gd name="connsiteY3525" fmla="*/ 36197267 h 57949372"/>
                <a:gd name="connsiteX3526" fmla="*/ 13010244 w 58051775"/>
                <a:gd name="connsiteY3526" fmla="*/ 36327442 h 57949372"/>
                <a:gd name="connsiteX3527" fmla="*/ 12981052 w 58051775"/>
                <a:gd name="connsiteY3527" fmla="*/ 36347400 h 57949372"/>
                <a:gd name="connsiteX3528" fmla="*/ 12918952 w 58051775"/>
                <a:gd name="connsiteY3528" fmla="*/ 36398200 h 57949372"/>
                <a:gd name="connsiteX3529" fmla="*/ 12785868 w 58051775"/>
                <a:gd name="connsiteY3529" fmla="*/ 36449000 h 57949372"/>
                <a:gd name="connsiteX3530" fmla="*/ 12582936 w 58051775"/>
                <a:gd name="connsiteY3530" fmla="*/ 36324753 h 57949372"/>
                <a:gd name="connsiteX3531" fmla="*/ 12515852 w 58051775"/>
                <a:gd name="connsiteY3531" fmla="*/ 36181227 h 57949372"/>
                <a:gd name="connsiteX3532" fmla="*/ 12558480 w 58051775"/>
                <a:gd name="connsiteY3532" fmla="*/ 36076977 h 57949372"/>
                <a:gd name="connsiteX3533" fmla="*/ 12642976 w 58051775"/>
                <a:gd name="connsiteY3533" fmla="*/ 36017160 h 57949372"/>
                <a:gd name="connsiteX3534" fmla="*/ 12720096 w 58051775"/>
                <a:gd name="connsiteY3534" fmla="*/ 35970673 h 57949372"/>
                <a:gd name="connsiteX3535" fmla="*/ 12783552 w 58051775"/>
                <a:gd name="connsiteY3535" fmla="*/ 35942542 h 57949372"/>
                <a:gd name="connsiteX3536" fmla="*/ 41240574 w 58051775"/>
                <a:gd name="connsiteY3536" fmla="*/ 35941438 h 57949372"/>
                <a:gd name="connsiteX3537" fmla="*/ 41397112 w 58051775"/>
                <a:gd name="connsiteY3537" fmla="*/ 35997825 h 57949372"/>
                <a:gd name="connsiteX3538" fmla="*/ 41511956 w 58051775"/>
                <a:gd name="connsiteY3538" fmla="*/ 36070850 h 57949372"/>
                <a:gd name="connsiteX3539" fmla="*/ 41521760 w 58051775"/>
                <a:gd name="connsiteY3539" fmla="*/ 36198172 h 57949372"/>
                <a:gd name="connsiteX3540" fmla="*/ 41503602 w 58051775"/>
                <a:gd name="connsiteY3540" fmla="*/ 36334697 h 57949372"/>
                <a:gd name="connsiteX3541" fmla="*/ 41460660 w 58051775"/>
                <a:gd name="connsiteY3541" fmla="*/ 36360097 h 57949372"/>
                <a:gd name="connsiteX3542" fmla="*/ 41409214 w 58051775"/>
                <a:gd name="connsiteY3542" fmla="*/ 36404547 h 57949372"/>
                <a:gd name="connsiteX3543" fmla="*/ 41375308 w 58051775"/>
                <a:gd name="connsiteY3543" fmla="*/ 36448997 h 57949372"/>
                <a:gd name="connsiteX3544" fmla="*/ 41265830 w 58051775"/>
                <a:gd name="connsiteY3544" fmla="*/ 36448997 h 57949372"/>
                <a:gd name="connsiteX3545" fmla="*/ 41109902 w 58051775"/>
                <a:gd name="connsiteY3545" fmla="*/ 36390204 h 57949372"/>
                <a:gd name="connsiteX3546" fmla="*/ 41071256 w 58051775"/>
                <a:gd name="connsiteY3546" fmla="*/ 36353465 h 57949372"/>
                <a:gd name="connsiteX3547" fmla="*/ 41008302 w 58051775"/>
                <a:gd name="connsiteY3547" fmla="*/ 36174285 h 57949372"/>
                <a:gd name="connsiteX3548" fmla="*/ 41058348 w 58051775"/>
                <a:gd name="connsiteY3548" fmla="*/ 36029897 h 57949372"/>
                <a:gd name="connsiteX3549" fmla="*/ 41135302 w 58051775"/>
                <a:gd name="connsiteY3549" fmla="*/ 35985447 h 57949372"/>
                <a:gd name="connsiteX3550" fmla="*/ 41240574 w 58051775"/>
                <a:gd name="connsiteY3550" fmla="*/ 35941438 h 57949372"/>
                <a:gd name="connsiteX3551" fmla="*/ 43973752 w 58051775"/>
                <a:gd name="connsiteY3551" fmla="*/ 35926468 h 57949372"/>
                <a:gd name="connsiteX3552" fmla="*/ 44059636 w 58051775"/>
                <a:gd name="connsiteY3552" fmla="*/ 35937521 h 57949372"/>
                <a:gd name="connsiteX3553" fmla="*/ 44193828 w 58051775"/>
                <a:gd name="connsiteY3553" fmla="*/ 36118133 h 57949372"/>
                <a:gd name="connsiteX3554" fmla="*/ 44172364 w 58051775"/>
                <a:gd name="connsiteY3554" fmla="*/ 36287397 h 57949372"/>
                <a:gd name="connsiteX3555" fmla="*/ 44029716 w 58051775"/>
                <a:gd name="connsiteY3555" fmla="*/ 36360100 h 57949372"/>
                <a:gd name="connsiteX3556" fmla="*/ 43957324 w 58051775"/>
                <a:gd name="connsiteY3556" fmla="*/ 36322465 h 57949372"/>
                <a:gd name="connsiteX3557" fmla="*/ 43906772 w 58051775"/>
                <a:gd name="connsiteY3557" fmla="*/ 36269337 h 57949372"/>
                <a:gd name="connsiteX3558" fmla="*/ 43854276 w 58051775"/>
                <a:gd name="connsiteY3558" fmla="*/ 36116102 h 57949372"/>
                <a:gd name="connsiteX3559" fmla="*/ 43917056 w 58051775"/>
                <a:gd name="connsiteY3559" fmla="*/ 35991364 h 57949372"/>
                <a:gd name="connsiteX3560" fmla="*/ 17036864 w 58051775"/>
                <a:gd name="connsiteY3560" fmla="*/ 35852101 h 57949372"/>
                <a:gd name="connsiteX3561" fmla="*/ 17132304 w 58051775"/>
                <a:gd name="connsiteY3561" fmla="*/ 35986721 h 57949372"/>
                <a:gd name="connsiteX3562" fmla="*/ 16999036 w 58051775"/>
                <a:gd name="connsiteY3562" fmla="*/ 36093364 h 57949372"/>
                <a:gd name="connsiteX3563" fmla="*/ 16892992 w 58051775"/>
                <a:gd name="connsiteY3563" fmla="*/ 36075969 h 57949372"/>
                <a:gd name="connsiteX3564" fmla="*/ 16878304 w 58051775"/>
                <a:gd name="connsiteY3564" fmla="*/ 36007328 h 57949372"/>
                <a:gd name="connsiteX3565" fmla="*/ 16929636 w 58051775"/>
                <a:gd name="connsiteY3565" fmla="*/ 35900934 h 57949372"/>
                <a:gd name="connsiteX3566" fmla="*/ 17036864 w 58051775"/>
                <a:gd name="connsiteY3566" fmla="*/ 35852101 h 57949372"/>
                <a:gd name="connsiteX3567" fmla="*/ 42322506 w 58051775"/>
                <a:gd name="connsiteY3567" fmla="*/ 35845957 h 57949372"/>
                <a:gd name="connsiteX3568" fmla="*/ 42438202 w 58051775"/>
                <a:gd name="connsiteY3568" fmla="*/ 35910791 h 57949372"/>
                <a:gd name="connsiteX3569" fmla="*/ 42506902 w 58051775"/>
                <a:gd name="connsiteY3569" fmla="*/ 36019147 h 57949372"/>
                <a:gd name="connsiteX3570" fmla="*/ 42441484 w 58051775"/>
                <a:gd name="connsiteY3570" fmla="*/ 36170623 h 57949372"/>
                <a:gd name="connsiteX3571" fmla="*/ 42205686 w 58051775"/>
                <a:gd name="connsiteY3571" fmla="*/ 36171517 h 57949372"/>
                <a:gd name="connsiteX3572" fmla="*/ 42164002 w 58051775"/>
                <a:gd name="connsiteY3572" fmla="*/ 36017321 h 57949372"/>
                <a:gd name="connsiteX3573" fmla="*/ 42251826 w 58051775"/>
                <a:gd name="connsiteY3573" fmla="*/ 35863800 h 57949372"/>
                <a:gd name="connsiteX3574" fmla="*/ 42290780 w 58051775"/>
                <a:gd name="connsiteY3574" fmla="*/ 35846449 h 57949372"/>
                <a:gd name="connsiteX3575" fmla="*/ 42322506 w 58051775"/>
                <a:gd name="connsiteY3575" fmla="*/ 35845957 h 57949372"/>
                <a:gd name="connsiteX3576" fmla="*/ 15805152 w 58051775"/>
                <a:gd name="connsiteY3576" fmla="*/ 35832904 h 57949372"/>
                <a:gd name="connsiteX3577" fmla="*/ 15897932 w 58051775"/>
                <a:gd name="connsiteY3577" fmla="*/ 35886200 h 57949372"/>
                <a:gd name="connsiteX3578" fmla="*/ 15969764 w 58051775"/>
                <a:gd name="connsiteY3578" fmla="*/ 36044817 h 57949372"/>
                <a:gd name="connsiteX3579" fmla="*/ 15811504 w 58051775"/>
                <a:gd name="connsiteY3579" fmla="*/ 36086362 h 57949372"/>
                <a:gd name="connsiteX3580" fmla="*/ 15646400 w 58051775"/>
                <a:gd name="connsiteY3580" fmla="*/ 35948308 h 57949372"/>
                <a:gd name="connsiteX3581" fmla="*/ 15719504 w 58051775"/>
                <a:gd name="connsiteY3581" fmla="*/ 35844811 h 57949372"/>
                <a:gd name="connsiteX3582" fmla="*/ 15805152 w 58051775"/>
                <a:gd name="connsiteY3582" fmla="*/ 35832904 h 57949372"/>
                <a:gd name="connsiteX3583" fmla="*/ 13533952 w 58051775"/>
                <a:gd name="connsiteY3583" fmla="*/ 35828851 h 57949372"/>
                <a:gd name="connsiteX3584" fmla="*/ 13603328 w 58051775"/>
                <a:gd name="connsiteY3584" fmla="*/ 35840651 h 57949372"/>
                <a:gd name="connsiteX3585" fmla="*/ 13665204 w 58051775"/>
                <a:gd name="connsiteY3585" fmla="*/ 35983622 h 57949372"/>
                <a:gd name="connsiteX3586" fmla="*/ 13528480 w 58051775"/>
                <a:gd name="connsiteY3586" fmla="*/ 36087051 h 57949372"/>
                <a:gd name="connsiteX3587" fmla="*/ 13425856 w 58051775"/>
                <a:gd name="connsiteY3587" fmla="*/ 36075971 h 57949372"/>
                <a:gd name="connsiteX3588" fmla="*/ 13420728 w 58051775"/>
                <a:gd name="connsiteY3588" fmla="*/ 35861372 h 57949372"/>
                <a:gd name="connsiteX3589" fmla="*/ 13455656 w 58051775"/>
                <a:gd name="connsiteY3589" fmla="*/ 35835892 h 57949372"/>
                <a:gd name="connsiteX3590" fmla="*/ 13533952 w 58051775"/>
                <a:gd name="connsiteY3590" fmla="*/ 35828851 h 57949372"/>
                <a:gd name="connsiteX3591" fmla="*/ 14719316 w 58051775"/>
                <a:gd name="connsiteY3591" fmla="*/ 35757426 h 57949372"/>
                <a:gd name="connsiteX3592" fmla="*/ 14831264 w 58051775"/>
                <a:gd name="connsiteY3592" fmla="*/ 35815740 h 57949372"/>
                <a:gd name="connsiteX3593" fmla="*/ 14903600 w 58051775"/>
                <a:gd name="connsiteY3593" fmla="*/ 35903577 h 57949372"/>
                <a:gd name="connsiteX3594" fmla="*/ 14859984 w 58051775"/>
                <a:gd name="connsiteY3594" fmla="*/ 36060764 h 57949372"/>
                <a:gd name="connsiteX3595" fmla="*/ 14664208 w 58051775"/>
                <a:gd name="connsiteY3595" fmla="*/ 36085734 h 57949372"/>
                <a:gd name="connsiteX3596" fmla="*/ 14584832 w 58051775"/>
                <a:gd name="connsiteY3596" fmla="*/ 36035528 h 57949372"/>
                <a:gd name="connsiteX3597" fmla="*/ 14627752 w 58051775"/>
                <a:gd name="connsiteY3597" fmla="*/ 35778772 h 57949372"/>
                <a:gd name="connsiteX3598" fmla="*/ 14719316 w 58051775"/>
                <a:gd name="connsiteY3598" fmla="*/ 35757426 h 57949372"/>
                <a:gd name="connsiteX3599" fmla="*/ 41396660 w 58051775"/>
                <a:gd name="connsiteY3599" fmla="*/ 35674764 h 57949372"/>
                <a:gd name="connsiteX3600" fmla="*/ 41487172 w 58051775"/>
                <a:gd name="connsiteY3600" fmla="*/ 35693437 h 57949372"/>
                <a:gd name="connsiteX3601" fmla="*/ 41511122 w 58051775"/>
                <a:gd name="connsiteY3601" fmla="*/ 35883848 h 57949372"/>
                <a:gd name="connsiteX3602" fmla="*/ 41403676 w 58051775"/>
                <a:gd name="connsiteY3602" fmla="*/ 35915600 h 57949372"/>
                <a:gd name="connsiteX3603" fmla="*/ 41278606 w 58051775"/>
                <a:gd name="connsiteY3603" fmla="*/ 35786166 h 57949372"/>
                <a:gd name="connsiteX3604" fmla="*/ 41308216 w 58051775"/>
                <a:gd name="connsiteY3604" fmla="*/ 35690711 h 57949372"/>
                <a:gd name="connsiteX3605" fmla="*/ 41396660 w 58051775"/>
                <a:gd name="connsiteY3605" fmla="*/ 35674764 h 57949372"/>
                <a:gd name="connsiteX3606" fmla="*/ 16205200 w 58051775"/>
                <a:gd name="connsiteY3606" fmla="*/ 35662019 h 57949372"/>
                <a:gd name="connsiteX3607" fmla="*/ 16408520 w 58051775"/>
                <a:gd name="connsiteY3607" fmla="*/ 35769913 h 57949372"/>
                <a:gd name="connsiteX3608" fmla="*/ 16390736 w 58051775"/>
                <a:gd name="connsiteY3608" fmla="*/ 35986008 h 57949372"/>
                <a:gd name="connsiteX3609" fmla="*/ 16140844 w 58051775"/>
                <a:gd name="connsiteY3609" fmla="*/ 36010751 h 57949372"/>
                <a:gd name="connsiteX3610" fmla="*/ 15992004 w 58051775"/>
                <a:gd name="connsiteY3610" fmla="*/ 35868140 h 57949372"/>
                <a:gd name="connsiteX3611" fmla="*/ 16065504 w 58051775"/>
                <a:gd name="connsiteY3611" fmla="*/ 35699970 h 57949372"/>
                <a:gd name="connsiteX3612" fmla="*/ 16205200 w 58051775"/>
                <a:gd name="connsiteY3612" fmla="*/ 35662019 h 57949372"/>
                <a:gd name="connsiteX3613" fmla="*/ 44896601 w 58051775"/>
                <a:gd name="connsiteY3613" fmla="*/ 35587330 h 57949372"/>
                <a:gd name="connsiteX3614" fmla="*/ 45004425 w 58051775"/>
                <a:gd name="connsiteY3614" fmla="*/ 35625011 h 57949372"/>
                <a:gd name="connsiteX3615" fmla="*/ 45078458 w 58051775"/>
                <a:gd name="connsiteY3615" fmla="*/ 35779075 h 57949372"/>
                <a:gd name="connsiteX3616" fmla="*/ 44944469 w 58051775"/>
                <a:gd name="connsiteY3616" fmla="*/ 35915600 h 57949372"/>
                <a:gd name="connsiteX3617" fmla="*/ 44780243 w 58051775"/>
                <a:gd name="connsiteY3617" fmla="*/ 35839481 h 57949372"/>
                <a:gd name="connsiteX3618" fmla="*/ 44805603 w 58051775"/>
                <a:gd name="connsiteY3618" fmla="*/ 35680650 h 57949372"/>
                <a:gd name="connsiteX3619" fmla="*/ 44856403 w 58051775"/>
                <a:gd name="connsiteY3619" fmla="*/ 35632231 h 57949372"/>
                <a:gd name="connsiteX3620" fmla="*/ 44871642 w 58051775"/>
                <a:gd name="connsiteY3620" fmla="*/ 35600640 h 57949372"/>
                <a:gd name="connsiteX3621" fmla="*/ 44896601 w 58051775"/>
                <a:gd name="connsiteY3621" fmla="*/ 35587330 h 57949372"/>
                <a:gd name="connsiteX3622" fmla="*/ 12689768 w 58051775"/>
                <a:gd name="connsiteY3622" fmla="*/ 35567988 h 57949372"/>
                <a:gd name="connsiteX3623" fmla="*/ 12742424 w 58051775"/>
                <a:gd name="connsiteY3623" fmla="*/ 35597890 h 57949372"/>
                <a:gd name="connsiteX3624" fmla="*/ 12767192 w 58051775"/>
                <a:gd name="connsiteY3624" fmla="*/ 35710826 h 57949372"/>
                <a:gd name="connsiteX3625" fmla="*/ 12755116 w 58051775"/>
                <a:gd name="connsiteY3625" fmla="*/ 35814768 h 57949372"/>
                <a:gd name="connsiteX3626" fmla="*/ 12673944 w 58051775"/>
                <a:gd name="connsiteY3626" fmla="*/ 35817945 h 57949372"/>
                <a:gd name="connsiteX3627" fmla="*/ 12601584 w 58051775"/>
                <a:gd name="connsiteY3627" fmla="*/ 35771278 h 57949372"/>
                <a:gd name="connsiteX3628" fmla="*/ 12642916 w 58051775"/>
                <a:gd name="connsiteY3628" fmla="*/ 35582846 h 57949372"/>
                <a:gd name="connsiteX3629" fmla="*/ 12689768 w 58051775"/>
                <a:gd name="connsiteY3629" fmla="*/ 35567988 h 57949372"/>
                <a:gd name="connsiteX3630" fmla="*/ 43281258 w 58051775"/>
                <a:gd name="connsiteY3630" fmla="*/ 35389819 h 57949372"/>
                <a:gd name="connsiteX3631" fmla="*/ 43347202 w 58051775"/>
                <a:gd name="connsiteY3631" fmla="*/ 35395510 h 57949372"/>
                <a:gd name="connsiteX3632" fmla="*/ 43438388 w 58051775"/>
                <a:gd name="connsiteY3632" fmla="*/ 35414955 h 57949372"/>
                <a:gd name="connsiteX3633" fmla="*/ 43484806 w 58051775"/>
                <a:gd name="connsiteY3633" fmla="*/ 35604795 h 57949372"/>
                <a:gd name="connsiteX3634" fmla="*/ 43309492 w 58051775"/>
                <a:gd name="connsiteY3634" fmla="*/ 35735526 h 57949372"/>
                <a:gd name="connsiteX3635" fmla="*/ 43162308 w 58051775"/>
                <a:gd name="connsiteY3635" fmla="*/ 35712847 h 57949372"/>
                <a:gd name="connsiteX3636" fmla="*/ 43135556 w 58051775"/>
                <a:gd name="connsiteY3636" fmla="*/ 35581218 h 57949372"/>
                <a:gd name="connsiteX3637" fmla="*/ 43233348 w 58051775"/>
                <a:gd name="connsiteY3637" fmla="*/ 35403285 h 57949372"/>
                <a:gd name="connsiteX3638" fmla="*/ 43281258 w 58051775"/>
                <a:gd name="connsiteY3638" fmla="*/ 35389819 h 57949372"/>
                <a:gd name="connsiteX3639" fmla="*/ 42592004 w 58051775"/>
                <a:gd name="connsiteY3639" fmla="*/ 35389046 h 57949372"/>
                <a:gd name="connsiteX3640" fmla="*/ 42759960 w 58051775"/>
                <a:gd name="connsiteY3640" fmla="*/ 35461144 h 57949372"/>
                <a:gd name="connsiteX3641" fmla="*/ 42750552 w 58051775"/>
                <a:gd name="connsiteY3641" fmla="*/ 35712655 h 57949372"/>
                <a:gd name="connsiteX3642" fmla="*/ 42620378 w 58051775"/>
                <a:gd name="connsiteY3642" fmla="*/ 35735378 h 57949372"/>
                <a:gd name="connsiteX3643" fmla="*/ 42434002 w 58051775"/>
                <a:gd name="connsiteY3643" fmla="*/ 35642548 h 57949372"/>
                <a:gd name="connsiteX3644" fmla="*/ 42531230 w 58051775"/>
                <a:gd name="connsiteY3644" fmla="*/ 35406602 h 57949372"/>
                <a:gd name="connsiteX3645" fmla="*/ 42592004 w 58051775"/>
                <a:gd name="connsiteY3645" fmla="*/ 35389046 h 57949372"/>
                <a:gd name="connsiteX3646" fmla="*/ 44002668 w 58051775"/>
                <a:gd name="connsiteY3646" fmla="*/ 35298592 h 57949372"/>
                <a:gd name="connsiteX3647" fmla="*/ 44029390 w 58051775"/>
                <a:gd name="connsiteY3647" fmla="*/ 35298775 h 57949372"/>
                <a:gd name="connsiteX3648" fmla="*/ 44079274 w 58051775"/>
                <a:gd name="connsiteY3648" fmla="*/ 35303179 h 57949372"/>
                <a:gd name="connsiteX3649" fmla="*/ 44177504 w 58051775"/>
                <a:gd name="connsiteY3649" fmla="*/ 35325507 h 57949372"/>
                <a:gd name="connsiteX3650" fmla="*/ 44177288 w 58051775"/>
                <a:gd name="connsiteY3650" fmla="*/ 35458122 h 57949372"/>
                <a:gd name="connsiteX3651" fmla="*/ 43898868 w 58051775"/>
                <a:gd name="connsiteY3651" fmla="*/ 35434207 h 57949372"/>
                <a:gd name="connsiteX3652" fmla="*/ 43883140 w 58051775"/>
                <a:gd name="connsiteY3652" fmla="*/ 35352786 h 57949372"/>
                <a:gd name="connsiteX3653" fmla="*/ 43943270 w 58051775"/>
                <a:gd name="connsiteY3653" fmla="*/ 35317758 h 57949372"/>
                <a:gd name="connsiteX3654" fmla="*/ 44002668 w 58051775"/>
                <a:gd name="connsiteY3654" fmla="*/ 35298592 h 57949372"/>
                <a:gd name="connsiteX3655" fmla="*/ 45490988 w 58051775"/>
                <a:gd name="connsiteY3655" fmla="*/ 35229801 h 57949372"/>
                <a:gd name="connsiteX3656" fmla="*/ 45624750 w 58051775"/>
                <a:gd name="connsiteY3656" fmla="*/ 35364945 h 57949372"/>
                <a:gd name="connsiteX3657" fmla="*/ 45599350 w 58051775"/>
                <a:gd name="connsiteY3657" fmla="*/ 35452320 h 57949372"/>
                <a:gd name="connsiteX3658" fmla="*/ 45384070 w 58051775"/>
                <a:gd name="connsiteY3658" fmla="*/ 35452701 h 57949372"/>
                <a:gd name="connsiteX3659" fmla="*/ 45390191 w 58051775"/>
                <a:gd name="connsiteY3659" fmla="*/ 35248379 h 57949372"/>
                <a:gd name="connsiteX3660" fmla="*/ 45490988 w 58051775"/>
                <a:gd name="connsiteY3660" fmla="*/ 35229801 h 57949372"/>
                <a:gd name="connsiteX3661" fmla="*/ 15339552 w 58051775"/>
                <a:gd name="connsiteY3661" fmla="*/ 35217901 h 57949372"/>
                <a:gd name="connsiteX3662" fmla="*/ 15473320 w 58051775"/>
                <a:gd name="connsiteY3662" fmla="*/ 35259311 h 57949372"/>
                <a:gd name="connsiteX3663" fmla="*/ 15520672 w 58051775"/>
                <a:gd name="connsiteY3663" fmla="*/ 35423320 h 57949372"/>
                <a:gd name="connsiteX3664" fmla="*/ 15340584 w 58051775"/>
                <a:gd name="connsiteY3664" fmla="*/ 35469128 h 57949372"/>
                <a:gd name="connsiteX3665" fmla="*/ 15212464 w 58051775"/>
                <a:gd name="connsiteY3665" fmla="*/ 35432854 h 57949372"/>
                <a:gd name="connsiteX3666" fmla="*/ 15198820 w 58051775"/>
                <a:gd name="connsiteY3666" fmla="*/ 35340280 h 57949372"/>
                <a:gd name="connsiteX3667" fmla="*/ 15297844 w 58051775"/>
                <a:gd name="connsiteY3667" fmla="*/ 35225656 h 57949372"/>
                <a:gd name="connsiteX3668" fmla="*/ 15339552 w 58051775"/>
                <a:gd name="connsiteY3668" fmla="*/ 35217901 h 57949372"/>
                <a:gd name="connsiteX3669" fmla="*/ 41708974 w 58051775"/>
                <a:gd name="connsiteY3669" fmla="*/ 35217872 h 57949372"/>
                <a:gd name="connsiteX3670" fmla="*/ 41751248 w 58051775"/>
                <a:gd name="connsiteY3670" fmla="*/ 35220589 h 57949372"/>
                <a:gd name="connsiteX3671" fmla="*/ 41994282 w 58051775"/>
                <a:gd name="connsiteY3671" fmla="*/ 35337824 h 57949372"/>
                <a:gd name="connsiteX3672" fmla="*/ 42043348 w 58051775"/>
                <a:gd name="connsiteY3672" fmla="*/ 35379177 h 57949372"/>
                <a:gd name="connsiteX3673" fmla="*/ 42053938 w 58051775"/>
                <a:gd name="connsiteY3673" fmla="*/ 35531933 h 57949372"/>
                <a:gd name="connsiteX3674" fmla="*/ 41916324 w 58051775"/>
                <a:gd name="connsiteY3674" fmla="*/ 35737800 h 57949372"/>
                <a:gd name="connsiteX3675" fmla="*/ 41796544 w 58051775"/>
                <a:gd name="connsiteY3675" fmla="*/ 35737800 h 57949372"/>
                <a:gd name="connsiteX3676" fmla="*/ 41752096 w 58051775"/>
                <a:gd name="connsiteY3676" fmla="*/ 35693350 h 57949372"/>
                <a:gd name="connsiteX3677" fmla="*/ 41659248 w 58051775"/>
                <a:gd name="connsiteY3677" fmla="*/ 35648900 h 57949372"/>
                <a:gd name="connsiteX3678" fmla="*/ 41548944 w 58051775"/>
                <a:gd name="connsiteY3678" fmla="*/ 35543716 h 57949372"/>
                <a:gd name="connsiteX3679" fmla="*/ 41603760 w 58051775"/>
                <a:gd name="connsiteY3679" fmla="*/ 35337013 h 57949372"/>
                <a:gd name="connsiteX3680" fmla="*/ 41643300 w 58051775"/>
                <a:gd name="connsiteY3680" fmla="*/ 35289995 h 57949372"/>
                <a:gd name="connsiteX3681" fmla="*/ 41659174 w 58051775"/>
                <a:gd name="connsiteY3681" fmla="*/ 35245238 h 57949372"/>
                <a:gd name="connsiteX3682" fmla="*/ 41708974 w 58051775"/>
                <a:gd name="connsiteY3682" fmla="*/ 35217872 h 57949372"/>
                <a:gd name="connsiteX3683" fmla="*/ 13722928 w 58051775"/>
                <a:gd name="connsiteY3683" fmla="*/ 35140900 h 57949372"/>
                <a:gd name="connsiteX3684" fmla="*/ 13863336 w 58051775"/>
                <a:gd name="connsiteY3684" fmla="*/ 35200003 h 57949372"/>
                <a:gd name="connsiteX3685" fmla="*/ 13928808 w 58051775"/>
                <a:gd name="connsiteY3685" fmla="*/ 35338414 h 57949372"/>
                <a:gd name="connsiteX3686" fmla="*/ 13926416 w 58051775"/>
                <a:gd name="connsiteY3686" fmla="*/ 35476129 h 57949372"/>
                <a:gd name="connsiteX3687" fmla="*/ 13740220 w 58051775"/>
                <a:gd name="connsiteY3687" fmla="*/ 35557622 h 57949372"/>
                <a:gd name="connsiteX3688" fmla="*/ 13538296 w 58051775"/>
                <a:gd name="connsiteY3688" fmla="*/ 35477820 h 57949372"/>
                <a:gd name="connsiteX3689" fmla="*/ 13503100 w 58051775"/>
                <a:gd name="connsiteY3689" fmla="*/ 35358930 h 57949372"/>
                <a:gd name="connsiteX3690" fmla="*/ 13555240 w 58051775"/>
                <a:gd name="connsiteY3690" fmla="*/ 35246636 h 57949372"/>
                <a:gd name="connsiteX3691" fmla="*/ 13601704 w 58051775"/>
                <a:gd name="connsiteY3691" fmla="*/ 35191809 h 57949372"/>
                <a:gd name="connsiteX3692" fmla="*/ 13621660 w 58051775"/>
                <a:gd name="connsiteY3692" fmla="*/ 35160859 h 57949372"/>
                <a:gd name="connsiteX3693" fmla="*/ 13722928 w 58051775"/>
                <a:gd name="connsiteY3693" fmla="*/ 35140900 h 57949372"/>
                <a:gd name="connsiteX3694" fmla="*/ 14456596 w 58051775"/>
                <a:gd name="connsiteY3694" fmla="*/ 34875489 h 57949372"/>
                <a:gd name="connsiteX3695" fmla="*/ 14564544 w 58051775"/>
                <a:gd name="connsiteY3695" fmla="*/ 34925521 h 57949372"/>
                <a:gd name="connsiteX3696" fmla="*/ 14637644 w 58051775"/>
                <a:gd name="connsiteY3696" fmla="*/ 35034460 h 57949372"/>
                <a:gd name="connsiteX3697" fmla="*/ 14601992 w 58051775"/>
                <a:gd name="connsiteY3697" fmla="*/ 35229980 h 57949372"/>
                <a:gd name="connsiteX3698" fmla="*/ 14387196 w 58051775"/>
                <a:gd name="connsiteY3698" fmla="*/ 35290848 h 57949372"/>
                <a:gd name="connsiteX3699" fmla="*/ 14213640 w 58051775"/>
                <a:gd name="connsiteY3699" fmla="*/ 35147839 h 57949372"/>
                <a:gd name="connsiteX3700" fmla="*/ 14321912 w 58051775"/>
                <a:gd name="connsiteY3700" fmla="*/ 34938380 h 57949372"/>
                <a:gd name="connsiteX3701" fmla="*/ 14456596 w 58051775"/>
                <a:gd name="connsiteY3701" fmla="*/ 34875489 h 57949372"/>
                <a:gd name="connsiteX3702" fmla="*/ 12755240 w 58051775"/>
                <a:gd name="connsiteY3702" fmla="*/ 34867768 h 57949372"/>
                <a:gd name="connsiteX3703" fmla="*/ 12830896 w 58051775"/>
                <a:gd name="connsiteY3703" fmla="*/ 34892603 h 57949372"/>
                <a:gd name="connsiteX3704" fmla="*/ 12851508 w 58051775"/>
                <a:gd name="connsiteY3704" fmla="*/ 35128934 h 57949372"/>
                <a:gd name="connsiteX3705" fmla="*/ 12830048 w 58051775"/>
                <a:gd name="connsiteY3705" fmla="*/ 35182173 h 57949372"/>
                <a:gd name="connsiteX3706" fmla="*/ 12731752 w 58051775"/>
                <a:gd name="connsiteY3706" fmla="*/ 35204399 h 57949372"/>
                <a:gd name="connsiteX3707" fmla="*/ 12607424 w 58051775"/>
                <a:gd name="connsiteY3707" fmla="*/ 35075305 h 57949372"/>
                <a:gd name="connsiteX3708" fmla="*/ 12673604 w 58051775"/>
                <a:gd name="connsiteY3708" fmla="*/ 34885869 h 57949372"/>
                <a:gd name="connsiteX3709" fmla="*/ 12755240 w 58051775"/>
                <a:gd name="connsiteY3709" fmla="*/ 34867768 h 57949372"/>
                <a:gd name="connsiteX3710" fmla="*/ 45734680 w 58051775"/>
                <a:gd name="connsiteY3710" fmla="*/ 34700229 h 57949372"/>
                <a:gd name="connsiteX3711" fmla="*/ 45851938 w 58051775"/>
                <a:gd name="connsiteY3711" fmla="*/ 34782465 h 57949372"/>
                <a:gd name="connsiteX3712" fmla="*/ 45926377 w 58051775"/>
                <a:gd name="connsiteY3712" fmla="*/ 34859566 h 57949372"/>
                <a:gd name="connsiteX3713" fmla="*/ 45974002 w 58051775"/>
                <a:gd name="connsiteY3713" fmla="*/ 34979073 h 57949372"/>
                <a:gd name="connsiteX3714" fmla="*/ 45899582 w 58051775"/>
                <a:gd name="connsiteY3714" fmla="*/ 35127396 h 57949372"/>
                <a:gd name="connsiteX3715" fmla="*/ 45825158 w 58051775"/>
                <a:gd name="connsiteY3715" fmla="*/ 35204401 h 57949372"/>
                <a:gd name="connsiteX3716" fmla="*/ 45717258 w 58051775"/>
                <a:gd name="connsiteY3716" fmla="*/ 35204401 h 57949372"/>
                <a:gd name="connsiteX3717" fmla="*/ 45549625 w 58051775"/>
                <a:gd name="connsiteY3717" fmla="*/ 35158794 h 57949372"/>
                <a:gd name="connsiteX3718" fmla="*/ 45466002 w 58051775"/>
                <a:gd name="connsiteY3718" fmla="*/ 34981422 h 57949372"/>
                <a:gd name="connsiteX3719" fmla="*/ 45502682 w 58051775"/>
                <a:gd name="connsiteY3719" fmla="*/ 34879816 h 57949372"/>
                <a:gd name="connsiteX3720" fmla="*/ 45546831 w 58051775"/>
                <a:gd name="connsiteY3720" fmla="*/ 34809777 h 57949372"/>
                <a:gd name="connsiteX3721" fmla="*/ 45614238 w 58051775"/>
                <a:gd name="connsiteY3721" fmla="*/ 34734411 h 57949372"/>
                <a:gd name="connsiteX3722" fmla="*/ 45734680 w 58051775"/>
                <a:gd name="connsiteY3722" fmla="*/ 34700229 h 57949372"/>
                <a:gd name="connsiteX3723" fmla="*/ 15837496 w 58051775"/>
                <a:gd name="connsiteY3723" fmla="*/ 34696400 h 57949372"/>
                <a:gd name="connsiteX3724" fmla="*/ 15980776 w 58051775"/>
                <a:gd name="connsiteY3724" fmla="*/ 34731326 h 57949372"/>
                <a:gd name="connsiteX3725" fmla="*/ 16045648 w 58051775"/>
                <a:gd name="connsiteY3725" fmla="*/ 34809419 h 57949372"/>
                <a:gd name="connsiteX3726" fmla="*/ 16016352 w 58051775"/>
                <a:gd name="connsiteY3726" fmla="*/ 35019726 h 57949372"/>
                <a:gd name="connsiteX3727" fmla="*/ 15965252 w 58051775"/>
                <a:gd name="connsiteY3727" fmla="*/ 35071614 h 57949372"/>
                <a:gd name="connsiteX3728" fmla="*/ 15939360 w 58051775"/>
                <a:gd name="connsiteY3728" fmla="*/ 35115500 h 57949372"/>
                <a:gd name="connsiteX3729" fmla="*/ 15808756 w 58051775"/>
                <a:gd name="connsiteY3729" fmla="*/ 35108701 h 57949372"/>
                <a:gd name="connsiteX3730" fmla="*/ 15651532 w 58051775"/>
                <a:gd name="connsiteY3730" fmla="*/ 35086476 h 57949372"/>
                <a:gd name="connsiteX3731" fmla="*/ 15549944 w 58051775"/>
                <a:gd name="connsiteY3731" fmla="*/ 34857122 h 57949372"/>
                <a:gd name="connsiteX3732" fmla="*/ 15626456 w 58051775"/>
                <a:gd name="connsiteY3732" fmla="*/ 34779967 h 57949372"/>
                <a:gd name="connsiteX3733" fmla="*/ 15717116 w 58051775"/>
                <a:gd name="connsiteY3733" fmla="*/ 34720845 h 57949372"/>
                <a:gd name="connsiteX3734" fmla="*/ 15837496 w 58051775"/>
                <a:gd name="connsiteY3734" fmla="*/ 34696400 h 57949372"/>
                <a:gd name="connsiteX3735" fmla="*/ 44497933 w 58051775"/>
                <a:gd name="connsiteY3735" fmla="*/ 34678639 h 57949372"/>
                <a:gd name="connsiteX3736" fmla="*/ 44601556 w 58051775"/>
                <a:gd name="connsiteY3736" fmla="*/ 34691786 h 57949372"/>
                <a:gd name="connsiteX3737" fmla="*/ 44685693 w 58051775"/>
                <a:gd name="connsiteY3737" fmla="*/ 34757114 h 57949372"/>
                <a:gd name="connsiteX3738" fmla="*/ 44729399 w 58051775"/>
                <a:gd name="connsiteY3738" fmla="*/ 34953897 h 57949372"/>
                <a:gd name="connsiteX3739" fmla="*/ 44729399 w 58051775"/>
                <a:gd name="connsiteY3739" fmla="*/ 35093442 h 57949372"/>
                <a:gd name="connsiteX3740" fmla="*/ 44618441 w 58051775"/>
                <a:gd name="connsiteY3740" fmla="*/ 35204400 h 57949372"/>
                <a:gd name="connsiteX3741" fmla="*/ 44524022 w 58051775"/>
                <a:gd name="connsiteY3741" fmla="*/ 35204400 h 57949372"/>
                <a:gd name="connsiteX3742" fmla="*/ 44376543 w 58051775"/>
                <a:gd name="connsiteY3742" fmla="*/ 35165379 h 57949372"/>
                <a:gd name="connsiteX3743" fmla="*/ 44293228 w 58051775"/>
                <a:gd name="connsiteY3743" fmla="*/ 34911621 h 57949372"/>
                <a:gd name="connsiteX3744" fmla="*/ 44291248 w 58051775"/>
                <a:gd name="connsiteY3744" fmla="*/ 34801885 h 57949372"/>
                <a:gd name="connsiteX3745" fmla="*/ 44357338 w 58051775"/>
                <a:gd name="connsiteY3745" fmla="*/ 34750186 h 57949372"/>
                <a:gd name="connsiteX3746" fmla="*/ 44439888 w 58051775"/>
                <a:gd name="connsiteY3746" fmla="*/ 34686218 h 57949372"/>
                <a:gd name="connsiteX3747" fmla="*/ 44497933 w 58051775"/>
                <a:gd name="connsiteY3747" fmla="*/ 34678639 h 57949372"/>
                <a:gd name="connsiteX3748" fmla="*/ 42436624 w 58051775"/>
                <a:gd name="connsiteY3748" fmla="*/ 34616104 h 57949372"/>
                <a:gd name="connsiteX3749" fmla="*/ 42481808 w 58051775"/>
                <a:gd name="connsiteY3749" fmla="*/ 34646169 h 57949372"/>
                <a:gd name="connsiteX3750" fmla="*/ 42537948 w 58051775"/>
                <a:gd name="connsiteY3750" fmla="*/ 34683465 h 57949372"/>
                <a:gd name="connsiteX3751" fmla="*/ 42587520 w 58051775"/>
                <a:gd name="connsiteY3751" fmla="*/ 34846845 h 57949372"/>
                <a:gd name="connsiteX3752" fmla="*/ 42576752 w 58051775"/>
                <a:gd name="connsiteY3752" fmla="*/ 34944047 h 57949372"/>
                <a:gd name="connsiteX3753" fmla="*/ 42656044 w 58051775"/>
                <a:gd name="connsiteY3753" fmla="*/ 34951947 h 57949372"/>
                <a:gd name="connsiteX3754" fmla="*/ 42754468 w 58051775"/>
                <a:gd name="connsiteY3754" fmla="*/ 34975727 h 57949372"/>
                <a:gd name="connsiteX3755" fmla="*/ 42758364 w 58051775"/>
                <a:gd name="connsiteY3755" fmla="*/ 35189158 h 57949372"/>
                <a:gd name="connsiteX3756" fmla="*/ 42651320 w 58051775"/>
                <a:gd name="connsiteY3756" fmla="*/ 35204397 h 57949372"/>
                <a:gd name="connsiteX3757" fmla="*/ 42523664 w 58051775"/>
                <a:gd name="connsiteY3757" fmla="*/ 35102141 h 57949372"/>
                <a:gd name="connsiteX3758" fmla="*/ 42517576 w 58051775"/>
                <a:gd name="connsiteY3758" fmla="*/ 35029649 h 57949372"/>
                <a:gd name="connsiteX3759" fmla="*/ 42426304 w 58051775"/>
                <a:gd name="connsiteY3759" fmla="*/ 35016415 h 57949372"/>
                <a:gd name="connsiteX3760" fmla="*/ 42271340 w 58051775"/>
                <a:gd name="connsiteY3760" fmla="*/ 34957237 h 57949372"/>
                <a:gd name="connsiteX3761" fmla="*/ 42266048 w 58051775"/>
                <a:gd name="connsiteY3761" fmla="*/ 34720963 h 57949372"/>
                <a:gd name="connsiteX3762" fmla="*/ 42304574 w 58051775"/>
                <a:gd name="connsiteY3762" fmla="*/ 34696397 h 57949372"/>
                <a:gd name="connsiteX3763" fmla="*/ 42373370 w 58051775"/>
                <a:gd name="connsiteY3763" fmla="*/ 34652976 h 57949372"/>
                <a:gd name="connsiteX3764" fmla="*/ 42436624 w 58051775"/>
                <a:gd name="connsiteY3764" fmla="*/ 34616104 h 57949372"/>
                <a:gd name="connsiteX3765" fmla="*/ 42785446 w 58051775"/>
                <a:gd name="connsiteY3765" fmla="*/ 34606321 h 57949372"/>
                <a:gd name="connsiteX3766" fmla="*/ 42859144 w 58051775"/>
                <a:gd name="connsiteY3766" fmla="*/ 34725531 h 57949372"/>
                <a:gd name="connsiteX3767" fmla="*/ 42778126 w 58051775"/>
                <a:gd name="connsiteY3767" fmla="*/ 34848801 h 57949372"/>
                <a:gd name="connsiteX3768" fmla="*/ 42708242 w 58051775"/>
                <a:gd name="connsiteY3768" fmla="*/ 34818043 h 57949372"/>
                <a:gd name="connsiteX3769" fmla="*/ 42739232 w 58051775"/>
                <a:gd name="connsiteY3769" fmla="*/ 34626638 h 57949372"/>
                <a:gd name="connsiteX3770" fmla="*/ 42785446 w 58051775"/>
                <a:gd name="connsiteY3770" fmla="*/ 34606321 h 57949372"/>
                <a:gd name="connsiteX3771" fmla="*/ 13712992 w 58051775"/>
                <a:gd name="connsiteY3771" fmla="*/ 34589855 h 57949372"/>
                <a:gd name="connsiteX3772" fmla="*/ 13759356 w 58051775"/>
                <a:gd name="connsiteY3772" fmla="*/ 34594916 h 57949372"/>
                <a:gd name="connsiteX3773" fmla="*/ 13816508 w 58051775"/>
                <a:gd name="connsiteY3773" fmla="*/ 34614039 h 57949372"/>
                <a:gd name="connsiteX3774" fmla="*/ 13828752 w 58051775"/>
                <a:gd name="connsiteY3774" fmla="*/ 34718256 h 57949372"/>
                <a:gd name="connsiteX3775" fmla="*/ 13803352 w 58051775"/>
                <a:gd name="connsiteY3775" fmla="*/ 34826556 h 57949372"/>
                <a:gd name="connsiteX3776" fmla="*/ 13621820 w 58051775"/>
                <a:gd name="connsiteY3776" fmla="*/ 34824287 h 57949372"/>
                <a:gd name="connsiteX3777" fmla="*/ 13621320 w 58051775"/>
                <a:gd name="connsiteY3777" fmla="*/ 34648643 h 57949372"/>
                <a:gd name="connsiteX3778" fmla="*/ 13675296 w 58051775"/>
                <a:gd name="connsiteY3778" fmla="*/ 34601941 h 57949372"/>
                <a:gd name="connsiteX3779" fmla="*/ 13712992 w 58051775"/>
                <a:gd name="connsiteY3779" fmla="*/ 34589855 h 57949372"/>
                <a:gd name="connsiteX3780" fmla="*/ 45071279 w 58051775"/>
                <a:gd name="connsiteY3780" fmla="*/ 34429698 h 57949372"/>
                <a:gd name="connsiteX3781" fmla="*/ 45172097 w 58051775"/>
                <a:gd name="connsiteY3781" fmla="*/ 34599630 h 57949372"/>
                <a:gd name="connsiteX3782" fmla="*/ 45154734 w 58051775"/>
                <a:gd name="connsiteY3782" fmla="*/ 34742505 h 57949372"/>
                <a:gd name="connsiteX3783" fmla="*/ 44991212 w 58051775"/>
                <a:gd name="connsiteY3783" fmla="*/ 34742278 h 57949372"/>
                <a:gd name="connsiteX3784" fmla="*/ 44933914 w 58051775"/>
                <a:gd name="connsiteY3784" fmla="*/ 34664595 h 57949372"/>
                <a:gd name="connsiteX3785" fmla="*/ 44965574 w 58051775"/>
                <a:gd name="connsiteY3785" fmla="*/ 34459073 h 57949372"/>
                <a:gd name="connsiteX3786" fmla="*/ 45071279 w 58051775"/>
                <a:gd name="connsiteY3786" fmla="*/ 34429698 h 57949372"/>
                <a:gd name="connsiteX3787" fmla="*/ 43733952 w 58051775"/>
                <a:gd name="connsiteY3787" fmla="*/ 34412141 h 57949372"/>
                <a:gd name="connsiteX3788" fmla="*/ 43791698 w 58051775"/>
                <a:gd name="connsiteY3788" fmla="*/ 34417772 h 57949372"/>
                <a:gd name="connsiteX3789" fmla="*/ 43914880 w 58051775"/>
                <a:gd name="connsiteY3789" fmla="*/ 34475446 h 57949372"/>
                <a:gd name="connsiteX3790" fmla="*/ 43916156 w 58051775"/>
                <a:gd name="connsiteY3790" fmla="*/ 34824234 h 57949372"/>
                <a:gd name="connsiteX3791" fmla="*/ 43801020 w 58051775"/>
                <a:gd name="connsiteY3791" fmla="*/ 34848800 h 57949372"/>
                <a:gd name="connsiteX3792" fmla="*/ 43674508 w 58051775"/>
                <a:gd name="connsiteY3792" fmla="*/ 34835675 h 57949372"/>
                <a:gd name="connsiteX3793" fmla="*/ 43599102 w 58051775"/>
                <a:gd name="connsiteY3793" fmla="*/ 34638599 h 57949372"/>
                <a:gd name="connsiteX3794" fmla="*/ 43643552 w 58051775"/>
                <a:gd name="connsiteY3794" fmla="*/ 34502458 h 57949372"/>
                <a:gd name="connsiteX3795" fmla="*/ 43688002 w 58051775"/>
                <a:gd name="connsiteY3795" fmla="*/ 34441045 h 57949372"/>
                <a:gd name="connsiteX3796" fmla="*/ 43703876 w 58051775"/>
                <a:gd name="connsiteY3796" fmla="*/ 34418718 h 57949372"/>
                <a:gd name="connsiteX3797" fmla="*/ 43733952 w 58051775"/>
                <a:gd name="connsiteY3797" fmla="*/ 34412141 h 57949372"/>
                <a:gd name="connsiteX3798" fmla="*/ 41877216 w 58051775"/>
                <a:gd name="connsiteY3798" fmla="*/ 34411207 h 57949372"/>
                <a:gd name="connsiteX3799" fmla="*/ 42076658 w 58051775"/>
                <a:gd name="connsiteY3799" fmla="*/ 34450041 h 57949372"/>
                <a:gd name="connsiteX3800" fmla="*/ 42139332 w 58051775"/>
                <a:gd name="connsiteY3800" fmla="*/ 34713537 h 57949372"/>
                <a:gd name="connsiteX3801" fmla="*/ 41961132 w 58051775"/>
                <a:gd name="connsiteY3801" fmla="*/ 34762911 h 57949372"/>
                <a:gd name="connsiteX3802" fmla="*/ 41752142 w 58051775"/>
                <a:gd name="connsiteY3802" fmla="*/ 34690134 h 57949372"/>
                <a:gd name="connsiteX3803" fmla="*/ 41770302 w 58051775"/>
                <a:gd name="connsiteY3803" fmla="*/ 34507900 h 57949372"/>
                <a:gd name="connsiteX3804" fmla="*/ 41808402 w 58051775"/>
                <a:gd name="connsiteY3804" fmla="*/ 34454805 h 57949372"/>
                <a:gd name="connsiteX3805" fmla="*/ 41830628 w 58051775"/>
                <a:gd name="connsiteY3805" fmla="*/ 34422969 h 57949372"/>
                <a:gd name="connsiteX3806" fmla="*/ 41877216 w 58051775"/>
                <a:gd name="connsiteY3806" fmla="*/ 34411207 h 57949372"/>
                <a:gd name="connsiteX3807" fmla="*/ 12376848 w 58051775"/>
                <a:gd name="connsiteY3807" fmla="*/ 34145261 h 57949372"/>
                <a:gd name="connsiteX3808" fmla="*/ 12499728 w 58051775"/>
                <a:gd name="connsiteY3808" fmla="*/ 34288884 h 57949372"/>
                <a:gd name="connsiteX3809" fmla="*/ 12476892 w 58051775"/>
                <a:gd name="connsiteY3809" fmla="*/ 34386050 h 57949372"/>
                <a:gd name="connsiteX3810" fmla="*/ 12268940 w 58051775"/>
                <a:gd name="connsiteY3810" fmla="*/ 34350168 h 57949372"/>
                <a:gd name="connsiteX3811" fmla="*/ 12259164 w 58051775"/>
                <a:gd name="connsiteY3811" fmla="*/ 34188400 h 57949372"/>
                <a:gd name="connsiteX3812" fmla="*/ 12332000 w 58051775"/>
                <a:gd name="connsiteY3812" fmla="*/ 34149361 h 57949372"/>
                <a:gd name="connsiteX3813" fmla="*/ 12376848 w 58051775"/>
                <a:gd name="connsiteY3813" fmla="*/ 34145261 h 57949372"/>
                <a:gd name="connsiteX3814" fmla="*/ 52025274 w 58051775"/>
                <a:gd name="connsiteY3814" fmla="*/ 34075911 h 57949372"/>
                <a:gd name="connsiteX3815" fmla="*/ 52096115 w 58051775"/>
                <a:gd name="connsiteY3815" fmla="*/ 34110972 h 57949372"/>
                <a:gd name="connsiteX3816" fmla="*/ 52221738 w 58051775"/>
                <a:gd name="connsiteY3816" fmla="*/ 34156583 h 57949372"/>
                <a:gd name="connsiteX3817" fmla="*/ 52343492 w 58051775"/>
                <a:gd name="connsiteY3817" fmla="*/ 34201562 h 57949372"/>
                <a:gd name="connsiteX3818" fmla="*/ 52443182 w 58051775"/>
                <a:gd name="connsiteY3818" fmla="*/ 34238952 h 57949372"/>
                <a:gd name="connsiteX3819" fmla="*/ 52635078 w 58051775"/>
                <a:gd name="connsiteY3819" fmla="*/ 34315257 h 57949372"/>
                <a:gd name="connsiteX3820" fmla="*/ 52625441 w 58051775"/>
                <a:gd name="connsiteY3820" fmla="*/ 34501044 h 57949372"/>
                <a:gd name="connsiteX3821" fmla="*/ 52567193 w 58051775"/>
                <a:gd name="connsiteY3821" fmla="*/ 34733371 h 57949372"/>
                <a:gd name="connsiteX3822" fmla="*/ 52520319 w 58051775"/>
                <a:gd name="connsiteY3822" fmla="*/ 34892636 h 57949372"/>
                <a:gd name="connsiteX3823" fmla="*/ 52470926 w 58051775"/>
                <a:gd name="connsiteY3823" fmla="*/ 35022626 h 57949372"/>
                <a:gd name="connsiteX3824" fmla="*/ 52427636 w 58051775"/>
                <a:gd name="connsiteY3824" fmla="*/ 35182433 h 57949372"/>
                <a:gd name="connsiteX3825" fmla="*/ 52388680 w 58051775"/>
                <a:gd name="connsiteY3825" fmla="*/ 35380768 h 57949372"/>
                <a:gd name="connsiteX3826" fmla="*/ 52345371 w 58051775"/>
                <a:gd name="connsiteY3826" fmla="*/ 35554794 h 57949372"/>
                <a:gd name="connsiteX3827" fmla="*/ 52304047 w 58051775"/>
                <a:gd name="connsiteY3827" fmla="*/ 35596658 h 57949372"/>
                <a:gd name="connsiteX3828" fmla="*/ 52293238 w 58051775"/>
                <a:gd name="connsiteY3828" fmla="*/ 35724157 h 57949372"/>
                <a:gd name="connsiteX3829" fmla="*/ 52253563 w 58051775"/>
                <a:gd name="connsiteY3829" fmla="*/ 35872657 h 57949372"/>
                <a:gd name="connsiteX3830" fmla="*/ 52209764 w 58051775"/>
                <a:gd name="connsiteY3830" fmla="*/ 36028827 h 57949372"/>
                <a:gd name="connsiteX3831" fmla="*/ 52173841 w 58051775"/>
                <a:gd name="connsiteY3831" fmla="*/ 36186269 h 57949372"/>
                <a:gd name="connsiteX3832" fmla="*/ 52120802 w 58051775"/>
                <a:gd name="connsiteY3832" fmla="*/ 36355933 h 57949372"/>
                <a:gd name="connsiteX3833" fmla="*/ 51973127 w 58051775"/>
                <a:gd name="connsiteY3833" fmla="*/ 36449000 h 57949372"/>
                <a:gd name="connsiteX3834" fmla="*/ 51827976 w 58051775"/>
                <a:gd name="connsiteY3834" fmla="*/ 36408060 h 57949372"/>
                <a:gd name="connsiteX3835" fmla="*/ 51578302 w 58051775"/>
                <a:gd name="connsiteY3835" fmla="*/ 36354938 h 57949372"/>
                <a:gd name="connsiteX3836" fmla="*/ 51454898 w 58051775"/>
                <a:gd name="connsiteY3836" fmla="*/ 36315650 h 57949372"/>
                <a:gd name="connsiteX3837" fmla="*/ 51391882 w 58051775"/>
                <a:gd name="connsiteY3837" fmla="*/ 36271201 h 57949372"/>
                <a:gd name="connsiteX3838" fmla="*/ 51358802 w 58051775"/>
                <a:gd name="connsiteY3838" fmla="*/ 36131501 h 57949372"/>
                <a:gd name="connsiteX3839" fmla="*/ 51554812 w 58051775"/>
                <a:gd name="connsiteY3839" fmla="*/ 36106100 h 57949372"/>
                <a:gd name="connsiteX3840" fmla="*/ 51725421 w 58051775"/>
                <a:gd name="connsiteY3840" fmla="*/ 36106100 h 57949372"/>
                <a:gd name="connsiteX3841" fmla="*/ 51794744 w 58051775"/>
                <a:gd name="connsiteY3841" fmla="*/ 36037875 h 57949372"/>
                <a:gd name="connsiteX3842" fmla="*/ 51872888 w 58051775"/>
                <a:gd name="connsiteY3842" fmla="*/ 35929494 h 57949372"/>
                <a:gd name="connsiteX3843" fmla="*/ 51947560 w 58051775"/>
                <a:gd name="connsiteY3843" fmla="*/ 35837626 h 57949372"/>
                <a:gd name="connsiteX3844" fmla="*/ 51963829 w 58051775"/>
                <a:gd name="connsiteY3844" fmla="*/ 35748401 h 57949372"/>
                <a:gd name="connsiteX3845" fmla="*/ 51988810 w 58051775"/>
                <a:gd name="connsiteY3845" fmla="*/ 35625993 h 57949372"/>
                <a:gd name="connsiteX3846" fmla="*/ 51936491 w 58051775"/>
                <a:gd name="connsiteY3846" fmla="*/ 35552962 h 57949372"/>
                <a:gd name="connsiteX3847" fmla="*/ 51839238 w 58051775"/>
                <a:gd name="connsiteY3847" fmla="*/ 35511781 h 57949372"/>
                <a:gd name="connsiteX3848" fmla="*/ 51680534 w 58051775"/>
                <a:gd name="connsiteY3848" fmla="*/ 35470319 h 57949372"/>
                <a:gd name="connsiteX3849" fmla="*/ 51531433 w 58051775"/>
                <a:gd name="connsiteY3849" fmla="*/ 35434110 h 57949372"/>
                <a:gd name="connsiteX3850" fmla="*/ 51329594 w 58051775"/>
                <a:gd name="connsiteY3850" fmla="*/ 35382200 h 57949372"/>
                <a:gd name="connsiteX3851" fmla="*/ 51199054 w 58051775"/>
                <a:gd name="connsiteY3851" fmla="*/ 35334575 h 57949372"/>
                <a:gd name="connsiteX3852" fmla="*/ 51155035 w 58051775"/>
                <a:gd name="connsiteY3852" fmla="*/ 35286950 h 57949372"/>
                <a:gd name="connsiteX3853" fmla="*/ 51028977 w 58051775"/>
                <a:gd name="connsiteY3853" fmla="*/ 35286783 h 57949372"/>
                <a:gd name="connsiteX3854" fmla="*/ 50864330 w 58051775"/>
                <a:gd name="connsiteY3854" fmla="*/ 35249641 h 57949372"/>
                <a:gd name="connsiteX3855" fmla="*/ 50712076 w 58051775"/>
                <a:gd name="connsiteY3855" fmla="*/ 35204471 h 57949372"/>
                <a:gd name="connsiteX3856" fmla="*/ 50547230 w 58051775"/>
                <a:gd name="connsiteY3856" fmla="*/ 35160801 h 57949372"/>
                <a:gd name="connsiteX3857" fmla="*/ 50388198 w 58051775"/>
                <a:gd name="connsiteY3857" fmla="*/ 35116942 h 57949372"/>
                <a:gd name="connsiteX3858" fmla="*/ 50240954 w 58051775"/>
                <a:gd name="connsiteY3858" fmla="*/ 35070811 h 57949372"/>
                <a:gd name="connsiteX3859" fmla="*/ 50102417 w 58051775"/>
                <a:gd name="connsiteY3859" fmla="*/ 35028567 h 57949372"/>
                <a:gd name="connsiteX3860" fmla="*/ 49982728 w 58051775"/>
                <a:gd name="connsiteY3860" fmla="*/ 35034857 h 57949372"/>
                <a:gd name="connsiteX3861" fmla="*/ 49890073 w 58051775"/>
                <a:gd name="connsiteY3861" fmla="*/ 35195656 h 57949372"/>
                <a:gd name="connsiteX3862" fmla="*/ 49766248 w 58051775"/>
                <a:gd name="connsiteY3862" fmla="*/ 35281093 h 57949372"/>
                <a:gd name="connsiteX3863" fmla="*/ 49669702 w 58051775"/>
                <a:gd name="connsiteY3863" fmla="*/ 35145145 h 57949372"/>
                <a:gd name="connsiteX3864" fmla="*/ 49698224 w 58051775"/>
                <a:gd name="connsiteY3864" fmla="*/ 35093126 h 57949372"/>
                <a:gd name="connsiteX3865" fmla="*/ 49735016 w 58051775"/>
                <a:gd name="connsiteY3865" fmla="*/ 34929266 h 57949372"/>
                <a:gd name="connsiteX3866" fmla="*/ 49773169 w 58051775"/>
                <a:gd name="connsiteY3866" fmla="*/ 34751631 h 57949372"/>
                <a:gd name="connsiteX3867" fmla="*/ 49816149 w 58051775"/>
                <a:gd name="connsiteY3867" fmla="*/ 34586128 h 57949372"/>
                <a:gd name="connsiteX3868" fmla="*/ 49864999 w 58051775"/>
                <a:gd name="connsiteY3868" fmla="*/ 34436252 h 57949372"/>
                <a:gd name="connsiteX3869" fmla="*/ 49910881 w 58051775"/>
                <a:gd name="connsiteY3869" fmla="*/ 34278847 h 57949372"/>
                <a:gd name="connsiteX3870" fmla="*/ 50070921 w 58051775"/>
                <a:gd name="connsiteY3870" fmla="*/ 34118522 h 57949372"/>
                <a:gd name="connsiteX3871" fmla="*/ 50165002 w 58051775"/>
                <a:gd name="connsiteY3871" fmla="*/ 34300340 h 57949372"/>
                <a:gd name="connsiteX3872" fmla="*/ 50165002 w 58051775"/>
                <a:gd name="connsiteY3872" fmla="*/ 34421875 h 57949372"/>
                <a:gd name="connsiteX3873" fmla="*/ 50216866 w 58051775"/>
                <a:gd name="connsiteY3873" fmla="*/ 34470237 h 57949372"/>
                <a:gd name="connsiteX3874" fmla="*/ 50291320 w 58051775"/>
                <a:gd name="connsiteY3874" fmla="*/ 34518600 h 57949372"/>
                <a:gd name="connsiteX3875" fmla="*/ 50360655 w 58051775"/>
                <a:gd name="connsiteY3875" fmla="*/ 34555748 h 57949372"/>
                <a:gd name="connsiteX3876" fmla="*/ 50486226 w 58051775"/>
                <a:gd name="connsiteY3876" fmla="*/ 34594568 h 57949372"/>
                <a:gd name="connsiteX3877" fmla="*/ 50672410 w 58051775"/>
                <a:gd name="connsiteY3877" fmla="*/ 34641244 h 57949372"/>
                <a:gd name="connsiteX3878" fmla="*/ 50870497 w 58051775"/>
                <a:gd name="connsiteY3878" fmla="*/ 34694916 h 57949372"/>
                <a:gd name="connsiteX3879" fmla="*/ 50999977 w 58051775"/>
                <a:gd name="connsiteY3879" fmla="*/ 34736187 h 57949372"/>
                <a:gd name="connsiteX3880" fmla="*/ 51143237 w 58051775"/>
                <a:gd name="connsiteY3880" fmla="*/ 34775958 h 57949372"/>
                <a:gd name="connsiteX3881" fmla="*/ 51312799 w 58051775"/>
                <a:gd name="connsiteY3881" fmla="*/ 34813993 h 57949372"/>
                <a:gd name="connsiteX3882" fmla="*/ 51485328 w 58051775"/>
                <a:gd name="connsiteY3882" fmla="*/ 34859596 h 57949372"/>
                <a:gd name="connsiteX3883" fmla="*/ 51669478 w 58051775"/>
                <a:gd name="connsiteY3883" fmla="*/ 34907116 h 57949372"/>
                <a:gd name="connsiteX3884" fmla="*/ 51844149 w 58051775"/>
                <a:gd name="connsiteY3884" fmla="*/ 34955235 h 57949372"/>
                <a:gd name="connsiteX3885" fmla="*/ 51973654 w 58051775"/>
                <a:gd name="connsiteY3885" fmla="*/ 35000168 h 57949372"/>
                <a:gd name="connsiteX3886" fmla="*/ 52047107 w 58051775"/>
                <a:gd name="connsiteY3886" fmla="*/ 35031357 h 57949372"/>
                <a:gd name="connsiteX3887" fmla="*/ 52136925 w 58051775"/>
                <a:gd name="connsiteY3887" fmla="*/ 35035303 h 57949372"/>
                <a:gd name="connsiteX3888" fmla="*/ 52231462 w 58051775"/>
                <a:gd name="connsiteY3888" fmla="*/ 34748725 h 57949372"/>
                <a:gd name="connsiteX3889" fmla="*/ 52209057 w 58051775"/>
                <a:gd name="connsiteY3889" fmla="*/ 34475812 h 57949372"/>
                <a:gd name="connsiteX3890" fmla="*/ 52134085 w 58051775"/>
                <a:gd name="connsiteY3890" fmla="*/ 34403398 h 57949372"/>
                <a:gd name="connsiteX3891" fmla="*/ 52053687 w 58051775"/>
                <a:gd name="connsiteY3891" fmla="*/ 34345043 h 57949372"/>
                <a:gd name="connsiteX3892" fmla="*/ 52000158 w 58051775"/>
                <a:gd name="connsiteY3892" fmla="*/ 34315400 h 57949372"/>
                <a:gd name="connsiteX3893" fmla="*/ 51996803 w 58051775"/>
                <a:gd name="connsiteY3893" fmla="*/ 34083625 h 57949372"/>
                <a:gd name="connsiteX3894" fmla="*/ 52025274 w 58051775"/>
                <a:gd name="connsiteY3894" fmla="*/ 34075911 h 57949372"/>
                <a:gd name="connsiteX3895" fmla="*/ 15352100 w 58051775"/>
                <a:gd name="connsiteY3895" fmla="*/ 34053433 h 57949372"/>
                <a:gd name="connsiteX3896" fmla="*/ 15526132 w 58051775"/>
                <a:gd name="connsiteY3896" fmla="*/ 34113404 h 57949372"/>
                <a:gd name="connsiteX3897" fmla="*/ 15569612 w 58051775"/>
                <a:gd name="connsiteY3897" fmla="*/ 34156350 h 57949372"/>
                <a:gd name="connsiteX3898" fmla="*/ 15613740 w 58051775"/>
                <a:gd name="connsiteY3898" fmla="*/ 34208348 h 57949372"/>
                <a:gd name="connsiteX3899" fmla="*/ 15582588 w 58051775"/>
                <a:gd name="connsiteY3899" fmla="*/ 34368806 h 57949372"/>
                <a:gd name="connsiteX3900" fmla="*/ 15432804 w 58051775"/>
                <a:gd name="connsiteY3900" fmla="*/ 34395898 h 57949372"/>
                <a:gd name="connsiteX3901" fmla="*/ 15220320 w 58051775"/>
                <a:gd name="connsiteY3901" fmla="*/ 34330470 h 57949372"/>
                <a:gd name="connsiteX3902" fmla="*/ 15239968 w 58051775"/>
                <a:gd name="connsiteY3902" fmla="*/ 34175726 h 57949372"/>
                <a:gd name="connsiteX3903" fmla="*/ 15285840 w 58051775"/>
                <a:gd name="connsiteY3903" fmla="*/ 34117549 h 57949372"/>
                <a:gd name="connsiteX3904" fmla="*/ 15308092 w 58051775"/>
                <a:gd name="connsiteY3904" fmla="*/ 34067978 h 57949372"/>
                <a:gd name="connsiteX3905" fmla="*/ 15352100 w 58051775"/>
                <a:gd name="connsiteY3905" fmla="*/ 34053433 h 57949372"/>
                <a:gd name="connsiteX3906" fmla="*/ 6933196 w 58051775"/>
                <a:gd name="connsiteY3906" fmla="*/ 34041413 h 57949372"/>
                <a:gd name="connsiteX3907" fmla="*/ 6851652 w 58051775"/>
                <a:gd name="connsiteY3907" fmla="*/ 34045057 h 57949372"/>
                <a:gd name="connsiteX3908" fmla="*/ 6797608 w 58051775"/>
                <a:gd name="connsiteY3908" fmla="*/ 34090477 h 57949372"/>
                <a:gd name="connsiteX3909" fmla="*/ 6768964 w 58051775"/>
                <a:gd name="connsiteY3909" fmla="*/ 34129783 h 57949372"/>
                <a:gd name="connsiteX3910" fmla="*/ 6645208 w 58051775"/>
                <a:gd name="connsiteY3910" fmla="*/ 34128875 h 57949372"/>
                <a:gd name="connsiteX3911" fmla="*/ 6492876 w 58051775"/>
                <a:gd name="connsiteY3911" fmla="*/ 34152161 h 57949372"/>
                <a:gd name="connsiteX3912" fmla="*/ 6464304 w 58051775"/>
                <a:gd name="connsiteY3912" fmla="*/ 34187369 h 57949372"/>
                <a:gd name="connsiteX3913" fmla="*/ 6435728 w 58051775"/>
                <a:gd name="connsiteY3913" fmla="*/ 34201187 h 57949372"/>
                <a:gd name="connsiteX3914" fmla="*/ 6099488 w 58051775"/>
                <a:gd name="connsiteY3914" fmla="*/ 34349482 h 57949372"/>
                <a:gd name="connsiteX3915" fmla="*/ 6029624 w 58051775"/>
                <a:gd name="connsiteY3915" fmla="*/ 34398214 h 57949372"/>
                <a:gd name="connsiteX3916" fmla="*/ 5816600 w 58051775"/>
                <a:gd name="connsiteY3916" fmla="*/ 34613103 h 57949372"/>
                <a:gd name="connsiteX3917" fmla="*/ 5783256 w 58051775"/>
                <a:gd name="connsiteY3917" fmla="*/ 34665016 h 57949372"/>
                <a:gd name="connsiteX3918" fmla="*/ 5723320 w 58051775"/>
                <a:gd name="connsiteY3918" fmla="*/ 34938582 h 57949372"/>
                <a:gd name="connsiteX3919" fmla="*/ 5769616 w 58051775"/>
                <a:gd name="connsiteY3919" fmla="*/ 35202434 h 57949372"/>
                <a:gd name="connsiteX3920" fmla="*/ 5797348 w 58051775"/>
                <a:gd name="connsiteY3920" fmla="*/ 35255200 h 57949372"/>
                <a:gd name="connsiteX3921" fmla="*/ 5913948 w 58051775"/>
                <a:gd name="connsiteY3921" fmla="*/ 35391726 h 57949372"/>
                <a:gd name="connsiteX3922" fmla="*/ 6064996 w 58051775"/>
                <a:gd name="connsiteY3922" fmla="*/ 35496500 h 57949372"/>
                <a:gd name="connsiteX3923" fmla="*/ 6142452 w 58051775"/>
                <a:gd name="connsiteY3923" fmla="*/ 35534600 h 57949372"/>
                <a:gd name="connsiteX3924" fmla="*/ 6176400 w 58051775"/>
                <a:gd name="connsiteY3924" fmla="*/ 35572701 h 57949372"/>
                <a:gd name="connsiteX3925" fmla="*/ 6762752 w 58051775"/>
                <a:gd name="connsiteY3925" fmla="*/ 35559904 h 57949372"/>
                <a:gd name="connsiteX3926" fmla="*/ 6838952 w 58051775"/>
                <a:gd name="connsiteY3926" fmla="*/ 35521900 h 57949372"/>
                <a:gd name="connsiteX3927" fmla="*/ 7011992 w 58051775"/>
                <a:gd name="connsiteY3927" fmla="*/ 35490197 h 57949372"/>
                <a:gd name="connsiteX3928" fmla="*/ 7223608 w 58051775"/>
                <a:gd name="connsiteY3928" fmla="*/ 35444007 h 57949372"/>
                <a:gd name="connsiteX3929" fmla="*/ 7287420 w 58051775"/>
                <a:gd name="connsiteY3929" fmla="*/ 35407600 h 57949372"/>
                <a:gd name="connsiteX3930" fmla="*/ 7395256 w 58051775"/>
                <a:gd name="connsiteY3930" fmla="*/ 35348435 h 57949372"/>
                <a:gd name="connsiteX3931" fmla="*/ 7456656 w 58051775"/>
                <a:gd name="connsiteY3931" fmla="*/ 35318700 h 57949372"/>
                <a:gd name="connsiteX3932" fmla="*/ 7543800 w 58051775"/>
                <a:gd name="connsiteY3932" fmla="*/ 35274129 h 57949372"/>
                <a:gd name="connsiteX3933" fmla="*/ 7581720 w 58051775"/>
                <a:gd name="connsiteY3933" fmla="*/ 35236247 h 57949372"/>
                <a:gd name="connsiteX3934" fmla="*/ 7627580 w 58051775"/>
                <a:gd name="connsiteY3934" fmla="*/ 35184978 h 57949372"/>
                <a:gd name="connsiteX3935" fmla="*/ 7672216 w 58051775"/>
                <a:gd name="connsiteY3935" fmla="*/ 35127195 h 57949372"/>
                <a:gd name="connsiteX3936" fmla="*/ 7708904 w 58051775"/>
                <a:gd name="connsiteY3936" fmla="*/ 35075958 h 57949372"/>
                <a:gd name="connsiteX3937" fmla="*/ 7739600 w 58051775"/>
                <a:gd name="connsiteY3937" fmla="*/ 35020152 h 57949372"/>
                <a:gd name="connsiteX3938" fmla="*/ 7810504 w 58051775"/>
                <a:gd name="connsiteY3938" fmla="*/ 34906995 h 57949372"/>
                <a:gd name="connsiteX3939" fmla="*/ 7839076 w 58051775"/>
                <a:gd name="connsiteY3939" fmla="*/ 34839158 h 57949372"/>
                <a:gd name="connsiteX3940" fmla="*/ 7878296 w 58051775"/>
                <a:gd name="connsiteY3940" fmla="*/ 34686041 h 57949372"/>
                <a:gd name="connsiteX3941" fmla="*/ 7851404 w 58051775"/>
                <a:gd name="connsiteY3941" fmla="*/ 34528475 h 57949372"/>
                <a:gd name="connsiteX3942" fmla="*/ 7805576 w 58051775"/>
                <a:gd name="connsiteY3942" fmla="*/ 34429387 h 57949372"/>
                <a:gd name="connsiteX3943" fmla="*/ 7754152 w 58051775"/>
                <a:gd name="connsiteY3943" fmla="*/ 34334401 h 57949372"/>
                <a:gd name="connsiteX3944" fmla="*/ 7702960 w 58051775"/>
                <a:gd name="connsiteY3944" fmla="*/ 34265884 h 57949372"/>
                <a:gd name="connsiteX3945" fmla="*/ 7669932 w 58051775"/>
                <a:gd name="connsiteY3945" fmla="*/ 34232574 h 57949372"/>
                <a:gd name="connsiteX3946" fmla="*/ 7609832 w 58051775"/>
                <a:gd name="connsiteY3946" fmla="*/ 34187061 h 57949372"/>
                <a:gd name="connsiteX3947" fmla="*/ 7479876 w 58051775"/>
                <a:gd name="connsiteY3947" fmla="*/ 34129604 h 57949372"/>
                <a:gd name="connsiteX3948" fmla="*/ 7364860 w 58051775"/>
                <a:gd name="connsiteY3948" fmla="*/ 34091612 h 57949372"/>
                <a:gd name="connsiteX3949" fmla="*/ 7301444 w 58051775"/>
                <a:gd name="connsiteY3949" fmla="*/ 34061096 h 57949372"/>
                <a:gd name="connsiteX3950" fmla="*/ 6933196 w 58051775"/>
                <a:gd name="connsiteY3950" fmla="*/ 34041413 h 57949372"/>
                <a:gd name="connsiteX3951" fmla="*/ 13133008 w 58051775"/>
                <a:gd name="connsiteY3951" fmla="*/ 33985200 h 57949372"/>
                <a:gd name="connsiteX3952" fmla="*/ 13180408 w 58051775"/>
                <a:gd name="connsiteY3952" fmla="*/ 34022947 h 57949372"/>
                <a:gd name="connsiteX3953" fmla="*/ 13254568 w 58051775"/>
                <a:gd name="connsiteY3953" fmla="*/ 34074528 h 57949372"/>
                <a:gd name="connsiteX3954" fmla="*/ 13302700 w 58051775"/>
                <a:gd name="connsiteY3954" fmla="*/ 34144695 h 57949372"/>
                <a:gd name="connsiteX3955" fmla="*/ 13302288 w 58051775"/>
                <a:gd name="connsiteY3955" fmla="*/ 34290937 h 57949372"/>
                <a:gd name="connsiteX3956" fmla="*/ 13158840 w 58051775"/>
                <a:gd name="connsiteY3956" fmla="*/ 34404300 h 57949372"/>
                <a:gd name="connsiteX3957" fmla="*/ 13044404 w 58051775"/>
                <a:gd name="connsiteY3957" fmla="*/ 34373660 h 57949372"/>
                <a:gd name="connsiteX3958" fmla="*/ 12960756 w 58051775"/>
                <a:gd name="connsiteY3958" fmla="*/ 34205314 h 57949372"/>
                <a:gd name="connsiteX3959" fmla="*/ 13000808 w 58051775"/>
                <a:gd name="connsiteY3959" fmla="*/ 34086800 h 57949372"/>
                <a:gd name="connsiteX3960" fmla="*/ 13069788 w 58051775"/>
                <a:gd name="connsiteY3960" fmla="*/ 34036000 h 57949372"/>
                <a:gd name="connsiteX3961" fmla="*/ 13133008 w 58051775"/>
                <a:gd name="connsiteY3961" fmla="*/ 33985200 h 57949372"/>
                <a:gd name="connsiteX3962" fmla="*/ 45663513 w 58051775"/>
                <a:gd name="connsiteY3962" fmla="*/ 33967766 h 57949372"/>
                <a:gd name="connsiteX3963" fmla="*/ 45862502 w 58051775"/>
                <a:gd name="connsiteY3963" fmla="*/ 33995252 h 57949372"/>
                <a:gd name="connsiteX3964" fmla="*/ 45867671 w 58051775"/>
                <a:gd name="connsiteY3964" fmla="*/ 34288028 h 57949372"/>
                <a:gd name="connsiteX3965" fmla="*/ 45733973 w 58051775"/>
                <a:gd name="connsiteY3965" fmla="*/ 34315400 h 57949372"/>
                <a:gd name="connsiteX3966" fmla="*/ 45554902 w 58051775"/>
                <a:gd name="connsiteY3966" fmla="*/ 34158755 h 57949372"/>
                <a:gd name="connsiteX3967" fmla="*/ 45615339 w 58051775"/>
                <a:gd name="connsiteY3967" fmla="*/ 33974495 h 57949372"/>
                <a:gd name="connsiteX3968" fmla="*/ 45663513 w 58051775"/>
                <a:gd name="connsiteY3968" fmla="*/ 33967766 h 57949372"/>
                <a:gd name="connsiteX3969" fmla="*/ 45160290 w 58051775"/>
                <a:gd name="connsiteY3969" fmla="*/ 33966390 h 57949372"/>
                <a:gd name="connsiteX3970" fmla="*/ 45224464 w 58051775"/>
                <a:gd name="connsiteY3970" fmla="*/ 33971797 h 57949372"/>
                <a:gd name="connsiteX3971" fmla="*/ 45345182 w 58051775"/>
                <a:gd name="connsiteY3971" fmla="*/ 34085035 h 57949372"/>
                <a:gd name="connsiteX3972" fmla="*/ 45337756 w 58051775"/>
                <a:gd name="connsiteY3972" fmla="*/ 34164629 h 57949372"/>
                <a:gd name="connsiteX3973" fmla="*/ 45176483 w 58051775"/>
                <a:gd name="connsiteY3973" fmla="*/ 34219965 h 57949372"/>
                <a:gd name="connsiteX3974" fmla="*/ 45015156 w 58051775"/>
                <a:gd name="connsiteY3974" fmla="*/ 34137396 h 57949372"/>
                <a:gd name="connsiteX3975" fmla="*/ 45055532 w 58051775"/>
                <a:gd name="connsiteY3975" fmla="*/ 34083536 h 57949372"/>
                <a:gd name="connsiteX3976" fmla="*/ 45110223 w 58051775"/>
                <a:gd name="connsiteY3976" fmla="*/ 34030209 h 57949372"/>
                <a:gd name="connsiteX3977" fmla="*/ 45133344 w 58051775"/>
                <a:gd name="connsiteY3977" fmla="*/ 33973555 h 57949372"/>
                <a:gd name="connsiteX3978" fmla="*/ 45160290 w 58051775"/>
                <a:gd name="connsiteY3978" fmla="*/ 33966390 h 57949372"/>
                <a:gd name="connsiteX3979" fmla="*/ 14114908 w 58051775"/>
                <a:gd name="connsiteY3979" fmla="*/ 33898654 h 57949372"/>
                <a:gd name="connsiteX3980" fmla="*/ 14191860 w 58051775"/>
                <a:gd name="connsiteY3980" fmla="*/ 33924875 h 57949372"/>
                <a:gd name="connsiteX3981" fmla="*/ 14279228 w 58051775"/>
                <a:gd name="connsiteY3981" fmla="*/ 34150636 h 57949372"/>
                <a:gd name="connsiteX3982" fmla="*/ 14125348 w 58051775"/>
                <a:gd name="connsiteY3982" fmla="*/ 34315400 h 57949372"/>
                <a:gd name="connsiteX3983" fmla="*/ 13981724 w 58051775"/>
                <a:gd name="connsiteY3983" fmla="*/ 34278277 h 57949372"/>
                <a:gd name="connsiteX3984" fmla="*/ 13944600 w 58051775"/>
                <a:gd name="connsiteY3984" fmla="*/ 34125229 h 57949372"/>
                <a:gd name="connsiteX3985" fmla="*/ 13944600 w 58051775"/>
                <a:gd name="connsiteY3985" fmla="*/ 34009304 h 57949372"/>
                <a:gd name="connsiteX3986" fmla="*/ 13985952 w 58051775"/>
                <a:gd name="connsiteY3986" fmla="*/ 33992027 h 57949372"/>
                <a:gd name="connsiteX3987" fmla="*/ 14062248 w 58051775"/>
                <a:gd name="connsiteY3987" fmla="*/ 33935526 h 57949372"/>
                <a:gd name="connsiteX3988" fmla="*/ 14114908 w 58051775"/>
                <a:gd name="connsiteY3988" fmla="*/ 33898654 h 57949372"/>
                <a:gd name="connsiteX3989" fmla="*/ 16033084 w 58051775"/>
                <a:gd name="connsiteY3989" fmla="*/ 33879189 h 57949372"/>
                <a:gd name="connsiteX3990" fmla="*/ 16133280 w 58051775"/>
                <a:gd name="connsiteY3990" fmla="*/ 33895512 h 57949372"/>
                <a:gd name="connsiteX3991" fmla="*/ 16232912 w 58051775"/>
                <a:gd name="connsiteY3991" fmla="*/ 34049978 h 57949372"/>
                <a:gd name="connsiteX3992" fmla="*/ 16063980 w 58051775"/>
                <a:gd name="connsiteY3992" fmla="*/ 34137600 h 57949372"/>
                <a:gd name="connsiteX3993" fmla="*/ 15900400 w 58051775"/>
                <a:gd name="connsiteY3993" fmla="*/ 34029569 h 57949372"/>
                <a:gd name="connsiteX3994" fmla="*/ 15947344 w 58051775"/>
                <a:gd name="connsiteY3994" fmla="*/ 33886304 h 57949372"/>
                <a:gd name="connsiteX3995" fmla="*/ 16033084 w 58051775"/>
                <a:gd name="connsiteY3995" fmla="*/ 33879189 h 57949372"/>
                <a:gd name="connsiteX3996" fmla="*/ 14912640 w 58051775"/>
                <a:gd name="connsiteY3996" fmla="*/ 33826575 h 57949372"/>
                <a:gd name="connsiteX3997" fmla="*/ 14961808 w 58051775"/>
                <a:gd name="connsiteY3997" fmla="*/ 33853175 h 57949372"/>
                <a:gd name="connsiteX3998" fmla="*/ 14990392 w 58051775"/>
                <a:gd name="connsiteY3998" fmla="*/ 33984402 h 57949372"/>
                <a:gd name="connsiteX3999" fmla="*/ 14871704 w 58051775"/>
                <a:gd name="connsiteY3999" fmla="*/ 34137601 h 57949372"/>
                <a:gd name="connsiteX4000" fmla="*/ 14744704 w 58051775"/>
                <a:gd name="connsiteY4000" fmla="*/ 34017081 h 57949372"/>
                <a:gd name="connsiteX4001" fmla="*/ 14800064 w 58051775"/>
                <a:gd name="connsiteY4001" fmla="*/ 33889449 h 57949372"/>
                <a:gd name="connsiteX4002" fmla="*/ 14865516 w 58051775"/>
                <a:gd name="connsiteY4002" fmla="*/ 33851284 h 57949372"/>
                <a:gd name="connsiteX4003" fmla="*/ 14912640 w 58051775"/>
                <a:gd name="connsiteY4003" fmla="*/ 33826575 h 57949372"/>
                <a:gd name="connsiteX4004" fmla="*/ 42469574 w 58051775"/>
                <a:gd name="connsiteY4004" fmla="*/ 33786702 h 57949372"/>
                <a:gd name="connsiteX4005" fmla="*/ 42588640 w 58051775"/>
                <a:gd name="connsiteY4005" fmla="*/ 33839148 h 57949372"/>
                <a:gd name="connsiteX4006" fmla="*/ 42643884 w 58051775"/>
                <a:gd name="connsiteY4006" fmla="*/ 33883599 h 57949372"/>
                <a:gd name="connsiteX4007" fmla="*/ 42672704 w 58051775"/>
                <a:gd name="connsiteY4007" fmla="*/ 33910310 h 57949372"/>
                <a:gd name="connsiteX4008" fmla="*/ 42649176 w 58051775"/>
                <a:gd name="connsiteY4008" fmla="*/ 34190965 h 57949372"/>
                <a:gd name="connsiteX4009" fmla="*/ 42499454 w 58051775"/>
                <a:gd name="connsiteY4009" fmla="*/ 34218111 h 57949372"/>
                <a:gd name="connsiteX4010" fmla="*/ 42286550 w 58051775"/>
                <a:gd name="connsiteY4010" fmla="*/ 34146157 h 57949372"/>
                <a:gd name="connsiteX4011" fmla="*/ 42340968 w 58051775"/>
                <a:gd name="connsiteY4011" fmla="*/ 33869887 h 57949372"/>
                <a:gd name="connsiteX4012" fmla="*/ 42375992 w 58051775"/>
                <a:gd name="connsiteY4012" fmla="*/ 33817128 h 57949372"/>
                <a:gd name="connsiteX4013" fmla="*/ 42418002 w 58051775"/>
                <a:gd name="connsiteY4013" fmla="*/ 33791294 h 57949372"/>
                <a:gd name="connsiteX4014" fmla="*/ 42469574 w 58051775"/>
                <a:gd name="connsiteY4014" fmla="*/ 33786702 h 57949372"/>
                <a:gd name="connsiteX4015" fmla="*/ 11899992 w 58051775"/>
                <a:gd name="connsiteY4015" fmla="*/ 33777155 h 57949372"/>
                <a:gd name="connsiteX4016" fmla="*/ 12035080 w 58051775"/>
                <a:gd name="connsiteY4016" fmla="*/ 33810139 h 57949372"/>
                <a:gd name="connsiteX4017" fmla="*/ 12039912 w 58051775"/>
                <a:gd name="connsiteY4017" fmla="*/ 34029278 h 57949372"/>
                <a:gd name="connsiteX4018" fmla="*/ 11810208 w 58051775"/>
                <a:gd name="connsiteY4018" fmla="*/ 34035579 h 57949372"/>
                <a:gd name="connsiteX4019" fmla="*/ 11731820 w 58051775"/>
                <a:gd name="connsiteY4019" fmla="*/ 33824580 h 57949372"/>
                <a:gd name="connsiteX4020" fmla="*/ 11785600 w 58051775"/>
                <a:gd name="connsiteY4020" fmla="*/ 33790021 h 57949372"/>
                <a:gd name="connsiteX4021" fmla="*/ 11843808 w 58051775"/>
                <a:gd name="connsiteY4021" fmla="*/ 33777884 h 57949372"/>
                <a:gd name="connsiteX4022" fmla="*/ 11899992 w 58051775"/>
                <a:gd name="connsiteY4022" fmla="*/ 33777155 h 57949372"/>
                <a:gd name="connsiteX4023" fmla="*/ 43230352 w 58051775"/>
                <a:gd name="connsiteY4023" fmla="*/ 33697619 h 57949372"/>
                <a:gd name="connsiteX4024" fmla="*/ 43271170 w 58051775"/>
                <a:gd name="connsiteY4024" fmla="*/ 33699645 h 57949372"/>
                <a:gd name="connsiteX4025" fmla="*/ 43395904 w 58051775"/>
                <a:gd name="connsiteY4025" fmla="*/ 33788350 h 57949372"/>
                <a:gd name="connsiteX4026" fmla="*/ 43281894 w 58051775"/>
                <a:gd name="connsiteY4026" fmla="*/ 33870901 h 57949372"/>
                <a:gd name="connsiteX4027" fmla="*/ 43207800 w 58051775"/>
                <a:gd name="connsiteY4027" fmla="*/ 33870901 h 57949372"/>
                <a:gd name="connsiteX4028" fmla="*/ 43207340 w 58051775"/>
                <a:gd name="connsiteY4028" fmla="*/ 33988375 h 57949372"/>
                <a:gd name="connsiteX4029" fmla="*/ 43129026 w 58051775"/>
                <a:gd name="connsiteY4029" fmla="*/ 34191557 h 57949372"/>
                <a:gd name="connsiteX4030" fmla="*/ 42949728 w 58051775"/>
                <a:gd name="connsiteY4030" fmla="*/ 34184971 h 57949372"/>
                <a:gd name="connsiteX4031" fmla="*/ 42863840 w 58051775"/>
                <a:gd name="connsiteY4031" fmla="*/ 34010601 h 57949372"/>
                <a:gd name="connsiteX4032" fmla="*/ 43097128 w 58051775"/>
                <a:gd name="connsiteY4032" fmla="*/ 33796058 h 57949372"/>
                <a:gd name="connsiteX4033" fmla="*/ 43142568 w 58051775"/>
                <a:gd name="connsiteY4033" fmla="*/ 33765052 h 57949372"/>
                <a:gd name="connsiteX4034" fmla="*/ 43174642 w 58051775"/>
                <a:gd name="connsiteY4034" fmla="*/ 33711269 h 57949372"/>
                <a:gd name="connsiteX4035" fmla="*/ 43230352 w 58051775"/>
                <a:gd name="connsiteY4035" fmla="*/ 33697619 h 57949372"/>
                <a:gd name="connsiteX4036" fmla="*/ 44081714 w 58051775"/>
                <a:gd name="connsiteY4036" fmla="*/ 33612646 h 57949372"/>
                <a:gd name="connsiteX4037" fmla="*/ 44268844 w 58051775"/>
                <a:gd name="connsiteY4037" fmla="*/ 33650588 h 57949372"/>
                <a:gd name="connsiteX4038" fmla="*/ 44269668 w 58051775"/>
                <a:gd name="connsiteY4038" fmla="*/ 33944561 h 57949372"/>
                <a:gd name="connsiteX4039" fmla="*/ 44131374 w 58051775"/>
                <a:gd name="connsiteY4039" fmla="*/ 33959800 h 57949372"/>
                <a:gd name="connsiteX4040" fmla="*/ 43950120 w 58051775"/>
                <a:gd name="connsiteY4040" fmla="*/ 33812262 h 57949372"/>
                <a:gd name="connsiteX4041" fmla="*/ 44027796 w 58051775"/>
                <a:gd name="connsiteY4041" fmla="*/ 33623935 h 57949372"/>
                <a:gd name="connsiteX4042" fmla="*/ 44081714 w 58051775"/>
                <a:gd name="connsiteY4042" fmla="*/ 33612646 h 57949372"/>
                <a:gd name="connsiteX4043" fmla="*/ 6896856 w 58051775"/>
                <a:gd name="connsiteY4043" fmla="*/ 33519824 h 57949372"/>
                <a:gd name="connsiteX4044" fmla="*/ 7304072 w 58051775"/>
                <a:gd name="connsiteY4044" fmla="*/ 33591996 h 57949372"/>
                <a:gd name="connsiteX4045" fmla="*/ 7403124 w 58051775"/>
                <a:gd name="connsiteY4045" fmla="*/ 33625501 h 57949372"/>
                <a:gd name="connsiteX4046" fmla="*/ 7487312 w 58051775"/>
                <a:gd name="connsiteY4046" fmla="*/ 33668974 h 57949372"/>
                <a:gd name="connsiteX4047" fmla="*/ 7547008 w 58051775"/>
                <a:gd name="connsiteY4047" fmla="*/ 33707040 h 57949372"/>
                <a:gd name="connsiteX4048" fmla="*/ 7636320 w 58051775"/>
                <a:gd name="connsiteY4048" fmla="*/ 33752061 h 57949372"/>
                <a:gd name="connsiteX4049" fmla="*/ 7696728 w 58051775"/>
                <a:gd name="connsiteY4049" fmla="*/ 33794700 h 57949372"/>
                <a:gd name="connsiteX4050" fmla="*/ 7778696 w 58051775"/>
                <a:gd name="connsiteY4050" fmla="*/ 33867725 h 57949372"/>
                <a:gd name="connsiteX4051" fmla="*/ 7891668 w 58051775"/>
                <a:gd name="connsiteY4051" fmla="*/ 33985200 h 57949372"/>
                <a:gd name="connsiteX4052" fmla="*/ 7960584 w 58051775"/>
                <a:gd name="connsiteY4052" fmla="*/ 34082602 h 57949372"/>
                <a:gd name="connsiteX4053" fmla="*/ 8011484 w 58051775"/>
                <a:gd name="connsiteY4053" fmla="*/ 34149112 h 57949372"/>
                <a:gd name="connsiteX4054" fmla="*/ 8045292 w 58051775"/>
                <a:gd name="connsiteY4054" fmla="*/ 34212840 h 57949372"/>
                <a:gd name="connsiteX4055" fmla="*/ 8085488 w 58051775"/>
                <a:gd name="connsiteY4055" fmla="*/ 34297240 h 57949372"/>
                <a:gd name="connsiteX4056" fmla="*/ 8140704 w 58051775"/>
                <a:gd name="connsiteY4056" fmla="*/ 34497244 h 57949372"/>
                <a:gd name="connsiteX4057" fmla="*/ 8157904 w 58051775"/>
                <a:gd name="connsiteY4057" fmla="*/ 34677391 h 57949372"/>
                <a:gd name="connsiteX4058" fmla="*/ 8156848 w 58051775"/>
                <a:gd name="connsiteY4058" fmla="*/ 34804350 h 57949372"/>
                <a:gd name="connsiteX4059" fmla="*/ 8122276 w 58051775"/>
                <a:gd name="connsiteY4059" fmla="*/ 35205095 h 57949372"/>
                <a:gd name="connsiteX4060" fmla="*/ 8083552 w 58051775"/>
                <a:gd name="connsiteY4060" fmla="*/ 35260663 h 57949372"/>
                <a:gd name="connsiteX4061" fmla="*/ 8039104 w 58051775"/>
                <a:gd name="connsiteY4061" fmla="*/ 35330783 h 57949372"/>
                <a:gd name="connsiteX4062" fmla="*/ 8007720 w 58051775"/>
                <a:gd name="connsiteY4062" fmla="*/ 35381853 h 57949372"/>
                <a:gd name="connsiteX4063" fmla="*/ 7962256 w 58051775"/>
                <a:gd name="connsiteY4063" fmla="*/ 35454016 h 57949372"/>
                <a:gd name="connsiteX4064" fmla="*/ 7923828 w 58051775"/>
                <a:gd name="connsiteY4064" fmla="*/ 35509721 h 57949372"/>
                <a:gd name="connsiteX4065" fmla="*/ 7873920 w 58051775"/>
                <a:gd name="connsiteY4065" fmla="*/ 35572864 h 57949372"/>
                <a:gd name="connsiteX4066" fmla="*/ 7811280 w 58051775"/>
                <a:gd name="connsiteY4066" fmla="*/ 35642150 h 57949372"/>
                <a:gd name="connsiteX4067" fmla="*/ 7766052 w 58051775"/>
                <a:gd name="connsiteY4067" fmla="*/ 35687000 h 57949372"/>
                <a:gd name="connsiteX4068" fmla="*/ 7721604 w 58051775"/>
                <a:gd name="connsiteY4068" fmla="*/ 35731451 h 57949372"/>
                <a:gd name="connsiteX4069" fmla="*/ 7676896 w 58051775"/>
                <a:gd name="connsiteY4069" fmla="*/ 35776709 h 57949372"/>
                <a:gd name="connsiteX4070" fmla="*/ 7609320 w 58051775"/>
                <a:gd name="connsiteY4070" fmla="*/ 35819767 h 57949372"/>
                <a:gd name="connsiteX4071" fmla="*/ 7525712 w 58051775"/>
                <a:gd name="connsiteY4071" fmla="*/ 35875968 h 57949372"/>
                <a:gd name="connsiteX4072" fmla="*/ 7464672 w 58051775"/>
                <a:gd name="connsiteY4072" fmla="*/ 35915600 h 57949372"/>
                <a:gd name="connsiteX4073" fmla="*/ 7391684 w 58051775"/>
                <a:gd name="connsiteY4073" fmla="*/ 35955439 h 57949372"/>
                <a:gd name="connsiteX4074" fmla="*/ 7290036 w 58051775"/>
                <a:gd name="connsiteY4074" fmla="*/ 36005595 h 57949372"/>
                <a:gd name="connsiteX4075" fmla="*/ 7182256 w 58051775"/>
                <a:gd name="connsiteY4075" fmla="*/ 36053241 h 57949372"/>
                <a:gd name="connsiteX4076" fmla="*/ 7139740 w 58051775"/>
                <a:gd name="connsiteY4076" fmla="*/ 36090573 h 57949372"/>
                <a:gd name="connsiteX4077" fmla="*/ 6906796 w 58051775"/>
                <a:gd name="connsiteY4077" fmla="*/ 36093710 h 57949372"/>
                <a:gd name="connsiteX4078" fmla="*/ 6245580 w 58051775"/>
                <a:gd name="connsiteY4078" fmla="*/ 36043955 h 57949372"/>
                <a:gd name="connsiteX4079" fmla="*/ 6127872 w 58051775"/>
                <a:gd name="connsiteY4079" fmla="*/ 36004500 h 57949372"/>
                <a:gd name="connsiteX4080" fmla="*/ 6028612 w 58051775"/>
                <a:gd name="connsiteY4080" fmla="*/ 35961619 h 57949372"/>
                <a:gd name="connsiteX4081" fmla="*/ 5943604 w 58051775"/>
                <a:gd name="connsiteY4081" fmla="*/ 35904221 h 57949372"/>
                <a:gd name="connsiteX4082" fmla="*/ 5745712 w 58051775"/>
                <a:gd name="connsiteY4082" fmla="*/ 35718220 h 57949372"/>
                <a:gd name="connsiteX4083" fmla="*/ 5703340 w 58051775"/>
                <a:gd name="connsiteY4083" fmla="*/ 35662155 h 57949372"/>
                <a:gd name="connsiteX4084" fmla="*/ 5664580 w 58051775"/>
                <a:gd name="connsiteY4084" fmla="*/ 35605588 h 57949372"/>
                <a:gd name="connsiteX4085" fmla="*/ 5619636 w 58051775"/>
                <a:gd name="connsiteY4085" fmla="*/ 35542042 h 57949372"/>
                <a:gd name="connsiteX4086" fmla="*/ 5573920 w 58051775"/>
                <a:gd name="connsiteY4086" fmla="*/ 35471500 h 57949372"/>
                <a:gd name="connsiteX4087" fmla="*/ 5534692 w 58051775"/>
                <a:gd name="connsiteY4087" fmla="*/ 35395130 h 57949372"/>
                <a:gd name="connsiteX4088" fmla="*/ 5487288 w 58051775"/>
                <a:gd name="connsiteY4088" fmla="*/ 35315407 h 57949372"/>
                <a:gd name="connsiteX4089" fmla="*/ 5395124 w 58051775"/>
                <a:gd name="connsiteY4089" fmla="*/ 34900097 h 57949372"/>
                <a:gd name="connsiteX4090" fmla="*/ 5445440 w 58051775"/>
                <a:gd name="connsiteY4090" fmla="*/ 34598229 h 57949372"/>
                <a:gd name="connsiteX4091" fmla="*/ 5482348 w 58051775"/>
                <a:gd name="connsiteY4091" fmla="*/ 34487040 h 57949372"/>
                <a:gd name="connsiteX4092" fmla="*/ 5532836 w 58051775"/>
                <a:gd name="connsiteY4092" fmla="*/ 34358715 h 57949372"/>
                <a:gd name="connsiteX4093" fmla="*/ 5575304 w 58051775"/>
                <a:gd name="connsiteY4093" fmla="*/ 34258244 h 57949372"/>
                <a:gd name="connsiteX4094" fmla="*/ 5618240 w 58051775"/>
                <a:gd name="connsiteY4094" fmla="*/ 34174912 h 57949372"/>
                <a:gd name="connsiteX4095" fmla="*/ 5669008 w 58051775"/>
                <a:gd name="connsiteY4095" fmla="*/ 34110405 h 57949372"/>
                <a:gd name="connsiteX4096" fmla="*/ 5776648 w 58051775"/>
                <a:gd name="connsiteY4096" fmla="*/ 33934400 h 57949372"/>
                <a:gd name="connsiteX4097" fmla="*/ 5955864 w 58051775"/>
                <a:gd name="connsiteY4097" fmla="*/ 33802307 h 57949372"/>
                <a:gd name="connsiteX4098" fmla="*/ 6038276 w 58051775"/>
                <a:gd name="connsiteY4098" fmla="*/ 33757716 h 57949372"/>
                <a:gd name="connsiteX4099" fmla="*/ 6128352 w 58051775"/>
                <a:gd name="connsiteY4099" fmla="*/ 33705800 h 57949372"/>
                <a:gd name="connsiteX4100" fmla="*/ 6200636 w 58051775"/>
                <a:gd name="connsiteY4100" fmla="*/ 33668909 h 57949372"/>
                <a:gd name="connsiteX4101" fmla="*/ 6403604 w 58051775"/>
                <a:gd name="connsiteY4101" fmla="*/ 33603136 h 57949372"/>
                <a:gd name="connsiteX4102" fmla="*/ 6486680 w 58051775"/>
                <a:gd name="connsiteY4102" fmla="*/ 33573042 h 57949372"/>
                <a:gd name="connsiteX4103" fmla="*/ 6553728 w 58051775"/>
                <a:gd name="connsiteY4103" fmla="*/ 33530449 h 57949372"/>
                <a:gd name="connsiteX4104" fmla="*/ 6896856 w 58051775"/>
                <a:gd name="connsiteY4104" fmla="*/ 33519824 h 57949372"/>
                <a:gd name="connsiteX4105" fmla="*/ 13571544 w 58051775"/>
                <a:gd name="connsiteY4105" fmla="*/ 33439839 h 57949372"/>
                <a:gd name="connsiteX4106" fmla="*/ 13627848 w 58051775"/>
                <a:gd name="connsiteY4106" fmla="*/ 33450776 h 57949372"/>
                <a:gd name="connsiteX4107" fmla="*/ 13627104 w 58051775"/>
                <a:gd name="connsiteY4107" fmla="*/ 33667947 h 57949372"/>
                <a:gd name="connsiteX4108" fmla="*/ 13515280 w 58051775"/>
                <a:gd name="connsiteY4108" fmla="*/ 33677038 h 57949372"/>
                <a:gd name="connsiteX4109" fmla="*/ 13520060 w 58051775"/>
                <a:gd name="connsiteY4109" fmla="*/ 33459059 h 57949372"/>
                <a:gd name="connsiteX4110" fmla="*/ 13571544 w 58051775"/>
                <a:gd name="connsiteY4110" fmla="*/ 33439839 h 57949372"/>
                <a:gd name="connsiteX4111" fmla="*/ 42793126 w 58051775"/>
                <a:gd name="connsiteY4111" fmla="*/ 33346687 h 57949372"/>
                <a:gd name="connsiteX4112" fmla="*/ 42933326 w 58051775"/>
                <a:gd name="connsiteY4112" fmla="*/ 33370391 h 57949372"/>
                <a:gd name="connsiteX4113" fmla="*/ 42944856 w 58051775"/>
                <a:gd name="connsiteY4113" fmla="*/ 33473117 h 57949372"/>
                <a:gd name="connsiteX4114" fmla="*/ 42931444 w 58051775"/>
                <a:gd name="connsiteY4114" fmla="*/ 33584242 h 57949372"/>
                <a:gd name="connsiteX4115" fmla="*/ 42820320 w 58051775"/>
                <a:gd name="connsiteY4115" fmla="*/ 33597655 h 57949372"/>
                <a:gd name="connsiteX4116" fmla="*/ 42717336 w 58051775"/>
                <a:gd name="connsiteY4116" fmla="*/ 33585965 h 57949372"/>
                <a:gd name="connsiteX4117" fmla="*/ 42694580 w 58051775"/>
                <a:gd name="connsiteY4117" fmla="*/ 33500434 h 57949372"/>
                <a:gd name="connsiteX4118" fmla="*/ 42754654 w 58051775"/>
                <a:gd name="connsiteY4118" fmla="*/ 33354525 h 57949372"/>
                <a:gd name="connsiteX4119" fmla="*/ 42793126 w 58051775"/>
                <a:gd name="connsiteY4119" fmla="*/ 33346687 h 57949372"/>
                <a:gd name="connsiteX4120" fmla="*/ 44756390 w 58051775"/>
                <a:gd name="connsiteY4120" fmla="*/ 33345323 h 57949372"/>
                <a:gd name="connsiteX4121" fmla="*/ 44886673 w 58051775"/>
                <a:gd name="connsiteY4121" fmla="*/ 33396610 h 57949372"/>
                <a:gd name="connsiteX4122" fmla="*/ 44929353 w 58051775"/>
                <a:gd name="connsiteY4122" fmla="*/ 33439965 h 57949372"/>
                <a:gd name="connsiteX4123" fmla="*/ 44989681 w 58051775"/>
                <a:gd name="connsiteY4123" fmla="*/ 33519383 h 57949372"/>
                <a:gd name="connsiteX4124" fmla="*/ 44976388 w 58051775"/>
                <a:gd name="connsiteY4124" fmla="*/ 33601004 h 57949372"/>
                <a:gd name="connsiteX4125" fmla="*/ 44764609 w 58051775"/>
                <a:gd name="connsiteY4125" fmla="*/ 33693101 h 57949372"/>
                <a:gd name="connsiteX4126" fmla="*/ 44577002 w 58051775"/>
                <a:gd name="connsiteY4126" fmla="*/ 33565707 h 57949372"/>
                <a:gd name="connsiteX4127" fmla="*/ 44614888 w 58051775"/>
                <a:gd name="connsiteY4127" fmla="*/ 33458262 h 57949372"/>
                <a:gd name="connsiteX4128" fmla="*/ 44671864 w 58051775"/>
                <a:gd name="connsiteY4128" fmla="*/ 33401751 h 57949372"/>
                <a:gd name="connsiteX4129" fmla="*/ 44707003 w 58051775"/>
                <a:gd name="connsiteY4129" fmla="*/ 33352637 h 57949372"/>
                <a:gd name="connsiteX4130" fmla="*/ 44756390 w 58051775"/>
                <a:gd name="connsiteY4130" fmla="*/ 33345323 h 57949372"/>
                <a:gd name="connsiteX4131" fmla="*/ 15269584 w 58051775"/>
                <a:gd name="connsiteY4131" fmla="*/ 33174355 h 57949372"/>
                <a:gd name="connsiteX4132" fmla="*/ 15360696 w 58051775"/>
                <a:gd name="connsiteY4132" fmla="*/ 33194625 h 57949372"/>
                <a:gd name="connsiteX4133" fmla="*/ 15434440 w 58051775"/>
                <a:gd name="connsiteY4133" fmla="*/ 33398572 h 57949372"/>
                <a:gd name="connsiteX4134" fmla="*/ 15266400 w 58051775"/>
                <a:gd name="connsiteY4134" fmla="*/ 33508755 h 57949372"/>
                <a:gd name="connsiteX4135" fmla="*/ 15100304 w 58051775"/>
                <a:gd name="connsiteY4135" fmla="*/ 33386332 h 57949372"/>
                <a:gd name="connsiteX4136" fmla="*/ 15185604 w 58051775"/>
                <a:gd name="connsiteY4136" fmla="*/ 33210289 h 57949372"/>
                <a:gd name="connsiteX4137" fmla="*/ 15269584 w 58051775"/>
                <a:gd name="connsiteY4137" fmla="*/ 33174355 h 57949372"/>
                <a:gd name="connsiteX4138" fmla="*/ 42262156 w 58051775"/>
                <a:gd name="connsiteY4138" fmla="*/ 33073406 h 57949372"/>
                <a:gd name="connsiteX4139" fmla="*/ 42316402 w 58051775"/>
                <a:gd name="connsiteY4139" fmla="*/ 33075312 h 57949372"/>
                <a:gd name="connsiteX4140" fmla="*/ 42493316 w 58051775"/>
                <a:gd name="connsiteY4140" fmla="*/ 33149916 h 57949372"/>
                <a:gd name="connsiteX4141" fmla="*/ 42486826 w 58051775"/>
                <a:gd name="connsiteY4141" fmla="*/ 33356922 h 57949372"/>
                <a:gd name="connsiteX4142" fmla="*/ 42291932 w 58051775"/>
                <a:gd name="connsiteY4142" fmla="*/ 33426400 h 57949372"/>
                <a:gd name="connsiteX4143" fmla="*/ 42113032 w 58051775"/>
                <a:gd name="connsiteY4143" fmla="*/ 33337168 h 57949372"/>
                <a:gd name="connsiteX4144" fmla="*/ 42125322 w 58051775"/>
                <a:gd name="connsiteY4144" fmla="*/ 33208919 h 57949372"/>
                <a:gd name="connsiteX4145" fmla="*/ 42170768 w 58051775"/>
                <a:gd name="connsiteY4145" fmla="*/ 33145115 h 57949372"/>
                <a:gd name="connsiteX4146" fmla="*/ 42193568 w 58051775"/>
                <a:gd name="connsiteY4146" fmla="*/ 33089416 h 57949372"/>
                <a:gd name="connsiteX4147" fmla="*/ 42262156 w 58051775"/>
                <a:gd name="connsiteY4147" fmla="*/ 33073406 h 57949372"/>
                <a:gd name="connsiteX4148" fmla="*/ 43270800 w 58051775"/>
                <a:gd name="connsiteY4148" fmla="*/ 33070529 h 57949372"/>
                <a:gd name="connsiteX4149" fmla="*/ 43476772 w 58051775"/>
                <a:gd name="connsiteY4149" fmla="*/ 33138484 h 57949372"/>
                <a:gd name="connsiteX4150" fmla="*/ 43420942 w 58051775"/>
                <a:gd name="connsiteY4150" fmla="*/ 33299789 h 57949372"/>
                <a:gd name="connsiteX4151" fmla="*/ 43289672 w 58051775"/>
                <a:gd name="connsiteY4151" fmla="*/ 33335554 h 57949372"/>
                <a:gd name="connsiteX4152" fmla="*/ 43150928 w 58051775"/>
                <a:gd name="connsiteY4152" fmla="*/ 33193193 h 57949372"/>
                <a:gd name="connsiteX4153" fmla="*/ 43180002 w 58051775"/>
                <a:gd name="connsiteY4153" fmla="*/ 33082126 h 57949372"/>
                <a:gd name="connsiteX4154" fmla="*/ 43270800 w 58051775"/>
                <a:gd name="connsiteY4154" fmla="*/ 33070529 h 57949372"/>
                <a:gd name="connsiteX4155" fmla="*/ 45393292 w 58051775"/>
                <a:gd name="connsiteY4155" fmla="*/ 32987287 h 57949372"/>
                <a:gd name="connsiteX4156" fmla="*/ 45476631 w 58051775"/>
                <a:gd name="connsiteY4156" fmla="*/ 32992685 h 57949372"/>
                <a:gd name="connsiteX4157" fmla="*/ 45588711 w 58051775"/>
                <a:gd name="connsiteY4157" fmla="*/ 33022965 h 57949372"/>
                <a:gd name="connsiteX4158" fmla="*/ 45624312 w 58051775"/>
                <a:gd name="connsiteY4158" fmla="*/ 33213691 h 57949372"/>
                <a:gd name="connsiteX4159" fmla="*/ 45446974 w 58051775"/>
                <a:gd name="connsiteY4159" fmla="*/ 33318450 h 57949372"/>
                <a:gd name="connsiteX4160" fmla="*/ 45288202 w 58051775"/>
                <a:gd name="connsiteY4160" fmla="*/ 33170856 h 57949372"/>
                <a:gd name="connsiteX4161" fmla="*/ 45349528 w 58051775"/>
                <a:gd name="connsiteY4161" fmla="*/ 33005967 h 57949372"/>
                <a:gd name="connsiteX4162" fmla="*/ 45393292 w 58051775"/>
                <a:gd name="connsiteY4162" fmla="*/ 32987287 h 57949372"/>
                <a:gd name="connsiteX4163" fmla="*/ 44098138 w 58051775"/>
                <a:gd name="connsiteY4163" fmla="*/ 32821312 h 57949372"/>
                <a:gd name="connsiteX4164" fmla="*/ 44193812 w 58051775"/>
                <a:gd name="connsiteY4164" fmla="*/ 32943193 h 57949372"/>
                <a:gd name="connsiteX4165" fmla="*/ 44075352 w 58051775"/>
                <a:gd name="connsiteY4165" fmla="*/ 33070801 h 57949372"/>
                <a:gd name="connsiteX4166" fmla="*/ 43959434 w 58051775"/>
                <a:gd name="connsiteY4166" fmla="*/ 33043362 h 57949372"/>
                <a:gd name="connsiteX4167" fmla="*/ 43944700 w 58051775"/>
                <a:gd name="connsiteY4167" fmla="*/ 32940465 h 57949372"/>
                <a:gd name="connsiteX4168" fmla="*/ 43968480 w 58051775"/>
                <a:gd name="connsiteY4168" fmla="*/ 32847255 h 57949372"/>
                <a:gd name="connsiteX4169" fmla="*/ 44061034 w 58051775"/>
                <a:gd name="connsiteY4169" fmla="*/ 32823346 h 57949372"/>
                <a:gd name="connsiteX4170" fmla="*/ 44098138 w 58051775"/>
                <a:gd name="connsiteY4170" fmla="*/ 32821312 h 57949372"/>
                <a:gd name="connsiteX4171" fmla="*/ 46016528 w 58051775"/>
                <a:gd name="connsiteY4171" fmla="*/ 32542717 h 57949372"/>
                <a:gd name="connsiteX4172" fmla="*/ 46105049 w 58051775"/>
                <a:gd name="connsiteY4172" fmla="*/ 32547956 h 57949372"/>
                <a:gd name="connsiteX4173" fmla="*/ 46246476 w 58051775"/>
                <a:gd name="connsiteY4173" fmla="*/ 32723070 h 57949372"/>
                <a:gd name="connsiteX4174" fmla="*/ 46094073 w 58051775"/>
                <a:gd name="connsiteY4174" fmla="*/ 32893002 h 57949372"/>
                <a:gd name="connsiteX4175" fmla="*/ 45899887 w 58051775"/>
                <a:gd name="connsiteY4175" fmla="*/ 32722094 h 57949372"/>
                <a:gd name="connsiteX4176" fmla="*/ 45971829 w 58051775"/>
                <a:gd name="connsiteY4176" fmla="*/ 32561474 h 57949372"/>
                <a:gd name="connsiteX4177" fmla="*/ 46016528 w 58051775"/>
                <a:gd name="connsiteY4177" fmla="*/ 32542717 h 57949372"/>
                <a:gd name="connsiteX4178" fmla="*/ 50437652 w 58051775"/>
                <a:gd name="connsiteY4178" fmla="*/ 32372301 h 57949372"/>
                <a:gd name="connsiteX4179" fmla="*/ 50540595 w 58051775"/>
                <a:gd name="connsiteY4179" fmla="*/ 32403840 h 57949372"/>
                <a:gd name="connsiteX4180" fmla="*/ 50572134 w 58051775"/>
                <a:gd name="connsiteY4180" fmla="*/ 32435379 h 57949372"/>
                <a:gd name="connsiteX4181" fmla="*/ 50546368 w 58051775"/>
                <a:gd name="connsiteY4181" fmla="*/ 32485885 h 57949372"/>
                <a:gd name="connsiteX4182" fmla="*/ 50520602 w 58051775"/>
                <a:gd name="connsiteY4182" fmla="*/ 32563129 h 57949372"/>
                <a:gd name="connsiteX4183" fmla="*/ 50566215 w 58051775"/>
                <a:gd name="connsiteY4183" fmla="*/ 32639000 h 57949372"/>
                <a:gd name="connsiteX4184" fmla="*/ 50613393 w 58051775"/>
                <a:gd name="connsiteY4184" fmla="*/ 32669293 h 57949372"/>
                <a:gd name="connsiteX4185" fmla="*/ 50764131 w 58051775"/>
                <a:gd name="connsiteY4185" fmla="*/ 32726920 h 57949372"/>
                <a:gd name="connsiteX4186" fmla="*/ 50878431 w 58051775"/>
                <a:gd name="connsiteY4186" fmla="*/ 32753905 h 57949372"/>
                <a:gd name="connsiteX4187" fmla="*/ 51252957 w 58051775"/>
                <a:gd name="connsiteY4187" fmla="*/ 32815718 h 57949372"/>
                <a:gd name="connsiteX4188" fmla="*/ 51538707 w 58051775"/>
                <a:gd name="connsiteY4188" fmla="*/ 32857315 h 57949372"/>
                <a:gd name="connsiteX4189" fmla="*/ 51841402 w 58051775"/>
                <a:gd name="connsiteY4189" fmla="*/ 32893347 h 57949372"/>
                <a:gd name="connsiteX4190" fmla="*/ 52152552 w 58051775"/>
                <a:gd name="connsiteY4190" fmla="*/ 32937847 h 57949372"/>
                <a:gd name="connsiteX4191" fmla="*/ 52452075 w 58051775"/>
                <a:gd name="connsiteY4191" fmla="*/ 32985357 h 57949372"/>
                <a:gd name="connsiteX4192" fmla="*/ 52675391 w 58051775"/>
                <a:gd name="connsiteY4192" fmla="*/ 32997034 h 57949372"/>
                <a:gd name="connsiteX4193" fmla="*/ 52707731 w 58051775"/>
                <a:gd name="connsiteY4193" fmla="*/ 32929144 h 57949372"/>
                <a:gd name="connsiteX4194" fmla="*/ 52753440 w 58051775"/>
                <a:gd name="connsiteY4194" fmla="*/ 32810896 h 57949372"/>
                <a:gd name="connsiteX4195" fmla="*/ 52930328 w 58051775"/>
                <a:gd name="connsiteY4195" fmla="*/ 32734892 h 57949372"/>
                <a:gd name="connsiteX4196" fmla="*/ 52992260 w 58051775"/>
                <a:gd name="connsiteY4196" fmla="*/ 32786520 h 57949372"/>
                <a:gd name="connsiteX4197" fmla="*/ 52950823 w 58051775"/>
                <a:gd name="connsiteY4197" fmla="*/ 32978766 h 57949372"/>
                <a:gd name="connsiteX4198" fmla="*/ 52909312 w 58051775"/>
                <a:gd name="connsiteY4198" fmla="*/ 33238055 h 57949372"/>
                <a:gd name="connsiteX4199" fmla="*/ 52877655 w 58051775"/>
                <a:gd name="connsiteY4199" fmla="*/ 33488626 h 57949372"/>
                <a:gd name="connsiteX4200" fmla="*/ 52826409 w 58051775"/>
                <a:gd name="connsiteY4200" fmla="*/ 33746101 h 57949372"/>
                <a:gd name="connsiteX4201" fmla="*/ 52799706 w 58051775"/>
                <a:gd name="connsiteY4201" fmla="*/ 33894629 h 57949372"/>
                <a:gd name="connsiteX4202" fmla="*/ 52631332 w 58051775"/>
                <a:gd name="connsiteY4202" fmla="*/ 33935756 h 57949372"/>
                <a:gd name="connsiteX4203" fmla="*/ 52571460 w 58051775"/>
                <a:gd name="connsiteY4203" fmla="*/ 33708349 h 57949372"/>
                <a:gd name="connsiteX4204" fmla="*/ 52499842 w 58051775"/>
                <a:gd name="connsiteY4204" fmla="*/ 33556926 h 57949372"/>
                <a:gd name="connsiteX4205" fmla="*/ 52284358 w 58051775"/>
                <a:gd name="connsiteY4205" fmla="*/ 33510779 h 57949372"/>
                <a:gd name="connsiteX4206" fmla="*/ 52080662 w 58051775"/>
                <a:gd name="connsiteY4206" fmla="*/ 33464311 h 57949372"/>
                <a:gd name="connsiteX4207" fmla="*/ 52046034 w 58051775"/>
                <a:gd name="connsiteY4207" fmla="*/ 33426400 h 57949372"/>
                <a:gd name="connsiteX4208" fmla="*/ 51851643 w 58051775"/>
                <a:gd name="connsiteY4208" fmla="*/ 33419954 h 57949372"/>
                <a:gd name="connsiteX4209" fmla="*/ 51462600 w 58051775"/>
                <a:gd name="connsiteY4209" fmla="*/ 33358944 h 57949372"/>
                <a:gd name="connsiteX4210" fmla="*/ 51202250 w 58051775"/>
                <a:gd name="connsiteY4210" fmla="*/ 33324478 h 57949372"/>
                <a:gd name="connsiteX4211" fmla="*/ 50907952 w 58051775"/>
                <a:gd name="connsiteY4211" fmla="*/ 33280028 h 57949372"/>
                <a:gd name="connsiteX4212" fmla="*/ 50678245 w 58051775"/>
                <a:gd name="connsiteY4212" fmla="*/ 33244254 h 57949372"/>
                <a:gd name="connsiteX4213" fmla="*/ 50475895 w 58051775"/>
                <a:gd name="connsiteY4213" fmla="*/ 33277349 h 57949372"/>
                <a:gd name="connsiteX4214" fmla="*/ 50430911 w 58051775"/>
                <a:gd name="connsiteY4214" fmla="*/ 33393825 h 57949372"/>
                <a:gd name="connsiteX4215" fmla="*/ 50407604 w 58051775"/>
                <a:gd name="connsiteY4215" fmla="*/ 33493678 h 57949372"/>
                <a:gd name="connsiteX4216" fmla="*/ 50302262 w 58051775"/>
                <a:gd name="connsiteY4216" fmla="*/ 33513282 h 57949372"/>
                <a:gd name="connsiteX4217" fmla="*/ 50177702 w 58051775"/>
                <a:gd name="connsiteY4217" fmla="*/ 33381854 h 57949372"/>
                <a:gd name="connsiteX4218" fmla="*/ 50231813 w 58051775"/>
                <a:gd name="connsiteY4218" fmla="*/ 33099787 h 57949372"/>
                <a:gd name="connsiteX4219" fmla="*/ 50262069 w 58051775"/>
                <a:gd name="connsiteY4219" fmla="*/ 32805043 h 57949372"/>
                <a:gd name="connsiteX4220" fmla="*/ 50330663 w 58051775"/>
                <a:gd name="connsiteY4220" fmla="*/ 32407885 h 57949372"/>
                <a:gd name="connsiteX4221" fmla="*/ 50437652 w 58051775"/>
                <a:gd name="connsiteY4221" fmla="*/ 32372301 h 57949372"/>
                <a:gd name="connsiteX4222" fmla="*/ 44664560 w 58051775"/>
                <a:gd name="connsiteY4222" fmla="*/ 32365404 h 57949372"/>
                <a:gd name="connsiteX4223" fmla="*/ 44753721 w 58051775"/>
                <a:gd name="connsiteY4223" fmla="*/ 32370359 h 57949372"/>
                <a:gd name="connsiteX4224" fmla="*/ 44907206 w 58051775"/>
                <a:gd name="connsiteY4224" fmla="*/ 32549080 h 57949372"/>
                <a:gd name="connsiteX4225" fmla="*/ 44745945 w 58051775"/>
                <a:gd name="connsiteY4225" fmla="*/ 32706807 h 57949372"/>
                <a:gd name="connsiteX4226" fmla="*/ 44595684 w 58051775"/>
                <a:gd name="connsiteY4226" fmla="*/ 32685701 h 57949372"/>
                <a:gd name="connsiteX4227" fmla="*/ 44557956 w 58051775"/>
                <a:gd name="connsiteY4227" fmla="*/ 32540473 h 57949372"/>
                <a:gd name="connsiteX4228" fmla="*/ 44582916 w 58051775"/>
                <a:gd name="connsiteY4228" fmla="*/ 32410930 h 57949372"/>
                <a:gd name="connsiteX4229" fmla="*/ 44627366 w 58051775"/>
                <a:gd name="connsiteY4229" fmla="*/ 32377268 h 57949372"/>
                <a:gd name="connsiteX4230" fmla="*/ 44664560 w 58051775"/>
                <a:gd name="connsiteY4230" fmla="*/ 32365404 h 57949372"/>
                <a:gd name="connsiteX4231" fmla="*/ 43387798 w 58051775"/>
                <a:gd name="connsiteY4231" fmla="*/ 32363570 h 57949372"/>
                <a:gd name="connsiteX4232" fmla="*/ 43431404 w 58051775"/>
                <a:gd name="connsiteY4232" fmla="*/ 32365997 h 57949372"/>
                <a:gd name="connsiteX4233" fmla="*/ 43542530 w 58051775"/>
                <a:gd name="connsiteY4233" fmla="*/ 32403473 h 57949372"/>
                <a:gd name="connsiteX4234" fmla="*/ 43573704 w 58051775"/>
                <a:gd name="connsiteY4234" fmla="*/ 32559684 h 57949372"/>
                <a:gd name="connsiteX4235" fmla="*/ 43558464 w 58051775"/>
                <a:gd name="connsiteY4235" fmla="*/ 32699962 h 57949372"/>
                <a:gd name="connsiteX4236" fmla="*/ 43296480 w 58051775"/>
                <a:gd name="connsiteY4236" fmla="*/ 32701356 h 57949372"/>
                <a:gd name="connsiteX4237" fmla="*/ 43237504 w 58051775"/>
                <a:gd name="connsiteY4237" fmla="*/ 32634682 h 57949372"/>
                <a:gd name="connsiteX4238" fmla="*/ 43318576 w 58051775"/>
                <a:gd name="connsiteY4238" fmla="*/ 32389965 h 57949372"/>
                <a:gd name="connsiteX4239" fmla="*/ 43387798 w 58051775"/>
                <a:gd name="connsiteY4239" fmla="*/ 32363570 h 57949372"/>
                <a:gd name="connsiteX4240" fmla="*/ 45535508 w 58051775"/>
                <a:gd name="connsiteY4240" fmla="*/ 32283400 h 57949372"/>
                <a:gd name="connsiteX4241" fmla="*/ 45612052 w 58051775"/>
                <a:gd name="connsiteY4241" fmla="*/ 32442169 h 57949372"/>
                <a:gd name="connsiteX4242" fmla="*/ 45504502 w 58051775"/>
                <a:gd name="connsiteY4242" fmla="*/ 32626300 h 57949372"/>
                <a:gd name="connsiteX4243" fmla="*/ 45371955 w 58051775"/>
                <a:gd name="connsiteY4243" fmla="*/ 32524737 h 57949372"/>
                <a:gd name="connsiteX4244" fmla="*/ 45437619 w 58051775"/>
                <a:gd name="connsiteY4244" fmla="*/ 32328552 h 57949372"/>
                <a:gd name="connsiteX4245" fmla="*/ 45535508 w 58051775"/>
                <a:gd name="connsiteY4245" fmla="*/ 32283400 h 57949372"/>
                <a:gd name="connsiteX4246" fmla="*/ 42595008 w 58051775"/>
                <a:gd name="connsiteY4246" fmla="*/ 32276463 h 57949372"/>
                <a:gd name="connsiteX4247" fmla="*/ 42657944 w 58051775"/>
                <a:gd name="connsiteY4247" fmla="*/ 32278052 h 57949372"/>
                <a:gd name="connsiteX4248" fmla="*/ 42802272 w 58051775"/>
                <a:gd name="connsiteY4248" fmla="*/ 32346540 h 57949372"/>
                <a:gd name="connsiteX4249" fmla="*/ 42865412 w 58051775"/>
                <a:gd name="connsiteY4249" fmla="*/ 32409679 h 57949372"/>
                <a:gd name="connsiteX4250" fmla="*/ 42860366 w 58051775"/>
                <a:gd name="connsiteY4250" fmla="*/ 32499009 h 57949372"/>
                <a:gd name="connsiteX4251" fmla="*/ 42811286 w 58051775"/>
                <a:gd name="connsiteY4251" fmla="*/ 32619650 h 57949372"/>
                <a:gd name="connsiteX4252" fmla="*/ 42750024 w 58051775"/>
                <a:gd name="connsiteY4252" fmla="*/ 32684439 h 57949372"/>
                <a:gd name="connsiteX4253" fmla="*/ 42644986 w 58051775"/>
                <a:gd name="connsiteY4253" fmla="*/ 32712952 h 57949372"/>
                <a:gd name="connsiteX4254" fmla="*/ 42497548 w 58051775"/>
                <a:gd name="connsiteY4254" fmla="*/ 32648358 h 57949372"/>
                <a:gd name="connsiteX4255" fmla="*/ 42432952 w 58051775"/>
                <a:gd name="connsiteY4255" fmla="*/ 32500919 h 57949372"/>
                <a:gd name="connsiteX4256" fmla="*/ 42449042 w 58051775"/>
                <a:gd name="connsiteY4256" fmla="*/ 32383180 h 57949372"/>
                <a:gd name="connsiteX4257" fmla="*/ 42557704 w 58051775"/>
                <a:gd name="connsiteY4257" fmla="*/ 32280147 h 57949372"/>
                <a:gd name="connsiteX4258" fmla="*/ 42595008 w 58051775"/>
                <a:gd name="connsiteY4258" fmla="*/ 32276463 h 57949372"/>
                <a:gd name="connsiteX4259" fmla="*/ 44073920 w 58051775"/>
                <a:gd name="connsiteY4259" fmla="*/ 31921509 h 57949372"/>
                <a:gd name="connsiteX4260" fmla="*/ 44171436 w 58051775"/>
                <a:gd name="connsiteY4260" fmla="*/ 31940946 h 57949372"/>
                <a:gd name="connsiteX4261" fmla="*/ 44196002 w 58051775"/>
                <a:gd name="connsiteY4261" fmla="*/ 32053693 h 57949372"/>
                <a:gd name="connsiteX4262" fmla="*/ 44076766 w 58051775"/>
                <a:gd name="connsiteY4262" fmla="*/ 32179592 h 57949372"/>
                <a:gd name="connsiteX4263" fmla="*/ 43951008 w 58051775"/>
                <a:gd name="connsiteY4263" fmla="*/ 32043619 h 57949372"/>
                <a:gd name="connsiteX4264" fmla="*/ 43980102 w 58051775"/>
                <a:gd name="connsiteY4264" fmla="*/ 31931490 h 57949372"/>
                <a:gd name="connsiteX4265" fmla="*/ 44073920 w 58051775"/>
                <a:gd name="connsiteY4265" fmla="*/ 31921509 h 57949372"/>
                <a:gd name="connsiteX4266" fmla="*/ 45681254 w 58051775"/>
                <a:gd name="connsiteY4266" fmla="*/ 31838900 h 57949372"/>
                <a:gd name="connsiteX4267" fmla="*/ 45800006 w 58051775"/>
                <a:gd name="connsiteY4267" fmla="*/ 31922554 h 57949372"/>
                <a:gd name="connsiteX4268" fmla="*/ 45682649 w 58051775"/>
                <a:gd name="connsiteY4268" fmla="*/ 31997464 h 57949372"/>
                <a:gd name="connsiteX4269" fmla="*/ 45551054 w 58051775"/>
                <a:gd name="connsiteY4269" fmla="*/ 31919562 h 57949372"/>
                <a:gd name="connsiteX4270" fmla="*/ 45574188 w 58051775"/>
                <a:gd name="connsiteY4270" fmla="*/ 31859528 h 57949372"/>
                <a:gd name="connsiteX4271" fmla="*/ 45681254 w 58051775"/>
                <a:gd name="connsiteY4271" fmla="*/ 31838900 h 57949372"/>
                <a:gd name="connsiteX4272" fmla="*/ 5432680 w 58051775"/>
                <a:gd name="connsiteY4272" fmla="*/ 31826200 h 57949372"/>
                <a:gd name="connsiteX4273" fmla="*/ 5386516 w 58051775"/>
                <a:gd name="connsiteY4273" fmla="*/ 31862269 h 57949372"/>
                <a:gd name="connsiteX4274" fmla="*/ 5324188 w 58051775"/>
                <a:gd name="connsiteY4274" fmla="*/ 31912781 h 57949372"/>
                <a:gd name="connsiteX4275" fmla="*/ 5296240 w 58051775"/>
                <a:gd name="connsiteY4275" fmla="*/ 31937037 h 57949372"/>
                <a:gd name="connsiteX4276" fmla="*/ 5276808 w 58051775"/>
                <a:gd name="connsiteY4276" fmla="*/ 32007845 h 57949372"/>
                <a:gd name="connsiteX4277" fmla="*/ 5234908 w 58051775"/>
                <a:gd name="connsiteY4277" fmla="*/ 32090358 h 57949372"/>
                <a:gd name="connsiteX4278" fmla="*/ 5200652 w 58051775"/>
                <a:gd name="connsiteY4278" fmla="*/ 32111872 h 57949372"/>
                <a:gd name="connsiteX4279" fmla="*/ 5202816 w 58051775"/>
                <a:gd name="connsiteY4279" fmla="*/ 32288063 h 57949372"/>
                <a:gd name="connsiteX4280" fmla="*/ 5240916 w 58051775"/>
                <a:gd name="connsiteY4280" fmla="*/ 32501842 h 57949372"/>
                <a:gd name="connsiteX4281" fmla="*/ 5276852 w 58051775"/>
                <a:gd name="connsiteY4281" fmla="*/ 32539437 h 57949372"/>
                <a:gd name="connsiteX4282" fmla="*/ 5441952 w 58051775"/>
                <a:gd name="connsiteY4282" fmla="*/ 32535107 h 57949372"/>
                <a:gd name="connsiteX4283" fmla="*/ 5683252 w 58051775"/>
                <a:gd name="connsiteY4283" fmla="*/ 32493573 h 57949372"/>
                <a:gd name="connsiteX4284" fmla="*/ 5973156 w 58051775"/>
                <a:gd name="connsiteY4284" fmla="*/ 32457269 h 57949372"/>
                <a:gd name="connsiteX4285" fmla="*/ 6193608 w 58051775"/>
                <a:gd name="connsiteY4285" fmla="*/ 32440587 h 57949372"/>
                <a:gd name="connsiteX4286" fmla="*/ 6124944 w 58051775"/>
                <a:gd name="connsiteY4286" fmla="*/ 32264750 h 57949372"/>
                <a:gd name="connsiteX4287" fmla="*/ 6095152 w 58051775"/>
                <a:gd name="connsiteY4287" fmla="*/ 32124650 h 57949372"/>
                <a:gd name="connsiteX4288" fmla="*/ 6053048 w 58051775"/>
                <a:gd name="connsiteY4288" fmla="*/ 31997650 h 57949372"/>
                <a:gd name="connsiteX4289" fmla="*/ 6019504 w 58051775"/>
                <a:gd name="connsiteY4289" fmla="*/ 31944345 h 57949372"/>
                <a:gd name="connsiteX4290" fmla="*/ 5985992 w 58051775"/>
                <a:gd name="connsiteY4290" fmla="*/ 31895870 h 57949372"/>
                <a:gd name="connsiteX4291" fmla="*/ 5930052 w 58051775"/>
                <a:gd name="connsiteY4291" fmla="*/ 31850750 h 57949372"/>
                <a:gd name="connsiteX4292" fmla="*/ 5669088 w 58051775"/>
                <a:gd name="connsiteY4292" fmla="*/ 31826200 h 57949372"/>
                <a:gd name="connsiteX4293" fmla="*/ 46343598 w 58051775"/>
                <a:gd name="connsiteY4293" fmla="*/ 31654582 h 57949372"/>
                <a:gd name="connsiteX4294" fmla="*/ 46488352 w 58051775"/>
                <a:gd name="connsiteY4294" fmla="*/ 31683325 h 57949372"/>
                <a:gd name="connsiteX4295" fmla="*/ 46568927 w 58051775"/>
                <a:gd name="connsiteY4295" fmla="*/ 31765382 h 57949372"/>
                <a:gd name="connsiteX4296" fmla="*/ 46603260 w 58051775"/>
                <a:gd name="connsiteY4296" fmla="*/ 31871937 h 57949372"/>
                <a:gd name="connsiteX4297" fmla="*/ 46589695 w 58051775"/>
                <a:gd name="connsiteY4297" fmla="*/ 32133443 h 57949372"/>
                <a:gd name="connsiteX4298" fmla="*/ 46393102 w 58051775"/>
                <a:gd name="connsiteY4298" fmla="*/ 32181800 h 57949372"/>
                <a:gd name="connsiteX4299" fmla="*/ 46173500 w 58051775"/>
                <a:gd name="connsiteY4299" fmla="*/ 31946807 h 57949372"/>
                <a:gd name="connsiteX4300" fmla="*/ 46196131 w 58051775"/>
                <a:gd name="connsiteY4300" fmla="*/ 31788233 h 57949372"/>
                <a:gd name="connsiteX4301" fmla="*/ 46236969 w 58051775"/>
                <a:gd name="connsiteY4301" fmla="*/ 31762700 h 57949372"/>
                <a:gd name="connsiteX4302" fmla="*/ 46272861 w 58051775"/>
                <a:gd name="connsiteY4302" fmla="*/ 31719227 h 57949372"/>
                <a:gd name="connsiteX4303" fmla="*/ 46307138 w 58051775"/>
                <a:gd name="connsiteY4303" fmla="*/ 31663549 h 57949372"/>
                <a:gd name="connsiteX4304" fmla="*/ 46343598 w 58051775"/>
                <a:gd name="connsiteY4304" fmla="*/ 31654582 h 57949372"/>
                <a:gd name="connsiteX4305" fmla="*/ 43327564 w 58051775"/>
                <a:gd name="connsiteY4305" fmla="*/ 31497182 h 57949372"/>
                <a:gd name="connsiteX4306" fmla="*/ 43377828 w 58051775"/>
                <a:gd name="connsiteY4306" fmla="*/ 31510278 h 57949372"/>
                <a:gd name="connsiteX4307" fmla="*/ 43464300 w 58051775"/>
                <a:gd name="connsiteY4307" fmla="*/ 31556207 h 57949372"/>
                <a:gd name="connsiteX4308" fmla="*/ 43551282 w 58051775"/>
                <a:gd name="connsiteY4308" fmla="*/ 31602254 h 57949372"/>
                <a:gd name="connsiteX4309" fmla="*/ 43567156 w 58051775"/>
                <a:gd name="connsiteY4309" fmla="*/ 31721223 h 57949372"/>
                <a:gd name="connsiteX4310" fmla="*/ 43573702 w 58051775"/>
                <a:gd name="connsiteY4310" fmla="*/ 31825800 h 57949372"/>
                <a:gd name="connsiteX4311" fmla="*/ 43530294 w 58051775"/>
                <a:gd name="connsiteY4311" fmla="*/ 31860923 h 57949372"/>
                <a:gd name="connsiteX4312" fmla="*/ 43340148 w 58051775"/>
                <a:gd name="connsiteY4312" fmla="*/ 31896050 h 57949372"/>
                <a:gd name="connsiteX4313" fmla="*/ 43140728 w 58051775"/>
                <a:gd name="connsiteY4313" fmla="*/ 31779723 h 57949372"/>
                <a:gd name="connsiteX4314" fmla="*/ 43190110 w 58051775"/>
                <a:gd name="connsiteY4314" fmla="*/ 31577747 h 57949372"/>
                <a:gd name="connsiteX4315" fmla="*/ 43260298 w 58051775"/>
                <a:gd name="connsiteY4315" fmla="*/ 31525649 h 57949372"/>
                <a:gd name="connsiteX4316" fmla="*/ 43327564 w 58051775"/>
                <a:gd name="connsiteY4316" fmla="*/ 31497182 h 57949372"/>
                <a:gd name="connsiteX4317" fmla="*/ 45083470 w 58051775"/>
                <a:gd name="connsiteY4317" fmla="*/ 31385474 h 57949372"/>
                <a:gd name="connsiteX4318" fmla="*/ 45137083 w 58051775"/>
                <a:gd name="connsiteY4318" fmla="*/ 31388097 h 57949372"/>
                <a:gd name="connsiteX4319" fmla="*/ 45350483 w 58051775"/>
                <a:gd name="connsiteY4319" fmla="*/ 31610275 h 57949372"/>
                <a:gd name="connsiteX4320" fmla="*/ 45299082 w 58051775"/>
                <a:gd name="connsiteY4320" fmla="*/ 31812232 h 57949372"/>
                <a:gd name="connsiteX4321" fmla="*/ 44998672 w 58051775"/>
                <a:gd name="connsiteY4321" fmla="*/ 31806316 h 57949372"/>
                <a:gd name="connsiteX4322" fmla="*/ 44915651 w 58051775"/>
                <a:gd name="connsiteY4322" fmla="*/ 31609829 h 57949372"/>
                <a:gd name="connsiteX4323" fmla="*/ 45006318 w 58051775"/>
                <a:gd name="connsiteY4323" fmla="*/ 31412892 h 57949372"/>
                <a:gd name="connsiteX4324" fmla="*/ 45083470 w 58051775"/>
                <a:gd name="connsiteY4324" fmla="*/ 31385474 h 57949372"/>
                <a:gd name="connsiteX4325" fmla="*/ 44162896 w 58051775"/>
                <a:gd name="connsiteY4325" fmla="*/ 31120600 h 57949372"/>
                <a:gd name="connsiteX4326" fmla="*/ 44205936 w 58051775"/>
                <a:gd name="connsiteY4326" fmla="*/ 31122157 h 57949372"/>
                <a:gd name="connsiteX4327" fmla="*/ 44415078 w 58051775"/>
                <a:gd name="connsiteY4327" fmla="*/ 31195509 h 57949372"/>
                <a:gd name="connsiteX4328" fmla="*/ 44462703 w 58051775"/>
                <a:gd name="connsiteY4328" fmla="*/ 31240569 h 57949372"/>
                <a:gd name="connsiteX4329" fmla="*/ 44462703 w 58051775"/>
                <a:gd name="connsiteY4329" fmla="*/ 31372207 h 57949372"/>
                <a:gd name="connsiteX4330" fmla="*/ 44223480 w 58051775"/>
                <a:gd name="connsiteY4330" fmla="*/ 31540451 h 57949372"/>
                <a:gd name="connsiteX4331" fmla="*/ 43998560 w 58051775"/>
                <a:gd name="connsiteY4331" fmla="*/ 31508701 h 57949372"/>
                <a:gd name="connsiteX4332" fmla="*/ 43949578 w 58051775"/>
                <a:gd name="connsiteY4332" fmla="*/ 31328991 h 57949372"/>
                <a:gd name="connsiteX4333" fmla="*/ 43999720 w 58051775"/>
                <a:gd name="connsiteY4333" fmla="*/ 31232824 h 57949372"/>
                <a:gd name="connsiteX4334" fmla="*/ 44058060 w 58051775"/>
                <a:gd name="connsiteY4334" fmla="*/ 31181567 h 57949372"/>
                <a:gd name="connsiteX4335" fmla="*/ 44094176 w 58051775"/>
                <a:gd name="connsiteY4335" fmla="*/ 31133356 h 57949372"/>
                <a:gd name="connsiteX4336" fmla="*/ 44162896 w 58051775"/>
                <a:gd name="connsiteY4336" fmla="*/ 31120600 h 57949372"/>
                <a:gd name="connsiteX4337" fmla="*/ 43454572 w 58051775"/>
                <a:gd name="connsiteY4337" fmla="*/ 30683200 h 57949372"/>
                <a:gd name="connsiteX4338" fmla="*/ 43564686 w 58051775"/>
                <a:gd name="connsiteY4338" fmla="*/ 30814423 h 57949372"/>
                <a:gd name="connsiteX4339" fmla="*/ 43554652 w 58051775"/>
                <a:gd name="connsiteY4339" fmla="*/ 30904712 h 57949372"/>
                <a:gd name="connsiteX4340" fmla="*/ 43503852 w 58051775"/>
                <a:gd name="connsiteY4340" fmla="*/ 30919434 h 57949372"/>
                <a:gd name="connsiteX4341" fmla="*/ 43458274 w 58051775"/>
                <a:gd name="connsiteY4341" fmla="*/ 30951553 h 57949372"/>
                <a:gd name="connsiteX4342" fmla="*/ 43475432 w 58051775"/>
                <a:gd name="connsiteY4342" fmla="*/ 31058362 h 57949372"/>
                <a:gd name="connsiteX4343" fmla="*/ 43399840 w 58051775"/>
                <a:gd name="connsiteY4343" fmla="*/ 31260725 h 57949372"/>
                <a:gd name="connsiteX4344" fmla="*/ 43167320 w 58051775"/>
                <a:gd name="connsiteY4344" fmla="*/ 31242031 h 57949372"/>
                <a:gd name="connsiteX4345" fmla="*/ 43140970 w 58051775"/>
                <a:gd name="connsiteY4345" fmla="*/ 30992682 h 57949372"/>
                <a:gd name="connsiteX4346" fmla="*/ 43252496 w 58051775"/>
                <a:gd name="connsiteY4346" fmla="*/ 30861574 h 57949372"/>
                <a:gd name="connsiteX4347" fmla="*/ 43313352 w 58051775"/>
                <a:gd name="connsiteY4347" fmla="*/ 30840142 h 57949372"/>
                <a:gd name="connsiteX4348" fmla="*/ 43317044 w 58051775"/>
                <a:gd name="connsiteY4348" fmla="*/ 30771198 h 57949372"/>
                <a:gd name="connsiteX4349" fmla="*/ 43348042 w 58051775"/>
                <a:gd name="connsiteY4349" fmla="*/ 30692726 h 57949372"/>
                <a:gd name="connsiteX4350" fmla="*/ 43454572 w 58051775"/>
                <a:gd name="connsiteY4350" fmla="*/ 30683200 h 57949372"/>
                <a:gd name="connsiteX4351" fmla="*/ 11480712 w 58051775"/>
                <a:gd name="connsiteY4351" fmla="*/ 30683200 h 57949372"/>
                <a:gd name="connsiteX4352" fmla="*/ 11622184 w 58051775"/>
                <a:gd name="connsiteY4352" fmla="*/ 30737175 h 57949372"/>
                <a:gd name="connsiteX4353" fmla="*/ 11685960 w 58051775"/>
                <a:gd name="connsiteY4353" fmla="*/ 30861000 h 57949372"/>
                <a:gd name="connsiteX4354" fmla="*/ 11662936 w 58051775"/>
                <a:gd name="connsiteY4354" fmla="*/ 31136310 h 57949372"/>
                <a:gd name="connsiteX4355" fmla="*/ 11439392 w 58051775"/>
                <a:gd name="connsiteY4355" fmla="*/ 31200719 h 57949372"/>
                <a:gd name="connsiteX4356" fmla="*/ 11292176 w 58051775"/>
                <a:gd name="connsiteY4356" fmla="*/ 31160619 h 57949372"/>
                <a:gd name="connsiteX4357" fmla="*/ 11258552 w 58051775"/>
                <a:gd name="connsiteY4357" fmla="*/ 30962882 h 57949372"/>
                <a:gd name="connsiteX4358" fmla="*/ 11258552 w 58051775"/>
                <a:gd name="connsiteY4358" fmla="*/ 30798771 h 57949372"/>
                <a:gd name="connsiteX4359" fmla="*/ 11303000 w 58051775"/>
                <a:gd name="connsiteY4359" fmla="*/ 30755338 h 57949372"/>
                <a:gd name="connsiteX4360" fmla="*/ 11370176 w 58051775"/>
                <a:gd name="connsiteY4360" fmla="*/ 30697553 h 57949372"/>
                <a:gd name="connsiteX4361" fmla="*/ 11480712 w 58051775"/>
                <a:gd name="connsiteY4361" fmla="*/ 30683200 h 57949372"/>
                <a:gd name="connsiteX4362" fmla="*/ 46084124 w 58051775"/>
                <a:gd name="connsiteY4362" fmla="*/ 30676523 h 57949372"/>
                <a:gd name="connsiteX4363" fmla="*/ 46162816 w 58051775"/>
                <a:gd name="connsiteY4363" fmla="*/ 30680664 h 57949372"/>
                <a:gd name="connsiteX4364" fmla="*/ 46291959 w 58051775"/>
                <a:gd name="connsiteY4364" fmla="*/ 30730370 h 57949372"/>
                <a:gd name="connsiteX4365" fmla="*/ 46329901 w 58051775"/>
                <a:gd name="connsiteY4365" fmla="*/ 30978475 h 57949372"/>
                <a:gd name="connsiteX4366" fmla="*/ 46221402 w 58051775"/>
                <a:gd name="connsiteY4366" fmla="*/ 31109230 h 57949372"/>
                <a:gd name="connsiteX4367" fmla="*/ 45968168 w 58051775"/>
                <a:gd name="connsiteY4367" fmla="*/ 31049299 h 57949372"/>
                <a:gd name="connsiteX4368" fmla="*/ 45904348 w 58051775"/>
                <a:gd name="connsiteY4368" fmla="*/ 30907546 h 57949372"/>
                <a:gd name="connsiteX4369" fmla="*/ 45907523 w 58051775"/>
                <a:gd name="connsiteY4369" fmla="*/ 30802450 h 57949372"/>
                <a:gd name="connsiteX4370" fmla="*/ 45963579 w 58051775"/>
                <a:gd name="connsiteY4370" fmla="*/ 30774010 h 57949372"/>
                <a:gd name="connsiteX4371" fmla="*/ 46018670 w 58051775"/>
                <a:gd name="connsiteY4371" fmla="*/ 30733318 h 57949372"/>
                <a:gd name="connsiteX4372" fmla="*/ 46048144 w 58051775"/>
                <a:gd name="connsiteY4372" fmla="*/ 30688868 h 57949372"/>
                <a:gd name="connsiteX4373" fmla="*/ 46084124 w 58051775"/>
                <a:gd name="connsiteY4373" fmla="*/ 30676523 h 57949372"/>
                <a:gd name="connsiteX4374" fmla="*/ 7246508 w 58051775"/>
                <a:gd name="connsiteY4374" fmla="*/ 30607474 h 57949372"/>
                <a:gd name="connsiteX4375" fmla="*/ 7404852 w 58051775"/>
                <a:gd name="connsiteY4375" fmla="*/ 30697308 h 57949372"/>
                <a:gd name="connsiteX4376" fmla="*/ 7426560 w 58051775"/>
                <a:gd name="connsiteY4376" fmla="*/ 30889067 h 57949372"/>
                <a:gd name="connsiteX4377" fmla="*/ 7469448 w 58051775"/>
                <a:gd name="connsiteY4377" fmla="*/ 31098275 h 57949372"/>
                <a:gd name="connsiteX4378" fmla="*/ 7468552 w 58051775"/>
                <a:gd name="connsiteY4378" fmla="*/ 31256002 h 57949372"/>
                <a:gd name="connsiteX4379" fmla="*/ 7423920 w 58051775"/>
                <a:gd name="connsiteY4379" fmla="*/ 31313301 h 57949372"/>
                <a:gd name="connsiteX4380" fmla="*/ 7377964 w 58051775"/>
                <a:gd name="connsiteY4380" fmla="*/ 31363031 h 57949372"/>
                <a:gd name="connsiteX4381" fmla="*/ 7325948 w 58051775"/>
                <a:gd name="connsiteY4381" fmla="*/ 31412659 h 57949372"/>
                <a:gd name="connsiteX4382" fmla="*/ 7281864 w 58051775"/>
                <a:gd name="connsiteY4382" fmla="*/ 31456313 h 57949372"/>
                <a:gd name="connsiteX4383" fmla="*/ 7237412 w 58051775"/>
                <a:gd name="connsiteY4383" fmla="*/ 31500763 h 57949372"/>
                <a:gd name="connsiteX4384" fmla="*/ 7192964 w 58051775"/>
                <a:gd name="connsiteY4384" fmla="*/ 31545213 h 57949372"/>
                <a:gd name="connsiteX4385" fmla="*/ 7148512 w 58051775"/>
                <a:gd name="connsiteY4385" fmla="*/ 31589663 h 57949372"/>
                <a:gd name="connsiteX4386" fmla="*/ 7104064 w 58051775"/>
                <a:gd name="connsiteY4386" fmla="*/ 31634114 h 57949372"/>
                <a:gd name="connsiteX4387" fmla="*/ 7059612 w 58051775"/>
                <a:gd name="connsiteY4387" fmla="*/ 31678563 h 57949372"/>
                <a:gd name="connsiteX4388" fmla="*/ 7015164 w 58051775"/>
                <a:gd name="connsiteY4388" fmla="*/ 31723013 h 57949372"/>
                <a:gd name="connsiteX4389" fmla="*/ 6970712 w 58051775"/>
                <a:gd name="connsiteY4389" fmla="*/ 31767463 h 57949372"/>
                <a:gd name="connsiteX4390" fmla="*/ 6926264 w 58051775"/>
                <a:gd name="connsiteY4390" fmla="*/ 31811913 h 57949372"/>
                <a:gd name="connsiteX4391" fmla="*/ 6881812 w 58051775"/>
                <a:gd name="connsiteY4391" fmla="*/ 31856363 h 57949372"/>
                <a:gd name="connsiteX4392" fmla="*/ 6837364 w 58051775"/>
                <a:gd name="connsiteY4392" fmla="*/ 31900813 h 57949372"/>
                <a:gd name="connsiteX4393" fmla="*/ 6792912 w 58051775"/>
                <a:gd name="connsiteY4393" fmla="*/ 31945263 h 57949372"/>
                <a:gd name="connsiteX4394" fmla="*/ 6748464 w 58051775"/>
                <a:gd name="connsiteY4394" fmla="*/ 31989713 h 57949372"/>
                <a:gd name="connsiteX4395" fmla="*/ 6703376 w 58051775"/>
                <a:gd name="connsiteY4395" fmla="*/ 32035564 h 57949372"/>
                <a:gd name="connsiteX4396" fmla="*/ 6678160 w 58051775"/>
                <a:gd name="connsiteY4396" fmla="*/ 32067500 h 57949372"/>
                <a:gd name="connsiteX4397" fmla="*/ 6592568 w 58051775"/>
                <a:gd name="connsiteY4397" fmla="*/ 32144971 h 57949372"/>
                <a:gd name="connsiteX4398" fmla="*/ 6500496 w 58051775"/>
                <a:gd name="connsiteY4398" fmla="*/ 32227599 h 57949372"/>
                <a:gd name="connsiteX4399" fmla="*/ 6439448 w 58051775"/>
                <a:gd name="connsiteY4399" fmla="*/ 32323346 h 57949372"/>
                <a:gd name="connsiteX4400" fmla="*/ 6678904 w 58051775"/>
                <a:gd name="connsiteY4400" fmla="*/ 32363077 h 57949372"/>
                <a:gd name="connsiteX4401" fmla="*/ 6911968 w 58051775"/>
                <a:gd name="connsiteY4401" fmla="*/ 32372898 h 57949372"/>
                <a:gd name="connsiteX4402" fmla="*/ 6955456 w 58051775"/>
                <a:gd name="connsiteY4402" fmla="*/ 32339728 h 57949372"/>
                <a:gd name="connsiteX4403" fmla="*/ 7019828 w 58051775"/>
                <a:gd name="connsiteY4403" fmla="*/ 32314573 h 57949372"/>
                <a:gd name="connsiteX4404" fmla="*/ 7092232 w 58051775"/>
                <a:gd name="connsiteY4404" fmla="*/ 32303197 h 57949372"/>
                <a:gd name="connsiteX4405" fmla="*/ 7209552 w 58051775"/>
                <a:gd name="connsiteY4405" fmla="*/ 32282954 h 57949372"/>
                <a:gd name="connsiteX4406" fmla="*/ 7314328 w 58051775"/>
                <a:gd name="connsiteY4406" fmla="*/ 32242244 h 57949372"/>
                <a:gd name="connsiteX4407" fmla="*/ 7347136 w 58051775"/>
                <a:gd name="connsiteY4407" fmla="*/ 32100013 h 57949372"/>
                <a:gd name="connsiteX4408" fmla="*/ 7417092 w 58051775"/>
                <a:gd name="connsiteY4408" fmla="*/ 31930835 h 57949372"/>
                <a:gd name="connsiteX4409" fmla="*/ 7526032 w 58051775"/>
                <a:gd name="connsiteY4409" fmla="*/ 32004000 h 57949372"/>
                <a:gd name="connsiteX4410" fmla="*/ 7599608 w 58051775"/>
                <a:gd name="connsiteY4410" fmla="*/ 32375311 h 57949372"/>
                <a:gd name="connsiteX4411" fmla="*/ 7650656 w 58051775"/>
                <a:gd name="connsiteY4411" fmla="*/ 32650559 h 57949372"/>
                <a:gd name="connsiteX4412" fmla="*/ 7693044 w 58051775"/>
                <a:gd name="connsiteY4412" fmla="*/ 32852169 h 57949372"/>
                <a:gd name="connsiteX4413" fmla="*/ 7672552 w 58051775"/>
                <a:gd name="connsiteY4413" fmla="*/ 33043645 h 57949372"/>
                <a:gd name="connsiteX4414" fmla="*/ 7596188 w 58051775"/>
                <a:gd name="connsiteY4414" fmla="*/ 33070801 h 57949372"/>
                <a:gd name="connsiteX4415" fmla="*/ 7442200 w 58051775"/>
                <a:gd name="connsiteY4415" fmla="*/ 32944293 h 57949372"/>
                <a:gd name="connsiteX4416" fmla="*/ 7397976 w 58051775"/>
                <a:gd name="connsiteY4416" fmla="*/ 32849641 h 57949372"/>
                <a:gd name="connsiteX4417" fmla="*/ 7253892 w 58051775"/>
                <a:gd name="connsiteY4417" fmla="*/ 32804100 h 57949372"/>
                <a:gd name="connsiteX4418" fmla="*/ 7129984 w 58051775"/>
                <a:gd name="connsiteY4418" fmla="*/ 32830675 h 57949372"/>
                <a:gd name="connsiteX4419" fmla="*/ 7082000 w 58051775"/>
                <a:gd name="connsiteY4419" fmla="*/ 32870062 h 57949372"/>
                <a:gd name="connsiteX4420" fmla="*/ 6754988 w 58051775"/>
                <a:gd name="connsiteY4420" fmla="*/ 32891761 h 57949372"/>
                <a:gd name="connsiteX4421" fmla="*/ 6451916 w 58051775"/>
                <a:gd name="connsiteY4421" fmla="*/ 32900646 h 57949372"/>
                <a:gd name="connsiteX4422" fmla="*/ 6377364 w 58051775"/>
                <a:gd name="connsiteY4422" fmla="*/ 32972071 h 57949372"/>
                <a:gd name="connsiteX4423" fmla="*/ 5810248 w 58051775"/>
                <a:gd name="connsiteY4423" fmla="*/ 32970955 h 57949372"/>
                <a:gd name="connsiteX4424" fmla="*/ 5730760 w 58051775"/>
                <a:gd name="connsiteY4424" fmla="*/ 33015579 h 57949372"/>
                <a:gd name="connsiteX4425" fmla="*/ 5495808 w 58051775"/>
                <a:gd name="connsiteY4425" fmla="*/ 33060847 h 57949372"/>
                <a:gd name="connsiteX4426" fmla="*/ 5294864 w 58051775"/>
                <a:gd name="connsiteY4426" fmla="*/ 33130670 h 57949372"/>
                <a:gd name="connsiteX4427" fmla="*/ 5276472 w 58051775"/>
                <a:gd name="connsiteY4427" fmla="*/ 33239196 h 57949372"/>
                <a:gd name="connsiteX4428" fmla="*/ 5114612 w 58051775"/>
                <a:gd name="connsiteY4428" fmla="*/ 33407164 h 57949372"/>
                <a:gd name="connsiteX4429" fmla="*/ 5029396 w 58051775"/>
                <a:gd name="connsiteY4429" fmla="*/ 33227836 h 57949372"/>
                <a:gd name="connsiteX4430" fmla="*/ 4976944 w 58051775"/>
                <a:gd name="connsiteY4430" fmla="*/ 32960056 h 57949372"/>
                <a:gd name="connsiteX4431" fmla="*/ 4953000 w 58051775"/>
                <a:gd name="connsiteY4431" fmla="*/ 32552500 h 57949372"/>
                <a:gd name="connsiteX4432" fmla="*/ 4934540 w 58051775"/>
                <a:gd name="connsiteY4432" fmla="*/ 32149901 h 57949372"/>
                <a:gd name="connsiteX4433" fmla="*/ 4918644 w 58051775"/>
                <a:gd name="connsiteY4433" fmla="*/ 32068508 h 57949372"/>
                <a:gd name="connsiteX4434" fmla="*/ 4923232 w 58051775"/>
                <a:gd name="connsiteY4434" fmla="*/ 31959550 h 57949372"/>
                <a:gd name="connsiteX4435" fmla="*/ 4940908 w 58051775"/>
                <a:gd name="connsiteY4435" fmla="*/ 31783936 h 57949372"/>
                <a:gd name="connsiteX4436" fmla="*/ 4983872 w 58051775"/>
                <a:gd name="connsiteY4436" fmla="*/ 31686832 h 57949372"/>
                <a:gd name="connsiteX4437" fmla="*/ 5037912 w 58051775"/>
                <a:gd name="connsiteY4437" fmla="*/ 31571977 h 57949372"/>
                <a:gd name="connsiteX4438" fmla="*/ 5076868 w 58051775"/>
                <a:gd name="connsiteY4438" fmla="*/ 31492211 h 57949372"/>
                <a:gd name="connsiteX4439" fmla="*/ 5136592 w 58051775"/>
                <a:gd name="connsiteY4439" fmla="*/ 31446276 h 57949372"/>
                <a:gd name="connsiteX4440" fmla="*/ 5193700 w 58051775"/>
                <a:gd name="connsiteY4440" fmla="*/ 31394648 h 57949372"/>
                <a:gd name="connsiteX4441" fmla="*/ 5232400 w 58051775"/>
                <a:gd name="connsiteY4441" fmla="*/ 31367459 h 57949372"/>
                <a:gd name="connsiteX4442" fmla="*/ 5339704 w 58051775"/>
                <a:gd name="connsiteY4442" fmla="*/ 31305500 h 57949372"/>
                <a:gd name="connsiteX4443" fmla="*/ 5432640 w 58051775"/>
                <a:gd name="connsiteY4443" fmla="*/ 31266520 h 57949372"/>
                <a:gd name="connsiteX4444" fmla="*/ 5590016 w 58051775"/>
                <a:gd name="connsiteY4444" fmla="*/ 31220324 h 57949372"/>
                <a:gd name="connsiteX4445" fmla="*/ 5862000 w 58051775"/>
                <a:gd name="connsiteY4445" fmla="*/ 31263276 h 57949372"/>
                <a:gd name="connsiteX4446" fmla="*/ 5945300 w 58051775"/>
                <a:gd name="connsiteY4446" fmla="*/ 31307295 h 57949372"/>
                <a:gd name="connsiteX4447" fmla="*/ 6089640 w 58051775"/>
                <a:gd name="connsiteY4447" fmla="*/ 31423403 h 57949372"/>
                <a:gd name="connsiteX4448" fmla="*/ 6140448 w 58051775"/>
                <a:gd name="connsiteY4448" fmla="*/ 31472284 h 57949372"/>
                <a:gd name="connsiteX4449" fmla="*/ 6184900 w 58051775"/>
                <a:gd name="connsiteY4449" fmla="*/ 31510070 h 57949372"/>
                <a:gd name="connsiteX4450" fmla="*/ 6223000 w 58051775"/>
                <a:gd name="connsiteY4450" fmla="*/ 31561500 h 57949372"/>
                <a:gd name="connsiteX4451" fmla="*/ 6262688 w 58051775"/>
                <a:gd name="connsiteY4451" fmla="*/ 31624882 h 57949372"/>
                <a:gd name="connsiteX4452" fmla="*/ 6265864 w 58051775"/>
                <a:gd name="connsiteY4452" fmla="*/ 31685443 h 57949372"/>
                <a:gd name="connsiteX4453" fmla="*/ 6322512 w 58051775"/>
                <a:gd name="connsiteY4453" fmla="*/ 31683911 h 57949372"/>
                <a:gd name="connsiteX4454" fmla="*/ 6688032 w 58051775"/>
                <a:gd name="connsiteY4454" fmla="*/ 31307900 h 57949372"/>
                <a:gd name="connsiteX4455" fmla="*/ 7008736 w 58051775"/>
                <a:gd name="connsiteY4455" fmla="*/ 31016011 h 57949372"/>
                <a:gd name="connsiteX4456" fmla="*/ 7086888 w 58051775"/>
                <a:gd name="connsiteY4456" fmla="*/ 30936636 h 57949372"/>
                <a:gd name="connsiteX4457" fmla="*/ 7124052 w 58051775"/>
                <a:gd name="connsiteY4457" fmla="*/ 30886400 h 57949372"/>
                <a:gd name="connsiteX4458" fmla="*/ 7175500 w 58051775"/>
                <a:gd name="connsiteY4458" fmla="*/ 30778369 h 57949372"/>
                <a:gd name="connsiteX4459" fmla="*/ 7211220 w 58051775"/>
                <a:gd name="connsiteY4459" fmla="*/ 30623328 h 57949372"/>
                <a:gd name="connsiteX4460" fmla="*/ 7246508 w 58051775"/>
                <a:gd name="connsiteY4460" fmla="*/ 30607474 h 57949372"/>
                <a:gd name="connsiteX4461" fmla="*/ 45100519 w 58051775"/>
                <a:gd name="connsiteY4461" fmla="*/ 30594707 h 57949372"/>
                <a:gd name="connsiteX4462" fmla="*/ 45196208 w 58051775"/>
                <a:gd name="connsiteY4462" fmla="*/ 30607825 h 57949372"/>
                <a:gd name="connsiteX4463" fmla="*/ 45261667 w 58051775"/>
                <a:gd name="connsiteY4463" fmla="*/ 30794620 h 57949372"/>
                <a:gd name="connsiteX4464" fmla="*/ 45245361 w 58051775"/>
                <a:gd name="connsiteY4464" fmla="*/ 30908920 h 57949372"/>
                <a:gd name="connsiteX4465" fmla="*/ 45018963 w 58051775"/>
                <a:gd name="connsiteY4465" fmla="*/ 30901636 h 57949372"/>
                <a:gd name="connsiteX4466" fmla="*/ 45033774 w 58051775"/>
                <a:gd name="connsiteY4466" fmla="*/ 30613865 h 57949372"/>
                <a:gd name="connsiteX4467" fmla="*/ 45100519 w 58051775"/>
                <a:gd name="connsiteY4467" fmla="*/ 30594707 h 57949372"/>
                <a:gd name="connsiteX4468" fmla="*/ 12151684 w 58051775"/>
                <a:gd name="connsiteY4468" fmla="*/ 30589156 h 57949372"/>
                <a:gd name="connsiteX4469" fmla="*/ 12300456 w 58051775"/>
                <a:gd name="connsiteY4469" fmla="*/ 30624594 h 57949372"/>
                <a:gd name="connsiteX4470" fmla="*/ 12273772 w 58051775"/>
                <a:gd name="connsiteY4470" fmla="*/ 30895925 h 57949372"/>
                <a:gd name="connsiteX4471" fmla="*/ 12178344 w 58051775"/>
                <a:gd name="connsiteY4471" fmla="*/ 30924500 h 57949372"/>
                <a:gd name="connsiteX4472" fmla="*/ 12067564 w 58051775"/>
                <a:gd name="connsiteY4472" fmla="*/ 30766600 h 57949372"/>
                <a:gd name="connsiteX4473" fmla="*/ 12113744 w 58051775"/>
                <a:gd name="connsiteY4473" fmla="*/ 30599940 h 57949372"/>
                <a:gd name="connsiteX4474" fmla="*/ 12151684 w 58051775"/>
                <a:gd name="connsiteY4474" fmla="*/ 30589156 h 57949372"/>
                <a:gd name="connsiteX4475" fmla="*/ 51022439 w 58051775"/>
                <a:gd name="connsiteY4475" fmla="*/ 30505400 h 57949372"/>
                <a:gd name="connsiteX4476" fmla="*/ 51458961 w 58051775"/>
                <a:gd name="connsiteY4476" fmla="*/ 30505400 h 57949372"/>
                <a:gd name="connsiteX4477" fmla="*/ 51478734 w 58051775"/>
                <a:gd name="connsiteY4477" fmla="*/ 30533625 h 57949372"/>
                <a:gd name="connsiteX4478" fmla="*/ 51479273 w 58051775"/>
                <a:gd name="connsiteY4478" fmla="*/ 30734149 h 57949372"/>
                <a:gd name="connsiteX4479" fmla="*/ 51364623 w 58051775"/>
                <a:gd name="connsiteY4479" fmla="*/ 30759454 h 57949372"/>
                <a:gd name="connsiteX4480" fmla="*/ 51183580 w 58051775"/>
                <a:gd name="connsiteY4480" fmla="*/ 30814094 h 57949372"/>
                <a:gd name="connsiteX4481" fmla="*/ 51115444 w 58051775"/>
                <a:gd name="connsiteY4481" fmla="*/ 30835600 h 57949372"/>
                <a:gd name="connsiteX4482" fmla="*/ 51035765 w 58051775"/>
                <a:gd name="connsiteY4482" fmla="*/ 30880050 h 57949372"/>
                <a:gd name="connsiteX4483" fmla="*/ 50982652 w 58051775"/>
                <a:gd name="connsiteY4483" fmla="*/ 30924500 h 57949372"/>
                <a:gd name="connsiteX4484" fmla="*/ 50917738 w 58051775"/>
                <a:gd name="connsiteY4484" fmla="*/ 30965775 h 57949372"/>
                <a:gd name="connsiteX4485" fmla="*/ 50863336 w 58051775"/>
                <a:gd name="connsiteY4485" fmla="*/ 31046927 h 57949372"/>
                <a:gd name="connsiteX4486" fmla="*/ 50831434 w 58051775"/>
                <a:gd name="connsiteY4486" fmla="*/ 31112904 h 57949372"/>
                <a:gd name="connsiteX4487" fmla="*/ 50767059 w 58051775"/>
                <a:gd name="connsiteY4487" fmla="*/ 31306954 h 57949372"/>
                <a:gd name="connsiteX4488" fmla="*/ 50869512 w 58051775"/>
                <a:gd name="connsiteY4488" fmla="*/ 31666619 h 57949372"/>
                <a:gd name="connsiteX4489" fmla="*/ 50950068 w 58051775"/>
                <a:gd name="connsiteY4489" fmla="*/ 31750000 h 57949372"/>
                <a:gd name="connsiteX4490" fmla="*/ 51240606 w 58051775"/>
                <a:gd name="connsiteY4490" fmla="*/ 31750000 h 57949372"/>
                <a:gd name="connsiteX4491" fmla="*/ 51286376 w 58051775"/>
                <a:gd name="connsiteY4491" fmla="*/ 31705550 h 57949372"/>
                <a:gd name="connsiteX4492" fmla="*/ 51362967 w 58051775"/>
                <a:gd name="connsiteY4492" fmla="*/ 31661100 h 57949372"/>
                <a:gd name="connsiteX4493" fmla="*/ 51429059 w 58051775"/>
                <a:gd name="connsiteY4493" fmla="*/ 31594152 h 57949372"/>
                <a:gd name="connsiteX4494" fmla="*/ 51468306 w 58051775"/>
                <a:gd name="connsiteY4494" fmla="*/ 31535148 h 57949372"/>
                <a:gd name="connsiteX4495" fmla="*/ 51517658 w 58051775"/>
                <a:gd name="connsiteY4495" fmla="*/ 31465955 h 57949372"/>
                <a:gd name="connsiteX4496" fmla="*/ 51563122 w 58051775"/>
                <a:gd name="connsiteY4496" fmla="*/ 31406502 h 57949372"/>
                <a:gd name="connsiteX4497" fmla="*/ 51790603 w 58051775"/>
                <a:gd name="connsiteY4497" fmla="*/ 31166256 h 57949372"/>
                <a:gd name="connsiteX4498" fmla="*/ 51995701 w 58051775"/>
                <a:gd name="connsiteY4498" fmla="*/ 30962600 h 57949372"/>
                <a:gd name="connsiteX4499" fmla="*/ 52063548 w 58051775"/>
                <a:gd name="connsiteY4499" fmla="*/ 30917378 h 57949372"/>
                <a:gd name="connsiteX4500" fmla="*/ 52166202 w 58051775"/>
                <a:gd name="connsiteY4500" fmla="*/ 30853729 h 57949372"/>
                <a:gd name="connsiteX4501" fmla="*/ 52251307 w 58051775"/>
                <a:gd name="connsiteY4501" fmla="*/ 30800527 h 57949372"/>
                <a:gd name="connsiteX4502" fmla="*/ 52275175 w 58051775"/>
                <a:gd name="connsiteY4502" fmla="*/ 30765750 h 57949372"/>
                <a:gd name="connsiteX4503" fmla="*/ 52482325 w 58051775"/>
                <a:gd name="connsiteY4503" fmla="*/ 30768069 h 57949372"/>
                <a:gd name="connsiteX4504" fmla="*/ 52725815 w 58051775"/>
                <a:gd name="connsiteY4504" fmla="*/ 30801521 h 57949372"/>
                <a:gd name="connsiteX4505" fmla="*/ 52816055 w 58051775"/>
                <a:gd name="connsiteY4505" fmla="*/ 30852132 h 57949372"/>
                <a:gd name="connsiteX4506" fmla="*/ 53098703 w 58051775"/>
                <a:gd name="connsiteY4506" fmla="*/ 31060721 h 57949372"/>
                <a:gd name="connsiteX4507" fmla="*/ 53139897 w 58051775"/>
                <a:gd name="connsiteY4507" fmla="*/ 31117893 h 57949372"/>
                <a:gd name="connsiteX4508" fmla="*/ 53185520 w 58051775"/>
                <a:gd name="connsiteY4508" fmla="*/ 31508700 h 57949372"/>
                <a:gd name="connsiteX4509" fmla="*/ 53145993 w 58051775"/>
                <a:gd name="connsiteY4509" fmla="*/ 31861333 h 57949372"/>
                <a:gd name="connsiteX4510" fmla="*/ 53090332 w 58051775"/>
                <a:gd name="connsiteY4510" fmla="*/ 31934510 h 57949372"/>
                <a:gd name="connsiteX4511" fmla="*/ 53045559 w 58051775"/>
                <a:gd name="connsiteY4511" fmla="*/ 32001746 h 57949372"/>
                <a:gd name="connsiteX4512" fmla="*/ 53022503 w 58051775"/>
                <a:gd name="connsiteY4512" fmla="*/ 32074529 h 57949372"/>
                <a:gd name="connsiteX4513" fmla="*/ 53053535 w 58051775"/>
                <a:gd name="connsiteY4513" fmla="*/ 32125605 h 57949372"/>
                <a:gd name="connsiteX4514" fmla="*/ 53095912 w 58051775"/>
                <a:gd name="connsiteY4514" fmla="*/ 32126374 h 57949372"/>
                <a:gd name="connsiteX4515" fmla="*/ 53162203 w 58051775"/>
                <a:gd name="connsiteY4515" fmla="*/ 32177642 h 57949372"/>
                <a:gd name="connsiteX4516" fmla="*/ 53083802 w 58051775"/>
                <a:gd name="connsiteY4516" fmla="*/ 32336640 h 57949372"/>
                <a:gd name="connsiteX4517" fmla="*/ 52658352 w 58051775"/>
                <a:gd name="connsiteY4517" fmla="*/ 32350779 h 57949372"/>
                <a:gd name="connsiteX4518" fmla="*/ 52226279 w 58051775"/>
                <a:gd name="connsiteY4518" fmla="*/ 32329183 h 57949372"/>
                <a:gd name="connsiteX4519" fmla="*/ 52191286 w 58051775"/>
                <a:gd name="connsiteY4519" fmla="*/ 32299514 h 57949372"/>
                <a:gd name="connsiteX4520" fmla="*/ 52282660 w 58051775"/>
                <a:gd name="connsiteY4520" fmla="*/ 32107271 h 57949372"/>
                <a:gd name="connsiteX4521" fmla="*/ 52397741 w 58051775"/>
                <a:gd name="connsiteY4521" fmla="*/ 32099425 h 57949372"/>
                <a:gd name="connsiteX4522" fmla="*/ 52490535 w 58051775"/>
                <a:gd name="connsiteY4522" fmla="*/ 32105600 h 57949372"/>
                <a:gd name="connsiteX4523" fmla="*/ 52518391 w 58051775"/>
                <a:gd name="connsiteY4523" fmla="*/ 32062723 h 57949372"/>
                <a:gd name="connsiteX4524" fmla="*/ 52601884 w 58051775"/>
                <a:gd name="connsiteY4524" fmla="*/ 32017385 h 57949372"/>
                <a:gd name="connsiteX4525" fmla="*/ 52757459 w 58051775"/>
                <a:gd name="connsiteY4525" fmla="*/ 31914982 h 57949372"/>
                <a:gd name="connsiteX4526" fmla="*/ 52857403 w 58051775"/>
                <a:gd name="connsiteY4526" fmla="*/ 31782956 h 57949372"/>
                <a:gd name="connsiteX4527" fmla="*/ 52895503 w 58051775"/>
                <a:gd name="connsiteY4527" fmla="*/ 31711901 h 57949372"/>
                <a:gd name="connsiteX4528" fmla="*/ 52933603 w 58051775"/>
                <a:gd name="connsiteY4528" fmla="*/ 31595532 h 57949372"/>
                <a:gd name="connsiteX4529" fmla="*/ 52894083 w 58051775"/>
                <a:gd name="connsiteY4529" fmla="*/ 31449066 h 57949372"/>
                <a:gd name="connsiteX4530" fmla="*/ 52814709 w 58051775"/>
                <a:gd name="connsiteY4530" fmla="*/ 31361143 h 57949372"/>
                <a:gd name="connsiteX4531" fmla="*/ 52753372 w 58051775"/>
                <a:gd name="connsiteY4531" fmla="*/ 31314374 h 57949372"/>
                <a:gd name="connsiteX4532" fmla="*/ 52605939 w 58051775"/>
                <a:gd name="connsiteY4532" fmla="*/ 31288521 h 57949372"/>
                <a:gd name="connsiteX4533" fmla="*/ 52454290 w 58051775"/>
                <a:gd name="connsiteY4533" fmla="*/ 31323254 h 57949372"/>
                <a:gd name="connsiteX4534" fmla="*/ 52369947 w 58051775"/>
                <a:gd name="connsiteY4534" fmla="*/ 31381058 h 57949372"/>
                <a:gd name="connsiteX4535" fmla="*/ 52311303 w 58051775"/>
                <a:gd name="connsiteY4535" fmla="*/ 31425905 h 57949372"/>
                <a:gd name="connsiteX4536" fmla="*/ 52267405 w 58051775"/>
                <a:gd name="connsiteY4536" fmla="*/ 31466545 h 57949372"/>
                <a:gd name="connsiteX4537" fmla="*/ 52216109 w 58051775"/>
                <a:gd name="connsiteY4537" fmla="*/ 31521146 h 57949372"/>
                <a:gd name="connsiteX4538" fmla="*/ 52120307 w 58051775"/>
                <a:gd name="connsiteY4538" fmla="*/ 31642540 h 57949372"/>
                <a:gd name="connsiteX4539" fmla="*/ 52031903 w 58051775"/>
                <a:gd name="connsiteY4539" fmla="*/ 31746106 h 57949372"/>
                <a:gd name="connsiteX4540" fmla="*/ 51986213 w 58051775"/>
                <a:gd name="connsiteY4540" fmla="*/ 31784544 h 57949372"/>
                <a:gd name="connsiteX4541" fmla="*/ 51928455 w 58051775"/>
                <a:gd name="connsiteY4541" fmla="*/ 31848977 h 57949372"/>
                <a:gd name="connsiteX4542" fmla="*/ 51888271 w 58051775"/>
                <a:gd name="connsiteY4542" fmla="*/ 31903609 h 57949372"/>
                <a:gd name="connsiteX4543" fmla="*/ 51838674 w 58051775"/>
                <a:gd name="connsiteY4543" fmla="*/ 31953857 h 57949372"/>
                <a:gd name="connsiteX4544" fmla="*/ 51797871 w 58051775"/>
                <a:gd name="connsiteY4544" fmla="*/ 31991300 h 57949372"/>
                <a:gd name="connsiteX4545" fmla="*/ 51759048 w 58051775"/>
                <a:gd name="connsiteY4545" fmla="*/ 32029025 h 57949372"/>
                <a:gd name="connsiteX4546" fmla="*/ 51704748 w 58051775"/>
                <a:gd name="connsiteY4546" fmla="*/ 32075189 h 57949372"/>
                <a:gd name="connsiteX4547" fmla="*/ 51629503 w 58051775"/>
                <a:gd name="connsiteY4547" fmla="*/ 32123194 h 57949372"/>
                <a:gd name="connsiteX4548" fmla="*/ 51535533 w 58051775"/>
                <a:gd name="connsiteY4548" fmla="*/ 32207200 h 57949372"/>
                <a:gd name="connsiteX4549" fmla="*/ 51482017 w 58051775"/>
                <a:gd name="connsiteY4549" fmla="*/ 32251651 h 57949372"/>
                <a:gd name="connsiteX4550" fmla="*/ 50838435 w 58051775"/>
                <a:gd name="connsiteY4550" fmla="*/ 32251651 h 57949372"/>
                <a:gd name="connsiteX4551" fmla="*/ 50803342 w 58051775"/>
                <a:gd name="connsiteY4551" fmla="*/ 32217594 h 57949372"/>
                <a:gd name="connsiteX4552" fmla="*/ 50717453 w 58051775"/>
                <a:gd name="connsiteY4552" fmla="*/ 32133710 h 57949372"/>
                <a:gd name="connsiteX4553" fmla="*/ 50644428 w 58051775"/>
                <a:gd name="connsiteY4553" fmla="*/ 32075245 h 57949372"/>
                <a:gd name="connsiteX4554" fmla="*/ 50622203 w 58051775"/>
                <a:gd name="connsiteY4554" fmla="*/ 32048869 h 57949372"/>
                <a:gd name="connsiteX4555" fmla="*/ 50584103 w 58051775"/>
                <a:gd name="connsiteY4555" fmla="*/ 32004000 h 57949372"/>
                <a:gd name="connsiteX4556" fmla="*/ 50539606 w 58051775"/>
                <a:gd name="connsiteY4556" fmla="*/ 31949160 h 57949372"/>
                <a:gd name="connsiteX4557" fmla="*/ 50474252 w 58051775"/>
                <a:gd name="connsiteY4557" fmla="*/ 31831614 h 57949372"/>
                <a:gd name="connsiteX4558" fmla="*/ 50450527 w 58051775"/>
                <a:gd name="connsiteY4558" fmla="*/ 31749064 h 57949372"/>
                <a:gd name="connsiteX4559" fmla="*/ 50483421 w 58051775"/>
                <a:gd name="connsiteY4559" fmla="*/ 31203900 h 57949372"/>
                <a:gd name="connsiteX4560" fmla="*/ 50527024 w 58051775"/>
                <a:gd name="connsiteY4560" fmla="*/ 31074354 h 57949372"/>
                <a:gd name="connsiteX4561" fmla="*/ 50570538 w 58051775"/>
                <a:gd name="connsiteY4561" fmla="*/ 30937200 h 57949372"/>
                <a:gd name="connsiteX4562" fmla="*/ 50629719 w 58051775"/>
                <a:gd name="connsiteY4562" fmla="*/ 30824829 h 57949372"/>
                <a:gd name="connsiteX4563" fmla="*/ 50591910 w 58051775"/>
                <a:gd name="connsiteY4563" fmla="*/ 30728261 h 57949372"/>
                <a:gd name="connsiteX4564" fmla="*/ 50546003 w 58051775"/>
                <a:gd name="connsiteY4564" fmla="*/ 30613834 h 57949372"/>
                <a:gd name="connsiteX4565" fmla="*/ 50565961 w 58051775"/>
                <a:gd name="connsiteY4565" fmla="*/ 30525358 h 57949372"/>
                <a:gd name="connsiteX4566" fmla="*/ 51022439 w 58051775"/>
                <a:gd name="connsiteY4566" fmla="*/ 30505400 h 57949372"/>
                <a:gd name="connsiteX4567" fmla="*/ 42652074 w 58051775"/>
                <a:gd name="connsiteY4567" fmla="*/ 30410473 h 57949372"/>
                <a:gd name="connsiteX4568" fmla="*/ 42760456 w 58051775"/>
                <a:gd name="connsiteY4568" fmla="*/ 30441067 h 57949372"/>
                <a:gd name="connsiteX4569" fmla="*/ 42773602 w 58051775"/>
                <a:gd name="connsiteY4569" fmla="*/ 30577939 h 57949372"/>
                <a:gd name="connsiteX4570" fmla="*/ 42687158 w 58051775"/>
                <a:gd name="connsiteY4570" fmla="*/ 30740177 h 57949372"/>
                <a:gd name="connsiteX4571" fmla="*/ 42617632 w 58051775"/>
                <a:gd name="connsiteY4571" fmla="*/ 30732243 h 57949372"/>
                <a:gd name="connsiteX4572" fmla="*/ 42532302 w 58051775"/>
                <a:gd name="connsiteY4572" fmla="*/ 30589098 h 57949372"/>
                <a:gd name="connsiteX4573" fmla="*/ 42619876 w 58051775"/>
                <a:gd name="connsiteY4573" fmla="*/ 30422563 h 57949372"/>
                <a:gd name="connsiteX4574" fmla="*/ 42652074 w 58051775"/>
                <a:gd name="connsiteY4574" fmla="*/ 30410473 h 57949372"/>
                <a:gd name="connsiteX4575" fmla="*/ 43815690 w 58051775"/>
                <a:gd name="connsiteY4575" fmla="*/ 30238700 h 57949372"/>
                <a:gd name="connsiteX4576" fmla="*/ 43922756 w 58051775"/>
                <a:gd name="connsiteY4576" fmla="*/ 30365351 h 57949372"/>
                <a:gd name="connsiteX4577" fmla="*/ 43812574 w 58051775"/>
                <a:gd name="connsiteY4577" fmla="*/ 30483693 h 57949372"/>
                <a:gd name="connsiteX4578" fmla="*/ 43677392 w 58051775"/>
                <a:gd name="connsiteY4578" fmla="*/ 30363846 h 57949372"/>
                <a:gd name="connsiteX4579" fmla="*/ 43713724 w 58051775"/>
                <a:gd name="connsiteY4579" fmla="*/ 30261288 h 57949372"/>
                <a:gd name="connsiteX4580" fmla="*/ 43815690 w 58051775"/>
                <a:gd name="connsiteY4580" fmla="*/ 30238700 h 57949372"/>
                <a:gd name="connsiteX4581" fmla="*/ 12198352 w 58051775"/>
                <a:gd name="connsiteY4581" fmla="*/ 30149800 h 57949372"/>
                <a:gd name="connsiteX4582" fmla="*/ 12303764 w 58051775"/>
                <a:gd name="connsiteY4582" fmla="*/ 30165039 h 57949372"/>
                <a:gd name="connsiteX4583" fmla="*/ 12319004 w 58051775"/>
                <a:gd name="connsiteY4583" fmla="*/ 30235206 h 57949372"/>
                <a:gd name="connsiteX4584" fmla="*/ 12277728 w 58051775"/>
                <a:gd name="connsiteY4584" fmla="*/ 30297366 h 57949372"/>
                <a:gd name="connsiteX4585" fmla="*/ 12082464 w 58051775"/>
                <a:gd name="connsiteY4585" fmla="*/ 30281017 h 57949372"/>
                <a:gd name="connsiteX4586" fmla="*/ 12092944 w 58051775"/>
                <a:gd name="connsiteY4586" fmla="*/ 30165039 h 57949372"/>
                <a:gd name="connsiteX4587" fmla="*/ 12198352 w 58051775"/>
                <a:gd name="connsiteY4587" fmla="*/ 30149800 h 57949372"/>
                <a:gd name="connsiteX4588" fmla="*/ 44670761 w 58051775"/>
                <a:gd name="connsiteY4588" fmla="*/ 30144941 h 57949372"/>
                <a:gd name="connsiteX4589" fmla="*/ 44785849 w 58051775"/>
                <a:gd name="connsiteY4589" fmla="*/ 30177494 h 57949372"/>
                <a:gd name="connsiteX4590" fmla="*/ 44807702 w 58051775"/>
                <a:gd name="connsiteY4590" fmla="*/ 30390737 h 57949372"/>
                <a:gd name="connsiteX4591" fmla="*/ 44621456 w 58051775"/>
                <a:gd name="connsiteY4591" fmla="*/ 30479744 h 57949372"/>
                <a:gd name="connsiteX4592" fmla="*/ 44387597 w 58051775"/>
                <a:gd name="connsiteY4592" fmla="*/ 30323693 h 57949372"/>
                <a:gd name="connsiteX4593" fmla="*/ 44380156 w 58051775"/>
                <a:gd name="connsiteY4593" fmla="*/ 30236998 h 57949372"/>
                <a:gd name="connsiteX4594" fmla="*/ 44441207 w 58051775"/>
                <a:gd name="connsiteY4594" fmla="*/ 30192263 h 57949372"/>
                <a:gd name="connsiteX4595" fmla="*/ 44629676 w 58051775"/>
                <a:gd name="connsiteY4595" fmla="*/ 30145490 h 57949372"/>
                <a:gd name="connsiteX4596" fmla="*/ 44670761 w 58051775"/>
                <a:gd name="connsiteY4596" fmla="*/ 30144941 h 57949372"/>
                <a:gd name="connsiteX4597" fmla="*/ 43031398 w 58051775"/>
                <a:gd name="connsiteY4597" fmla="*/ 29999555 h 57949372"/>
                <a:gd name="connsiteX4598" fmla="*/ 43132260 w 58051775"/>
                <a:gd name="connsiteY4598" fmla="*/ 30028232 h 57949372"/>
                <a:gd name="connsiteX4599" fmla="*/ 43211554 w 58051775"/>
                <a:gd name="connsiteY4599" fmla="*/ 30134964 h 57949372"/>
                <a:gd name="connsiteX4600" fmla="*/ 43111044 w 58051775"/>
                <a:gd name="connsiteY4600" fmla="*/ 30223647 h 57949372"/>
                <a:gd name="connsiteX4601" fmla="*/ 42971020 w 58051775"/>
                <a:gd name="connsiteY4601" fmla="*/ 30058553 h 57949372"/>
                <a:gd name="connsiteX4602" fmla="*/ 43005196 w 58051775"/>
                <a:gd name="connsiteY4602" fmla="*/ 30006925 h 57949372"/>
                <a:gd name="connsiteX4603" fmla="*/ 43031398 w 58051775"/>
                <a:gd name="connsiteY4603" fmla="*/ 29999555 h 57949372"/>
                <a:gd name="connsiteX4604" fmla="*/ 11620640 w 58051775"/>
                <a:gd name="connsiteY4604" fmla="*/ 29972000 h 57949372"/>
                <a:gd name="connsiteX4605" fmla="*/ 11785600 w 58051775"/>
                <a:gd name="connsiteY4605" fmla="*/ 30174667 h 57949372"/>
                <a:gd name="connsiteX4606" fmla="*/ 11609300 w 58051775"/>
                <a:gd name="connsiteY4606" fmla="*/ 30295850 h 57949372"/>
                <a:gd name="connsiteX4607" fmla="*/ 11465920 w 58051775"/>
                <a:gd name="connsiteY4607" fmla="*/ 30280043 h 57949372"/>
                <a:gd name="connsiteX4608" fmla="*/ 11443224 w 58051775"/>
                <a:gd name="connsiteY4608" fmla="*/ 30161669 h 57949372"/>
                <a:gd name="connsiteX4609" fmla="*/ 11436352 w 58051775"/>
                <a:gd name="connsiteY4609" fmla="*/ 30059099 h 57949372"/>
                <a:gd name="connsiteX4610" fmla="*/ 11496184 w 58051775"/>
                <a:gd name="connsiteY4610" fmla="*/ 30015548 h 57949372"/>
                <a:gd name="connsiteX4611" fmla="*/ 11620640 w 58051775"/>
                <a:gd name="connsiteY4611" fmla="*/ 29972000 h 57949372"/>
                <a:gd name="connsiteX4612" fmla="*/ 13239752 w 58051775"/>
                <a:gd name="connsiteY4612" fmla="*/ 29959796 h 57949372"/>
                <a:gd name="connsiteX4613" fmla="*/ 13326056 w 58051775"/>
                <a:gd name="connsiteY4613" fmla="*/ 29965898 h 57949372"/>
                <a:gd name="connsiteX4614" fmla="*/ 13481488 w 58051775"/>
                <a:gd name="connsiteY4614" fmla="*/ 30104451 h 57949372"/>
                <a:gd name="connsiteX4615" fmla="*/ 13455960 w 58051775"/>
                <a:gd name="connsiteY4615" fmla="*/ 30287863 h 57949372"/>
                <a:gd name="connsiteX4616" fmla="*/ 13159152 w 58051775"/>
                <a:gd name="connsiteY4616" fmla="*/ 30284769 h 57949372"/>
                <a:gd name="connsiteX4617" fmla="*/ 13144504 w 58051775"/>
                <a:gd name="connsiteY4617" fmla="*/ 30168348 h 57949372"/>
                <a:gd name="connsiteX4618" fmla="*/ 13192128 w 58051775"/>
                <a:gd name="connsiteY4618" fmla="*/ 30011402 h 57949372"/>
                <a:gd name="connsiteX4619" fmla="*/ 46308996 w 58051775"/>
                <a:gd name="connsiteY4619" fmla="*/ 29883100 h 57949372"/>
                <a:gd name="connsiteX4620" fmla="*/ 46428901 w 58051775"/>
                <a:gd name="connsiteY4620" fmla="*/ 30003688 h 57949372"/>
                <a:gd name="connsiteX4621" fmla="*/ 46405604 w 58051775"/>
                <a:gd name="connsiteY4621" fmla="*/ 30111898 h 57949372"/>
                <a:gd name="connsiteX4622" fmla="*/ 46286736 w 58051775"/>
                <a:gd name="connsiteY4622" fmla="*/ 30125550 h 57949372"/>
                <a:gd name="connsiteX4623" fmla="*/ 46186727 w 58051775"/>
                <a:gd name="connsiteY4623" fmla="*/ 30096132 h 57949372"/>
                <a:gd name="connsiteX4624" fmla="*/ 46177202 w 58051775"/>
                <a:gd name="connsiteY4624" fmla="*/ 30007672 h 57949372"/>
                <a:gd name="connsiteX4625" fmla="*/ 46202602 w 58051775"/>
                <a:gd name="connsiteY4625" fmla="*/ 29908500 h 57949372"/>
                <a:gd name="connsiteX4626" fmla="*/ 46308996 w 58051775"/>
                <a:gd name="connsiteY4626" fmla="*/ 29883100 h 57949372"/>
                <a:gd name="connsiteX4627" fmla="*/ 45686206 w 58051775"/>
                <a:gd name="connsiteY4627" fmla="*/ 29705300 h 57949372"/>
                <a:gd name="connsiteX4628" fmla="*/ 45780268 w 58051775"/>
                <a:gd name="connsiteY4628" fmla="*/ 29705300 h 57949372"/>
                <a:gd name="connsiteX4629" fmla="*/ 45831704 w 58051775"/>
                <a:gd name="connsiteY4629" fmla="*/ 29761104 h 57949372"/>
                <a:gd name="connsiteX4630" fmla="*/ 45888460 w 58051775"/>
                <a:gd name="connsiteY4630" fmla="*/ 30026887 h 57949372"/>
                <a:gd name="connsiteX4631" fmla="*/ 45816250 w 58051775"/>
                <a:gd name="connsiteY4631" fmla="*/ 30204079 h 57949372"/>
                <a:gd name="connsiteX4632" fmla="*/ 45529006 w 58051775"/>
                <a:gd name="connsiteY4632" fmla="*/ 30181255 h 57949372"/>
                <a:gd name="connsiteX4633" fmla="*/ 45472842 w 58051775"/>
                <a:gd name="connsiteY4633" fmla="*/ 30111701 h 57949372"/>
                <a:gd name="connsiteX4634" fmla="*/ 45460585 w 58051775"/>
                <a:gd name="connsiteY4634" fmla="*/ 29874961 h 57949372"/>
                <a:gd name="connsiteX4635" fmla="*/ 45505072 w 58051775"/>
                <a:gd name="connsiteY4635" fmla="*/ 29804658 h 57949372"/>
                <a:gd name="connsiteX4636" fmla="*/ 45566517 w 58051775"/>
                <a:gd name="connsiteY4636" fmla="*/ 29748736 h 57949372"/>
                <a:gd name="connsiteX4637" fmla="*/ 45686206 w 58051775"/>
                <a:gd name="connsiteY4637" fmla="*/ 29705300 h 57949372"/>
                <a:gd name="connsiteX4638" fmla="*/ 12685920 w 58051775"/>
                <a:gd name="connsiteY4638" fmla="*/ 29608202 h 57949372"/>
                <a:gd name="connsiteX4639" fmla="*/ 12825624 w 58051775"/>
                <a:gd name="connsiteY4639" fmla="*/ 29640417 h 57949372"/>
                <a:gd name="connsiteX4640" fmla="*/ 12832372 w 58051775"/>
                <a:gd name="connsiteY4640" fmla="*/ 29934712 h 57949372"/>
                <a:gd name="connsiteX4641" fmla="*/ 12595444 w 58051775"/>
                <a:gd name="connsiteY4641" fmla="*/ 29941236 h 57949372"/>
                <a:gd name="connsiteX4642" fmla="*/ 12519084 w 58051775"/>
                <a:gd name="connsiteY4642" fmla="*/ 29802634 h 57949372"/>
                <a:gd name="connsiteX4643" fmla="*/ 12573004 w 58051775"/>
                <a:gd name="connsiteY4643" fmla="*/ 29620133 h 57949372"/>
                <a:gd name="connsiteX4644" fmla="*/ 12628600 w 58051775"/>
                <a:gd name="connsiteY4644" fmla="*/ 29608599 h 57949372"/>
                <a:gd name="connsiteX4645" fmla="*/ 12685920 w 58051775"/>
                <a:gd name="connsiteY4645" fmla="*/ 29608202 h 57949372"/>
                <a:gd name="connsiteX4646" fmla="*/ 43350488 w 58051775"/>
                <a:gd name="connsiteY4646" fmla="*/ 29527860 h 57949372"/>
                <a:gd name="connsiteX4647" fmla="*/ 43442120 w 58051775"/>
                <a:gd name="connsiteY4647" fmla="*/ 29545428 h 57949372"/>
                <a:gd name="connsiteX4648" fmla="*/ 43443604 w 58051775"/>
                <a:gd name="connsiteY4648" fmla="*/ 29825869 h 57949372"/>
                <a:gd name="connsiteX4649" fmla="*/ 43174116 w 58051775"/>
                <a:gd name="connsiteY4649" fmla="*/ 29816409 h 57949372"/>
                <a:gd name="connsiteX4650" fmla="*/ 43154602 w 58051775"/>
                <a:gd name="connsiteY4650" fmla="*/ 29728254 h 57949372"/>
                <a:gd name="connsiteX4651" fmla="*/ 43192576 w 58051775"/>
                <a:gd name="connsiteY4651" fmla="*/ 29639887 h 57949372"/>
                <a:gd name="connsiteX4652" fmla="*/ 43232228 w 58051775"/>
                <a:gd name="connsiteY4652" fmla="*/ 29579181 h 57949372"/>
                <a:gd name="connsiteX4653" fmla="*/ 43252962 w 58051775"/>
                <a:gd name="connsiteY4653" fmla="*/ 29537025 h 57949372"/>
                <a:gd name="connsiteX4654" fmla="*/ 43350488 w 58051775"/>
                <a:gd name="connsiteY4654" fmla="*/ 29527860 h 57949372"/>
                <a:gd name="connsiteX4655" fmla="*/ 44794421 w 58051775"/>
                <a:gd name="connsiteY4655" fmla="*/ 29527500 h 57949372"/>
                <a:gd name="connsiteX4656" fmla="*/ 44907202 w 58051775"/>
                <a:gd name="connsiteY4656" fmla="*/ 29661309 h 57949372"/>
                <a:gd name="connsiteX4657" fmla="*/ 44794564 w 58051775"/>
                <a:gd name="connsiteY4657" fmla="*/ 29781500 h 57949372"/>
                <a:gd name="connsiteX4658" fmla="*/ 44654117 w 58051775"/>
                <a:gd name="connsiteY4658" fmla="*/ 29715588 h 57949372"/>
                <a:gd name="connsiteX4659" fmla="*/ 44698905 w 58051775"/>
                <a:gd name="connsiteY4659" fmla="*/ 29544063 h 57949372"/>
                <a:gd name="connsiteX4660" fmla="*/ 44794421 w 58051775"/>
                <a:gd name="connsiteY4660" fmla="*/ 29527500 h 57949372"/>
                <a:gd name="connsiteX4661" fmla="*/ 46658955 w 58051775"/>
                <a:gd name="connsiteY4661" fmla="*/ 29348675 h 57949372"/>
                <a:gd name="connsiteX4662" fmla="*/ 46761520 w 58051775"/>
                <a:gd name="connsiteY4662" fmla="*/ 29368893 h 57949372"/>
                <a:gd name="connsiteX4663" fmla="*/ 46772601 w 58051775"/>
                <a:gd name="connsiteY4663" fmla="*/ 29469845 h 57949372"/>
                <a:gd name="connsiteX4664" fmla="*/ 46653309 w 58051775"/>
                <a:gd name="connsiteY4664" fmla="*/ 29595933 h 57949372"/>
                <a:gd name="connsiteX4665" fmla="*/ 46538709 w 58051775"/>
                <a:gd name="connsiteY4665" fmla="*/ 29571665 h 57949372"/>
                <a:gd name="connsiteX4666" fmla="*/ 46552760 w 58051775"/>
                <a:gd name="connsiteY4666" fmla="*/ 29369658 h 57949372"/>
                <a:gd name="connsiteX4667" fmla="*/ 46658955 w 58051775"/>
                <a:gd name="connsiteY4667" fmla="*/ 29348675 h 57949372"/>
                <a:gd name="connsiteX4668" fmla="*/ 13561844 w 58051775"/>
                <a:gd name="connsiteY4668" fmla="*/ 29253964 h 57949372"/>
                <a:gd name="connsiteX4669" fmla="*/ 13603996 w 58051775"/>
                <a:gd name="connsiteY4669" fmla="*/ 29262227 h 57949372"/>
                <a:gd name="connsiteX4670" fmla="*/ 13660904 w 58051775"/>
                <a:gd name="connsiteY4670" fmla="*/ 29388288 h 57949372"/>
                <a:gd name="connsiteX4671" fmla="*/ 13639828 w 58051775"/>
                <a:gd name="connsiteY4671" fmla="*/ 29489373 h 57949372"/>
                <a:gd name="connsiteX4672" fmla="*/ 13530120 w 58051775"/>
                <a:gd name="connsiteY4672" fmla="*/ 29511514 h 57949372"/>
                <a:gd name="connsiteX4673" fmla="*/ 13430128 w 58051775"/>
                <a:gd name="connsiteY4673" fmla="*/ 29489299 h 57949372"/>
                <a:gd name="connsiteX4674" fmla="*/ 13431160 w 58051775"/>
                <a:gd name="connsiteY4674" fmla="*/ 29280759 h 57949372"/>
                <a:gd name="connsiteX4675" fmla="*/ 13561844 w 58051775"/>
                <a:gd name="connsiteY4675" fmla="*/ 29253964 h 57949372"/>
                <a:gd name="connsiteX4676" fmla="*/ 14215016 w 58051775"/>
                <a:gd name="connsiteY4676" fmla="*/ 29170565 h 57949372"/>
                <a:gd name="connsiteX4677" fmla="*/ 14342508 w 58051775"/>
                <a:gd name="connsiteY4677" fmla="*/ 29190621 h 57949372"/>
                <a:gd name="connsiteX4678" fmla="*/ 14370584 w 58051775"/>
                <a:gd name="connsiteY4678" fmla="*/ 29406996 h 57949372"/>
                <a:gd name="connsiteX4679" fmla="*/ 14335552 w 58051775"/>
                <a:gd name="connsiteY4679" fmla="*/ 29485335 h 57949372"/>
                <a:gd name="connsiteX4680" fmla="*/ 14047036 w 58051775"/>
                <a:gd name="connsiteY4680" fmla="*/ 29483723 h 57949372"/>
                <a:gd name="connsiteX4681" fmla="*/ 14029184 w 58051775"/>
                <a:gd name="connsiteY4681" fmla="*/ 29346085 h 57949372"/>
                <a:gd name="connsiteX4682" fmla="*/ 14027152 w 58051775"/>
                <a:gd name="connsiteY4682" fmla="*/ 29220471 h 57949372"/>
                <a:gd name="connsiteX4683" fmla="*/ 14069136 w 58051775"/>
                <a:gd name="connsiteY4683" fmla="*/ 29196187 h 57949372"/>
                <a:gd name="connsiteX4684" fmla="*/ 14215016 w 58051775"/>
                <a:gd name="connsiteY4684" fmla="*/ 29170565 h 57949372"/>
                <a:gd name="connsiteX4685" fmla="*/ 44104668 w 58051775"/>
                <a:gd name="connsiteY4685" fmla="*/ 29141179 h 57949372"/>
                <a:gd name="connsiteX4686" fmla="*/ 44218968 w 58051775"/>
                <a:gd name="connsiteY4686" fmla="*/ 29153966 h 57949372"/>
                <a:gd name="connsiteX4687" fmla="*/ 44338877 w 58051775"/>
                <a:gd name="connsiteY4687" fmla="*/ 29186008 h 57949372"/>
                <a:gd name="connsiteX4688" fmla="*/ 44373802 w 58051775"/>
                <a:gd name="connsiteY4688" fmla="*/ 29210586 h 57949372"/>
                <a:gd name="connsiteX4689" fmla="*/ 44373802 w 58051775"/>
                <a:gd name="connsiteY4689" fmla="*/ 29372567 h 57949372"/>
                <a:gd name="connsiteX4690" fmla="*/ 44247192 w 58051775"/>
                <a:gd name="connsiteY4690" fmla="*/ 29597310 h 57949372"/>
                <a:gd name="connsiteX4691" fmla="*/ 43978024 w 58051775"/>
                <a:gd name="connsiteY4691" fmla="*/ 29566471 h 57949372"/>
                <a:gd name="connsiteX4692" fmla="*/ 43943280 w 58051775"/>
                <a:gd name="connsiteY4692" fmla="*/ 29399461 h 57949372"/>
                <a:gd name="connsiteX4693" fmla="*/ 44021204 w 58051775"/>
                <a:gd name="connsiteY4693" fmla="*/ 29168235 h 57949372"/>
                <a:gd name="connsiteX4694" fmla="*/ 44104668 w 58051775"/>
                <a:gd name="connsiteY4694" fmla="*/ 29141179 h 57949372"/>
                <a:gd name="connsiteX4695" fmla="*/ 45058957 w 58051775"/>
                <a:gd name="connsiteY4695" fmla="*/ 29083000 h 57949372"/>
                <a:gd name="connsiteX4696" fmla="*/ 45151733 w 58051775"/>
                <a:gd name="connsiteY4696" fmla="*/ 29092525 h 57949372"/>
                <a:gd name="connsiteX4697" fmla="*/ 45172947 w 58051775"/>
                <a:gd name="connsiteY4697" fmla="*/ 29178994 h 57949372"/>
                <a:gd name="connsiteX4698" fmla="*/ 45129870 w 58051775"/>
                <a:gd name="connsiteY4698" fmla="*/ 29329410 h 57949372"/>
                <a:gd name="connsiteX4699" fmla="*/ 44950815 w 58051775"/>
                <a:gd name="connsiteY4699" fmla="*/ 29302596 h 57949372"/>
                <a:gd name="connsiteX4700" fmla="*/ 44952563 w 58051775"/>
                <a:gd name="connsiteY4700" fmla="*/ 29102958 h 57949372"/>
                <a:gd name="connsiteX4701" fmla="*/ 45058957 w 58051775"/>
                <a:gd name="connsiteY4701" fmla="*/ 29083000 h 57949372"/>
                <a:gd name="connsiteX4702" fmla="*/ 12134028 w 58051775"/>
                <a:gd name="connsiteY4702" fmla="*/ 29083000 h 57949372"/>
                <a:gd name="connsiteX4703" fmla="*/ 12301548 w 58051775"/>
                <a:gd name="connsiteY4703" fmla="*/ 29130017 h 57949372"/>
                <a:gd name="connsiteX4704" fmla="*/ 12317560 w 58051775"/>
                <a:gd name="connsiteY4704" fmla="*/ 29262787 h 57949372"/>
                <a:gd name="connsiteX4705" fmla="*/ 12174576 w 58051775"/>
                <a:gd name="connsiteY4705" fmla="*/ 29406664 h 57949372"/>
                <a:gd name="connsiteX4706" fmla="*/ 11986352 w 58051775"/>
                <a:gd name="connsiteY4706" fmla="*/ 29313383 h 57949372"/>
                <a:gd name="connsiteX4707" fmla="*/ 12016212 w 58051775"/>
                <a:gd name="connsiteY4707" fmla="*/ 29106394 h 57949372"/>
                <a:gd name="connsiteX4708" fmla="*/ 12134028 w 58051775"/>
                <a:gd name="connsiteY4708" fmla="*/ 29083000 h 57949372"/>
                <a:gd name="connsiteX4709" fmla="*/ 42805386 w 58051775"/>
                <a:gd name="connsiteY4709" fmla="*/ 29076631 h 57949372"/>
                <a:gd name="connsiteX4710" fmla="*/ 42970240 w 58051775"/>
                <a:gd name="connsiteY4710" fmla="*/ 29095619 h 57949372"/>
                <a:gd name="connsiteX4711" fmla="*/ 43040304 w 58051775"/>
                <a:gd name="connsiteY4711" fmla="*/ 29365516 h 57949372"/>
                <a:gd name="connsiteX4712" fmla="*/ 42910324 w 58051775"/>
                <a:gd name="connsiteY4712" fmla="*/ 29590123 h 57949372"/>
                <a:gd name="connsiteX4713" fmla="*/ 42760904 w 58051775"/>
                <a:gd name="connsiteY4713" fmla="*/ 29581711 h 57949372"/>
                <a:gd name="connsiteX4714" fmla="*/ 42666828 w 58051775"/>
                <a:gd name="connsiteY4714" fmla="*/ 29496255 h 57949372"/>
                <a:gd name="connsiteX4715" fmla="*/ 42726084 w 58051775"/>
                <a:gd name="connsiteY4715" fmla="*/ 29123658 h 57949372"/>
                <a:gd name="connsiteX4716" fmla="*/ 42767252 w 58051775"/>
                <a:gd name="connsiteY4716" fmla="*/ 29082305 h 57949372"/>
                <a:gd name="connsiteX4717" fmla="*/ 42805386 w 58051775"/>
                <a:gd name="connsiteY4717" fmla="*/ 29076631 h 57949372"/>
                <a:gd name="connsiteX4718" fmla="*/ 11184496 w 58051775"/>
                <a:gd name="connsiteY4718" fmla="*/ 29075192 h 57949372"/>
                <a:gd name="connsiteX4719" fmla="*/ 11219928 w 58051775"/>
                <a:gd name="connsiteY4719" fmla="*/ 29076846 h 57949372"/>
                <a:gd name="connsiteX4720" fmla="*/ 11369152 w 58051775"/>
                <a:gd name="connsiteY4720" fmla="*/ 29146799 h 57949372"/>
                <a:gd name="connsiteX4721" fmla="*/ 11430000 w 58051775"/>
                <a:gd name="connsiteY4721" fmla="*/ 29210599 h 57949372"/>
                <a:gd name="connsiteX4722" fmla="*/ 11430000 w 58051775"/>
                <a:gd name="connsiteY4722" fmla="*/ 29361992 h 57949372"/>
                <a:gd name="connsiteX4723" fmla="*/ 11395076 w 58051775"/>
                <a:gd name="connsiteY4723" fmla="*/ 29540158 h 57949372"/>
                <a:gd name="connsiteX4724" fmla="*/ 11195052 w 58051775"/>
                <a:gd name="connsiteY4724" fmla="*/ 29590626 h 57949372"/>
                <a:gd name="connsiteX4725" fmla="*/ 10997908 w 58051775"/>
                <a:gd name="connsiteY4725" fmla="*/ 29405205 h 57949372"/>
                <a:gd name="connsiteX4726" fmla="*/ 11055748 w 58051775"/>
                <a:gd name="connsiteY4726" fmla="*/ 29177268 h 57949372"/>
                <a:gd name="connsiteX4727" fmla="*/ 11100592 w 58051775"/>
                <a:gd name="connsiteY4727" fmla="*/ 29124493 h 57949372"/>
                <a:gd name="connsiteX4728" fmla="*/ 11117388 w 58051775"/>
                <a:gd name="connsiteY4728" fmla="*/ 29080021 h 57949372"/>
                <a:gd name="connsiteX4729" fmla="*/ 11184496 w 58051775"/>
                <a:gd name="connsiteY4729" fmla="*/ 29075192 h 57949372"/>
                <a:gd name="connsiteX4730" fmla="*/ 45692857 w 58051775"/>
                <a:gd name="connsiteY4730" fmla="*/ 29073260 h 57949372"/>
                <a:gd name="connsiteX4731" fmla="*/ 45742693 w 58051775"/>
                <a:gd name="connsiteY4731" fmla="*/ 29073659 h 57949372"/>
                <a:gd name="connsiteX4732" fmla="*/ 45892303 w 58051775"/>
                <a:gd name="connsiteY4732" fmla="*/ 29207220 h 57949372"/>
                <a:gd name="connsiteX4733" fmla="*/ 45866431 w 58051775"/>
                <a:gd name="connsiteY4733" fmla="*/ 29398864 h 57949372"/>
                <a:gd name="connsiteX4734" fmla="*/ 45597024 w 58051775"/>
                <a:gd name="connsiteY4734" fmla="*/ 29403645 h 57949372"/>
                <a:gd name="connsiteX4735" fmla="*/ 45553412 w 58051775"/>
                <a:gd name="connsiteY4735" fmla="*/ 29260727 h 57949372"/>
                <a:gd name="connsiteX4736" fmla="*/ 45615969 w 58051775"/>
                <a:gd name="connsiteY4736" fmla="*/ 29088849 h 57949372"/>
                <a:gd name="connsiteX4737" fmla="*/ 45692857 w 58051775"/>
                <a:gd name="connsiteY4737" fmla="*/ 29073260 h 57949372"/>
                <a:gd name="connsiteX4738" fmla="*/ 14823512 w 58051775"/>
                <a:gd name="connsiteY4738" fmla="*/ 28986526 h 57949372"/>
                <a:gd name="connsiteX4739" fmla="*/ 14853928 w 58051775"/>
                <a:gd name="connsiteY4739" fmla="*/ 28991120 h 57949372"/>
                <a:gd name="connsiteX4740" fmla="*/ 14889228 w 58051775"/>
                <a:gd name="connsiteY4740" fmla="*/ 29035245 h 57949372"/>
                <a:gd name="connsiteX4741" fmla="*/ 14946580 w 58051775"/>
                <a:gd name="connsiteY4741" fmla="*/ 29088668 h 57949372"/>
                <a:gd name="connsiteX4742" fmla="*/ 14980152 w 58051775"/>
                <a:gd name="connsiteY4742" fmla="*/ 29226774 h 57949372"/>
                <a:gd name="connsiteX4743" fmla="*/ 14948100 w 58051775"/>
                <a:gd name="connsiteY4743" fmla="*/ 29307811 h 57949372"/>
                <a:gd name="connsiteX4744" fmla="*/ 14901940 w 58051775"/>
                <a:gd name="connsiteY4744" fmla="*/ 29370409 h 57949372"/>
                <a:gd name="connsiteX4745" fmla="*/ 14805692 w 58051775"/>
                <a:gd name="connsiteY4745" fmla="*/ 29413200 h 57949372"/>
                <a:gd name="connsiteX4746" fmla="*/ 14592352 w 58051775"/>
                <a:gd name="connsiteY4746" fmla="*/ 29327828 h 57949372"/>
                <a:gd name="connsiteX4747" fmla="*/ 14566904 w 58051775"/>
                <a:gd name="connsiteY4747" fmla="*/ 29215544 h 57949372"/>
                <a:gd name="connsiteX4748" fmla="*/ 14629828 w 58051775"/>
                <a:gd name="connsiteY4748" fmla="*/ 29089533 h 57949372"/>
                <a:gd name="connsiteX4749" fmla="*/ 14656708 w 58051775"/>
                <a:gd name="connsiteY4749" fmla="*/ 29047424 h 57949372"/>
                <a:gd name="connsiteX4750" fmla="*/ 14677960 w 58051775"/>
                <a:gd name="connsiteY4750" fmla="*/ 29003625 h 57949372"/>
                <a:gd name="connsiteX4751" fmla="*/ 14823512 w 58051775"/>
                <a:gd name="connsiteY4751" fmla="*/ 28986526 h 57949372"/>
                <a:gd name="connsiteX4752" fmla="*/ 43751614 w 58051775"/>
                <a:gd name="connsiteY4752" fmla="*/ 28727594 h 57949372"/>
                <a:gd name="connsiteX4753" fmla="*/ 43921262 w 58051775"/>
                <a:gd name="connsiteY4753" fmla="*/ 28813721 h 57949372"/>
                <a:gd name="connsiteX4754" fmla="*/ 43829988 w 58051775"/>
                <a:gd name="connsiteY4754" fmla="*/ 28963619 h 57949372"/>
                <a:gd name="connsiteX4755" fmla="*/ 43708780 w 58051775"/>
                <a:gd name="connsiteY4755" fmla="*/ 28969011 h 57949372"/>
                <a:gd name="connsiteX4756" fmla="*/ 43614976 w 58051775"/>
                <a:gd name="connsiteY4756" fmla="*/ 28940358 h 57949372"/>
                <a:gd name="connsiteX4757" fmla="*/ 43614340 w 58051775"/>
                <a:gd name="connsiteY4757" fmla="*/ 28742832 h 57949372"/>
                <a:gd name="connsiteX4758" fmla="*/ 43751614 w 58051775"/>
                <a:gd name="connsiteY4758" fmla="*/ 28727594 h 57949372"/>
                <a:gd name="connsiteX4759" fmla="*/ 52219479 w 58051775"/>
                <a:gd name="connsiteY4759" fmla="*/ 28700542 h 57949372"/>
                <a:gd name="connsiteX4760" fmla="*/ 52030855 w 58051775"/>
                <a:gd name="connsiteY4760" fmla="*/ 28707312 h 57949372"/>
                <a:gd name="connsiteX4761" fmla="*/ 52025565 w 58051775"/>
                <a:gd name="connsiteY4761" fmla="*/ 28789862 h 57949372"/>
                <a:gd name="connsiteX4762" fmla="*/ 52092011 w 58051775"/>
                <a:gd name="connsiteY4762" fmla="*/ 29086266 h 57949372"/>
                <a:gd name="connsiteX4763" fmla="*/ 52118217 w 58051775"/>
                <a:gd name="connsiteY4763" fmla="*/ 29178958 h 57949372"/>
                <a:gd name="connsiteX4764" fmla="*/ 52157340 w 58051775"/>
                <a:gd name="connsiteY4764" fmla="*/ 29262680 h 57949372"/>
                <a:gd name="connsiteX4765" fmla="*/ 52209703 w 58051775"/>
                <a:gd name="connsiteY4765" fmla="*/ 29299772 h 57949372"/>
                <a:gd name="connsiteX4766" fmla="*/ 52307471 w 58051775"/>
                <a:gd name="connsiteY4766" fmla="*/ 29348334 h 57949372"/>
                <a:gd name="connsiteX4767" fmla="*/ 52419662 w 58051775"/>
                <a:gd name="connsiteY4767" fmla="*/ 29396461 h 57949372"/>
                <a:gd name="connsiteX4768" fmla="*/ 52630359 w 58051775"/>
                <a:gd name="connsiteY4768" fmla="*/ 29396132 h 57949372"/>
                <a:gd name="connsiteX4769" fmla="*/ 52755983 w 58051775"/>
                <a:gd name="connsiteY4769" fmla="*/ 29363325 h 57949372"/>
                <a:gd name="connsiteX4770" fmla="*/ 52870103 w 58051775"/>
                <a:gd name="connsiteY4770" fmla="*/ 29291584 h 57949372"/>
                <a:gd name="connsiteX4771" fmla="*/ 52900656 w 58051775"/>
                <a:gd name="connsiteY4771" fmla="*/ 29256404 h 57949372"/>
                <a:gd name="connsiteX4772" fmla="*/ 52939855 w 58051775"/>
                <a:gd name="connsiteY4772" fmla="*/ 29185175 h 57949372"/>
                <a:gd name="connsiteX4773" fmla="*/ 52983826 w 58051775"/>
                <a:gd name="connsiteY4773" fmla="*/ 29108810 h 57949372"/>
                <a:gd name="connsiteX4774" fmla="*/ 53018969 w 58051775"/>
                <a:gd name="connsiteY4774" fmla="*/ 28940476 h 57949372"/>
                <a:gd name="connsiteX4775" fmla="*/ 53018796 w 58051775"/>
                <a:gd name="connsiteY4775" fmla="*/ 28797269 h 57949372"/>
                <a:gd name="connsiteX4776" fmla="*/ 52931960 w 58051775"/>
                <a:gd name="connsiteY4776" fmla="*/ 28710087 h 57949372"/>
                <a:gd name="connsiteX4777" fmla="*/ 52480880 w 58051775"/>
                <a:gd name="connsiteY4777" fmla="*/ 28702878 h 57949372"/>
                <a:gd name="connsiteX4778" fmla="*/ 52219479 w 58051775"/>
                <a:gd name="connsiteY4778" fmla="*/ 28700542 h 57949372"/>
                <a:gd name="connsiteX4779" fmla="*/ 12884364 w 58051775"/>
                <a:gd name="connsiteY4779" fmla="*/ 28630981 h 57949372"/>
                <a:gd name="connsiteX4780" fmla="*/ 12926696 w 58051775"/>
                <a:gd name="connsiteY4780" fmla="*/ 28632635 h 57949372"/>
                <a:gd name="connsiteX4781" fmla="*/ 13074696 w 58051775"/>
                <a:gd name="connsiteY4781" fmla="*/ 28680745 h 57949372"/>
                <a:gd name="connsiteX4782" fmla="*/ 13125540 w 58051775"/>
                <a:gd name="connsiteY4782" fmla="*/ 28793863 h 57949372"/>
                <a:gd name="connsiteX4783" fmla="*/ 13054048 w 58051775"/>
                <a:gd name="connsiteY4783" fmla="*/ 29000451 h 57949372"/>
                <a:gd name="connsiteX4784" fmla="*/ 13002900 w 58051775"/>
                <a:gd name="connsiteY4784" fmla="*/ 29051251 h 57949372"/>
                <a:gd name="connsiteX4785" fmla="*/ 12899076 w 58051775"/>
                <a:gd name="connsiteY4785" fmla="*/ 29050315 h 57949372"/>
                <a:gd name="connsiteX4786" fmla="*/ 12707012 w 58051775"/>
                <a:gd name="connsiteY4786" fmla="*/ 28965794 h 57949372"/>
                <a:gd name="connsiteX4787" fmla="*/ 12732824 w 58051775"/>
                <a:gd name="connsiteY4787" fmla="*/ 28830714 h 57949372"/>
                <a:gd name="connsiteX4788" fmla="*/ 12778496 w 58051775"/>
                <a:gd name="connsiteY4788" fmla="*/ 28725017 h 57949372"/>
                <a:gd name="connsiteX4789" fmla="*/ 12806000 w 58051775"/>
                <a:gd name="connsiteY4789" fmla="*/ 28635810 h 57949372"/>
                <a:gd name="connsiteX4790" fmla="*/ 12884364 w 58051775"/>
                <a:gd name="connsiteY4790" fmla="*/ 28630981 h 57949372"/>
                <a:gd name="connsiteX4791" fmla="*/ 43252106 w 58051775"/>
                <a:gd name="connsiteY4791" fmla="*/ 28549795 h 57949372"/>
                <a:gd name="connsiteX4792" fmla="*/ 43358552 w 58051775"/>
                <a:gd name="connsiteY4792" fmla="*/ 28561453 h 57949372"/>
                <a:gd name="connsiteX4793" fmla="*/ 43384000 w 58051775"/>
                <a:gd name="connsiteY4793" fmla="*/ 28859987 h 57949372"/>
                <a:gd name="connsiteX4794" fmla="*/ 43089384 w 58051775"/>
                <a:gd name="connsiteY4794" fmla="*/ 28855755 h 57949372"/>
                <a:gd name="connsiteX4795" fmla="*/ 43056376 w 58051775"/>
                <a:gd name="connsiteY4795" fmla="*/ 28749392 h 57949372"/>
                <a:gd name="connsiteX4796" fmla="*/ 43049540 w 58051775"/>
                <a:gd name="connsiteY4796" fmla="*/ 28664220 h 57949372"/>
                <a:gd name="connsiteX4797" fmla="*/ 43106752 w 58051775"/>
                <a:gd name="connsiteY4797" fmla="*/ 28607008 h 57949372"/>
                <a:gd name="connsiteX4798" fmla="*/ 43252106 w 58051775"/>
                <a:gd name="connsiteY4798" fmla="*/ 28549795 h 57949372"/>
                <a:gd name="connsiteX4799" fmla="*/ 46293034 w 58051775"/>
                <a:gd name="connsiteY4799" fmla="*/ 28546932 h 57949372"/>
                <a:gd name="connsiteX4800" fmla="*/ 46375004 w 58051775"/>
                <a:gd name="connsiteY4800" fmla="*/ 28552155 h 57949372"/>
                <a:gd name="connsiteX4801" fmla="*/ 46476926 w 58051775"/>
                <a:gd name="connsiteY4801" fmla="*/ 28585864 h 57949372"/>
                <a:gd name="connsiteX4802" fmla="*/ 46546590 w 58051775"/>
                <a:gd name="connsiteY4802" fmla="*/ 28645733 h 57949372"/>
                <a:gd name="connsiteX4803" fmla="*/ 46596299 w 58051775"/>
                <a:gd name="connsiteY4803" fmla="*/ 28760759 h 57949372"/>
                <a:gd name="connsiteX4804" fmla="*/ 46525004 w 58051775"/>
                <a:gd name="connsiteY4804" fmla="*/ 28951959 h 57949372"/>
                <a:gd name="connsiteX4805" fmla="*/ 46274632 w 58051775"/>
                <a:gd name="connsiteY4805" fmla="*/ 28969347 h 57949372"/>
                <a:gd name="connsiteX4806" fmla="*/ 46173559 w 58051775"/>
                <a:gd name="connsiteY4806" fmla="*/ 28773306 h 57949372"/>
                <a:gd name="connsiteX4807" fmla="*/ 46170849 w 58051775"/>
                <a:gd name="connsiteY4807" fmla="*/ 28658014 h 57949372"/>
                <a:gd name="connsiteX4808" fmla="*/ 46213296 w 58051775"/>
                <a:gd name="connsiteY4808" fmla="*/ 28647100 h 57949372"/>
                <a:gd name="connsiteX4809" fmla="*/ 46274390 w 58051775"/>
                <a:gd name="connsiteY4809" fmla="*/ 28591559 h 57949372"/>
                <a:gd name="connsiteX4810" fmla="*/ 15123880 w 58051775"/>
                <a:gd name="connsiteY4810" fmla="*/ 28542856 h 57949372"/>
                <a:gd name="connsiteX4811" fmla="*/ 15160944 w 58051775"/>
                <a:gd name="connsiteY4811" fmla="*/ 28544346 h 57949372"/>
                <a:gd name="connsiteX4812" fmla="*/ 15253016 w 58051775"/>
                <a:gd name="connsiteY4812" fmla="*/ 28582468 h 57949372"/>
                <a:gd name="connsiteX4813" fmla="*/ 15247752 w 58051775"/>
                <a:gd name="connsiteY4813" fmla="*/ 28772369 h 57949372"/>
                <a:gd name="connsiteX4814" fmla="*/ 15140140 w 58051775"/>
                <a:gd name="connsiteY4814" fmla="*/ 28795683 h 57949372"/>
                <a:gd name="connsiteX4815" fmla="*/ 15030788 w 58051775"/>
                <a:gd name="connsiteY4815" fmla="*/ 28778769 h 57949372"/>
                <a:gd name="connsiteX4816" fmla="*/ 15060620 w 58051775"/>
                <a:gd name="connsiteY4816" fmla="*/ 28556048 h 57949372"/>
                <a:gd name="connsiteX4817" fmla="*/ 15123880 w 58051775"/>
                <a:gd name="connsiteY4817" fmla="*/ 28542856 h 57949372"/>
                <a:gd name="connsiteX4818" fmla="*/ 11628420 w 58051775"/>
                <a:gd name="connsiteY4818" fmla="*/ 28460992 h 57949372"/>
                <a:gd name="connsiteX4819" fmla="*/ 11763760 w 58051775"/>
                <a:gd name="connsiteY4819" fmla="*/ 28525295 h 57949372"/>
                <a:gd name="connsiteX4820" fmla="*/ 11789888 w 58051775"/>
                <a:gd name="connsiteY4820" fmla="*/ 28750394 h 57949372"/>
                <a:gd name="connsiteX4821" fmla="*/ 11653616 w 58051775"/>
                <a:gd name="connsiteY4821" fmla="*/ 28877708 h 57949372"/>
                <a:gd name="connsiteX4822" fmla="*/ 11569040 w 58051775"/>
                <a:gd name="connsiteY4822" fmla="*/ 28883092 h 57949372"/>
                <a:gd name="connsiteX4823" fmla="*/ 11510784 w 58051775"/>
                <a:gd name="connsiteY4823" fmla="*/ 28823159 h 57949372"/>
                <a:gd name="connsiteX4824" fmla="*/ 11457988 w 58051775"/>
                <a:gd name="connsiteY4824" fmla="*/ 28687853 h 57949372"/>
                <a:gd name="connsiteX4825" fmla="*/ 11503872 w 58051775"/>
                <a:gd name="connsiteY4825" fmla="*/ 28575551 h 57949372"/>
                <a:gd name="connsiteX4826" fmla="*/ 11544304 w 58051775"/>
                <a:gd name="connsiteY4826" fmla="*/ 28515048 h 57949372"/>
                <a:gd name="connsiteX4827" fmla="*/ 11559544 w 58051775"/>
                <a:gd name="connsiteY4827" fmla="*/ 28476231 h 57949372"/>
                <a:gd name="connsiteX4828" fmla="*/ 11628420 w 58051775"/>
                <a:gd name="connsiteY4828" fmla="*/ 28460992 h 57949372"/>
                <a:gd name="connsiteX4829" fmla="*/ 13715412 w 58051775"/>
                <a:gd name="connsiteY4829" fmla="*/ 28459886 h 57949372"/>
                <a:gd name="connsiteX4830" fmla="*/ 13818272 w 58051775"/>
                <a:gd name="connsiteY4830" fmla="*/ 28480847 h 57949372"/>
                <a:gd name="connsiteX4831" fmla="*/ 13807420 w 58051775"/>
                <a:gd name="connsiteY4831" fmla="*/ 28679365 h 57949372"/>
                <a:gd name="connsiteX4832" fmla="*/ 13701360 w 58051775"/>
                <a:gd name="connsiteY4832" fmla="*/ 28700964 h 57949372"/>
                <a:gd name="connsiteX4833" fmla="*/ 13594264 w 58051775"/>
                <a:gd name="connsiteY4833" fmla="*/ 28681914 h 57949372"/>
                <a:gd name="connsiteX4834" fmla="*/ 13608960 w 58051775"/>
                <a:gd name="connsiteY4834" fmla="*/ 28480949 h 57949372"/>
                <a:gd name="connsiteX4835" fmla="*/ 13715412 w 58051775"/>
                <a:gd name="connsiteY4835" fmla="*/ 28459886 h 57949372"/>
                <a:gd name="connsiteX4836" fmla="*/ 45030786 w 58051775"/>
                <a:gd name="connsiteY4836" fmla="*/ 28371996 h 57949372"/>
                <a:gd name="connsiteX4837" fmla="*/ 45156992 w 58051775"/>
                <a:gd name="connsiteY4837" fmla="*/ 28413271 h 57949372"/>
                <a:gd name="connsiteX4838" fmla="*/ 45228473 w 58051775"/>
                <a:gd name="connsiteY4838" fmla="*/ 28481301 h 57949372"/>
                <a:gd name="connsiteX4839" fmla="*/ 45267959 w 58051775"/>
                <a:gd name="connsiteY4839" fmla="*/ 28597340 h 57949372"/>
                <a:gd name="connsiteX4840" fmla="*/ 45230858 w 58051775"/>
                <a:gd name="connsiteY4840" fmla="*/ 28849598 h 57949372"/>
                <a:gd name="connsiteX4841" fmla="*/ 44950022 w 58051775"/>
                <a:gd name="connsiteY4841" fmla="*/ 28878136 h 57949372"/>
                <a:gd name="connsiteX4842" fmla="*/ 44843678 w 58051775"/>
                <a:gd name="connsiteY4842" fmla="*/ 28822846 h 57949372"/>
                <a:gd name="connsiteX4843" fmla="*/ 44802403 w 58051775"/>
                <a:gd name="connsiteY4843" fmla="*/ 28751036 h 57949372"/>
                <a:gd name="connsiteX4844" fmla="*/ 44805758 w 58051775"/>
                <a:gd name="connsiteY4844" fmla="*/ 28591164 h 57949372"/>
                <a:gd name="connsiteX4845" fmla="*/ 44839130 w 58051775"/>
                <a:gd name="connsiteY4845" fmla="*/ 28509798 h 57949372"/>
                <a:gd name="connsiteX4846" fmla="*/ 44896162 w 58051775"/>
                <a:gd name="connsiteY4846" fmla="*/ 28416458 h 57949372"/>
                <a:gd name="connsiteX4847" fmla="*/ 45030786 w 58051775"/>
                <a:gd name="connsiteY4847" fmla="*/ 28371996 h 57949372"/>
                <a:gd name="connsiteX4848" fmla="*/ 12263712 w 58051775"/>
                <a:gd name="connsiteY4848" fmla="*/ 28371879 h 57949372"/>
                <a:gd name="connsiteX4849" fmla="*/ 12317284 w 58051775"/>
                <a:gd name="connsiteY4849" fmla="*/ 28546835 h 57949372"/>
                <a:gd name="connsiteX4850" fmla="*/ 12206712 w 58051775"/>
                <a:gd name="connsiteY4850" fmla="*/ 28699719 h 57949372"/>
                <a:gd name="connsiteX4851" fmla="*/ 12077704 w 58051775"/>
                <a:gd name="connsiteY4851" fmla="*/ 28550603 h 57949372"/>
                <a:gd name="connsiteX4852" fmla="*/ 12124268 w 58051775"/>
                <a:gd name="connsiteY4852" fmla="*/ 28418661 h 57949372"/>
                <a:gd name="connsiteX4853" fmla="*/ 12238328 w 58051775"/>
                <a:gd name="connsiteY4853" fmla="*/ 28372093 h 57949372"/>
                <a:gd name="connsiteX4854" fmla="*/ 12263712 w 58051775"/>
                <a:gd name="connsiteY4854" fmla="*/ 28371879 h 57949372"/>
                <a:gd name="connsiteX4855" fmla="*/ 5142676 w 58051775"/>
                <a:gd name="connsiteY4855" fmla="*/ 28363560 h 57949372"/>
                <a:gd name="connsiteX4856" fmla="*/ 5216936 w 58051775"/>
                <a:gd name="connsiteY4856" fmla="*/ 28365855 h 57949372"/>
                <a:gd name="connsiteX4857" fmla="*/ 5402904 w 58051775"/>
                <a:gd name="connsiteY4857" fmla="*/ 28389653 h 57949372"/>
                <a:gd name="connsiteX4858" fmla="*/ 5454088 w 58051775"/>
                <a:gd name="connsiteY4858" fmla="*/ 28469294 h 57949372"/>
                <a:gd name="connsiteX4859" fmla="*/ 5449672 w 58051775"/>
                <a:gd name="connsiteY4859" fmla="*/ 28565074 h 57949372"/>
                <a:gd name="connsiteX4860" fmla="*/ 5388552 w 58051775"/>
                <a:gd name="connsiteY4860" fmla="*/ 28599175 h 57949372"/>
                <a:gd name="connsiteX4861" fmla="*/ 5211900 w 58051775"/>
                <a:gd name="connsiteY4861" fmla="*/ 28652823 h 57949372"/>
                <a:gd name="connsiteX4862" fmla="*/ 5148812 w 58051775"/>
                <a:gd name="connsiteY4862" fmla="*/ 28695286 h 57949372"/>
                <a:gd name="connsiteX4863" fmla="*/ 5101448 w 58051775"/>
                <a:gd name="connsiteY4863" fmla="*/ 28750365 h 57949372"/>
                <a:gd name="connsiteX4864" fmla="*/ 5067856 w 58051775"/>
                <a:gd name="connsiteY4864" fmla="*/ 28797094 h 57949372"/>
                <a:gd name="connsiteX4865" fmla="*/ 5016980 w 58051775"/>
                <a:gd name="connsiteY4865" fmla="*/ 28959425 h 57949372"/>
                <a:gd name="connsiteX4866" fmla="*/ 4995424 w 58051775"/>
                <a:gd name="connsiteY4866" fmla="*/ 29113643 h 57949372"/>
                <a:gd name="connsiteX4867" fmla="*/ 5011080 w 58051775"/>
                <a:gd name="connsiteY4867" fmla="*/ 29240863 h 57949372"/>
                <a:gd name="connsiteX4868" fmla="*/ 6000832 w 58051775"/>
                <a:gd name="connsiteY4868" fmla="*/ 29260800 h 57949372"/>
                <a:gd name="connsiteX4869" fmla="*/ 7002804 w 58051775"/>
                <a:gd name="connsiteY4869" fmla="*/ 29248574 h 57949372"/>
                <a:gd name="connsiteX4870" fmla="*/ 7066400 w 58051775"/>
                <a:gd name="connsiteY4870" fmla="*/ 29175549 h 57949372"/>
                <a:gd name="connsiteX4871" fmla="*/ 7128672 w 58051775"/>
                <a:gd name="connsiteY4871" fmla="*/ 29089334 h 57949372"/>
                <a:gd name="connsiteX4872" fmla="*/ 7162628 w 58051775"/>
                <a:gd name="connsiteY4872" fmla="*/ 29000434 h 57949372"/>
                <a:gd name="connsiteX4873" fmla="*/ 7263444 w 58051775"/>
                <a:gd name="connsiteY4873" fmla="*/ 28905217 h 57949372"/>
                <a:gd name="connsiteX4874" fmla="*/ 7380532 w 58051775"/>
                <a:gd name="connsiteY4874" fmla="*/ 29072337 h 57949372"/>
                <a:gd name="connsiteX4875" fmla="*/ 7384612 w 58051775"/>
                <a:gd name="connsiteY4875" fmla="*/ 30006110 h 57949372"/>
                <a:gd name="connsiteX4876" fmla="*/ 7339256 w 58051775"/>
                <a:gd name="connsiteY4876" fmla="*/ 30091835 h 57949372"/>
                <a:gd name="connsiteX4877" fmla="*/ 7130604 w 58051775"/>
                <a:gd name="connsiteY4877" fmla="*/ 29995202 h 57949372"/>
                <a:gd name="connsiteX4878" fmla="*/ 7105656 w 58051775"/>
                <a:gd name="connsiteY4878" fmla="*/ 29908500 h 57949372"/>
                <a:gd name="connsiteX4879" fmla="*/ 7093404 w 58051775"/>
                <a:gd name="connsiteY4879" fmla="*/ 29837031 h 57949372"/>
                <a:gd name="connsiteX4880" fmla="*/ 6061488 w 58051775"/>
                <a:gd name="connsiteY4880" fmla="*/ 29772276 h 57949372"/>
                <a:gd name="connsiteX4881" fmla="*/ 5046212 w 58051775"/>
                <a:gd name="connsiteY4881" fmla="*/ 29809154 h 57949372"/>
                <a:gd name="connsiteX4882" fmla="*/ 5017228 w 58051775"/>
                <a:gd name="connsiteY4882" fmla="*/ 30020158 h 57949372"/>
                <a:gd name="connsiteX4883" fmla="*/ 5010152 w 58051775"/>
                <a:gd name="connsiteY4883" fmla="*/ 30206950 h 57949372"/>
                <a:gd name="connsiteX4884" fmla="*/ 5213236 w 58051775"/>
                <a:gd name="connsiteY4884" fmla="*/ 30416500 h 57949372"/>
                <a:gd name="connsiteX4885" fmla="*/ 5289496 w 58051775"/>
                <a:gd name="connsiteY4885" fmla="*/ 30411415 h 57949372"/>
                <a:gd name="connsiteX4886" fmla="*/ 5495676 w 58051775"/>
                <a:gd name="connsiteY4886" fmla="*/ 30559983 h 57949372"/>
                <a:gd name="connsiteX4887" fmla="*/ 5088880 w 58051775"/>
                <a:gd name="connsiteY4887" fmla="*/ 30653355 h 57949372"/>
                <a:gd name="connsiteX4888" fmla="*/ 4749884 w 58051775"/>
                <a:gd name="connsiteY4888" fmla="*/ 30650824 h 57949372"/>
                <a:gd name="connsiteX4889" fmla="*/ 4714920 w 58051775"/>
                <a:gd name="connsiteY4889" fmla="*/ 30615874 h 57949372"/>
                <a:gd name="connsiteX4890" fmla="*/ 4676964 w 58051775"/>
                <a:gd name="connsiteY4890" fmla="*/ 30400284 h 57949372"/>
                <a:gd name="connsiteX4891" fmla="*/ 4698392 w 58051775"/>
                <a:gd name="connsiteY4891" fmla="*/ 28468949 h 57949372"/>
                <a:gd name="connsiteX4892" fmla="*/ 4791112 w 58051775"/>
                <a:gd name="connsiteY4892" fmla="*/ 28443800 h 57949372"/>
                <a:gd name="connsiteX4893" fmla="*/ 4906900 w 58051775"/>
                <a:gd name="connsiteY4893" fmla="*/ 28414777 h 57949372"/>
                <a:gd name="connsiteX4894" fmla="*/ 4990200 w 58051775"/>
                <a:gd name="connsiteY4894" fmla="*/ 28399356 h 57949372"/>
                <a:gd name="connsiteX4895" fmla="*/ 5055356 w 58051775"/>
                <a:gd name="connsiteY4895" fmla="*/ 28380539 h 57949372"/>
                <a:gd name="connsiteX4896" fmla="*/ 5142676 w 58051775"/>
                <a:gd name="connsiteY4896" fmla="*/ 28363560 h 57949372"/>
                <a:gd name="connsiteX4897" fmla="*/ 44469996 w 58051775"/>
                <a:gd name="connsiteY4897" fmla="*/ 28268386 h 57949372"/>
                <a:gd name="connsiteX4898" fmla="*/ 44611928 w 58051775"/>
                <a:gd name="connsiteY4898" fmla="*/ 28299381 h 57949372"/>
                <a:gd name="connsiteX4899" fmla="*/ 44640503 w 58051775"/>
                <a:gd name="connsiteY4899" fmla="*/ 28454959 h 57949372"/>
                <a:gd name="connsiteX4900" fmla="*/ 44618278 w 58051775"/>
                <a:gd name="connsiteY4900" fmla="*/ 28590957 h 57949372"/>
                <a:gd name="connsiteX4901" fmla="*/ 44546667 w 58051775"/>
                <a:gd name="connsiteY4901" fmla="*/ 28611995 h 57949372"/>
                <a:gd name="connsiteX4902" fmla="*/ 44329282 w 58051775"/>
                <a:gd name="connsiteY4902" fmla="*/ 28592361 h 57949372"/>
                <a:gd name="connsiteX4903" fmla="*/ 44296628 w 58051775"/>
                <a:gd name="connsiteY4903" fmla="*/ 28400572 h 57949372"/>
                <a:gd name="connsiteX4904" fmla="*/ 44412470 w 58051775"/>
                <a:gd name="connsiteY4904" fmla="*/ 28278533 h 57949372"/>
                <a:gd name="connsiteX4905" fmla="*/ 44469996 w 58051775"/>
                <a:gd name="connsiteY4905" fmla="*/ 28268386 h 57949372"/>
                <a:gd name="connsiteX4906" fmla="*/ 42905080 w 58051775"/>
                <a:gd name="connsiteY4906" fmla="*/ 28194197 h 57949372"/>
                <a:gd name="connsiteX4907" fmla="*/ 43037950 w 58051775"/>
                <a:gd name="connsiteY4907" fmla="*/ 28310017 h 57949372"/>
                <a:gd name="connsiteX4908" fmla="*/ 42912050 w 58051775"/>
                <a:gd name="connsiteY4908" fmla="*/ 28435497 h 57949372"/>
                <a:gd name="connsiteX4909" fmla="*/ 42806068 w 58051775"/>
                <a:gd name="connsiteY4909" fmla="*/ 28407273 h 57949372"/>
                <a:gd name="connsiteX4910" fmla="*/ 42798688 w 58051775"/>
                <a:gd name="connsiteY4910" fmla="*/ 28226776 h 57949372"/>
                <a:gd name="connsiteX4911" fmla="*/ 42905080 w 58051775"/>
                <a:gd name="connsiteY4911" fmla="*/ 28194197 h 57949372"/>
                <a:gd name="connsiteX4912" fmla="*/ 14547816 w 58051775"/>
                <a:gd name="connsiteY4912" fmla="*/ 28105394 h 57949372"/>
                <a:gd name="connsiteX4913" fmla="*/ 14732004 w 58051775"/>
                <a:gd name="connsiteY4913" fmla="*/ 28379184 h 57949372"/>
                <a:gd name="connsiteX4914" fmla="*/ 14732004 w 58051775"/>
                <a:gd name="connsiteY4914" fmla="*/ 28502027 h 57949372"/>
                <a:gd name="connsiteX4915" fmla="*/ 14671680 w 58051775"/>
                <a:gd name="connsiteY4915" fmla="*/ 28545364 h 57949372"/>
                <a:gd name="connsiteX4916" fmla="*/ 14506240 w 58051775"/>
                <a:gd name="connsiteY4916" fmla="*/ 28609859 h 57949372"/>
                <a:gd name="connsiteX4917" fmla="*/ 14347828 w 58051775"/>
                <a:gd name="connsiteY4917" fmla="*/ 28467132 h 57949372"/>
                <a:gd name="connsiteX4918" fmla="*/ 14338412 w 58051775"/>
                <a:gd name="connsiteY4918" fmla="*/ 28302144 h 57949372"/>
                <a:gd name="connsiteX4919" fmla="*/ 14378880 w 58051775"/>
                <a:gd name="connsiteY4919" fmla="*/ 28229134 h 57949372"/>
                <a:gd name="connsiteX4920" fmla="*/ 14428316 w 58051775"/>
                <a:gd name="connsiteY4920" fmla="*/ 28142303 h 57949372"/>
                <a:gd name="connsiteX4921" fmla="*/ 14547816 w 58051775"/>
                <a:gd name="connsiteY4921" fmla="*/ 28105394 h 57949372"/>
                <a:gd name="connsiteX4922" fmla="*/ 45735855 w 58051775"/>
                <a:gd name="connsiteY4922" fmla="*/ 28105299 h 57949372"/>
                <a:gd name="connsiteX4923" fmla="*/ 45852803 w 58051775"/>
                <a:gd name="connsiteY4923" fmla="*/ 28135344 h 57949372"/>
                <a:gd name="connsiteX4924" fmla="*/ 45859659 w 58051775"/>
                <a:gd name="connsiteY4924" fmla="*/ 28415568 h 57949372"/>
                <a:gd name="connsiteX4925" fmla="*/ 45577127 w 58051775"/>
                <a:gd name="connsiteY4925" fmla="*/ 28418789 h 57949372"/>
                <a:gd name="connsiteX4926" fmla="*/ 45554902 w 58051775"/>
                <a:gd name="connsiteY4926" fmla="*/ 28305414 h 57949372"/>
                <a:gd name="connsiteX4927" fmla="*/ 45601929 w 58051775"/>
                <a:gd name="connsiteY4927" fmla="*/ 28153459 h 57949372"/>
                <a:gd name="connsiteX4928" fmla="*/ 45735855 w 58051775"/>
                <a:gd name="connsiteY4928" fmla="*/ 28105299 h 57949372"/>
                <a:gd name="connsiteX4929" fmla="*/ 43579752 w 58051775"/>
                <a:gd name="connsiteY4929" fmla="*/ 27997723 h 57949372"/>
                <a:gd name="connsiteX4930" fmla="*/ 43733616 w 58051775"/>
                <a:gd name="connsiteY4930" fmla="*/ 28024192 h 57949372"/>
                <a:gd name="connsiteX4931" fmla="*/ 43732360 w 58051775"/>
                <a:gd name="connsiteY4931" fmla="*/ 28156180 h 57949372"/>
                <a:gd name="connsiteX4932" fmla="*/ 43527140 w 58051775"/>
                <a:gd name="connsiteY4932" fmla="*/ 28154345 h 57949372"/>
                <a:gd name="connsiteX4933" fmla="*/ 43519732 w 58051775"/>
                <a:gd name="connsiteY4933" fmla="*/ 28025521 h 57949372"/>
                <a:gd name="connsiteX4934" fmla="*/ 43561006 w 58051775"/>
                <a:gd name="connsiteY4934" fmla="*/ 27999647 h 57949372"/>
                <a:gd name="connsiteX4935" fmla="*/ 43579752 w 58051775"/>
                <a:gd name="connsiteY4935" fmla="*/ 27997723 h 57949372"/>
                <a:gd name="connsiteX4936" fmla="*/ 12194644 w 58051775"/>
                <a:gd name="connsiteY4936" fmla="*/ 27911342 h 57949372"/>
                <a:gd name="connsiteX4937" fmla="*/ 12295020 w 58051775"/>
                <a:gd name="connsiteY4937" fmla="*/ 27935509 h 57949372"/>
                <a:gd name="connsiteX4938" fmla="*/ 12317976 w 58051775"/>
                <a:gd name="connsiteY4938" fmla="*/ 28122302 h 57949372"/>
                <a:gd name="connsiteX4939" fmla="*/ 12255476 w 58051775"/>
                <a:gd name="connsiteY4939" fmla="*/ 28175248 h 57949372"/>
                <a:gd name="connsiteX4940" fmla="*/ 12157352 w 58051775"/>
                <a:gd name="connsiteY4940" fmla="*/ 28169016 h 57949372"/>
                <a:gd name="connsiteX4941" fmla="*/ 12093576 w 58051775"/>
                <a:gd name="connsiteY4941" fmla="*/ 28154390 h 57949372"/>
                <a:gd name="connsiteX4942" fmla="*/ 12093740 w 58051775"/>
                <a:gd name="connsiteY4942" fmla="*/ 27942798 h 57949372"/>
                <a:gd name="connsiteX4943" fmla="*/ 12154064 w 58051775"/>
                <a:gd name="connsiteY4943" fmla="*/ 27917876 h 57949372"/>
                <a:gd name="connsiteX4944" fmla="*/ 12194644 w 58051775"/>
                <a:gd name="connsiteY4944" fmla="*/ 27911342 h 57949372"/>
                <a:gd name="connsiteX4945" fmla="*/ 46907234 w 58051775"/>
                <a:gd name="connsiteY4945" fmla="*/ 27910520 h 57949372"/>
                <a:gd name="connsiteX4946" fmla="*/ 46985283 w 58051775"/>
                <a:gd name="connsiteY4946" fmla="*/ 27928914 h 57949372"/>
                <a:gd name="connsiteX4947" fmla="*/ 47040802 w 58051775"/>
                <a:gd name="connsiteY4947" fmla="*/ 28121125 h 57949372"/>
                <a:gd name="connsiteX4948" fmla="*/ 46926502 w 58051775"/>
                <a:gd name="connsiteY4948" fmla="*/ 28246560 h 57949372"/>
                <a:gd name="connsiteX4949" fmla="*/ 46815873 w 58051775"/>
                <a:gd name="connsiteY4949" fmla="*/ 28253856 h 57949372"/>
                <a:gd name="connsiteX4950" fmla="*/ 46710602 w 58051775"/>
                <a:gd name="connsiteY4950" fmla="*/ 28111747 h 57949372"/>
                <a:gd name="connsiteX4951" fmla="*/ 46753068 w 58051775"/>
                <a:gd name="connsiteY4951" fmla="*/ 27980222 h 57949372"/>
                <a:gd name="connsiteX4952" fmla="*/ 46826093 w 58051775"/>
                <a:gd name="connsiteY4952" fmla="*/ 27921531 h 57949372"/>
                <a:gd name="connsiteX4953" fmla="*/ 46907234 w 58051775"/>
                <a:gd name="connsiteY4953" fmla="*/ 27910520 h 57949372"/>
                <a:gd name="connsiteX4954" fmla="*/ 50750468 w 58051775"/>
                <a:gd name="connsiteY4954" fmla="*/ 27851119 h 57949372"/>
                <a:gd name="connsiteX4955" fmla="*/ 50872758 w 58051775"/>
                <a:gd name="connsiteY4955" fmla="*/ 28011060 h 57949372"/>
                <a:gd name="connsiteX4956" fmla="*/ 50908895 w 58051775"/>
                <a:gd name="connsiteY4956" fmla="*/ 28142066 h 57949372"/>
                <a:gd name="connsiteX4957" fmla="*/ 50937613 w 58051775"/>
                <a:gd name="connsiteY4957" fmla="*/ 28174970 h 57949372"/>
                <a:gd name="connsiteX4958" fmla="*/ 53021192 w 58051775"/>
                <a:gd name="connsiteY4958" fmla="*/ 28194804 h 57949372"/>
                <a:gd name="connsiteX4959" fmla="*/ 53035256 w 58051775"/>
                <a:gd name="connsiteY4959" fmla="*/ 28168532 h 57949372"/>
                <a:gd name="connsiteX4960" fmla="*/ 53041556 w 58051775"/>
                <a:gd name="connsiteY4960" fmla="*/ 28117819 h 57949372"/>
                <a:gd name="connsiteX4961" fmla="*/ 53067632 w 58051775"/>
                <a:gd name="connsiteY4961" fmla="*/ 28009869 h 57949372"/>
                <a:gd name="connsiteX4962" fmla="*/ 53104020 w 58051775"/>
                <a:gd name="connsiteY4962" fmla="*/ 27957761 h 57949372"/>
                <a:gd name="connsiteX4963" fmla="*/ 53209130 w 58051775"/>
                <a:gd name="connsiteY4963" fmla="*/ 27861794 h 57949372"/>
                <a:gd name="connsiteX4964" fmla="*/ 53273666 w 58051775"/>
                <a:gd name="connsiteY4964" fmla="*/ 28301969 h 57949372"/>
                <a:gd name="connsiteX4965" fmla="*/ 53266640 w 58051775"/>
                <a:gd name="connsiteY4965" fmla="*/ 28994101 h 57949372"/>
                <a:gd name="connsiteX4966" fmla="*/ 53226817 w 58051775"/>
                <a:gd name="connsiteY4966" fmla="*/ 29398628 h 57949372"/>
                <a:gd name="connsiteX4967" fmla="*/ 53187700 w 58051775"/>
                <a:gd name="connsiteY4967" fmla="*/ 29571198 h 57949372"/>
                <a:gd name="connsiteX4968" fmla="*/ 53127914 w 58051775"/>
                <a:gd name="connsiteY4968" fmla="*/ 29700070 h 57949372"/>
                <a:gd name="connsiteX4969" fmla="*/ 53038381 w 58051775"/>
                <a:gd name="connsiteY4969" fmla="*/ 29803726 h 57949372"/>
                <a:gd name="connsiteX4970" fmla="*/ 52971098 w 58051775"/>
                <a:gd name="connsiteY4970" fmla="*/ 29857701 h 57949372"/>
                <a:gd name="connsiteX4971" fmla="*/ 52893416 w 58051775"/>
                <a:gd name="connsiteY4971" fmla="*/ 29898976 h 57949372"/>
                <a:gd name="connsiteX4972" fmla="*/ 52843453 w 58051775"/>
                <a:gd name="connsiteY4972" fmla="*/ 29940251 h 57949372"/>
                <a:gd name="connsiteX4973" fmla="*/ 52181391 w 58051775"/>
                <a:gd name="connsiteY4973" fmla="*/ 29940251 h 57949372"/>
                <a:gd name="connsiteX4974" fmla="*/ 52160624 w 58051775"/>
                <a:gd name="connsiteY4974" fmla="*/ 29910526 h 57949372"/>
                <a:gd name="connsiteX4975" fmla="*/ 52049945 w 58051775"/>
                <a:gd name="connsiteY4975" fmla="*/ 29789876 h 57949372"/>
                <a:gd name="connsiteX4976" fmla="*/ 51951201 w 58051775"/>
                <a:gd name="connsiteY4976" fmla="*/ 29661211 h 57949372"/>
                <a:gd name="connsiteX4977" fmla="*/ 51906159 w 58051775"/>
                <a:gd name="connsiteY4977" fmla="*/ 29585011 h 57949372"/>
                <a:gd name="connsiteX4978" fmla="*/ 51869494 w 58051775"/>
                <a:gd name="connsiteY4978" fmla="*/ 29472521 h 57949372"/>
                <a:gd name="connsiteX4979" fmla="*/ 51862161 w 58051775"/>
                <a:gd name="connsiteY4979" fmla="*/ 29391621 h 57949372"/>
                <a:gd name="connsiteX4980" fmla="*/ 51726892 w 58051775"/>
                <a:gd name="connsiteY4980" fmla="*/ 29457840 h 57949372"/>
                <a:gd name="connsiteX4981" fmla="*/ 51644996 w 58051775"/>
                <a:gd name="connsiteY4981" fmla="*/ 29514801 h 57949372"/>
                <a:gd name="connsiteX4982" fmla="*/ 51600639 w 58051775"/>
                <a:gd name="connsiteY4982" fmla="*/ 29552151 h 57949372"/>
                <a:gd name="connsiteX4983" fmla="*/ 51545809 w 58051775"/>
                <a:gd name="connsiteY4983" fmla="*/ 29598461 h 57949372"/>
                <a:gd name="connsiteX4984" fmla="*/ 51390556 w 58051775"/>
                <a:gd name="connsiteY4984" fmla="*/ 29703208 h 57949372"/>
                <a:gd name="connsiteX4985" fmla="*/ 51315658 w 58051775"/>
                <a:gd name="connsiteY4985" fmla="*/ 29768568 h 57949372"/>
                <a:gd name="connsiteX4986" fmla="*/ 51248558 w 58051775"/>
                <a:gd name="connsiteY4986" fmla="*/ 29827402 h 57949372"/>
                <a:gd name="connsiteX4987" fmla="*/ 51187226 w 58051775"/>
                <a:gd name="connsiteY4987" fmla="*/ 29870401 h 57949372"/>
                <a:gd name="connsiteX4988" fmla="*/ 51148413 w 58051775"/>
                <a:gd name="connsiteY4988" fmla="*/ 29901655 h 57949372"/>
                <a:gd name="connsiteX4989" fmla="*/ 51094146 w 58051775"/>
                <a:gd name="connsiteY4989" fmla="*/ 29934679 h 57949372"/>
                <a:gd name="connsiteX4990" fmla="*/ 50932996 w 58051775"/>
                <a:gd name="connsiteY4990" fmla="*/ 30070897 h 57949372"/>
                <a:gd name="connsiteX4991" fmla="*/ 50875146 w 58051775"/>
                <a:gd name="connsiteY4991" fmla="*/ 30208728 h 57949372"/>
                <a:gd name="connsiteX4992" fmla="*/ 50755271 w 58051775"/>
                <a:gd name="connsiteY4992" fmla="*/ 30370811 h 57949372"/>
                <a:gd name="connsiteX4993" fmla="*/ 50674380 w 58051775"/>
                <a:gd name="connsiteY4993" fmla="*/ 30376969 h 57949372"/>
                <a:gd name="connsiteX4994" fmla="*/ 50617121 w 58051775"/>
                <a:gd name="connsiteY4994" fmla="*/ 29975176 h 57949372"/>
                <a:gd name="connsiteX4995" fmla="*/ 50647606 w 58051775"/>
                <a:gd name="connsiteY4995" fmla="*/ 29641801 h 57949372"/>
                <a:gd name="connsiteX4996" fmla="*/ 50689681 w 58051775"/>
                <a:gd name="connsiteY4996" fmla="*/ 29616401 h 57949372"/>
                <a:gd name="connsiteX4997" fmla="*/ 50737306 w 58051775"/>
                <a:gd name="connsiteY4997" fmla="*/ 29570788 h 57949372"/>
                <a:gd name="connsiteX4998" fmla="*/ 50820665 w 58051775"/>
                <a:gd name="connsiteY4998" fmla="*/ 29507828 h 57949372"/>
                <a:gd name="connsiteX4999" fmla="*/ 50880324 w 58051775"/>
                <a:gd name="connsiteY4999" fmla="*/ 29471591 h 57949372"/>
                <a:gd name="connsiteX5000" fmla="*/ 50933136 w 58051775"/>
                <a:gd name="connsiteY5000" fmla="*/ 29444154 h 57949372"/>
                <a:gd name="connsiteX5001" fmla="*/ 50997166 w 58051775"/>
                <a:gd name="connsiteY5001" fmla="*/ 29399903 h 57949372"/>
                <a:gd name="connsiteX5002" fmla="*/ 51040881 w 58051775"/>
                <a:gd name="connsiteY5002" fmla="*/ 29356187 h 57949372"/>
                <a:gd name="connsiteX5003" fmla="*/ 51118421 w 58051775"/>
                <a:gd name="connsiteY5003" fmla="*/ 29304485 h 57949372"/>
                <a:gd name="connsiteX5004" fmla="*/ 51201848 w 58051775"/>
                <a:gd name="connsiteY5004" fmla="*/ 29260801 h 57949372"/>
                <a:gd name="connsiteX5005" fmla="*/ 51248273 w 58051775"/>
                <a:gd name="connsiteY5005" fmla="*/ 29215998 h 57949372"/>
                <a:gd name="connsiteX5006" fmla="*/ 51298621 w 58051775"/>
                <a:gd name="connsiteY5006" fmla="*/ 29170134 h 57949372"/>
                <a:gd name="connsiteX5007" fmla="*/ 51360257 w 58051775"/>
                <a:gd name="connsiteY5007" fmla="*/ 29131761 h 57949372"/>
                <a:gd name="connsiteX5008" fmla="*/ 51436690 w 58051775"/>
                <a:gd name="connsiteY5008" fmla="*/ 29074496 h 57949372"/>
                <a:gd name="connsiteX5009" fmla="*/ 51499030 w 58051775"/>
                <a:gd name="connsiteY5009" fmla="*/ 29031221 h 57949372"/>
                <a:gd name="connsiteX5010" fmla="*/ 51556813 w 58051775"/>
                <a:gd name="connsiteY5010" fmla="*/ 28999397 h 57949372"/>
                <a:gd name="connsiteX5011" fmla="*/ 51615807 w 58051775"/>
                <a:gd name="connsiteY5011" fmla="*/ 28960850 h 57949372"/>
                <a:gd name="connsiteX5012" fmla="*/ 51697108 w 58051775"/>
                <a:gd name="connsiteY5012" fmla="*/ 28892634 h 57949372"/>
                <a:gd name="connsiteX5013" fmla="*/ 51769317 w 58051775"/>
                <a:gd name="connsiteY5013" fmla="*/ 28745052 h 57949372"/>
                <a:gd name="connsiteX5014" fmla="*/ 51758856 w 58051775"/>
                <a:gd name="connsiteY5014" fmla="*/ 28695670 h 57949372"/>
                <a:gd name="connsiteX5015" fmla="*/ 50981152 w 58051775"/>
                <a:gd name="connsiteY5015" fmla="*/ 28701662 h 57949372"/>
                <a:gd name="connsiteX5016" fmla="*/ 50930172 w 58051775"/>
                <a:gd name="connsiteY5016" fmla="*/ 28752642 h 57949372"/>
                <a:gd name="connsiteX5017" fmla="*/ 50870271 w 58051775"/>
                <a:gd name="connsiteY5017" fmla="*/ 28898795 h 57949372"/>
                <a:gd name="connsiteX5018" fmla="*/ 50741789 w 58051775"/>
                <a:gd name="connsiteY5018" fmla="*/ 29047862 h 57949372"/>
                <a:gd name="connsiteX5019" fmla="*/ 50612225 w 58051775"/>
                <a:gd name="connsiteY5019" fmla="*/ 28757039 h 57949372"/>
                <a:gd name="connsiteX5020" fmla="*/ 50618575 w 58051775"/>
                <a:gd name="connsiteY5020" fmla="*/ 28192794 h 57949372"/>
                <a:gd name="connsiteX5021" fmla="*/ 50652337 w 58051775"/>
                <a:gd name="connsiteY5021" fmla="*/ 27865769 h 57949372"/>
                <a:gd name="connsiteX5022" fmla="*/ 50750468 w 58051775"/>
                <a:gd name="connsiteY5022" fmla="*/ 27851119 h 57949372"/>
                <a:gd name="connsiteX5023" fmla="*/ 11596312 w 58051775"/>
                <a:gd name="connsiteY5023" fmla="*/ 27732631 h 57949372"/>
                <a:gd name="connsiteX5024" fmla="*/ 11670448 w 58051775"/>
                <a:gd name="connsiteY5024" fmla="*/ 27738946 h 57949372"/>
                <a:gd name="connsiteX5025" fmla="*/ 11813324 w 58051775"/>
                <a:gd name="connsiteY5025" fmla="*/ 27815729 h 57949372"/>
                <a:gd name="connsiteX5026" fmla="*/ 11874504 w 58051775"/>
                <a:gd name="connsiteY5026" fmla="*/ 27954155 h 57949372"/>
                <a:gd name="connsiteX5027" fmla="*/ 11836128 w 58051775"/>
                <a:gd name="connsiteY5027" fmla="*/ 28056806 h 57949372"/>
                <a:gd name="connsiteX5028" fmla="*/ 11772320 w 58051775"/>
                <a:gd name="connsiteY5028" fmla="*/ 28128291 h 57949372"/>
                <a:gd name="connsiteX5029" fmla="*/ 11746880 w 58051775"/>
                <a:gd name="connsiteY5029" fmla="*/ 28171401 h 57949372"/>
                <a:gd name="connsiteX5030" fmla="*/ 11626536 w 58051775"/>
                <a:gd name="connsiteY5030" fmla="*/ 28160623 h 57949372"/>
                <a:gd name="connsiteX5031" fmla="*/ 11457052 w 58051775"/>
                <a:gd name="connsiteY5031" fmla="*/ 28099045 h 57949372"/>
                <a:gd name="connsiteX5032" fmla="*/ 11392112 w 58051775"/>
                <a:gd name="connsiteY5032" fmla="*/ 28036872 h 57949372"/>
                <a:gd name="connsiteX5033" fmla="*/ 11421936 w 58051775"/>
                <a:gd name="connsiteY5033" fmla="*/ 27873828 h 57949372"/>
                <a:gd name="connsiteX5034" fmla="*/ 11449456 w 58051775"/>
                <a:gd name="connsiteY5034" fmla="*/ 27812095 h 57949372"/>
                <a:gd name="connsiteX5035" fmla="*/ 11541040 w 58051775"/>
                <a:gd name="connsiteY5035" fmla="*/ 27742093 h 57949372"/>
                <a:gd name="connsiteX5036" fmla="*/ 11596312 w 58051775"/>
                <a:gd name="connsiteY5036" fmla="*/ 27732631 h 57949372"/>
                <a:gd name="connsiteX5037" fmla="*/ 44966445 w 58051775"/>
                <a:gd name="connsiteY5037" fmla="*/ 27660802 h 57949372"/>
                <a:gd name="connsiteX5038" fmla="*/ 45085002 w 58051775"/>
                <a:gd name="connsiteY5038" fmla="*/ 27741609 h 57949372"/>
                <a:gd name="connsiteX5039" fmla="*/ 44959636 w 58051775"/>
                <a:gd name="connsiteY5039" fmla="*/ 27813202 h 57949372"/>
                <a:gd name="connsiteX5040" fmla="*/ 44843702 w 58051775"/>
                <a:gd name="connsiteY5040" fmla="*/ 27737002 h 57949372"/>
                <a:gd name="connsiteX5041" fmla="*/ 44858941 w 58051775"/>
                <a:gd name="connsiteY5041" fmla="*/ 27676041 h 57949372"/>
                <a:gd name="connsiteX5042" fmla="*/ 44966445 w 58051775"/>
                <a:gd name="connsiteY5042" fmla="*/ 27660802 h 57949372"/>
                <a:gd name="connsiteX5043" fmla="*/ 46379944 w 58051775"/>
                <a:gd name="connsiteY5043" fmla="*/ 27660801 h 57949372"/>
                <a:gd name="connsiteX5044" fmla="*/ 46512820 w 58051775"/>
                <a:gd name="connsiteY5044" fmla="*/ 27765685 h 57949372"/>
                <a:gd name="connsiteX5045" fmla="*/ 46443670 w 58051775"/>
                <a:gd name="connsiteY5045" fmla="*/ 27907015 h 57949372"/>
                <a:gd name="connsiteX5046" fmla="*/ 46275628 w 58051775"/>
                <a:gd name="connsiteY5046" fmla="*/ 27879839 h 57949372"/>
                <a:gd name="connsiteX5047" fmla="*/ 46279249 w 58051775"/>
                <a:gd name="connsiteY5047" fmla="*/ 27685367 h 57949372"/>
                <a:gd name="connsiteX5048" fmla="*/ 46379944 w 58051775"/>
                <a:gd name="connsiteY5048" fmla="*/ 27660801 h 57949372"/>
                <a:gd name="connsiteX5049" fmla="*/ 13728744 w 58051775"/>
                <a:gd name="connsiteY5049" fmla="*/ 27571997 h 57949372"/>
                <a:gd name="connsiteX5050" fmla="*/ 13917984 w 58051775"/>
                <a:gd name="connsiteY5050" fmla="*/ 27660744 h 57949372"/>
                <a:gd name="connsiteX5051" fmla="*/ 13917760 w 58051775"/>
                <a:gd name="connsiteY5051" fmla="*/ 27902013 h 57949372"/>
                <a:gd name="connsiteX5052" fmla="*/ 13704744 w 58051775"/>
                <a:gd name="connsiteY5052" fmla="*/ 27994401 h 57949372"/>
                <a:gd name="connsiteX5053" fmla="*/ 13498860 w 58051775"/>
                <a:gd name="connsiteY5053" fmla="*/ 27792888 h 57949372"/>
                <a:gd name="connsiteX5054" fmla="*/ 13545244 w 58051775"/>
                <a:gd name="connsiteY5054" fmla="*/ 27648196 h 57949372"/>
                <a:gd name="connsiteX5055" fmla="*/ 13589004 w 58051775"/>
                <a:gd name="connsiteY5055" fmla="*/ 27610097 h 57949372"/>
                <a:gd name="connsiteX5056" fmla="*/ 13728744 w 58051775"/>
                <a:gd name="connsiteY5056" fmla="*/ 27571997 h 57949372"/>
                <a:gd name="connsiteX5057" fmla="*/ 12811400 w 58051775"/>
                <a:gd name="connsiteY5057" fmla="*/ 27555899 h 57949372"/>
                <a:gd name="connsiteX5058" fmla="*/ 12969512 w 58051775"/>
                <a:gd name="connsiteY5058" fmla="*/ 27572917 h 57949372"/>
                <a:gd name="connsiteX5059" fmla="*/ 13028616 w 58051775"/>
                <a:gd name="connsiteY5059" fmla="*/ 27829236 h 57949372"/>
                <a:gd name="connsiteX5060" fmla="*/ 12841120 w 58051775"/>
                <a:gd name="connsiteY5060" fmla="*/ 28079999 h 57949372"/>
                <a:gd name="connsiteX5061" fmla="*/ 12625472 w 58051775"/>
                <a:gd name="connsiteY5061" fmla="*/ 27999852 h 57949372"/>
                <a:gd name="connsiteX5062" fmla="*/ 12606580 w 58051775"/>
                <a:gd name="connsiteY5062" fmla="*/ 27744488 h 57949372"/>
                <a:gd name="connsiteX5063" fmla="*/ 12655700 w 58051775"/>
                <a:gd name="connsiteY5063" fmla="*/ 27666368 h 57949372"/>
                <a:gd name="connsiteX5064" fmla="*/ 12712176 w 58051775"/>
                <a:gd name="connsiteY5064" fmla="*/ 27611364 h 57949372"/>
                <a:gd name="connsiteX5065" fmla="*/ 12767932 w 58051775"/>
                <a:gd name="connsiteY5065" fmla="*/ 27562136 h 57949372"/>
                <a:gd name="connsiteX5066" fmla="*/ 12811400 w 58051775"/>
                <a:gd name="connsiteY5066" fmla="*/ 27555899 h 57949372"/>
                <a:gd name="connsiteX5067" fmla="*/ 14628112 w 58051775"/>
                <a:gd name="connsiteY5067" fmla="*/ 27553194 h 57949372"/>
                <a:gd name="connsiteX5068" fmla="*/ 14801392 w 58051775"/>
                <a:gd name="connsiteY5068" fmla="*/ 27585506 h 57949372"/>
                <a:gd name="connsiteX5069" fmla="*/ 14813976 w 58051775"/>
                <a:gd name="connsiteY5069" fmla="*/ 27649186 h 57949372"/>
                <a:gd name="connsiteX5070" fmla="*/ 14678472 w 58051775"/>
                <a:gd name="connsiteY5070" fmla="*/ 27717852 h 57949372"/>
                <a:gd name="connsiteX5071" fmla="*/ 14566904 w 58051775"/>
                <a:gd name="connsiteY5071" fmla="*/ 27637888 h 57949372"/>
                <a:gd name="connsiteX5072" fmla="*/ 14611352 w 58051775"/>
                <a:gd name="connsiteY5072" fmla="*/ 27555102 h 57949372"/>
                <a:gd name="connsiteX5073" fmla="*/ 14628112 w 58051775"/>
                <a:gd name="connsiteY5073" fmla="*/ 27553194 h 57949372"/>
                <a:gd name="connsiteX5074" fmla="*/ 42827706 w 58051775"/>
                <a:gd name="connsiteY5074" fmla="*/ 27287486 h 57949372"/>
                <a:gd name="connsiteX5075" fmla="*/ 42868852 w 58051775"/>
                <a:gd name="connsiteY5075" fmla="*/ 27288985 h 57949372"/>
                <a:gd name="connsiteX5076" fmla="*/ 43037710 w 58051775"/>
                <a:gd name="connsiteY5076" fmla="*/ 27430365 h 57949372"/>
                <a:gd name="connsiteX5077" fmla="*/ 42966220 w 58051775"/>
                <a:gd name="connsiteY5077" fmla="*/ 27612311 h 57949372"/>
                <a:gd name="connsiteX5078" fmla="*/ 42711484 w 58051775"/>
                <a:gd name="connsiteY5078" fmla="*/ 27623445 h 57949372"/>
                <a:gd name="connsiteX5079" fmla="*/ 42633902 w 58051775"/>
                <a:gd name="connsiteY5079" fmla="*/ 27476483 h 57949372"/>
                <a:gd name="connsiteX5080" fmla="*/ 42665284 w 58051775"/>
                <a:gd name="connsiteY5080" fmla="*/ 27419851 h 57949372"/>
                <a:gd name="connsiteX5081" fmla="*/ 42710460 w 58051775"/>
                <a:gd name="connsiteY5081" fmla="*/ 27348575 h 57949372"/>
                <a:gd name="connsiteX5082" fmla="*/ 42745752 w 58051775"/>
                <a:gd name="connsiteY5082" fmla="*/ 27294730 h 57949372"/>
                <a:gd name="connsiteX5083" fmla="*/ 42827706 w 58051775"/>
                <a:gd name="connsiteY5083" fmla="*/ 27287486 h 57949372"/>
                <a:gd name="connsiteX5084" fmla="*/ 14022760 w 58051775"/>
                <a:gd name="connsiteY5084" fmla="*/ 27216881 h 57949372"/>
                <a:gd name="connsiteX5085" fmla="*/ 14066896 w 58051775"/>
                <a:gd name="connsiteY5085" fmla="*/ 27218802 h 57949372"/>
                <a:gd name="connsiteX5086" fmla="*/ 14162704 w 58051775"/>
                <a:gd name="connsiteY5086" fmla="*/ 27238922 h 57949372"/>
                <a:gd name="connsiteX5087" fmla="*/ 14168492 w 58051775"/>
                <a:gd name="connsiteY5087" fmla="*/ 27530144 h 57949372"/>
                <a:gd name="connsiteX5088" fmla="*/ 14078856 w 58051775"/>
                <a:gd name="connsiteY5088" fmla="*/ 27544242 h 57949372"/>
                <a:gd name="connsiteX5089" fmla="*/ 13971392 w 58051775"/>
                <a:gd name="connsiteY5089" fmla="*/ 27522591 h 57949372"/>
                <a:gd name="connsiteX5090" fmla="*/ 13944600 w 58051775"/>
                <a:gd name="connsiteY5090" fmla="*/ 27384324 h 57949372"/>
                <a:gd name="connsiteX5091" fmla="*/ 13965336 w 58051775"/>
                <a:gd name="connsiteY5091" fmla="*/ 27243253 h 57949372"/>
                <a:gd name="connsiteX5092" fmla="*/ 14022760 w 58051775"/>
                <a:gd name="connsiteY5092" fmla="*/ 27216881 h 57949372"/>
                <a:gd name="connsiteX5093" fmla="*/ 11564908 w 58051775"/>
                <a:gd name="connsiteY5093" fmla="*/ 27216399 h 57949372"/>
                <a:gd name="connsiteX5094" fmla="*/ 11696704 w 58051775"/>
                <a:gd name="connsiteY5094" fmla="*/ 27342491 h 57949372"/>
                <a:gd name="connsiteX5095" fmla="*/ 11570352 w 58051775"/>
                <a:gd name="connsiteY5095" fmla="*/ 27457699 h 57949372"/>
                <a:gd name="connsiteX5096" fmla="*/ 11466608 w 58051775"/>
                <a:gd name="connsiteY5096" fmla="*/ 27436852 h 57949372"/>
                <a:gd name="connsiteX5097" fmla="*/ 11468880 w 58051775"/>
                <a:gd name="connsiteY5097" fmla="*/ 27234513 h 57949372"/>
                <a:gd name="connsiteX5098" fmla="*/ 11564908 w 58051775"/>
                <a:gd name="connsiteY5098" fmla="*/ 27216399 h 57949372"/>
                <a:gd name="connsiteX5099" fmla="*/ 43552826 w 58051775"/>
                <a:gd name="connsiteY5099" fmla="*/ 27204455 h 57949372"/>
                <a:gd name="connsiteX5100" fmla="*/ 43629968 w 58051775"/>
                <a:gd name="connsiteY5100" fmla="*/ 27221839 h 57949372"/>
                <a:gd name="connsiteX5101" fmla="*/ 43660038 w 58051775"/>
                <a:gd name="connsiteY5101" fmla="*/ 27316430 h 57949372"/>
                <a:gd name="connsiteX5102" fmla="*/ 43657502 w 58051775"/>
                <a:gd name="connsiteY5102" fmla="*/ 27425392 h 57949372"/>
                <a:gd name="connsiteX5103" fmla="*/ 43559926 w 58051775"/>
                <a:gd name="connsiteY5103" fmla="*/ 27457604 h 57949372"/>
                <a:gd name="connsiteX5104" fmla="*/ 43415138 w 58051775"/>
                <a:gd name="connsiteY5104" fmla="*/ 27365083 h 57949372"/>
                <a:gd name="connsiteX5105" fmla="*/ 43478704 w 58051775"/>
                <a:gd name="connsiteY5105" fmla="*/ 27226266 h 57949372"/>
                <a:gd name="connsiteX5106" fmla="*/ 43552826 w 58051775"/>
                <a:gd name="connsiteY5106" fmla="*/ 27204455 h 57949372"/>
                <a:gd name="connsiteX5107" fmla="*/ 45524925 w 58051775"/>
                <a:gd name="connsiteY5107" fmla="*/ 27198467 h 57949372"/>
                <a:gd name="connsiteX5108" fmla="*/ 45665999 w 58051775"/>
                <a:gd name="connsiteY5108" fmla="*/ 27218218 h 57949372"/>
                <a:gd name="connsiteX5109" fmla="*/ 45700388 w 58051775"/>
                <a:gd name="connsiteY5109" fmla="*/ 27388960 h 57949372"/>
                <a:gd name="connsiteX5110" fmla="*/ 45573375 w 58051775"/>
                <a:gd name="connsiteY5110" fmla="*/ 27546505 h 57949372"/>
                <a:gd name="connsiteX5111" fmla="*/ 45429120 w 58051775"/>
                <a:gd name="connsiteY5111" fmla="*/ 27513828 h 57949372"/>
                <a:gd name="connsiteX5112" fmla="*/ 45371071 w 58051775"/>
                <a:gd name="connsiteY5112" fmla="*/ 27341866 h 57949372"/>
                <a:gd name="connsiteX5113" fmla="*/ 45485055 w 58051775"/>
                <a:gd name="connsiteY5113" fmla="*/ 27204377 h 57949372"/>
                <a:gd name="connsiteX5114" fmla="*/ 45524925 w 58051775"/>
                <a:gd name="connsiteY5114" fmla="*/ 27198467 h 57949372"/>
                <a:gd name="connsiteX5115" fmla="*/ 44265430 w 58051775"/>
                <a:gd name="connsiteY5115" fmla="*/ 27105502 h 57949372"/>
                <a:gd name="connsiteX5116" fmla="*/ 44434128 w 58051775"/>
                <a:gd name="connsiteY5116" fmla="*/ 27159937 h 57949372"/>
                <a:gd name="connsiteX5117" fmla="*/ 44462703 w 58051775"/>
                <a:gd name="connsiteY5117" fmla="*/ 27304186 h 57949372"/>
                <a:gd name="connsiteX5118" fmla="*/ 44314566 w 58051775"/>
                <a:gd name="connsiteY5118" fmla="*/ 27460008 h 57949372"/>
                <a:gd name="connsiteX5119" fmla="*/ 44172662 w 58051775"/>
                <a:gd name="connsiteY5119" fmla="*/ 27451910 h 57949372"/>
                <a:gd name="connsiteX5120" fmla="*/ 44126696 w 58051775"/>
                <a:gd name="connsiteY5120" fmla="*/ 27194540 h 57949372"/>
                <a:gd name="connsiteX5121" fmla="*/ 44207592 w 58051775"/>
                <a:gd name="connsiteY5121" fmla="*/ 27120329 h 57949372"/>
                <a:gd name="connsiteX5122" fmla="*/ 44265430 w 58051775"/>
                <a:gd name="connsiteY5122" fmla="*/ 27105502 h 57949372"/>
                <a:gd name="connsiteX5123" fmla="*/ 42913958 w 58051775"/>
                <a:gd name="connsiteY5123" fmla="*/ 26843191 h 57949372"/>
                <a:gd name="connsiteX5124" fmla="*/ 42981312 w 58051775"/>
                <a:gd name="connsiteY5124" fmla="*/ 26849056 h 57949372"/>
                <a:gd name="connsiteX5125" fmla="*/ 43129202 w 58051775"/>
                <a:gd name="connsiteY5125" fmla="*/ 27051126 h 57949372"/>
                <a:gd name="connsiteX5126" fmla="*/ 42965620 w 58051775"/>
                <a:gd name="connsiteY5126" fmla="*/ 27190908 h 57949372"/>
                <a:gd name="connsiteX5127" fmla="*/ 42819860 w 58051775"/>
                <a:gd name="connsiteY5127" fmla="*/ 27174750 h 57949372"/>
                <a:gd name="connsiteX5128" fmla="*/ 42804400 w 58051775"/>
                <a:gd name="connsiteY5128" fmla="*/ 26881149 h 57949372"/>
                <a:gd name="connsiteX5129" fmla="*/ 42864352 w 58051775"/>
                <a:gd name="connsiteY5129" fmla="*/ 26853353 h 57949372"/>
                <a:gd name="connsiteX5130" fmla="*/ 42913958 w 58051775"/>
                <a:gd name="connsiteY5130" fmla="*/ 26843191 h 57949372"/>
                <a:gd name="connsiteX5131" fmla="*/ 12888752 w 58051775"/>
                <a:gd name="connsiteY5131" fmla="*/ 26841147 h 57949372"/>
                <a:gd name="connsiteX5132" fmla="*/ 13098320 w 58051775"/>
                <a:gd name="connsiteY5132" fmla="*/ 26872064 h 57949372"/>
                <a:gd name="connsiteX5133" fmla="*/ 13125952 w 58051775"/>
                <a:gd name="connsiteY5133" fmla="*/ 26955663 h 57949372"/>
                <a:gd name="connsiteX5134" fmla="*/ 12904528 w 58051775"/>
                <a:gd name="connsiteY5134" fmla="*/ 27099441 h 57949372"/>
                <a:gd name="connsiteX5135" fmla="*/ 12788904 w 58051775"/>
                <a:gd name="connsiteY5135" fmla="*/ 26970307 h 57949372"/>
                <a:gd name="connsiteX5136" fmla="*/ 12833352 w 58051775"/>
                <a:gd name="connsiteY5136" fmla="*/ 26843869 h 57949372"/>
                <a:gd name="connsiteX5137" fmla="*/ 12888752 w 58051775"/>
                <a:gd name="connsiteY5137" fmla="*/ 26841147 h 57949372"/>
                <a:gd name="connsiteX5138" fmla="*/ 14378756 w 58051775"/>
                <a:gd name="connsiteY5138" fmla="*/ 26755766 h 57949372"/>
                <a:gd name="connsiteX5139" fmla="*/ 14439300 w 58051775"/>
                <a:gd name="connsiteY5139" fmla="*/ 26779625 h 57949372"/>
                <a:gd name="connsiteX5140" fmla="*/ 14453524 w 58051775"/>
                <a:gd name="connsiteY5140" fmla="*/ 26986077 h 57949372"/>
                <a:gd name="connsiteX5141" fmla="*/ 14339408 w 58051775"/>
                <a:gd name="connsiteY5141" fmla="*/ 27013201 h 57949372"/>
                <a:gd name="connsiteX5142" fmla="*/ 14213784 w 58051775"/>
                <a:gd name="connsiteY5142" fmla="*/ 26898548 h 57949372"/>
                <a:gd name="connsiteX5143" fmla="*/ 14302512 w 58051775"/>
                <a:gd name="connsiteY5143" fmla="*/ 26765033 h 57949372"/>
                <a:gd name="connsiteX5144" fmla="*/ 14378756 w 58051775"/>
                <a:gd name="connsiteY5144" fmla="*/ 26755766 h 57949372"/>
                <a:gd name="connsiteX5145" fmla="*/ 12167016 w 58051775"/>
                <a:gd name="connsiteY5145" fmla="*/ 26689687 h 57949372"/>
                <a:gd name="connsiteX5146" fmla="*/ 12252752 w 58051775"/>
                <a:gd name="connsiteY5146" fmla="*/ 26729078 h 57949372"/>
                <a:gd name="connsiteX5147" fmla="*/ 12338876 w 58051775"/>
                <a:gd name="connsiteY5147" fmla="*/ 26766545 h 57949372"/>
                <a:gd name="connsiteX5148" fmla="*/ 12413676 w 58051775"/>
                <a:gd name="connsiteY5148" fmla="*/ 26932091 h 57949372"/>
                <a:gd name="connsiteX5149" fmla="*/ 12264904 w 58051775"/>
                <a:gd name="connsiteY5149" fmla="*/ 27097098 h 57949372"/>
                <a:gd name="connsiteX5150" fmla="*/ 12017080 w 58051775"/>
                <a:gd name="connsiteY5150" fmla="*/ 27072321 h 57949372"/>
                <a:gd name="connsiteX5151" fmla="*/ 11985912 w 58051775"/>
                <a:gd name="connsiteY5151" fmla="*/ 26820151 h 57949372"/>
                <a:gd name="connsiteX5152" fmla="*/ 12034760 w 58051775"/>
                <a:gd name="connsiteY5152" fmla="*/ 26769604 h 57949372"/>
                <a:gd name="connsiteX5153" fmla="*/ 12107400 w 58051775"/>
                <a:gd name="connsiteY5153" fmla="*/ 26721161 h 57949372"/>
                <a:gd name="connsiteX5154" fmla="*/ 12167016 w 58051775"/>
                <a:gd name="connsiteY5154" fmla="*/ 26689687 h 57949372"/>
                <a:gd name="connsiteX5155" fmla="*/ 46159572 w 58051775"/>
                <a:gd name="connsiteY5155" fmla="*/ 26665284 h 57949372"/>
                <a:gd name="connsiteX5156" fmla="*/ 46246754 w 58051775"/>
                <a:gd name="connsiteY5156" fmla="*/ 26684158 h 57949372"/>
                <a:gd name="connsiteX5157" fmla="*/ 46323252 w 58051775"/>
                <a:gd name="connsiteY5157" fmla="*/ 26861891 h 57949372"/>
                <a:gd name="connsiteX5158" fmla="*/ 46175646 w 58051775"/>
                <a:gd name="connsiteY5158" fmla="*/ 27013107 h 57949372"/>
                <a:gd name="connsiteX5159" fmla="*/ 45999402 w 58051775"/>
                <a:gd name="connsiteY5159" fmla="*/ 26872815 h 57949372"/>
                <a:gd name="connsiteX5160" fmla="*/ 46036845 w 58051775"/>
                <a:gd name="connsiteY5160" fmla="*/ 26761837 h 57949372"/>
                <a:gd name="connsiteX5161" fmla="*/ 46086925 w 58051775"/>
                <a:gd name="connsiteY5161" fmla="*/ 26712604 h 57949372"/>
                <a:gd name="connsiteX5162" fmla="*/ 46122511 w 58051775"/>
                <a:gd name="connsiteY5162" fmla="*/ 26672914 h 57949372"/>
                <a:gd name="connsiteX5163" fmla="*/ 46159572 w 58051775"/>
                <a:gd name="connsiteY5163" fmla="*/ 26665284 h 57949372"/>
                <a:gd name="connsiteX5164" fmla="*/ 45737285 w 58051775"/>
                <a:gd name="connsiteY5164" fmla="*/ 26487030 h 57949372"/>
                <a:gd name="connsiteX5165" fmla="*/ 45870349 w 58051775"/>
                <a:gd name="connsiteY5165" fmla="*/ 26523014 h 57949372"/>
                <a:gd name="connsiteX5166" fmla="*/ 45883353 w 58051775"/>
                <a:gd name="connsiteY5166" fmla="*/ 26616155 h 57949372"/>
                <a:gd name="connsiteX5167" fmla="*/ 45778423 w 58051775"/>
                <a:gd name="connsiteY5167" fmla="*/ 26746408 h 57949372"/>
                <a:gd name="connsiteX5168" fmla="*/ 45643802 w 58051775"/>
                <a:gd name="connsiteY5168" fmla="*/ 26620242 h 57949372"/>
                <a:gd name="connsiteX5169" fmla="*/ 45694602 w 58051775"/>
                <a:gd name="connsiteY5169" fmla="*/ 26488374 h 57949372"/>
                <a:gd name="connsiteX5170" fmla="*/ 45737285 w 58051775"/>
                <a:gd name="connsiteY5170" fmla="*/ 26487030 h 57949372"/>
                <a:gd name="connsiteX5171" fmla="*/ 13558148 w 58051775"/>
                <a:gd name="connsiteY5171" fmla="*/ 26485745 h 57949372"/>
                <a:gd name="connsiteX5172" fmla="*/ 13699976 w 58051775"/>
                <a:gd name="connsiteY5172" fmla="*/ 26513383 h 57949372"/>
                <a:gd name="connsiteX5173" fmla="*/ 13731156 w 58051775"/>
                <a:gd name="connsiteY5173" fmla="*/ 26559545 h 57949372"/>
                <a:gd name="connsiteX5174" fmla="*/ 13723716 w 58051775"/>
                <a:gd name="connsiteY5174" fmla="*/ 26777953 h 57949372"/>
                <a:gd name="connsiteX5175" fmla="*/ 13582424 w 58051775"/>
                <a:gd name="connsiteY5175" fmla="*/ 26835405 h 57949372"/>
                <a:gd name="connsiteX5176" fmla="*/ 13436788 w 58051775"/>
                <a:gd name="connsiteY5176" fmla="*/ 26753242 h 57949372"/>
                <a:gd name="connsiteX5177" fmla="*/ 13512800 w 58051775"/>
                <a:gd name="connsiteY5177" fmla="*/ 26488681 h 57949372"/>
                <a:gd name="connsiteX5178" fmla="*/ 13558148 w 58051775"/>
                <a:gd name="connsiteY5178" fmla="*/ 26485745 h 57949372"/>
                <a:gd name="connsiteX5179" fmla="*/ 44934421 w 58051775"/>
                <a:gd name="connsiteY5179" fmla="*/ 26222206 h 57949372"/>
                <a:gd name="connsiteX5180" fmla="*/ 45135893 w 58051775"/>
                <a:gd name="connsiteY5180" fmla="*/ 26251156 h 57949372"/>
                <a:gd name="connsiteX5181" fmla="*/ 45172467 w 58051775"/>
                <a:gd name="connsiteY5181" fmla="*/ 26497299 h 57949372"/>
                <a:gd name="connsiteX5182" fmla="*/ 44989756 w 58051775"/>
                <a:gd name="connsiteY5182" fmla="*/ 26735610 h 57949372"/>
                <a:gd name="connsiteX5183" fmla="*/ 44877654 w 58051775"/>
                <a:gd name="connsiteY5183" fmla="*/ 26742508 h 57949372"/>
                <a:gd name="connsiteX5184" fmla="*/ 44793641 w 58051775"/>
                <a:gd name="connsiteY5184" fmla="*/ 26710997 h 57949372"/>
                <a:gd name="connsiteX5185" fmla="*/ 44743805 w 58051775"/>
                <a:gd name="connsiteY5185" fmla="*/ 26549072 h 57949372"/>
                <a:gd name="connsiteX5186" fmla="*/ 44739226 w 58051775"/>
                <a:gd name="connsiteY5186" fmla="*/ 26378109 h 57949372"/>
                <a:gd name="connsiteX5187" fmla="*/ 44795867 w 58051775"/>
                <a:gd name="connsiteY5187" fmla="*/ 26322066 h 57949372"/>
                <a:gd name="connsiteX5188" fmla="*/ 44854868 w 58051775"/>
                <a:gd name="connsiteY5188" fmla="*/ 26275458 h 57949372"/>
                <a:gd name="connsiteX5189" fmla="*/ 44890317 w 58051775"/>
                <a:gd name="connsiteY5189" fmla="*/ 26227659 h 57949372"/>
                <a:gd name="connsiteX5190" fmla="*/ 44934421 w 58051775"/>
                <a:gd name="connsiteY5190" fmla="*/ 26222206 h 57949372"/>
                <a:gd name="connsiteX5191" fmla="*/ 44098922 w 58051775"/>
                <a:gd name="connsiteY5191" fmla="*/ 26220578 h 57949372"/>
                <a:gd name="connsiteX5192" fmla="*/ 44179500 w 58051775"/>
                <a:gd name="connsiteY5192" fmla="*/ 26224688 h 57949372"/>
                <a:gd name="connsiteX5193" fmla="*/ 44322374 w 58051775"/>
                <a:gd name="connsiteY5193" fmla="*/ 26290081 h 57949372"/>
                <a:gd name="connsiteX5194" fmla="*/ 44373803 w 58051775"/>
                <a:gd name="connsiteY5194" fmla="*/ 26345239 h 57949372"/>
                <a:gd name="connsiteX5195" fmla="*/ 44367317 w 58051775"/>
                <a:gd name="connsiteY5195" fmla="*/ 26485500 h 57949372"/>
                <a:gd name="connsiteX5196" fmla="*/ 44315562 w 58051775"/>
                <a:gd name="connsiteY5196" fmla="*/ 26686086 h 57949372"/>
                <a:gd name="connsiteX5197" fmla="*/ 44270292 w 58051775"/>
                <a:gd name="connsiteY5197" fmla="*/ 26746411 h 57949372"/>
                <a:gd name="connsiteX5198" fmla="*/ 44137898 w 58051775"/>
                <a:gd name="connsiteY5198" fmla="*/ 26746411 h 57949372"/>
                <a:gd name="connsiteX5199" fmla="*/ 43980104 w 58051775"/>
                <a:gd name="connsiteY5199" fmla="*/ 26721011 h 57949372"/>
                <a:gd name="connsiteX5200" fmla="*/ 43954704 w 58051775"/>
                <a:gd name="connsiteY5200" fmla="*/ 26680936 h 57949372"/>
                <a:gd name="connsiteX5201" fmla="*/ 43921672 w 58051775"/>
                <a:gd name="connsiteY5201" fmla="*/ 26622952 h 57949372"/>
                <a:gd name="connsiteX5202" fmla="*/ 43913890 w 58051775"/>
                <a:gd name="connsiteY5202" fmla="*/ 26461228 h 57949372"/>
                <a:gd name="connsiteX5203" fmla="*/ 43949836 w 58051775"/>
                <a:gd name="connsiteY5203" fmla="*/ 26363287 h 57949372"/>
                <a:gd name="connsiteX5204" fmla="*/ 44044392 w 58051775"/>
                <a:gd name="connsiteY5204" fmla="*/ 26231168 h 57949372"/>
                <a:gd name="connsiteX5205" fmla="*/ 44098922 w 58051775"/>
                <a:gd name="connsiteY5205" fmla="*/ 26220578 h 57949372"/>
                <a:gd name="connsiteX5206" fmla="*/ 43227260 w 58051775"/>
                <a:gd name="connsiteY5206" fmla="*/ 26129911 h 57949372"/>
                <a:gd name="connsiteX5207" fmla="*/ 43309018 w 58051775"/>
                <a:gd name="connsiteY5207" fmla="*/ 26135707 h 57949372"/>
                <a:gd name="connsiteX5208" fmla="*/ 43484804 w 58051775"/>
                <a:gd name="connsiteY5208" fmla="*/ 26350494 h 57949372"/>
                <a:gd name="connsiteX5209" fmla="*/ 43484804 w 58051775"/>
                <a:gd name="connsiteY5209" fmla="*/ 26460921 h 57949372"/>
                <a:gd name="connsiteX5210" fmla="*/ 43380280 w 58051775"/>
                <a:gd name="connsiteY5210" fmla="*/ 26568611 h 57949372"/>
                <a:gd name="connsiteX5211" fmla="*/ 43261688 w 58051775"/>
                <a:gd name="connsiteY5211" fmla="*/ 26568611 h 57949372"/>
                <a:gd name="connsiteX5212" fmla="*/ 43049980 w 58051775"/>
                <a:gd name="connsiteY5212" fmla="*/ 26382457 h 57949372"/>
                <a:gd name="connsiteX5213" fmla="*/ 43049614 w 58051775"/>
                <a:gd name="connsiteY5213" fmla="*/ 26278858 h 57949372"/>
                <a:gd name="connsiteX5214" fmla="*/ 43111020 w 58051775"/>
                <a:gd name="connsiteY5214" fmla="*/ 26219178 h 57949372"/>
                <a:gd name="connsiteX5215" fmla="*/ 43192088 w 58051775"/>
                <a:gd name="connsiteY5215" fmla="*/ 26141765 h 57949372"/>
                <a:gd name="connsiteX5216" fmla="*/ 43227260 w 58051775"/>
                <a:gd name="connsiteY5216" fmla="*/ 26129911 h 57949372"/>
                <a:gd name="connsiteX5217" fmla="*/ 11240544 w 58051775"/>
                <a:gd name="connsiteY5217" fmla="*/ 26044731 h 57949372"/>
                <a:gd name="connsiteX5218" fmla="*/ 11334516 w 58051775"/>
                <a:gd name="connsiteY5218" fmla="*/ 26050761 h 57949372"/>
                <a:gd name="connsiteX5219" fmla="*/ 11518904 w 58051775"/>
                <a:gd name="connsiteY5219" fmla="*/ 26265775 h 57949372"/>
                <a:gd name="connsiteX5220" fmla="*/ 11518904 w 58051775"/>
                <a:gd name="connsiteY5220" fmla="*/ 26367589 h 57949372"/>
                <a:gd name="connsiteX5221" fmla="*/ 11458576 w 58051775"/>
                <a:gd name="connsiteY5221" fmla="*/ 26417139 h 57949372"/>
                <a:gd name="connsiteX5222" fmla="*/ 11305344 w 58051775"/>
                <a:gd name="connsiteY5222" fmla="*/ 26473244 h 57949372"/>
                <a:gd name="connsiteX5223" fmla="*/ 11187848 w 58051775"/>
                <a:gd name="connsiteY5223" fmla="*/ 26466649 h 57949372"/>
                <a:gd name="connsiteX5224" fmla="*/ 11099800 w 58051775"/>
                <a:gd name="connsiteY5224" fmla="*/ 26257425 h 57949372"/>
                <a:gd name="connsiteX5225" fmla="*/ 11170172 w 58051775"/>
                <a:gd name="connsiteY5225" fmla="*/ 26115666 h 57949372"/>
                <a:gd name="connsiteX5226" fmla="*/ 14797944 w 58051775"/>
                <a:gd name="connsiteY5226" fmla="*/ 26043325 h 57949372"/>
                <a:gd name="connsiteX5227" fmla="*/ 14872448 w 58051775"/>
                <a:gd name="connsiteY5227" fmla="*/ 26059681 h 57949372"/>
                <a:gd name="connsiteX5228" fmla="*/ 14871704 w 58051775"/>
                <a:gd name="connsiteY5228" fmla="*/ 26276874 h 57949372"/>
                <a:gd name="connsiteX5229" fmla="*/ 14767372 w 58051775"/>
                <a:gd name="connsiteY5229" fmla="*/ 26295459 h 57949372"/>
                <a:gd name="connsiteX5230" fmla="*/ 14649640 w 58051775"/>
                <a:gd name="connsiteY5230" fmla="*/ 26185363 h 57949372"/>
                <a:gd name="connsiteX5231" fmla="*/ 14719644 w 58051775"/>
                <a:gd name="connsiteY5231" fmla="*/ 26052748 h 57949372"/>
                <a:gd name="connsiteX5232" fmla="*/ 14797944 w 58051775"/>
                <a:gd name="connsiteY5232" fmla="*/ 26043325 h 57949372"/>
                <a:gd name="connsiteX5233" fmla="*/ 42506710 w 58051775"/>
                <a:gd name="connsiteY5233" fmla="*/ 26041188 h 57949372"/>
                <a:gd name="connsiteX5234" fmla="*/ 42652340 w 58051775"/>
                <a:gd name="connsiteY5234" fmla="*/ 26074177 h 57949372"/>
                <a:gd name="connsiteX5235" fmla="*/ 42671932 w 58051775"/>
                <a:gd name="connsiteY5235" fmla="*/ 26282946 h 57949372"/>
                <a:gd name="connsiteX5236" fmla="*/ 42450660 w 58051775"/>
                <a:gd name="connsiteY5236" fmla="*/ 26281955 h 57949372"/>
                <a:gd name="connsiteX5237" fmla="*/ 42471256 w 58051775"/>
                <a:gd name="connsiteY5237" fmla="*/ 26049927 h 57949372"/>
                <a:gd name="connsiteX5238" fmla="*/ 42506710 w 58051775"/>
                <a:gd name="connsiteY5238" fmla="*/ 26041188 h 57949372"/>
                <a:gd name="connsiteX5239" fmla="*/ 11949124 w 58051775"/>
                <a:gd name="connsiteY5239" fmla="*/ 25864636 h 57949372"/>
                <a:gd name="connsiteX5240" fmla="*/ 11988172 w 58051775"/>
                <a:gd name="connsiteY5240" fmla="*/ 25870722 h 57949372"/>
                <a:gd name="connsiteX5241" fmla="*/ 12035604 w 58051775"/>
                <a:gd name="connsiteY5241" fmla="*/ 25892623 h 57949372"/>
                <a:gd name="connsiteX5242" fmla="*/ 12045760 w 58051775"/>
                <a:gd name="connsiteY5242" fmla="*/ 25997843 h 57949372"/>
                <a:gd name="connsiteX5243" fmla="*/ 12037064 w 58051775"/>
                <a:gd name="connsiteY5243" fmla="*/ 26108967 h 57949372"/>
                <a:gd name="connsiteX5244" fmla="*/ 11914232 w 58051775"/>
                <a:gd name="connsiteY5244" fmla="*/ 26107123 h 57949372"/>
                <a:gd name="connsiteX5245" fmla="*/ 11923016 w 58051775"/>
                <a:gd name="connsiteY5245" fmla="*/ 25876143 h 57949372"/>
                <a:gd name="connsiteX5246" fmla="*/ 11949124 w 58051775"/>
                <a:gd name="connsiteY5246" fmla="*/ 25864636 h 57949372"/>
                <a:gd name="connsiteX5247" fmla="*/ 13533052 w 58051775"/>
                <a:gd name="connsiteY5247" fmla="*/ 25861468 h 57949372"/>
                <a:gd name="connsiteX5248" fmla="*/ 13628792 w 58051775"/>
                <a:gd name="connsiteY5248" fmla="*/ 25894418 h 57949372"/>
                <a:gd name="connsiteX5249" fmla="*/ 13652420 w 58051775"/>
                <a:gd name="connsiteY5249" fmla="*/ 26002809 h 57949372"/>
                <a:gd name="connsiteX5250" fmla="*/ 13537852 w 58051775"/>
                <a:gd name="connsiteY5250" fmla="*/ 26117660 h 57949372"/>
                <a:gd name="connsiteX5251" fmla="*/ 13411200 w 58051775"/>
                <a:gd name="connsiteY5251" fmla="*/ 26022481 h 57949372"/>
                <a:gd name="connsiteX5252" fmla="*/ 13506452 w 58051775"/>
                <a:gd name="connsiteY5252" fmla="*/ 25863747 h 57949372"/>
                <a:gd name="connsiteX5253" fmla="*/ 13533052 w 58051775"/>
                <a:gd name="connsiteY5253" fmla="*/ 25861468 h 57949372"/>
                <a:gd name="connsiteX5254" fmla="*/ 12595552 w 58051775"/>
                <a:gd name="connsiteY5254" fmla="*/ 25820720 h 57949372"/>
                <a:gd name="connsiteX5255" fmla="*/ 12651348 w 58051775"/>
                <a:gd name="connsiteY5255" fmla="*/ 25831815 h 57949372"/>
                <a:gd name="connsiteX5256" fmla="*/ 12758952 w 58051775"/>
                <a:gd name="connsiteY5256" fmla="*/ 25869870 h 57949372"/>
                <a:gd name="connsiteX5257" fmla="*/ 12844688 w 58051775"/>
                <a:gd name="connsiteY5257" fmla="*/ 25915679 h 57949372"/>
                <a:gd name="connsiteX5258" fmla="*/ 12852868 w 58051775"/>
                <a:gd name="connsiteY5258" fmla="*/ 26179126 h 57949372"/>
                <a:gd name="connsiteX5259" fmla="*/ 12791004 w 58051775"/>
                <a:gd name="connsiteY5259" fmla="*/ 26271052 h 57949372"/>
                <a:gd name="connsiteX5260" fmla="*/ 12499348 w 58051775"/>
                <a:gd name="connsiteY5260" fmla="*/ 26288291 h 57949372"/>
                <a:gd name="connsiteX5261" fmla="*/ 12422616 w 58051775"/>
                <a:gd name="connsiteY5261" fmla="*/ 26069691 h 57949372"/>
                <a:gd name="connsiteX5262" fmla="*/ 12488912 w 58051775"/>
                <a:gd name="connsiteY5262" fmla="*/ 25883416 h 57949372"/>
                <a:gd name="connsiteX5263" fmla="*/ 12554384 w 58051775"/>
                <a:gd name="connsiteY5263" fmla="*/ 25844332 h 57949372"/>
                <a:gd name="connsiteX5264" fmla="*/ 12595552 w 58051775"/>
                <a:gd name="connsiteY5264" fmla="*/ 25820720 h 57949372"/>
                <a:gd name="connsiteX5265" fmla="*/ 14196208 w 58051775"/>
                <a:gd name="connsiteY5265" fmla="*/ 25610203 h 57949372"/>
                <a:gd name="connsiteX5266" fmla="*/ 14411520 w 58051775"/>
                <a:gd name="connsiteY5266" fmla="*/ 25703478 h 57949372"/>
                <a:gd name="connsiteX5267" fmla="*/ 14465304 w 58051775"/>
                <a:gd name="connsiteY5267" fmla="*/ 25862791 h 57949372"/>
                <a:gd name="connsiteX5268" fmla="*/ 14404180 w 58051775"/>
                <a:gd name="connsiteY5268" fmla="*/ 26021165 h 57949372"/>
                <a:gd name="connsiteX5269" fmla="*/ 14254472 w 58051775"/>
                <a:gd name="connsiteY5269" fmla="*/ 26028785 h 57949372"/>
                <a:gd name="connsiteX5270" fmla="*/ 14033504 w 58051775"/>
                <a:gd name="connsiteY5270" fmla="*/ 25837603 h 57949372"/>
                <a:gd name="connsiteX5271" fmla="*/ 14073148 w 58051775"/>
                <a:gd name="connsiteY5271" fmla="*/ 25705109 h 57949372"/>
                <a:gd name="connsiteX5272" fmla="*/ 14138464 w 58051775"/>
                <a:gd name="connsiteY5272" fmla="*/ 25654653 h 57949372"/>
                <a:gd name="connsiteX5273" fmla="*/ 14196208 w 58051775"/>
                <a:gd name="connsiteY5273" fmla="*/ 25610203 h 57949372"/>
                <a:gd name="connsiteX5274" fmla="*/ 42632632 w 58051775"/>
                <a:gd name="connsiteY5274" fmla="*/ 25509276 h 57949372"/>
                <a:gd name="connsiteX5275" fmla="*/ 42757280 w 58051775"/>
                <a:gd name="connsiteY5275" fmla="*/ 25547849 h 57949372"/>
                <a:gd name="connsiteX5276" fmla="*/ 42758364 w 58051775"/>
                <a:gd name="connsiteY5276" fmla="*/ 25753276 h 57949372"/>
                <a:gd name="connsiteX5277" fmla="*/ 42539560 w 58051775"/>
                <a:gd name="connsiteY5277" fmla="*/ 25748558 h 57949372"/>
                <a:gd name="connsiteX5278" fmla="*/ 42523492 w 58051775"/>
                <a:gd name="connsiteY5278" fmla="*/ 25565315 h 57949372"/>
                <a:gd name="connsiteX5279" fmla="*/ 42583102 w 58051775"/>
                <a:gd name="connsiteY5279" fmla="*/ 25512404 h 57949372"/>
                <a:gd name="connsiteX5280" fmla="*/ 42632632 w 58051775"/>
                <a:gd name="connsiteY5280" fmla="*/ 25509276 h 57949372"/>
                <a:gd name="connsiteX5281" fmla="*/ 45165724 w 58051775"/>
                <a:gd name="connsiteY5281" fmla="*/ 25508494 h 57949372"/>
                <a:gd name="connsiteX5282" fmla="*/ 45214750 w 58051775"/>
                <a:gd name="connsiteY5282" fmla="*/ 25512079 h 57949372"/>
                <a:gd name="connsiteX5283" fmla="*/ 45349623 w 58051775"/>
                <a:gd name="connsiteY5283" fmla="*/ 25559190 h 57949372"/>
                <a:gd name="connsiteX5284" fmla="*/ 45411780 w 58051775"/>
                <a:gd name="connsiteY5284" fmla="*/ 25618136 h 57949372"/>
                <a:gd name="connsiteX5285" fmla="*/ 45438839 w 58051775"/>
                <a:gd name="connsiteY5285" fmla="*/ 25707037 h 57949372"/>
                <a:gd name="connsiteX5286" fmla="*/ 45415088 w 58051775"/>
                <a:gd name="connsiteY5286" fmla="*/ 25931535 h 57949372"/>
                <a:gd name="connsiteX5287" fmla="*/ 45331084 w 58051775"/>
                <a:gd name="connsiteY5287" fmla="*/ 26001858 h 57949372"/>
                <a:gd name="connsiteX5288" fmla="*/ 45310465 w 58051775"/>
                <a:gd name="connsiteY5288" fmla="*/ 26038353 h 57949372"/>
                <a:gd name="connsiteX5289" fmla="*/ 45213609 w 58051775"/>
                <a:gd name="connsiteY5289" fmla="*/ 26026185 h 57949372"/>
                <a:gd name="connsiteX5290" fmla="*/ 45027853 w 58051775"/>
                <a:gd name="connsiteY5290" fmla="*/ 25953330 h 57949372"/>
                <a:gd name="connsiteX5291" fmla="*/ 44934532 w 58051775"/>
                <a:gd name="connsiteY5291" fmla="*/ 25880278 h 57949372"/>
                <a:gd name="connsiteX5292" fmla="*/ 44928352 w 58051775"/>
                <a:gd name="connsiteY5292" fmla="*/ 25791474 h 57949372"/>
                <a:gd name="connsiteX5293" fmla="*/ 44954338 w 58051775"/>
                <a:gd name="connsiteY5293" fmla="*/ 25681448 h 57949372"/>
                <a:gd name="connsiteX5294" fmla="*/ 45014982 w 58051775"/>
                <a:gd name="connsiteY5294" fmla="*/ 25594126 h 57949372"/>
                <a:gd name="connsiteX5295" fmla="*/ 45082318 w 58051775"/>
                <a:gd name="connsiteY5295" fmla="*/ 25521615 h 57949372"/>
                <a:gd name="connsiteX5296" fmla="*/ 45165724 w 58051775"/>
                <a:gd name="connsiteY5296" fmla="*/ 25508494 h 57949372"/>
                <a:gd name="connsiteX5297" fmla="*/ 46198388 w 58051775"/>
                <a:gd name="connsiteY5297" fmla="*/ 25504348 h 57949372"/>
                <a:gd name="connsiteX5298" fmla="*/ 46431205 w 58051775"/>
                <a:gd name="connsiteY5298" fmla="*/ 25552768 h 57949372"/>
                <a:gd name="connsiteX5299" fmla="*/ 46469305 w 58051775"/>
                <a:gd name="connsiteY5299" fmla="*/ 25601414 h 57949372"/>
                <a:gd name="connsiteX5300" fmla="*/ 46507405 w 58051775"/>
                <a:gd name="connsiteY5300" fmla="*/ 25730005 h 57949372"/>
                <a:gd name="connsiteX5301" fmla="*/ 46475506 w 58051775"/>
                <a:gd name="connsiteY5301" fmla="*/ 25839628 h 57949372"/>
                <a:gd name="connsiteX5302" fmla="*/ 46435946 w 58051775"/>
                <a:gd name="connsiteY5302" fmla="*/ 25891056 h 57949372"/>
                <a:gd name="connsiteX5303" fmla="*/ 46241133 w 58051775"/>
                <a:gd name="connsiteY5303" fmla="*/ 25946314 h 57949372"/>
                <a:gd name="connsiteX5304" fmla="*/ 45996658 w 58051775"/>
                <a:gd name="connsiteY5304" fmla="*/ 25737693 h 57949372"/>
                <a:gd name="connsiteX5305" fmla="*/ 46073866 w 58051775"/>
                <a:gd name="connsiteY5305" fmla="*/ 25551061 h 57949372"/>
                <a:gd name="connsiteX5306" fmla="*/ 46126405 w 58051775"/>
                <a:gd name="connsiteY5306" fmla="*/ 25510790 h 57949372"/>
                <a:gd name="connsiteX5307" fmla="*/ 46198388 w 58051775"/>
                <a:gd name="connsiteY5307" fmla="*/ 25504348 h 57949372"/>
                <a:gd name="connsiteX5308" fmla="*/ 43313512 w 58051775"/>
                <a:gd name="connsiteY5308" fmla="*/ 25464436 h 57949372"/>
                <a:gd name="connsiteX5309" fmla="*/ 43352916 w 58051775"/>
                <a:gd name="connsiteY5309" fmla="*/ 25481018 h 57949372"/>
                <a:gd name="connsiteX5310" fmla="*/ 43408604 w 58051775"/>
                <a:gd name="connsiteY5310" fmla="*/ 25507973 h 57949372"/>
                <a:gd name="connsiteX5311" fmla="*/ 43484804 w 58051775"/>
                <a:gd name="connsiteY5311" fmla="*/ 25683345 h 57949372"/>
                <a:gd name="connsiteX5312" fmla="*/ 43350312 w 58051775"/>
                <a:gd name="connsiteY5312" fmla="*/ 25857415 h 57949372"/>
                <a:gd name="connsiteX5313" fmla="*/ 43139232 w 58051775"/>
                <a:gd name="connsiteY5313" fmla="*/ 25682788 h 57949372"/>
                <a:gd name="connsiteX5314" fmla="*/ 43222164 w 58051775"/>
                <a:gd name="connsiteY5314" fmla="*/ 25516836 h 57949372"/>
                <a:gd name="connsiteX5315" fmla="*/ 43287064 w 58051775"/>
                <a:gd name="connsiteY5315" fmla="*/ 25477854 h 57949372"/>
                <a:gd name="connsiteX5316" fmla="*/ 43313512 w 58051775"/>
                <a:gd name="connsiteY5316" fmla="*/ 25464436 h 57949372"/>
                <a:gd name="connsiteX5317" fmla="*/ 4997948 w 58051775"/>
                <a:gd name="connsiteY5317" fmla="*/ 25338065 h 57949372"/>
                <a:gd name="connsiteX5318" fmla="*/ 5071900 w 58051775"/>
                <a:gd name="connsiteY5318" fmla="*/ 25354217 h 57949372"/>
                <a:gd name="connsiteX5319" fmla="*/ 5099920 w 58051775"/>
                <a:gd name="connsiteY5319" fmla="*/ 25420698 h 57949372"/>
                <a:gd name="connsiteX5320" fmla="*/ 5111200 w 58051775"/>
                <a:gd name="connsiteY5320" fmla="*/ 25555594 h 57949372"/>
                <a:gd name="connsiteX5321" fmla="*/ 5142804 w 58051775"/>
                <a:gd name="connsiteY5321" fmla="*/ 25666020 h 57949372"/>
                <a:gd name="connsiteX5322" fmla="*/ 5349416 w 58051775"/>
                <a:gd name="connsiteY5322" fmla="*/ 25730219 h 57949372"/>
                <a:gd name="connsiteX5323" fmla="*/ 5439184 w 58051775"/>
                <a:gd name="connsiteY5323" fmla="*/ 25744897 h 57949372"/>
                <a:gd name="connsiteX5324" fmla="*/ 5784852 w 58051775"/>
                <a:gd name="connsiteY5324" fmla="*/ 25768755 h 57949372"/>
                <a:gd name="connsiteX5325" fmla="*/ 6145648 w 58051775"/>
                <a:gd name="connsiteY5325" fmla="*/ 25805072 h 57949372"/>
                <a:gd name="connsiteX5326" fmla="*/ 6242532 w 58051775"/>
                <a:gd name="connsiteY5326" fmla="*/ 25824542 h 57949372"/>
                <a:gd name="connsiteX5327" fmla="*/ 6313536 w 58051775"/>
                <a:gd name="connsiteY5327" fmla="*/ 25829193 h 57949372"/>
                <a:gd name="connsiteX5328" fmla="*/ 6394452 w 58051775"/>
                <a:gd name="connsiteY5328" fmla="*/ 25849020 h 57949372"/>
                <a:gd name="connsiteX5329" fmla="*/ 7242796 w 58051775"/>
                <a:gd name="connsiteY5329" fmla="*/ 25865699 h 57949372"/>
                <a:gd name="connsiteX5330" fmla="*/ 7270872 w 58051775"/>
                <a:gd name="connsiteY5330" fmla="*/ 25770458 h 57949372"/>
                <a:gd name="connsiteX5331" fmla="*/ 7289036 w 58051775"/>
                <a:gd name="connsiteY5331" fmla="*/ 25655451 h 57949372"/>
                <a:gd name="connsiteX5332" fmla="*/ 7500344 w 58051775"/>
                <a:gd name="connsiteY5332" fmla="*/ 25625073 h 57949372"/>
                <a:gd name="connsiteX5333" fmla="*/ 7515036 w 58051775"/>
                <a:gd name="connsiteY5333" fmla="*/ 25985555 h 57949372"/>
                <a:gd name="connsiteX5334" fmla="*/ 7485924 w 58051775"/>
                <a:gd name="connsiteY5334" fmla="*/ 26366630 h 57949372"/>
                <a:gd name="connsiteX5335" fmla="*/ 7423608 w 58051775"/>
                <a:gd name="connsiteY5335" fmla="*/ 26622803 h 57949372"/>
                <a:gd name="connsiteX5336" fmla="*/ 7359976 w 58051775"/>
                <a:gd name="connsiteY5336" fmla="*/ 26804423 h 57949372"/>
                <a:gd name="connsiteX5337" fmla="*/ 7265636 w 58051775"/>
                <a:gd name="connsiteY5337" fmla="*/ 26696535 h 57949372"/>
                <a:gd name="connsiteX5338" fmla="*/ 7225996 w 58051775"/>
                <a:gd name="connsiteY5338" fmla="*/ 26599893 h 57949372"/>
                <a:gd name="connsiteX5339" fmla="*/ 7200904 w 58051775"/>
                <a:gd name="connsiteY5339" fmla="*/ 26545227 h 57949372"/>
                <a:gd name="connsiteX5340" fmla="*/ 7130060 w 58051775"/>
                <a:gd name="connsiteY5340" fmla="*/ 26466819 h 57949372"/>
                <a:gd name="connsiteX5341" fmla="*/ 7053420 w 58051775"/>
                <a:gd name="connsiteY5341" fmla="*/ 26425544 h 57949372"/>
                <a:gd name="connsiteX5342" fmla="*/ 7005592 w 58051775"/>
                <a:gd name="connsiteY5342" fmla="*/ 26384269 h 57949372"/>
                <a:gd name="connsiteX5343" fmla="*/ 6677796 w 58051775"/>
                <a:gd name="connsiteY5343" fmla="*/ 26386852 h 57949372"/>
                <a:gd name="connsiteX5344" fmla="*/ 6292208 w 58051775"/>
                <a:gd name="connsiteY5344" fmla="*/ 26504919 h 57949372"/>
                <a:gd name="connsiteX5345" fmla="*/ 6258724 w 58051775"/>
                <a:gd name="connsiteY5345" fmla="*/ 26898619 h 57949372"/>
                <a:gd name="connsiteX5346" fmla="*/ 6244752 w 58051775"/>
                <a:gd name="connsiteY5346" fmla="*/ 27259608 h 57949372"/>
                <a:gd name="connsiteX5347" fmla="*/ 6305144 w 58051775"/>
                <a:gd name="connsiteY5347" fmla="*/ 27329458 h 57949372"/>
                <a:gd name="connsiteX5348" fmla="*/ 6711544 w 58051775"/>
                <a:gd name="connsiteY5348" fmla="*/ 27368714 h 57949372"/>
                <a:gd name="connsiteX5349" fmla="*/ 7054852 w 58051775"/>
                <a:gd name="connsiteY5349" fmla="*/ 27375260 h 57949372"/>
                <a:gd name="connsiteX5350" fmla="*/ 7115176 w 58051775"/>
                <a:gd name="connsiteY5350" fmla="*/ 27328441 h 57949372"/>
                <a:gd name="connsiteX5351" fmla="*/ 7175504 w 58051775"/>
                <a:gd name="connsiteY5351" fmla="*/ 27231718 h 57949372"/>
                <a:gd name="connsiteX5352" fmla="*/ 7227464 w 58051775"/>
                <a:gd name="connsiteY5352" fmla="*/ 27095100 h 57949372"/>
                <a:gd name="connsiteX5353" fmla="*/ 7322864 w 58051775"/>
                <a:gd name="connsiteY5353" fmla="*/ 27103224 h 57949372"/>
                <a:gd name="connsiteX5354" fmla="*/ 7418840 w 58051775"/>
                <a:gd name="connsiteY5354" fmla="*/ 27372457 h 57949372"/>
                <a:gd name="connsiteX5355" fmla="*/ 7366248 w 58051775"/>
                <a:gd name="connsiteY5355" fmla="*/ 27673319 h 57949372"/>
                <a:gd name="connsiteX5356" fmla="*/ 7334424 w 58051775"/>
                <a:gd name="connsiteY5356" fmla="*/ 27974116 h 57949372"/>
                <a:gd name="connsiteX5357" fmla="*/ 7292184 w 58051775"/>
                <a:gd name="connsiteY5357" fmla="*/ 28241191 h 57949372"/>
                <a:gd name="connsiteX5358" fmla="*/ 7198020 w 58051775"/>
                <a:gd name="connsiteY5358" fmla="*/ 28250974 h 57949372"/>
                <a:gd name="connsiteX5359" fmla="*/ 7104768 w 58051775"/>
                <a:gd name="connsiteY5359" fmla="*/ 28226200 h 57949372"/>
                <a:gd name="connsiteX5360" fmla="*/ 7081712 w 58051775"/>
                <a:gd name="connsiteY5360" fmla="*/ 28006936 h 57949372"/>
                <a:gd name="connsiteX5361" fmla="*/ 7055520 w 58051775"/>
                <a:gd name="connsiteY5361" fmla="*/ 27983502 h 57949372"/>
                <a:gd name="connsiteX5362" fmla="*/ 7004816 w 58051775"/>
                <a:gd name="connsiteY5362" fmla="*/ 27945752 h 57949372"/>
                <a:gd name="connsiteX5363" fmla="*/ 6584536 w 58051775"/>
                <a:gd name="connsiteY5363" fmla="*/ 27891154 h 57949372"/>
                <a:gd name="connsiteX5364" fmla="*/ 6279320 w 58051775"/>
                <a:gd name="connsiteY5364" fmla="*/ 27892351 h 57949372"/>
                <a:gd name="connsiteX5365" fmla="*/ 6127752 w 58051775"/>
                <a:gd name="connsiteY5365" fmla="*/ 27806706 h 57949372"/>
                <a:gd name="connsiteX5366" fmla="*/ 5677452 w 58051775"/>
                <a:gd name="connsiteY5366" fmla="*/ 27808622 h 57949372"/>
                <a:gd name="connsiteX5367" fmla="*/ 5139184 w 58051775"/>
                <a:gd name="connsiteY5367" fmla="*/ 27788199 h 57949372"/>
                <a:gd name="connsiteX5368" fmla="*/ 5005280 w 58051775"/>
                <a:gd name="connsiteY5368" fmla="*/ 27777545 h 57949372"/>
                <a:gd name="connsiteX5369" fmla="*/ 4920784 w 58051775"/>
                <a:gd name="connsiteY5369" fmla="*/ 27919124 h 57949372"/>
                <a:gd name="connsiteX5370" fmla="*/ 4799096 w 58051775"/>
                <a:gd name="connsiteY5370" fmla="*/ 28069503 h 57949372"/>
                <a:gd name="connsiteX5371" fmla="*/ 4700632 w 58051775"/>
                <a:gd name="connsiteY5371" fmla="*/ 28049870 h 57949372"/>
                <a:gd name="connsiteX5372" fmla="*/ 4682164 w 58051775"/>
                <a:gd name="connsiteY5372" fmla="*/ 27746812 h 57949372"/>
                <a:gd name="connsiteX5373" fmla="*/ 4714056 w 58051775"/>
                <a:gd name="connsiteY5373" fmla="*/ 27406619 h 57949372"/>
                <a:gd name="connsiteX5374" fmla="*/ 4759660 w 58051775"/>
                <a:gd name="connsiteY5374" fmla="*/ 27162116 h 57949372"/>
                <a:gd name="connsiteX5375" fmla="*/ 4851404 w 58051775"/>
                <a:gd name="connsiteY5375" fmla="*/ 26911319 h 57949372"/>
                <a:gd name="connsiteX5376" fmla="*/ 4928624 w 58051775"/>
                <a:gd name="connsiteY5376" fmla="*/ 27029876 h 57949372"/>
                <a:gd name="connsiteX5377" fmla="*/ 4972976 w 58051775"/>
                <a:gd name="connsiteY5377" fmla="*/ 27117251 h 57949372"/>
                <a:gd name="connsiteX5378" fmla="*/ 5017184 w 58051775"/>
                <a:gd name="connsiteY5378" fmla="*/ 27166965 h 57949372"/>
                <a:gd name="connsiteX5379" fmla="*/ 5040268 w 58051775"/>
                <a:gd name="connsiteY5379" fmla="*/ 27197946 h 57949372"/>
                <a:gd name="connsiteX5380" fmla="*/ 5241016 w 58051775"/>
                <a:gd name="connsiteY5380" fmla="*/ 27208287 h 57949372"/>
                <a:gd name="connsiteX5381" fmla="*/ 5475968 w 58051775"/>
                <a:gd name="connsiteY5381" fmla="*/ 27250492 h 57949372"/>
                <a:gd name="connsiteX5382" fmla="*/ 5724528 w 58051775"/>
                <a:gd name="connsiteY5382" fmla="*/ 27291773 h 57949372"/>
                <a:gd name="connsiteX5383" fmla="*/ 5925456 w 58051775"/>
                <a:gd name="connsiteY5383" fmla="*/ 27283619 h 57949372"/>
                <a:gd name="connsiteX5384" fmla="*/ 5971264 w 58051775"/>
                <a:gd name="connsiteY5384" fmla="*/ 26963564 h 57949372"/>
                <a:gd name="connsiteX5385" fmla="*/ 6011068 w 58051775"/>
                <a:gd name="connsiteY5385" fmla="*/ 26643075 h 57949372"/>
                <a:gd name="connsiteX5386" fmla="*/ 6022356 w 58051775"/>
                <a:gd name="connsiteY5386" fmla="*/ 26393878 h 57949372"/>
                <a:gd name="connsiteX5387" fmla="*/ 5932988 w 58051775"/>
                <a:gd name="connsiteY5387" fmla="*/ 26295369 h 57949372"/>
                <a:gd name="connsiteX5388" fmla="*/ 5623972 w 58051775"/>
                <a:gd name="connsiteY5388" fmla="*/ 26284123 h 57949372"/>
                <a:gd name="connsiteX5389" fmla="*/ 5018528 w 58051775"/>
                <a:gd name="connsiteY5389" fmla="*/ 26458413 h 57949372"/>
                <a:gd name="connsiteX5390" fmla="*/ 4999476 w 58051775"/>
                <a:gd name="connsiteY5390" fmla="*/ 26551580 h 57949372"/>
                <a:gd name="connsiteX5391" fmla="*/ 4914728 w 58051775"/>
                <a:gd name="connsiteY5391" fmla="*/ 26565973 h 57949372"/>
                <a:gd name="connsiteX5392" fmla="*/ 4805552 w 58051775"/>
                <a:gd name="connsiteY5392" fmla="*/ 26549620 h 57949372"/>
                <a:gd name="connsiteX5393" fmla="*/ 4771940 w 58051775"/>
                <a:gd name="connsiteY5393" fmla="*/ 26367126 h 57949372"/>
                <a:gd name="connsiteX5394" fmla="*/ 4799468 w 58051775"/>
                <a:gd name="connsiteY5394" fmla="*/ 26164075 h 57949372"/>
                <a:gd name="connsiteX5395" fmla="*/ 4862176 w 58051775"/>
                <a:gd name="connsiteY5395" fmla="*/ 25698875 h 57949372"/>
                <a:gd name="connsiteX5396" fmla="*/ 4927160 w 58051775"/>
                <a:gd name="connsiteY5396" fmla="*/ 25354954 h 57949372"/>
                <a:gd name="connsiteX5397" fmla="*/ 4997948 w 58051775"/>
                <a:gd name="connsiteY5397" fmla="*/ 25338065 h 57949372"/>
                <a:gd name="connsiteX5398" fmla="*/ 13382812 w 58051775"/>
                <a:gd name="connsiteY5398" fmla="*/ 25325177 h 57949372"/>
                <a:gd name="connsiteX5399" fmla="*/ 13552604 w 58051775"/>
                <a:gd name="connsiteY5399" fmla="*/ 25390791 h 57949372"/>
                <a:gd name="connsiteX5400" fmla="*/ 13538200 w 58051775"/>
                <a:gd name="connsiteY5400" fmla="*/ 25565639 h 57949372"/>
                <a:gd name="connsiteX5401" fmla="*/ 13271500 w 58051775"/>
                <a:gd name="connsiteY5401" fmla="*/ 25561753 h 57949372"/>
                <a:gd name="connsiteX5402" fmla="*/ 13281736 w 58051775"/>
                <a:gd name="connsiteY5402" fmla="*/ 25455617 h 57949372"/>
                <a:gd name="connsiteX5403" fmla="*/ 13328232 w 58051775"/>
                <a:gd name="connsiteY5403" fmla="*/ 25391108 h 57949372"/>
                <a:gd name="connsiteX5404" fmla="*/ 13345532 w 58051775"/>
                <a:gd name="connsiteY5404" fmla="*/ 25340306 h 57949372"/>
                <a:gd name="connsiteX5405" fmla="*/ 13382812 w 58051775"/>
                <a:gd name="connsiteY5405" fmla="*/ 25325177 h 57949372"/>
                <a:gd name="connsiteX5406" fmla="*/ 11682140 w 58051775"/>
                <a:gd name="connsiteY5406" fmla="*/ 25240984 h 57949372"/>
                <a:gd name="connsiteX5407" fmla="*/ 11734800 w 58051775"/>
                <a:gd name="connsiteY5407" fmla="*/ 25241170 h 57949372"/>
                <a:gd name="connsiteX5408" fmla="*/ 11837960 w 58051775"/>
                <a:gd name="connsiteY5408" fmla="*/ 25284198 h 57949372"/>
                <a:gd name="connsiteX5409" fmla="*/ 11880096 w 58051775"/>
                <a:gd name="connsiteY5409" fmla="*/ 25496191 h 57949372"/>
                <a:gd name="connsiteX5410" fmla="*/ 11735608 w 58051775"/>
                <a:gd name="connsiteY5410" fmla="*/ 25590812 h 57949372"/>
                <a:gd name="connsiteX5411" fmla="*/ 11569704 w 58051775"/>
                <a:gd name="connsiteY5411" fmla="*/ 25480726 h 57949372"/>
                <a:gd name="connsiteX5412" fmla="*/ 11656140 w 58051775"/>
                <a:gd name="connsiteY5412" fmla="*/ 25248982 h 57949372"/>
                <a:gd name="connsiteX5413" fmla="*/ 11682140 w 58051775"/>
                <a:gd name="connsiteY5413" fmla="*/ 25240984 h 57949372"/>
                <a:gd name="connsiteX5414" fmla="*/ 15119008 w 58051775"/>
                <a:gd name="connsiteY5414" fmla="*/ 25239689 h 57949372"/>
                <a:gd name="connsiteX5415" fmla="*/ 15326084 w 58051775"/>
                <a:gd name="connsiteY5415" fmla="*/ 25277747 h 57949372"/>
                <a:gd name="connsiteX5416" fmla="*/ 15335748 w 58051775"/>
                <a:gd name="connsiteY5416" fmla="*/ 25560085 h 57949372"/>
                <a:gd name="connsiteX5417" fmla="*/ 15314100 w 58051775"/>
                <a:gd name="connsiteY5417" fmla="*/ 25593125 h 57949372"/>
                <a:gd name="connsiteX5418" fmla="*/ 15182232 w 58051775"/>
                <a:gd name="connsiteY5418" fmla="*/ 25582442 h 57949372"/>
                <a:gd name="connsiteX5419" fmla="*/ 15034468 w 58051775"/>
                <a:gd name="connsiteY5419" fmla="*/ 25555845 h 57949372"/>
                <a:gd name="connsiteX5420" fmla="*/ 15023496 w 58051775"/>
                <a:gd name="connsiteY5420" fmla="*/ 25325580 h 57949372"/>
                <a:gd name="connsiteX5421" fmla="*/ 15100304 w 58051775"/>
                <a:gd name="connsiteY5421" fmla="*/ 25242717 h 57949372"/>
                <a:gd name="connsiteX5422" fmla="*/ 15119008 w 58051775"/>
                <a:gd name="connsiteY5422" fmla="*/ 25239689 h 57949372"/>
                <a:gd name="connsiteX5423" fmla="*/ 14717700 w 58051775"/>
                <a:gd name="connsiteY5423" fmla="*/ 25238791 h 57949372"/>
                <a:gd name="connsiteX5424" fmla="*/ 14865048 w 58051775"/>
                <a:gd name="connsiteY5424" fmla="*/ 25286659 h 57949372"/>
                <a:gd name="connsiteX5425" fmla="*/ 14896796 w 58051775"/>
                <a:gd name="connsiteY5425" fmla="*/ 25430012 h 57949372"/>
                <a:gd name="connsiteX5426" fmla="*/ 14774268 w 58051775"/>
                <a:gd name="connsiteY5426" fmla="*/ 25590811 h 57949372"/>
                <a:gd name="connsiteX5427" fmla="*/ 14600192 w 58051775"/>
                <a:gd name="connsiteY5427" fmla="*/ 25533092 h 57949372"/>
                <a:gd name="connsiteX5428" fmla="*/ 14623404 w 58051775"/>
                <a:gd name="connsiteY5428" fmla="*/ 25385842 h 57949372"/>
                <a:gd name="connsiteX5429" fmla="*/ 14662920 w 58051775"/>
                <a:gd name="connsiteY5429" fmla="*/ 25306532 h 57949372"/>
                <a:gd name="connsiteX5430" fmla="*/ 14685796 w 58051775"/>
                <a:gd name="connsiteY5430" fmla="*/ 25253804 h 57949372"/>
                <a:gd name="connsiteX5431" fmla="*/ 14717700 w 58051775"/>
                <a:gd name="connsiteY5431" fmla="*/ 25238791 h 57949372"/>
                <a:gd name="connsiteX5432" fmla="*/ 12687072 w 58051775"/>
                <a:gd name="connsiteY5432" fmla="*/ 25217490 h 57949372"/>
                <a:gd name="connsiteX5433" fmla="*/ 12716916 w 58051775"/>
                <a:gd name="connsiteY5433" fmla="*/ 25217708 h 57949372"/>
                <a:gd name="connsiteX5434" fmla="*/ 12769064 w 58051775"/>
                <a:gd name="connsiteY5434" fmla="*/ 25226909 h 57949372"/>
                <a:gd name="connsiteX5435" fmla="*/ 12843484 w 58051775"/>
                <a:gd name="connsiteY5435" fmla="*/ 25286015 h 57949372"/>
                <a:gd name="connsiteX5436" fmla="*/ 12839540 w 58051775"/>
                <a:gd name="connsiteY5436" fmla="*/ 25571960 h 57949372"/>
                <a:gd name="connsiteX5437" fmla="*/ 12756424 w 58051775"/>
                <a:gd name="connsiteY5437" fmla="*/ 25590815 h 57949372"/>
                <a:gd name="connsiteX5438" fmla="*/ 12601240 w 58051775"/>
                <a:gd name="connsiteY5438" fmla="*/ 25390918 h 57949372"/>
                <a:gd name="connsiteX5439" fmla="*/ 12628900 w 58051775"/>
                <a:gd name="connsiteY5439" fmla="*/ 25254394 h 57949372"/>
                <a:gd name="connsiteX5440" fmla="*/ 12687072 w 58051775"/>
                <a:gd name="connsiteY5440" fmla="*/ 25217490 h 57949372"/>
                <a:gd name="connsiteX5441" fmla="*/ 52879819 w 58051775"/>
                <a:gd name="connsiteY5441" fmla="*/ 25177718 h 57949372"/>
                <a:gd name="connsiteX5442" fmla="*/ 52951685 w 58051775"/>
                <a:gd name="connsiteY5442" fmla="*/ 25198690 h 57949372"/>
                <a:gd name="connsiteX5443" fmla="*/ 53007365 w 58051775"/>
                <a:gd name="connsiteY5443" fmla="*/ 25465762 h 57949372"/>
                <a:gd name="connsiteX5444" fmla="*/ 53048442 w 58051775"/>
                <a:gd name="connsiteY5444" fmla="*/ 25707062 h 57949372"/>
                <a:gd name="connsiteX5445" fmla="*/ 53092024 w 58051775"/>
                <a:gd name="connsiteY5445" fmla="*/ 26016992 h 57949372"/>
                <a:gd name="connsiteX5446" fmla="*/ 53136914 w 58051775"/>
                <a:gd name="connsiteY5446" fmla="*/ 26328142 h 57949372"/>
                <a:gd name="connsiteX5447" fmla="*/ 53181159 w 58051775"/>
                <a:gd name="connsiteY5447" fmla="*/ 26633426 h 57949372"/>
                <a:gd name="connsiteX5448" fmla="*/ 53228710 w 58051775"/>
                <a:gd name="connsiteY5448" fmla="*/ 26947627 h 57949372"/>
                <a:gd name="connsiteX5449" fmla="*/ 53264242 w 58051775"/>
                <a:gd name="connsiteY5449" fmla="*/ 27111220 h 57949372"/>
                <a:gd name="connsiteX5450" fmla="*/ 53187559 w 58051775"/>
                <a:gd name="connsiteY5450" fmla="*/ 27268032 h 57949372"/>
                <a:gd name="connsiteX5451" fmla="*/ 53048181 w 58051775"/>
                <a:gd name="connsiteY5451" fmla="*/ 27321040 h 57949372"/>
                <a:gd name="connsiteX5452" fmla="*/ 52803855 w 58051775"/>
                <a:gd name="connsiteY5452" fmla="*/ 27349468 h 57949372"/>
                <a:gd name="connsiteX5453" fmla="*/ 52598100 w 58051775"/>
                <a:gd name="connsiteY5453" fmla="*/ 27349468 h 57949372"/>
                <a:gd name="connsiteX5454" fmla="*/ 52580303 w 58051775"/>
                <a:gd name="connsiteY5454" fmla="*/ 27317719 h 57949372"/>
                <a:gd name="connsiteX5455" fmla="*/ 52583354 w 58051775"/>
                <a:gd name="connsiteY5455" fmla="*/ 27238688 h 57949372"/>
                <a:gd name="connsiteX5456" fmla="*/ 52762834 w 58051775"/>
                <a:gd name="connsiteY5456" fmla="*/ 27124512 h 57949372"/>
                <a:gd name="connsiteX5457" fmla="*/ 52841998 w 58051775"/>
                <a:gd name="connsiteY5457" fmla="*/ 27099869 h 57949372"/>
                <a:gd name="connsiteX5458" fmla="*/ 52919185 w 58051775"/>
                <a:gd name="connsiteY5458" fmla="*/ 27022695 h 57949372"/>
                <a:gd name="connsiteX5459" fmla="*/ 52931159 w 58051775"/>
                <a:gd name="connsiteY5459" fmla="*/ 26800445 h 57949372"/>
                <a:gd name="connsiteX5460" fmla="*/ 52865223 w 58051775"/>
                <a:gd name="connsiteY5460" fmla="*/ 26435069 h 57949372"/>
                <a:gd name="connsiteX5461" fmla="*/ 52851610 w 58051775"/>
                <a:gd name="connsiteY5461" fmla="*/ 26262000 h 57949372"/>
                <a:gd name="connsiteX5462" fmla="*/ 52840380 w 58051775"/>
                <a:gd name="connsiteY5462" fmla="*/ 26125603 h 57949372"/>
                <a:gd name="connsiteX5463" fmla="*/ 52498503 w 58051775"/>
                <a:gd name="connsiteY5463" fmla="*/ 26114524 h 57949372"/>
                <a:gd name="connsiteX5464" fmla="*/ 52173648 w 58051775"/>
                <a:gd name="connsiteY5464" fmla="*/ 26117569 h 57949372"/>
                <a:gd name="connsiteX5465" fmla="*/ 52147052 w 58051775"/>
                <a:gd name="connsiteY5465" fmla="*/ 26154872 h 57949372"/>
                <a:gd name="connsiteX5466" fmla="*/ 52034903 w 58051775"/>
                <a:gd name="connsiteY5466" fmla="*/ 26191434 h 57949372"/>
                <a:gd name="connsiteX5467" fmla="*/ 51978808 w 58051775"/>
                <a:gd name="connsiteY5467" fmla="*/ 26333469 h 57949372"/>
                <a:gd name="connsiteX5468" fmla="*/ 52018935 w 58051775"/>
                <a:gd name="connsiteY5468" fmla="*/ 26604569 h 57949372"/>
                <a:gd name="connsiteX5469" fmla="*/ 52025552 w 58051775"/>
                <a:gd name="connsiteY5469" fmla="*/ 26812168 h 57949372"/>
                <a:gd name="connsiteX5470" fmla="*/ 52066827 w 58051775"/>
                <a:gd name="connsiteY5470" fmla="*/ 26846346 h 57949372"/>
                <a:gd name="connsiteX5471" fmla="*/ 52108102 w 58051775"/>
                <a:gd name="connsiteY5471" fmla="*/ 26895921 h 57949372"/>
                <a:gd name="connsiteX5472" fmla="*/ 52186782 w 58051775"/>
                <a:gd name="connsiteY5472" fmla="*/ 26962119 h 57949372"/>
                <a:gd name="connsiteX5473" fmla="*/ 52248862 w 58051775"/>
                <a:gd name="connsiteY5473" fmla="*/ 26994886 h 57949372"/>
                <a:gd name="connsiteX5474" fmla="*/ 52335722 w 58051775"/>
                <a:gd name="connsiteY5474" fmla="*/ 27034719 h 57949372"/>
                <a:gd name="connsiteX5475" fmla="*/ 52413342 w 58051775"/>
                <a:gd name="connsiteY5475" fmla="*/ 27073514 h 57949372"/>
                <a:gd name="connsiteX5476" fmla="*/ 52407321 w 58051775"/>
                <a:gd name="connsiteY5476" fmla="*/ 27162445 h 57949372"/>
                <a:gd name="connsiteX5477" fmla="*/ 52208883 w 58051775"/>
                <a:gd name="connsiteY5477" fmla="*/ 27194263 h 57949372"/>
                <a:gd name="connsiteX5478" fmla="*/ 52005566 w 58051775"/>
                <a:gd name="connsiteY5478" fmla="*/ 27236068 h 57949372"/>
                <a:gd name="connsiteX5479" fmla="*/ 51757503 w 58051775"/>
                <a:gd name="connsiteY5479" fmla="*/ 27276863 h 57949372"/>
                <a:gd name="connsiteX5480" fmla="*/ 51528252 w 58051775"/>
                <a:gd name="connsiteY5480" fmla="*/ 27259980 h 57949372"/>
                <a:gd name="connsiteX5481" fmla="*/ 51571453 w 58051775"/>
                <a:gd name="connsiteY5481" fmla="*/ 27105816 h 57949372"/>
                <a:gd name="connsiteX5482" fmla="*/ 51663528 w 58051775"/>
                <a:gd name="connsiteY5482" fmla="*/ 27029960 h 57949372"/>
                <a:gd name="connsiteX5483" fmla="*/ 51758660 w 58051775"/>
                <a:gd name="connsiteY5483" fmla="*/ 26813601 h 57949372"/>
                <a:gd name="connsiteX5484" fmla="*/ 51730513 w 58051775"/>
                <a:gd name="connsiteY5484" fmla="*/ 26592045 h 57949372"/>
                <a:gd name="connsiteX5485" fmla="*/ 51686255 w 58051775"/>
                <a:gd name="connsiteY5485" fmla="*/ 26363445 h 57949372"/>
                <a:gd name="connsiteX5486" fmla="*/ 51669952 w 58051775"/>
                <a:gd name="connsiteY5486" fmla="*/ 26206469 h 57949372"/>
                <a:gd name="connsiteX5487" fmla="*/ 51594803 w 58051775"/>
                <a:gd name="connsiteY5487" fmla="*/ 26208984 h 57949372"/>
                <a:gd name="connsiteX5488" fmla="*/ 51447702 w 58051775"/>
                <a:gd name="connsiteY5488" fmla="*/ 26252014 h 57949372"/>
                <a:gd name="connsiteX5489" fmla="*/ 51205149 w 58051775"/>
                <a:gd name="connsiteY5489" fmla="*/ 26294535 h 57949372"/>
                <a:gd name="connsiteX5490" fmla="*/ 50981259 w 58051775"/>
                <a:gd name="connsiteY5490" fmla="*/ 26343775 h 57949372"/>
                <a:gd name="connsiteX5491" fmla="*/ 50871226 w 58051775"/>
                <a:gd name="connsiteY5491" fmla="*/ 26376201 h 57949372"/>
                <a:gd name="connsiteX5492" fmla="*/ 50798715 w 58051775"/>
                <a:gd name="connsiteY5492" fmla="*/ 26386824 h 57949372"/>
                <a:gd name="connsiteX5493" fmla="*/ 50782998 w 58051775"/>
                <a:gd name="connsiteY5493" fmla="*/ 26540619 h 57949372"/>
                <a:gd name="connsiteX5494" fmla="*/ 50818708 w 58051775"/>
                <a:gd name="connsiteY5494" fmla="*/ 26720490 h 57949372"/>
                <a:gd name="connsiteX5495" fmla="*/ 50856467 w 58051775"/>
                <a:gd name="connsiteY5495" fmla="*/ 26760234 h 57949372"/>
                <a:gd name="connsiteX5496" fmla="*/ 50858659 w 58051775"/>
                <a:gd name="connsiteY5496" fmla="*/ 26934201 h 57949372"/>
                <a:gd name="connsiteX5497" fmla="*/ 50918054 w 58051775"/>
                <a:gd name="connsiteY5497" fmla="*/ 27201177 h 57949372"/>
                <a:gd name="connsiteX5498" fmla="*/ 50958259 w 58051775"/>
                <a:gd name="connsiteY5498" fmla="*/ 27263121 h 57949372"/>
                <a:gd name="connsiteX5499" fmla="*/ 51089144 w 58051775"/>
                <a:gd name="connsiteY5499" fmla="*/ 27394483 h 57949372"/>
                <a:gd name="connsiteX5500" fmla="*/ 51138549 w 58051775"/>
                <a:gd name="connsiteY5500" fmla="*/ 27429597 h 57949372"/>
                <a:gd name="connsiteX5501" fmla="*/ 51214575 w 58051775"/>
                <a:gd name="connsiteY5501" fmla="*/ 27469517 h 57949372"/>
                <a:gd name="connsiteX5502" fmla="*/ 51288778 w 58051775"/>
                <a:gd name="connsiteY5502" fmla="*/ 27517108 h 57949372"/>
                <a:gd name="connsiteX5503" fmla="*/ 51353937 w 58051775"/>
                <a:gd name="connsiteY5503" fmla="*/ 27576184 h 57949372"/>
                <a:gd name="connsiteX5504" fmla="*/ 51390164 w 58051775"/>
                <a:gd name="connsiteY5504" fmla="*/ 27694741 h 57949372"/>
                <a:gd name="connsiteX5505" fmla="*/ 51369570 w 58051775"/>
                <a:gd name="connsiteY5505" fmla="*/ 27726175 h 57949372"/>
                <a:gd name="connsiteX5506" fmla="*/ 51075260 w 58051775"/>
                <a:gd name="connsiteY5506" fmla="*/ 27715623 h 57949372"/>
                <a:gd name="connsiteX5507" fmla="*/ 50645230 w 58051775"/>
                <a:gd name="connsiteY5507" fmla="*/ 27611695 h 57949372"/>
                <a:gd name="connsiteX5508" fmla="*/ 50612190 w 58051775"/>
                <a:gd name="connsiteY5508" fmla="*/ 27406619 h 57949372"/>
                <a:gd name="connsiteX5509" fmla="*/ 50570540 w 58051775"/>
                <a:gd name="connsiteY5509" fmla="*/ 27178019 h 57949372"/>
                <a:gd name="connsiteX5510" fmla="*/ 50526552 w 58051775"/>
                <a:gd name="connsiteY5510" fmla="*/ 26911319 h 57949372"/>
                <a:gd name="connsiteX5511" fmla="*/ 50475017 w 58051775"/>
                <a:gd name="connsiteY5511" fmla="*/ 26566180 h 57949372"/>
                <a:gd name="connsiteX5512" fmla="*/ 50443549 w 58051775"/>
                <a:gd name="connsiteY5512" fmla="*/ 26362980 h 57949372"/>
                <a:gd name="connsiteX5513" fmla="*/ 50384403 w 58051775"/>
                <a:gd name="connsiteY5513" fmla="*/ 26023296 h 57949372"/>
                <a:gd name="connsiteX5514" fmla="*/ 50358590 w 58051775"/>
                <a:gd name="connsiteY5514" fmla="*/ 25772375 h 57949372"/>
                <a:gd name="connsiteX5515" fmla="*/ 50374639 w 58051775"/>
                <a:gd name="connsiteY5515" fmla="*/ 25539624 h 57949372"/>
                <a:gd name="connsiteX5516" fmla="*/ 50590523 w 58051775"/>
                <a:gd name="connsiteY5516" fmla="*/ 25618258 h 57949372"/>
                <a:gd name="connsiteX5517" fmla="*/ 50604002 w 58051775"/>
                <a:gd name="connsiteY5517" fmla="*/ 25689604 h 57949372"/>
                <a:gd name="connsiteX5518" fmla="*/ 50984152 w 58051775"/>
                <a:gd name="connsiteY5518" fmla="*/ 25774098 h 57949372"/>
                <a:gd name="connsiteX5519" fmla="*/ 51359875 w 58051775"/>
                <a:gd name="connsiteY5519" fmla="*/ 25736236 h 57949372"/>
                <a:gd name="connsiteX5520" fmla="*/ 51683725 w 58051775"/>
                <a:gd name="connsiteY5520" fmla="*/ 25688550 h 57949372"/>
                <a:gd name="connsiteX5521" fmla="*/ 51999780 w 58051775"/>
                <a:gd name="connsiteY5521" fmla="*/ 25640676 h 57949372"/>
                <a:gd name="connsiteX5522" fmla="*/ 52360601 w 58051775"/>
                <a:gd name="connsiteY5522" fmla="*/ 25605219 h 57949372"/>
                <a:gd name="connsiteX5523" fmla="*/ 52645595 w 58051775"/>
                <a:gd name="connsiteY5523" fmla="*/ 25600114 h 57949372"/>
                <a:gd name="connsiteX5524" fmla="*/ 52665773 w 58051775"/>
                <a:gd name="connsiteY5524" fmla="*/ 25566324 h 57949372"/>
                <a:gd name="connsiteX5525" fmla="*/ 52727227 w 58051775"/>
                <a:gd name="connsiteY5525" fmla="*/ 25516784 h 57949372"/>
                <a:gd name="connsiteX5526" fmla="*/ 52768503 w 58051775"/>
                <a:gd name="connsiteY5526" fmla="*/ 25432101 h 57949372"/>
                <a:gd name="connsiteX5527" fmla="*/ 52810558 w 58051775"/>
                <a:gd name="connsiteY5527" fmla="*/ 25211937 h 57949372"/>
                <a:gd name="connsiteX5528" fmla="*/ 52857403 w 58051775"/>
                <a:gd name="connsiteY5528" fmla="*/ 25180657 h 57949372"/>
                <a:gd name="connsiteX5529" fmla="*/ 52879819 w 58051775"/>
                <a:gd name="connsiteY5529" fmla="*/ 25177718 h 57949372"/>
                <a:gd name="connsiteX5530" fmla="*/ 45692846 w 58051775"/>
                <a:gd name="connsiteY5530" fmla="*/ 25153819 h 57949372"/>
                <a:gd name="connsiteX5531" fmla="*/ 45777363 w 58051775"/>
                <a:gd name="connsiteY5531" fmla="*/ 25176548 h 57949372"/>
                <a:gd name="connsiteX5532" fmla="*/ 45795666 w 58051775"/>
                <a:gd name="connsiteY5532" fmla="*/ 25284954 h 57949372"/>
                <a:gd name="connsiteX5533" fmla="*/ 45677893 w 58051775"/>
                <a:gd name="connsiteY5533" fmla="*/ 25406371 h 57949372"/>
                <a:gd name="connsiteX5534" fmla="*/ 45548747 w 58051775"/>
                <a:gd name="connsiteY5534" fmla="*/ 25294994 h 57949372"/>
                <a:gd name="connsiteX5535" fmla="*/ 45559354 w 58051775"/>
                <a:gd name="connsiteY5535" fmla="*/ 25193302 h 57949372"/>
                <a:gd name="connsiteX5536" fmla="*/ 45606784 w 58051775"/>
                <a:gd name="connsiteY5536" fmla="*/ 25165818 h 57949372"/>
                <a:gd name="connsiteX5537" fmla="*/ 45692846 w 58051775"/>
                <a:gd name="connsiteY5537" fmla="*/ 25153819 h 57949372"/>
                <a:gd name="connsiteX5538" fmla="*/ 44698422 w 58051775"/>
                <a:gd name="connsiteY5538" fmla="*/ 25152199 h 57949372"/>
                <a:gd name="connsiteX5539" fmla="*/ 44773151 w 58051775"/>
                <a:gd name="connsiteY5539" fmla="*/ 25158665 h 57949372"/>
                <a:gd name="connsiteX5540" fmla="*/ 44880490 w 58051775"/>
                <a:gd name="connsiteY5540" fmla="*/ 25190264 h 57949372"/>
                <a:gd name="connsiteX5541" fmla="*/ 44894431 w 58051775"/>
                <a:gd name="connsiteY5541" fmla="*/ 25393954 h 57949372"/>
                <a:gd name="connsiteX5542" fmla="*/ 44752411 w 58051775"/>
                <a:gd name="connsiteY5542" fmla="*/ 25412919 h 57949372"/>
                <a:gd name="connsiteX5543" fmla="*/ 44577002 w 58051775"/>
                <a:gd name="connsiteY5543" fmla="*/ 25324546 h 57949372"/>
                <a:gd name="connsiteX5544" fmla="*/ 44664866 w 58051775"/>
                <a:gd name="connsiteY5544" fmla="*/ 25164061 h 57949372"/>
                <a:gd name="connsiteX5545" fmla="*/ 44698422 w 58051775"/>
                <a:gd name="connsiteY5545" fmla="*/ 25152199 h 57949372"/>
                <a:gd name="connsiteX5546" fmla="*/ 43988552 w 58051775"/>
                <a:gd name="connsiteY5546" fmla="*/ 25063532 h 57949372"/>
                <a:gd name="connsiteX5547" fmla="*/ 44181858 w 58051775"/>
                <a:gd name="connsiteY5547" fmla="*/ 25118440 h 57949372"/>
                <a:gd name="connsiteX5548" fmla="*/ 44170852 w 58051775"/>
                <a:gd name="connsiteY5548" fmla="*/ 25374817 h 57949372"/>
                <a:gd name="connsiteX5549" fmla="*/ 43878204 w 58051775"/>
                <a:gd name="connsiteY5549" fmla="*/ 25376572 h 57949372"/>
                <a:gd name="connsiteX5550" fmla="*/ 43861240 w 58051775"/>
                <a:gd name="connsiteY5550" fmla="*/ 25162681 h 57949372"/>
                <a:gd name="connsiteX5551" fmla="*/ 43916604 w 58051775"/>
                <a:gd name="connsiteY5551" fmla="*/ 25079562 h 57949372"/>
                <a:gd name="connsiteX5552" fmla="*/ 43988552 w 58051775"/>
                <a:gd name="connsiteY5552" fmla="*/ 25063532 h 57949372"/>
                <a:gd name="connsiteX5553" fmla="*/ 42651860 w 58051775"/>
                <a:gd name="connsiteY5553" fmla="*/ 24803319 h 57949372"/>
                <a:gd name="connsiteX5554" fmla="*/ 42788520 w 58051775"/>
                <a:gd name="connsiteY5554" fmla="*/ 24857294 h 57949372"/>
                <a:gd name="connsiteX5555" fmla="*/ 42853806 w 58051775"/>
                <a:gd name="connsiteY5555" fmla="*/ 25019773 h 57949372"/>
                <a:gd name="connsiteX5556" fmla="*/ 42792848 w 58051775"/>
                <a:gd name="connsiteY5556" fmla="*/ 25280238 h 57949372"/>
                <a:gd name="connsiteX5557" fmla="*/ 42749282 w 58051775"/>
                <a:gd name="connsiteY5557" fmla="*/ 25326433 h 57949372"/>
                <a:gd name="connsiteX5558" fmla="*/ 42614252 w 58051775"/>
                <a:gd name="connsiteY5558" fmla="*/ 25315700 h 57949372"/>
                <a:gd name="connsiteX5559" fmla="*/ 42462188 w 58051775"/>
                <a:gd name="connsiteY5559" fmla="*/ 25282415 h 57949372"/>
                <a:gd name="connsiteX5560" fmla="*/ 42455412 w 58051775"/>
                <a:gd name="connsiteY5560" fmla="*/ 24907268 h 57949372"/>
                <a:gd name="connsiteX5561" fmla="*/ 42521392 w 58051775"/>
                <a:gd name="connsiteY5561" fmla="*/ 24852297 h 57949372"/>
                <a:gd name="connsiteX5562" fmla="*/ 42651860 w 58051775"/>
                <a:gd name="connsiteY5562" fmla="*/ 24803319 h 57949372"/>
                <a:gd name="connsiteX5563" fmla="*/ 46092525 w 58051775"/>
                <a:gd name="connsiteY5563" fmla="*/ 24796494 h 57949372"/>
                <a:gd name="connsiteX5564" fmla="*/ 46216136 w 58051775"/>
                <a:gd name="connsiteY5564" fmla="*/ 24816466 h 57949372"/>
                <a:gd name="connsiteX5565" fmla="*/ 46240702 w 58051775"/>
                <a:gd name="connsiteY5565" fmla="*/ 24885870 h 57949372"/>
                <a:gd name="connsiteX5566" fmla="*/ 46117091 w 58051775"/>
                <a:gd name="connsiteY5566" fmla="*/ 24964459 h 57949372"/>
                <a:gd name="connsiteX5567" fmla="*/ 46012102 w 58051775"/>
                <a:gd name="connsiteY5567" fmla="*/ 24885870 h 57949372"/>
                <a:gd name="connsiteX5568" fmla="*/ 46056552 w 58051775"/>
                <a:gd name="connsiteY5568" fmla="*/ 24799809 h 57949372"/>
                <a:gd name="connsiteX5569" fmla="*/ 46092525 w 58051775"/>
                <a:gd name="connsiteY5569" fmla="*/ 24796494 h 57949372"/>
                <a:gd name="connsiteX5570" fmla="*/ 13499824 w 58051775"/>
                <a:gd name="connsiteY5570" fmla="*/ 24714675 h 57949372"/>
                <a:gd name="connsiteX5571" fmla="*/ 13549384 w 58051775"/>
                <a:gd name="connsiteY5571" fmla="*/ 24716587 h 57949372"/>
                <a:gd name="connsiteX5572" fmla="*/ 13682024 w 58051775"/>
                <a:gd name="connsiteY5572" fmla="*/ 24768591 h 57949372"/>
                <a:gd name="connsiteX5573" fmla="*/ 13747040 w 58051775"/>
                <a:gd name="connsiteY5573" fmla="*/ 24940767 h 57949372"/>
                <a:gd name="connsiteX5574" fmla="*/ 13524224 w 58051775"/>
                <a:gd name="connsiteY5574" fmla="*/ 25139946 h 57949372"/>
                <a:gd name="connsiteX5575" fmla="*/ 13334096 w 58051775"/>
                <a:gd name="connsiteY5575" fmla="*/ 25086781 h 57949372"/>
                <a:gd name="connsiteX5576" fmla="*/ 13330012 w 58051775"/>
                <a:gd name="connsiteY5576" fmla="*/ 24823506 h 57949372"/>
                <a:gd name="connsiteX5577" fmla="*/ 13354988 w 58051775"/>
                <a:gd name="connsiteY5577" fmla="*/ 24803416 h 57949372"/>
                <a:gd name="connsiteX5578" fmla="*/ 13418088 w 58051775"/>
                <a:gd name="connsiteY5578" fmla="*/ 24757586 h 57949372"/>
                <a:gd name="connsiteX5579" fmla="*/ 13499824 w 58051775"/>
                <a:gd name="connsiteY5579" fmla="*/ 24714675 h 57949372"/>
                <a:gd name="connsiteX5580" fmla="*/ 14050356 w 58051775"/>
                <a:gd name="connsiteY5580" fmla="*/ 24707159 h 57949372"/>
                <a:gd name="connsiteX5581" fmla="*/ 14134392 w 58051775"/>
                <a:gd name="connsiteY5581" fmla="*/ 24712696 h 57949372"/>
                <a:gd name="connsiteX5582" fmla="*/ 14251168 w 58051775"/>
                <a:gd name="connsiteY5582" fmla="*/ 24751643 h 57949372"/>
                <a:gd name="connsiteX5583" fmla="*/ 14284360 w 58051775"/>
                <a:gd name="connsiteY5583" fmla="*/ 24958653 h 57949372"/>
                <a:gd name="connsiteX5584" fmla="*/ 14092784 w 58051775"/>
                <a:gd name="connsiteY5584" fmla="*/ 25042416 h 57949372"/>
                <a:gd name="connsiteX5585" fmla="*/ 13956260 w 58051775"/>
                <a:gd name="connsiteY5585" fmla="*/ 25020061 h 57949372"/>
                <a:gd name="connsiteX5586" fmla="*/ 13960168 w 58051775"/>
                <a:gd name="connsiteY5586" fmla="*/ 24783143 h 57949372"/>
                <a:gd name="connsiteX5587" fmla="*/ 14007792 w 58051775"/>
                <a:gd name="connsiteY5587" fmla="*/ 24725096 h 57949372"/>
                <a:gd name="connsiteX5588" fmla="*/ 14050356 w 58051775"/>
                <a:gd name="connsiteY5588" fmla="*/ 24707159 h 57949372"/>
                <a:gd name="connsiteX5589" fmla="*/ 45371338 w 58051775"/>
                <a:gd name="connsiteY5589" fmla="*/ 24550106 h 57949372"/>
                <a:gd name="connsiteX5590" fmla="*/ 45421270 w 58051775"/>
                <a:gd name="connsiteY5590" fmla="*/ 24578854 h 57949372"/>
                <a:gd name="connsiteX5591" fmla="*/ 45428014 w 58051775"/>
                <a:gd name="connsiteY5591" fmla="*/ 24771434 h 57949372"/>
                <a:gd name="connsiteX5592" fmla="*/ 45303441 w 58051775"/>
                <a:gd name="connsiteY5592" fmla="*/ 24775381 h 57949372"/>
                <a:gd name="connsiteX5593" fmla="*/ 45288202 w 58051775"/>
                <a:gd name="connsiteY5593" fmla="*/ 24680131 h 57949372"/>
                <a:gd name="connsiteX5594" fmla="*/ 45313602 w 58051775"/>
                <a:gd name="connsiteY5594" fmla="*/ 24574719 h 57949372"/>
                <a:gd name="connsiteX5595" fmla="*/ 45371338 w 58051775"/>
                <a:gd name="connsiteY5595" fmla="*/ 24550106 h 57949372"/>
                <a:gd name="connsiteX5596" fmla="*/ 12182200 w 58051775"/>
                <a:gd name="connsiteY5596" fmla="*/ 24549416 h 57949372"/>
                <a:gd name="connsiteX5597" fmla="*/ 12280296 w 58051775"/>
                <a:gd name="connsiteY5597" fmla="*/ 24579605 h 57949372"/>
                <a:gd name="connsiteX5598" fmla="*/ 12356896 w 58051775"/>
                <a:gd name="connsiteY5598" fmla="*/ 24628222 h 57949372"/>
                <a:gd name="connsiteX5599" fmla="*/ 12412016 w 58051775"/>
                <a:gd name="connsiteY5599" fmla="*/ 24701627 h 57949372"/>
                <a:gd name="connsiteX5600" fmla="*/ 12394896 w 58051775"/>
                <a:gd name="connsiteY5600" fmla="*/ 24866916 h 57949372"/>
                <a:gd name="connsiteX5601" fmla="*/ 12333200 w 58051775"/>
                <a:gd name="connsiteY5601" fmla="*/ 24919206 h 57949372"/>
                <a:gd name="connsiteX5602" fmla="*/ 12282952 w 58051775"/>
                <a:gd name="connsiteY5602" fmla="*/ 24971498 h 57949372"/>
                <a:gd name="connsiteX5603" fmla="*/ 12189856 w 58051775"/>
                <a:gd name="connsiteY5603" fmla="*/ 24960134 h 57949372"/>
                <a:gd name="connsiteX5604" fmla="*/ 12042712 w 58051775"/>
                <a:gd name="connsiteY5604" fmla="*/ 24896212 h 57949372"/>
                <a:gd name="connsiteX5605" fmla="*/ 11986056 w 58051775"/>
                <a:gd name="connsiteY5605" fmla="*/ 24756813 h 57949372"/>
                <a:gd name="connsiteX5606" fmla="*/ 12039968 w 58051775"/>
                <a:gd name="connsiteY5606" fmla="*/ 24631885 h 57949372"/>
                <a:gd name="connsiteX5607" fmla="*/ 12097300 w 58051775"/>
                <a:gd name="connsiteY5607" fmla="*/ 24586459 h 57949372"/>
                <a:gd name="connsiteX5608" fmla="*/ 12182200 w 58051775"/>
                <a:gd name="connsiteY5608" fmla="*/ 24549416 h 57949372"/>
                <a:gd name="connsiteX5609" fmla="*/ 43343778 w 58051775"/>
                <a:gd name="connsiteY5609" fmla="*/ 24528431 h 57949372"/>
                <a:gd name="connsiteX5610" fmla="*/ 43453628 w 58051775"/>
                <a:gd name="connsiteY5610" fmla="*/ 24567796 h 57949372"/>
                <a:gd name="connsiteX5611" fmla="*/ 43484800 w 58051775"/>
                <a:gd name="connsiteY5611" fmla="*/ 24726098 h 57949372"/>
                <a:gd name="connsiteX5612" fmla="*/ 43311366 w 58051775"/>
                <a:gd name="connsiteY5612" fmla="*/ 24877190 h 57949372"/>
                <a:gd name="connsiteX5613" fmla="*/ 43142692 w 58051775"/>
                <a:gd name="connsiteY5613" fmla="*/ 24728869 h 57949372"/>
                <a:gd name="connsiteX5614" fmla="*/ 43224450 w 58051775"/>
                <a:gd name="connsiteY5614" fmla="*/ 24547553 h 57949372"/>
                <a:gd name="connsiteX5615" fmla="*/ 43343778 w 58051775"/>
                <a:gd name="connsiteY5615" fmla="*/ 24528431 h 57949372"/>
                <a:gd name="connsiteX5616" fmla="*/ 14999992 w 58051775"/>
                <a:gd name="connsiteY5616" fmla="*/ 24371617 h 57949372"/>
                <a:gd name="connsiteX5617" fmla="*/ 15217280 w 58051775"/>
                <a:gd name="connsiteY5617" fmla="*/ 24444422 h 57949372"/>
                <a:gd name="connsiteX5618" fmla="*/ 15201500 w 58051775"/>
                <a:gd name="connsiteY5618" fmla="*/ 24615747 h 57949372"/>
                <a:gd name="connsiteX5619" fmla="*/ 15034944 w 58051775"/>
                <a:gd name="connsiteY5619" fmla="*/ 24699222 h 57949372"/>
                <a:gd name="connsiteX5620" fmla="*/ 14903480 w 58051775"/>
                <a:gd name="connsiteY5620" fmla="*/ 24587671 h 57949372"/>
                <a:gd name="connsiteX5621" fmla="*/ 14944788 w 58051775"/>
                <a:gd name="connsiteY5621" fmla="*/ 24381141 h 57949372"/>
                <a:gd name="connsiteX5622" fmla="*/ 14999992 w 58051775"/>
                <a:gd name="connsiteY5622" fmla="*/ 24371617 h 57949372"/>
                <a:gd name="connsiteX5623" fmla="*/ 15423344 w 58051775"/>
                <a:gd name="connsiteY5623" fmla="*/ 24353110 h 57949372"/>
                <a:gd name="connsiteX5624" fmla="*/ 15591340 w 58051775"/>
                <a:gd name="connsiteY5624" fmla="*/ 24393609 h 57949372"/>
                <a:gd name="connsiteX5625" fmla="*/ 15601760 w 58051775"/>
                <a:gd name="connsiteY5625" fmla="*/ 24488227 h 57949372"/>
                <a:gd name="connsiteX5626" fmla="*/ 15570200 w 58051775"/>
                <a:gd name="connsiteY5626" fmla="*/ 24600217 h 57949372"/>
                <a:gd name="connsiteX5627" fmla="*/ 15532104 w 58051775"/>
                <a:gd name="connsiteY5627" fmla="*/ 24644625 h 57949372"/>
                <a:gd name="connsiteX5628" fmla="*/ 15344144 w 58051775"/>
                <a:gd name="connsiteY5628" fmla="*/ 24688102 h 57949372"/>
                <a:gd name="connsiteX5629" fmla="*/ 15373352 w 58051775"/>
                <a:gd name="connsiteY5629" fmla="*/ 24358402 h 57949372"/>
                <a:gd name="connsiteX5630" fmla="*/ 15423344 w 58051775"/>
                <a:gd name="connsiteY5630" fmla="*/ 24353110 h 57949372"/>
                <a:gd name="connsiteX5631" fmla="*/ 12940540 w 58051775"/>
                <a:gd name="connsiteY5631" fmla="*/ 24296260 h 57949372"/>
                <a:gd name="connsiteX5632" fmla="*/ 12997756 w 58051775"/>
                <a:gd name="connsiteY5632" fmla="*/ 24319233 h 57949372"/>
                <a:gd name="connsiteX5633" fmla="*/ 13067720 w 58051775"/>
                <a:gd name="connsiteY5633" fmla="*/ 24361371 h 57949372"/>
                <a:gd name="connsiteX5634" fmla="*/ 13120784 w 58051775"/>
                <a:gd name="connsiteY5634" fmla="*/ 24541641 h 57949372"/>
                <a:gd name="connsiteX5635" fmla="*/ 13018552 w 58051775"/>
                <a:gd name="connsiteY5635" fmla="*/ 24695323 h 57949372"/>
                <a:gd name="connsiteX5636" fmla="*/ 12835168 w 58051775"/>
                <a:gd name="connsiteY5636" fmla="*/ 24645518 h 57949372"/>
                <a:gd name="connsiteX5637" fmla="*/ 12788904 w 58051775"/>
                <a:gd name="connsiteY5637" fmla="*/ 24603141 h 57949372"/>
                <a:gd name="connsiteX5638" fmla="*/ 12788904 w 58051775"/>
                <a:gd name="connsiteY5638" fmla="*/ 24493729 h 57949372"/>
                <a:gd name="connsiteX5639" fmla="*/ 12814304 w 58051775"/>
                <a:gd name="connsiteY5639" fmla="*/ 24358917 h 57949372"/>
                <a:gd name="connsiteX5640" fmla="*/ 12857196 w 58051775"/>
                <a:gd name="connsiteY5640" fmla="*/ 24333517 h 57949372"/>
                <a:gd name="connsiteX5641" fmla="*/ 12890504 w 58051775"/>
                <a:gd name="connsiteY5641" fmla="*/ 24314467 h 57949372"/>
                <a:gd name="connsiteX5642" fmla="*/ 12940540 w 58051775"/>
                <a:gd name="connsiteY5642" fmla="*/ 24296260 h 57949372"/>
                <a:gd name="connsiteX5643" fmla="*/ 14374532 w 58051775"/>
                <a:gd name="connsiteY5643" fmla="*/ 24193818 h 57949372"/>
                <a:gd name="connsiteX5644" fmla="*/ 14435172 w 58051775"/>
                <a:gd name="connsiteY5644" fmla="*/ 24208469 h 57949372"/>
                <a:gd name="connsiteX5645" fmla="*/ 14431144 w 58051775"/>
                <a:gd name="connsiteY5645" fmla="*/ 24487402 h 57949372"/>
                <a:gd name="connsiteX5646" fmla="*/ 14316468 w 58051775"/>
                <a:gd name="connsiteY5646" fmla="*/ 24490612 h 57949372"/>
                <a:gd name="connsiteX5647" fmla="*/ 14312584 w 58051775"/>
                <a:gd name="connsiteY5647" fmla="*/ 24226394 h 57949372"/>
                <a:gd name="connsiteX5648" fmla="*/ 14374532 w 58051775"/>
                <a:gd name="connsiteY5648" fmla="*/ 24193818 h 57949372"/>
                <a:gd name="connsiteX5649" fmla="*/ 43792964 w 58051775"/>
                <a:gd name="connsiteY5649" fmla="*/ 24173840 h 57949372"/>
                <a:gd name="connsiteX5650" fmla="*/ 43984644 w 58051775"/>
                <a:gd name="connsiteY5650" fmla="*/ 24205525 h 57949372"/>
                <a:gd name="connsiteX5651" fmla="*/ 43983272 w 58051775"/>
                <a:gd name="connsiteY5651" fmla="*/ 24399197 h 57949372"/>
                <a:gd name="connsiteX5652" fmla="*/ 43841628 w 58051775"/>
                <a:gd name="connsiteY5652" fmla="*/ 24432829 h 57949372"/>
                <a:gd name="connsiteX5653" fmla="*/ 43694392 w 58051775"/>
                <a:gd name="connsiteY5653" fmla="*/ 24405119 h 57949372"/>
                <a:gd name="connsiteX5654" fmla="*/ 43681296 w 58051775"/>
                <a:gd name="connsiteY5654" fmla="*/ 24322828 h 57949372"/>
                <a:gd name="connsiteX5655" fmla="*/ 43776904 w 58051775"/>
                <a:gd name="connsiteY5655" fmla="*/ 24176460 h 57949372"/>
                <a:gd name="connsiteX5656" fmla="*/ 43792964 w 58051775"/>
                <a:gd name="connsiteY5656" fmla="*/ 24173840 h 57949372"/>
                <a:gd name="connsiteX5657" fmla="*/ 44649199 w 58051775"/>
                <a:gd name="connsiteY5657" fmla="*/ 24171048 h 57949372"/>
                <a:gd name="connsiteX5658" fmla="*/ 44776950 w 58051775"/>
                <a:gd name="connsiteY5658" fmla="*/ 24185230 h 57949372"/>
                <a:gd name="connsiteX5659" fmla="*/ 44856325 w 58051775"/>
                <a:gd name="connsiteY5659" fmla="*/ 24261921 h 57949372"/>
                <a:gd name="connsiteX5660" fmla="*/ 44907203 w 58051775"/>
                <a:gd name="connsiteY5660" fmla="*/ 24424336 h 57949372"/>
                <a:gd name="connsiteX5661" fmla="*/ 44864034 w 58051775"/>
                <a:gd name="connsiteY5661" fmla="*/ 24569634 h 57949372"/>
                <a:gd name="connsiteX5662" fmla="*/ 44805842 w 58051775"/>
                <a:gd name="connsiteY5662" fmla="*/ 24650346 h 57949372"/>
                <a:gd name="connsiteX5663" fmla="*/ 44756939 w 58051775"/>
                <a:gd name="connsiteY5663" fmla="*/ 24687641 h 57949372"/>
                <a:gd name="connsiteX5664" fmla="*/ 44623372 w 58051775"/>
                <a:gd name="connsiteY5664" fmla="*/ 24695200 h 57949372"/>
                <a:gd name="connsiteX5665" fmla="*/ 44383939 w 58051775"/>
                <a:gd name="connsiteY5665" fmla="*/ 24487520 h 57949372"/>
                <a:gd name="connsiteX5666" fmla="*/ 44441969 w 58051775"/>
                <a:gd name="connsiteY5666" fmla="*/ 24278981 h 57949372"/>
                <a:gd name="connsiteX5667" fmla="*/ 44500710 w 58051775"/>
                <a:gd name="connsiteY5667" fmla="*/ 24232046 h 57949372"/>
                <a:gd name="connsiteX5668" fmla="*/ 44530634 w 58051775"/>
                <a:gd name="connsiteY5668" fmla="*/ 24183187 h 57949372"/>
                <a:gd name="connsiteX5669" fmla="*/ 44649199 w 58051775"/>
                <a:gd name="connsiteY5669" fmla="*/ 24171048 h 57949372"/>
                <a:gd name="connsiteX5670" fmla="*/ 42557516 w 58051775"/>
                <a:gd name="connsiteY5670" fmla="*/ 24092124 h 57949372"/>
                <a:gd name="connsiteX5671" fmla="*/ 42684702 w 58051775"/>
                <a:gd name="connsiteY5671" fmla="*/ 24171406 h 57949372"/>
                <a:gd name="connsiteX5672" fmla="*/ 42562084 w 58051775"/>
                <a:gd name="connsiteY5672" fmla="*/ 24257224 h 57949372"/>
                <a:gd name="connsiteX5673" fmla="*/ 42456102 w 58051775"/>
                <a:gd name="connsiteY5673" fmla="*/ 24231824 h 57949372"/>
                <a:gd name="connsiteX5674" fmla="*/ 42450472 w 58051775"/>
                <a:gd name="connsiteY5674" fmla="*/ 24120350 h 57949372"/>
                <a:gd name="connsiteX5675" fmla="*/ 42557516 w 58051775"/>
                <a:gd name="connsiteY5675" fmla="*/ 24092124 h 57949372"/>
                <a:gd name="connsiteX5676" fmla="*/ 13832208 w 58051775"/>
                <a:gd name="connsiteY5676" fmla="*/ 23997488 h 57949372"/>
                <a:gd name="connsiteX5677" fmla="*/ 13868400 w 58051775"/>
                <a:gd name="connsiteY5677" fmla="*/ 24006982 h 57949372"/>
                <a:gd name="connsiteX5678" fmla="*/ 13917744 w 58051775"/>
                <a:gd name="connsiteY5678" fmla="*/ 24108002 h 57949372"/>
                <a:gd name="connsiteX5679" fmla="*/ 13914276 w 58051775"/>
                <a:gd name="connsiteY5679" fmla="*/ 24225174 h 57949372"/>
                <a:gd name="connsiteX5680" fmla="*/ 13810124 w 58051775"/>
                <a:gd name="connsiteY5680" fmla="*/ 24257319 h 57949372"/>
                <a:gd name="connsiteX5681" fmla="*/ 13677904 w 58051775"/>
                <a:gd name="connsiteY5681" fmla="*/ 24136941 h 57949372"/>
                <a:gd name="connsiteX5682" fmla="*/ 13706128 w 58051775"/>
                <a:gd name="connsiteY5682" fmla="*/ 24023090 h 57949372"/>
                <a:gd name="connsiteX5683" fmla="*/ 13832208 w 58051775"/>
                <a:gd name="connsiteY5683" fmla="*/ 23997488 h 57949372"/>
                <a:gd name="connsiteX5684" fmla="*/ 45757248 w 58051775"/>
                <a:gd name="connsiteY5684" fmla="*/ 23995450 h 57949372"/>
                <a:gd name="connsiteX5685" fmla="*/ 45784325 w 58051775"/>
                <a:gd name="connsiteY5685" fmla="*/ 23995675 h 57949372"/>
                <a:gd name="connsiteX5686" fmla="*/ 45837264 w 58051775"/>
                <a:gd name="connsiteY5686" fmla="*/ 24000120 h 57949372"/>
                <a:gd name="connsiteX5687" fmla="*/ 45979203 w 58051775"/>
                <a:gd name="connsiteY5687" fmla="*/ 24175486 h 57949372"/>
                <a:gd name="connsiteX5688" fmla="*/ 45950159 w 58051775"/>
                <a:gd name="connsiteY5688" fmla="*/ 24322021 h 57949372"/>
                <a:gd name="connsiteX5689" fmla="*/ 45840836 w 58051775"/>
                <a:gd name="connsiteY5689" fmla="*/ 24346125 h 57949372"/>
                <a:gd name="connsiteX5690" fmla="*/ 45633208 w 58051775"/>
                <a:gd name="connsiteY5690" fmla="*/ 24177275 h 57949372"/>
                <a:gd name="connsiteX5691" fmla="*/ 45705132 w 58051775"/>
                <a:gd name="connsiteY5691" fmla="*/ 24014727 h 57949372"/>
                <a:gd name="connsiteX5692" fmla="*/ 45757248 w 58051775"/>
                <a:gd name="connsiteY5692" fmla="*/ 23995450 h 57949372"/>
                <a:gd name="connsiteX5693" fmla="*/ 13130280 w 58051775"/>
                <a:gd name="connsiteY5693" fmla="*/ 23914421 h 57949372"/>
                <a:gd name="connsiteX5694" fmla="*/ 13217040 w 58051775"/>
                <a:gd name="connsiteY5694" fmla="*/ 24025675 h 57949372"/>
                <a:gd name="connsiteX5695" fmla="*/ 13134048 w 58051775"/>
                <a:gd name="connsiteY5695" fmla="*/ 24168422 h 57949372"/>
                <a:gd name="connsiteX5696" fmla="*/ 13070840 w 58051775"/>
                <a:gd name="connsiteY5696" fmla="*/ 24153182 h 57949372"/>
                <a:gd name="connsiteX5697" fmla="*/ 13075560 w 58051775"/>
                <a:gd name="connsiteY5697" fmla="*/ 23934379 h 57949372"/>
                <a:gd name="connsiteX5698" fmla="*/ 13130280 w 58051775"/>
                <a:gd name="connsiteY5698" fmla="*/ 23914421 h 57949372"/>
                <a:gd name="connsiteX5699" fmla="*/ 15225704 w 58051775"/>
                <a:gd name="connsiteY5699" fmla="*/ 23910000 h 57949372"/>
                <a:gd name="connsiteX5700" fmla="*/ 15341604 w 58051775"/>
                <a:gd name="connsiteY5700" fmla="*/ 24043626 h 57949372"/>
                <a:gd name="connsiteX5701" fmla="*/ 15341604 w 58051775"/>
                <a:gd name="connsiteY5701" fmla="*/ 24131619 h 57949372"/>
                <a:gd name="connsiteX5702" fmla="*/ 15294552 w 58051775"/>
                <a:gd name="connsiteY5702" fmla="*/ 24151277 h 57949372"/>
                <a:gd name="connsiteX5703" fmla="*/ 15153476 w 58051775"/>
                <a:gd name="connsiteY5703" fmla="*/ 24166189 h 57949372"/>
                <a:gd name="connsiteX5704" fmla="*/ 15035424 w 58051775"/>
                <a:gd name="connsiteY5704" fmla="*/ 24131773 h 57949372"/>
                <a:gd name="connsiteX5705" fmla="*/ 15037988 w 58051775"/>
                <a:gd name="connsiteY5705" fmla="*/ 23938637 h 57949372"/>
                <a:gd name="connsiteX5706" fmla="*/ 15175768 w 58051775"/>
                <a:gd name="connsiteY5706" fmla="*/ 23910061 h 57949372"/>
                <a:gd name="connsiteX5707" fmla="*/ 15225704 w 58051775"/>
                <a:gd name="connsiteY5707" fmla="*/ 23910000 h 57949372"/>
                <a:gd name="connsiteX5708" fmla="*/ 15926892 w 58051775"/>
                <a:gd name="connsiteY5708" fmla="*/ 23744136 h 57949372"/>
                <a:gd name="connsiteX5709" fmla="*/ 16086592 w 58051775"/>
                <a:gd name="connsiteY5709" fmla="*/ 23795882 h 57949372"/>
                <a:gd name="connsiteX5710" fmla="*/ 16243304 w 58051775"/>
                <a:gd name="connsiteY5710" fmla="*/ 23977023 h 57949372"/>
                <a:gd name="connsiteX5711" fmla="*/ 16143388 w 58051775"/>
                <a:gd name="connsiteY5711" fmla="*/ 24154820 h 57949372"/>
                <a:gd name="connsiteX5712" fmla="*/ 15967912 w 58051775"/>
                <a:gd name="connsiteY5712" fmla="*/ 24162052 h 57949372"/>
                <a:gd name="connsiteX5713" fmla="*/ 15712592 w 58051775"/>
                <a:gd name="connsiteY5713" fmla="*/ 23927173 h 57949372"/>
                <a:gd name="connsiteX5714" fmla="*/ 15716252 w 58051775"/>
                <a:gd name="connsiteY5714" fmla="*/ 23844672 h 57949372"/>
                <a:gd name="connsiteX5715" fmla="*/ 15772492 w 58051775"/>
                <a:gd name="connsiteY5715" fmla="*/ 23827581 h 57949372"/>
                <a:gd name="connsiteX5716" fmla="*/ 15852788 w 58051775"/>
                <a:gd name="connsiteY5716" fmla="*/ 23779906 h 57949372"/>
                <a:gd name="connsiteX5717" fmla="*/ 15926892 w 58051775"/>
                <a:gd name="connsiteY5717" fmla="*/ 23744136 h 57949372"/>
                <a:gd name="connsiteX5718" fmla="*/ 11833740 w 58051775"/>
                <a:gd name="connsiteY5718" fmla="*/ 23730772 h 57949372"/>
                <a:gd name="connsiteX5719" fmla="*/ 11884632 w 58051775"/>
                <a:gd name="connsiteY5719" fmla="*/ 23743807 h 57949372"/>
                <a:gd name="connsiteX5720" fmla="*/ 11953608 w 58051775"/>
                <a:gd name="connsiteY5720" fmla="*/ 23952523 h 57949372"/>
                <a:gd name="connsiteX5721" fmla="*/ 11904516 w 58051775"/>
                <a:gd name="connsiteY5721" fmla="*/ 24163237 h 57949372"/>
                <a:gd name="connsiteX5722" fmla="*/ 11648400 w 58051775"/>
                <a:gd name="connsiteY5722" fmla="*/ 24137910 h 57949372"/>
                <a:gd name="connsiteX5723" fmla="*/ 11619952 w 58051775"/>
                <a:gd name="connsiteY5723" fmla="*/ 23887079 h 57949372"/>
                <a:gd name="connsiteX5724" fmla="*/ 11692980 w 58051775"/>
                <a:gd name="connsiteY5724" fmla="*/ 23795004 h 57949372"/>
                <a:gd name="connsiteX5725" fmla="*/ 11833740 w 58051775"/>
                <a:gd name="connsiteY5725" fmla="*/ 23730772 h 57949372"/>
                <a:gd name="connsiteX5726" fmla="*/ 12392260 w 58051775"/>
                <a:gd name="connsiteY5726" fmla="*/ 23651684 h 57949372"/>
                <a:gd name="connsiteX5727" fmla="*/ 12431312 w 58051775"/>
                <a:gd name="connsiteY5727" fmla="*/ 23652320 h 57949372"/>
                <a:gd name="connsiteX5728" fmla="*/ 12479708 w 58051775"/>
                <a:gd name="connsiteY5728" fmla="*/ 23669498 h 57949372"/>
                <a:gd name="connsiteX5729" fmla="*/ 12490260 w 58051775"/>
                <a:gd name="connsiteY5729" fmla="*/ 23777452 h 57949372"/>
                <a:gd name="connsiteX5730" fmla="*/ 12472240 w 58051775"/>
                <a:gd name="connsiteY5730" fmla="*/ 23888577 h 57949372"/>
                <a:gd name="connsiteX5731" fmla="*/ 12359020 w 58051775"/>
                <a:gd name="connsiteY5731" fmla="*/ 23884983 h 57949372"/>
                <a:gd name="connsiteX5732" fmla="*/ 12365664 w 58051775"/>
                <a:gd name="connsiteY5732" fmla="*/ 23666378 h 57949372"/>
                <a:gd name="connsiteX5733" fmla="*/ 12392260 w 58051775"/>
                <a:gd name="connsiteY5733" fmla="*/ 23651684 h 57949372"/>
                <a:gd name="connsiteX5734" fmla="*/ 43236206 w 58051775"/>
                <a:gd name="connsiteY5734" fmla="*/ 23647626 h 57949372"/>
                <a:gd name="connsiteX5735" fmla="*/ 43382458 w 58051775"/>
                <a:gd name="connsiteY5735" fmla="*/ 23701760 h 57949372"/>
                <a:gd name="connsiteX5736" fmla="*/ 43395900 w 58051775"/>
                <a:gd name="connsiteY5736" fmla="*/ 23845463 h 57949372"/>
                <a:gd name="connsiteX5737" fmla="*/ 43261234 w 58051775"/>
                <a:gd name="connsiteY5737" fmla="*/ 23990526 h 57949372"/>
                <a:gd name="connsiteX5738" fmla="*/ 43060298 w 58051775"/>
                <a:gd name="connsiteY5738" fmla="*/ 23899464 h 57949372"/>
                <a:gd name="connsiteX5739" fmla="*/ 43096388 w 58051775"/>
                <a:gd name="connsiteY5739" fmla="*/ 23736525 h 57949372"/>
                <a:gd name="connsiteX5740" fmla="*/ 43147388 w 58051775"/>
                <a:gd name="connsiteY5740" fmla="*/ 23692076 h 57949372"/>
                <a:gd name="connsiteX5741" fmla="*/ 43236206 w 58051775"/>
                <a:gd name="connsiteY5741" fmla="*/ 23647626 h 57949372"/>
                <a:gd name="connsiteX5742" fmla="*/ 14382252 w 58051775"/>
                <a:gd name="connsiteY5742" fmla="*/ 23584981 h 57949372"/>
                <a:gd name="connsiteX5743" fmla="*/ 14448700 w 58051775"/>
                <a:gd name="connsiteY5743" fmla="*/ 23602191 h 57949372"/>
                <a:gd name="connsiteX5744" fmla="*/ 14544828 w 58051775"/>
                <a:gd name="connsiteY5744" fmla="*/ 23642346 h 57949372"/>
                <a:gd name="connsiteX5745" fmla="*/ 14617464 w 58051775"/>
                <a:gd name="connsiteY5745" fmla="*/ 23679192 h 57949372"/>
                <a:gd name="connsiteX5746" fmla="*/ 14637496 w 58051775"/>
                <a:gd name="connsiteY5746" fmla="*/ 23894849 h 57949372"/>
                <a:gd name="connsiteX5747" fmla="*/ 14585784 w 58051775"/>
                <a:gd name="connsiteY5747" fmla="*/ 23974213 h 57949372"/>
                <a:gd name="connsiteX5748" fmla="*/ 14528576 w 58051775"/>
                <a:gd name="connsiteY5748" fmla="*/ 24029267 h 57949372"/>
                <a:gd name="connsiteX5749" fmla="*/ 14330564 w 58051775"/>
                <a:gd name="connsiteY5749" fmla="*/ 24071633 h 57949372"/>
                <a:gd name="connsiteX5750" fmla="*/ 14229804 w 58051775"/>
                <a:gd name="connsiteY5750" fmla="*/ 24027666 h 57949372"/>
                <a:gd name="connsiteX5751" fmla="*/ 14173336 w 58051775"/>
                <a:gd name="connsiteY5751" fmla="*/ 23969635 h 57949372"/>
                <a:gd name="connsiteX5752" fmla="*/ 14124816 w 58051775"/>
                <a:gd name="connsiteY5752" fmla="*/ 23779278 h 57949372"/>
                <a:gd name="connsiteX5753" fmla="*/ 14318800 w 58051775"/>
                <a:gd name="connsiteY5753" fmla="*/ 23595430 h 57949372"/>
                <a:gd name="connsiteX5754" fmla="*/ 14382252 w 58051775"/>
                <a:gd name="connsiteY5754" fmla="*/ 23584981 h 57949372"/>
                <a:gd name="connsiteX5755" fmla="*/ 15169556 w 58051775"/>
                <a:gd name="connsiteY5755" fmla="*/ 23469926 h 57949372"/>
                <a:gd name="connsiteX5756" fmla="*/ 15347424 w 58051775"/>
                <a:gd name="connsiteY5756" fmla="*/ 23553358 h 57949372"/>
                <a:gd name="connsiteX5757" fmla="*/ 15162988 w 58051775"/>
                <a:gd name="connsiteY5757" fmla="*/ 23721965 h 57949372"/>
                <a:gd name="connsiteX5758" fmla="*/ 15035560 w 58051775"/>
                <a:gd name="connsiteY5758" fmla="*/ 23687442 h 57949372"/>
                <a:gd name="connsiteX5759" fmla="*/ 15036804 w 58051775"/>
                <a:gd name="connsiteY5759" fmla="*/ 23495325 h 57949372"/>
                <a:gd name="connsiteX5760" fmla="*/ 15169556 w 58051775"/>
                <a:gd name="connsiteY5760" fmla="*/ 23469926 h 57949372"/>
                <a:gd name="connsiteX5761" fmla="*/ 42395446 w 58051775"/>
                <a:gd name="connsiteY5761" fmla="*/ 23464869 h 57949372"/>
                <a:gd name="connsiteX5762" fmla="*/ 42529488 w 58051775"/>
                <a:gd name="connsiteY5762" fmla="*/ 23483449 h 57949372"/>
                <a:gd name="connsiteX5763" fmla="*/ 42582182 w 58051775"/>
                <a:gd name="connsiteY5763" fmla="*/ 23536145 h 57949372"/>
                <a:gd name="connsiteX5764" fmla="*/ 42579172 w 58051775"/>
                <a:gd name="connsiteY5764" fmla="*/ 23779817 h 57949372"/>
                <a:gd name="connsiteX5765" fmla="*/ 42337508 w 58051775"/>
                <a:gd name="connsiteY5765" fmla="*/ 23807350 h 57949372"/>
                <a:gd name="connsiteX5766" fmla="*/ 42264808 w 58051775"/>
                <a:gd name="connsiteY5766" fmla="*/ 23753176 h 57949372"/>
                <a:gd name="connsiteX5767" fmla="*/ 42277288 w 58051775"/>
                <a:gd name="connsiteY5767" fmla="*/ 23502800 h 57949372"/>
                <a:gd name="connsiteX5768" fmla="*/ 42314148 w 58051775"/>
                <a:gd name="connsiteY5768" fmla="*/ 23472319 h 57949372"/>
                <a:gd name="connsiteX5769" fmla="*/ 42351372 w 58051775"/>
                <a:gd name="connsiteY5769" fmla="*/ 23465366 h 57949372"/>
                <a:gd name="connsiteX5770" fmla="*/ 42395446 w 58051775"/>
                <a:gd name="connsiteY5770" fmla="*/ 23464869 h 57949372"/>
                <a:gd name="connsiteX5771" fmla="*/ 13213456 w 58051775"/>
                <a:gd name="connsiteY5771" fmla="*/ 23381442 h 57949372"/>
                <a:gd name="connsiteX5772" fmla="*/ 13261364 w 58051775"/>
                <a:gd name="connsiteY5772" fmla="*/ 23383330 h 57949372"/>
                <a:gd name="connsiteX5773" fmla="*/ 13367400 w 58051775"/>
                <a:gd name="connsiteY5773" fmla="*/ 23411516 h 57949372"/>
                <a:gd name="connsiteX5774" fmla="*/ 13390344 w 58051775"/>
                <a:gd name="connsiteY5774" fmla="*/ 23631216 h 57949372"/>
                <a:gd name="connsiteX5775" fmla="*/ 13212472 w 58051775"/>
                <a:gd name="connsiteY5775" fmla="*/ 23714846 h 57949372"/>
                <a:gd name="connsiteX5776" fmla="*/ 13062476 w 58051775"/>
                <a:gd name="connsiteY5776" fmla="*/ 23615045 h 57949372"/>
                <a:gd name="connsiteX5777" fmla="*/ 13107304 w 58051775"/>
                <a:gd name="connsiteY5777" fmla="*/ 23488512 h 57949372"/>
                <a:gd name="connsiteX5778" fmla="*/ 13144504 w 58051775"/>
                <a:gd name="connsiteY5778" fmla="*/ 23449716 h 57949372"/>
                <a:gd name="connsiteX5779" fmla="*/ 13158380 w 58051775"/>
                <a:gd name="connsiteY5779" fmla="*/ 23404227 h 57949372"/>
                <a:gd name="connsiteX5780" fmla="*/ 13213456 w 58051775"/>
                <a:gd name="connsiteY5780" fmla="*/ 23381442 h 57949372"/>
                <a:gd name="connsiteX5781" fmla="*/ 44049952 w 58051775"/>
                <a:gd name="connsiteY5781" fmla="*/ 23366737 h 57949372"/>
                <a:gd name="connsiteX5782" fmla="*/ 44149628 w 58051775"/>
                <a:gd name="connsiteY5782" fmla="*/ 23377316 h 57949372"/>
                <a:gd name="connsiteX5783" fmla="*/ 44284904 w 58051775"/>
                <a:gd name="connsiteY5783" fmla="*/ 23567058 h 57949372"/>
                <a:gd name="connsiteX5784" fmla="*/ 44141582 w 58051775"/>
                <a:gd name="connsiteY5784" fmla="*/ 23723827 h 57949372"/>
                <a:gd name="connsiteX5785" fmla="*/ 43942808 w 58051775"/>
                <a:gd name="connsiteY5785" fmla="*/ 23547535 h 57949372"/>
                <a:gd name="connsiteX5786" fmla="*/ 43999364 w 58051775"/>
                <a:gd name="connsiteY5786" fmla="*/ 23422966 h 57949372"/>
                <a:gd name="connsiteX5787" fmla="*/ 45077824 w 58051775"/>
                <a:gd name="connsiteY5787" fmla="*/ 23292029 h 57949372"/>
                <a:gd name="connsiteX5788" fmla="*/ 45267999 w 58051775"/>
                <a:gd name="connsiteY5788" fmla="*/ 23524711 h 57949372"/>
                <a:gd name="connsiteX5789" fmla="*/ 45084503 w 58051775"/>
                <a:gd name="connsiteY5789" fmla="*/ 23723828 h 57949372"/>
                <a:gd name="connsiteX5790" fmla="*/ 44939860 w 58051775"/>
                <a:gd name="connsiteY5790" fmla="*/ 23703872 h 57949372"/>
                <a:gd name="connsiteX5791" fmla="*/ 44919902 w 58051775"/>
                <a:gd name="connsiteY5791" fmla="*/ 23672005 h 57949372"/>
                <a:gd name="connsiteX5792" fmla="*/ 44881802 w 58051775"/>
                <a:gd name="connsiteY5792" fmla="*/ 23620228 h 57949372"/>
                <a:gd name="connsiteX5793" fmla="*/ 44888152 w 58051775"/>
                <a:gd name="connsiteY5793" fmla="*/ 23437179 h 57949372"/>
                <a:gd name="connsiteX5794" fmla="*/ 44932602 w 58051775"/>
                <a:gd name="connsiteY5794" fmla="*/ 23358743 h 57949372"/>
                <a:gd name="connsiteX5795" fmla="*/ 44958002 w 58051775"/>
                <a:gd name="connsiteY5795" fmla="*/ 23317428 h 57949372"/>
                <a:gd name="connsiteX5796" fmla="*/ 45077824 w 58051775"/>
                <a:gd name="connsiteY5796" fmla="*/ 23292029 h 57949372"/>
                <a:gd name="connsiteX5797" fmla="*/ 15790268 w 58051775"/>
                <a:gd name="connsiteY5797" fmla="*/ 23222343 h 57949372"/>
                <a:gd name="connsiteX5798" fmla="*/ 15841624 w 58051775"/>
                <a:gd name="connsiteY5798" fmla="*/ 23248014 h 57949372"/>
                <a:gd name="connsiteX5799" fmla="*/ 15904648 w 58051775"/>
                <a:gd name="connsiteY5799" fmla="*/ 23291226 h 57949372"/>
                <a:gd name="connsiteX5800" fmla="*/ 15970184 w 58051775"/>
                <a:gd name="connsiteY5800" fmla="*/ 23429692 h 57949372"/>
                <a:gd name="connsiteX5801" fmla="*/ 15858528 w 58051775"/>
                <a:gd name="connsiteY5801" fmla="*/ 23628956 h 57949372"/>
                <a:gd name="connsiteX5802" fmla="*/ 15672436 w 58051775"/>
                <a:gd name="connsiteY5802" fmla="*/ 23563960 h 57949372"/>
                <a:gd name="connsiteX5803" fmla="*/ 15633704 w 58051775"/>
                <a:gd name="connsiteY5803" fmla="*/ 23420655 h 57949372"/>
                <a:gd name="connsiteX5804" fmla="*/ 15718420 w 58051775"/>
                <a:gd name="connsiteY5804" fmla="*/ 23247350 h 57949372"/>
                <a:gd name="connsiteX5805" fmla="*/ 15790268 w 58051775"/>
                <a:gd name="connsiteY5805" fmla="*/ 23222343 h 57949372"/>
                <a:gd name="connsiteX5806" fmla="*/ 13721340 w 58051775"/>
                <a:gd name="connsiteY5806" fmla="*/ 23197066 h 57949372"/>
                <a:gd name="connsiteX5807" fmla="*/ 13812872 w 58051775"/>
                <a:gd name="connsiteY5807" fmla="*/ 23217921 h 57949372"/>
                <a:gd name="connsiteX5808" fmla="*/ 13830224 w 58051775"/>
                <a:gd name="connsiteY5808" fmla="*/ 23326953 h 57949372"/>
                <a:gd name="connsiteX5809" fmla="*/ 13712740 w 58051775"/>
                <a:gd name="connsiteY5809" fmla="*/ 23457231 h 57949372"/>
                <a:gd name="connsiteX5810" fmla="*/ 13582828 w 58051775"/>
                <a:gd name="connsiteY5810" fmla="*/ 23352009 h 57949372"/>
                <a:gd name="connsiteX5811" fmla="*/ 13625032 w 58051775"/>
                <a:gd name="connsiteY5811" fmla="*/ 23211889 h 57949372"/>
                <a:gd name="connsiteX5812" fmla="*/ 13721340 w 58051775"/>
                <a:gd name="connsiteY5812" fmla="*/ 23197066 h 57949372"/>
                <a:gd name="connsiteX5813" fmla="*/ 41679538 w 58051775"/>
                <a:gd name="connsiteY5813" fmla="*/ 23194631 h 57949372"/>
                <a:gd name="connsiteX5814" fmla="*/ 41714434 w 58051775"/>
                <a:gd name="connsiteY5814" fmla="*/ 23196827 h 57949372"/>
                <a:gd name="connsiteX5815" fmla="*/ 41884604 w 58051775"/>
                <a:gd name="connsiteY5815" fmla="*/ 23407505 h 57949372"/>
                <a:gd name="connsiteX5816" fmla="*/ 41738904 w 58051775"/>
                <a:gd name="connsiteY5816" fmla="*/ 23539491 h 57949372"/>
                <a:gd name="connsiteX5817" fmla="*/ 41550776 w 58051775"/>
                <a:gd name="connsiteY5817" fmla="*/ 23378025 h 57949372"/>
                <a:gd name="connsiteX5818" fmla="*/ 41615536 w 58051775"/>
                <a:gd name="connsiteY5818" fmla="*/ 23221546 h 57949372"/>
                <a:gd name="connsiteX5819" fmla="*/ 41679538 w 58051775"/>
                <a:gd name="connsiteY5819" fmla="*/ 23194631 h 57949372"/>
                <a:gd name="connsiteX5820" fmla="*/ 14609900 w 58051775"/>
                <a:gd name="connsiteY5820" fmla="*/ 23114329 h 57949372"/>
                <a:gd name="connsiteX5821" fmla="*/ 14801500 w 58051775"/>
                <a:gd name="connsiteY5821" fmla="*/ 23182148 h 57949372"/>
                <a:gd name="connsiteX5822" fmla="*/ 14800904 w 58051775"/>
                <a:gd name="connsiteY5822" fmla="*/ 23366168 h 57949372"/>
                <a:gd name="connsiteX5823" fmla="*/ 14576488 w 58051775"/>
                <a:gd name="connsiteY5823" fmla="*/ 23457229 h 57949372"/>
                <a:gd name="connsiteX5824" fmla="*/ 14382948 w 58051775"/>
                <a:gd name="connsiteY5824" fmla="*/ 23313633 h 57949372"/>
                <a:gd name="connsiteX5825" fmla="*/ 14386120 w 58051775"/>
                <a:gd name="connsiteY5825" fmla="*/ 23196857 h 57949372"/>
                <a:gd name="connsiteX5826" fmla="*/ 14449872 w 58051775"/>
                <a:gd name="connsiteY5826" fmla="*/ 23149232 h 57949372"/>
                <a:gd name="connsiteX5827" fmla="*/ 14609900 w 58051775"/>
                <a:gd name="connsiteY5827" fmla="*/ 23114329 h 57949372"/>
                <a:gd name="connsiteX5828" fmla="*/ 12238672 w 58051775"/>
                <a:gd name="connsiteY5828" fmla="*/ 23110563 h 57949372"/>
                <a:gd name="connsiteX5829" fmla="*/ 12295032 w 58051775"/>
                <a:gd name="connsiteY5829" fmla="*/ 23141296 h 57949372"/>
                <a:gd name="connsiteX5830" fmla="*/ 12292740 w 58051775"/>
                <a:gd name="connsiteY5830" fmla="*/ 23444992 h 57949372"/>
                <a:gd name="connsiteX5831" fmla="*/ 12112032 w 58051775"/>
                <a:gd name="connsiteY5831" fmla="*/ 23445510 h 57949372"/>
                <a:gd name="connsiteX5832" fmla="*/ 12072516 w 58051775"/>
                <a:gd name="connsiteY5832" fmla="*/ 23356979 h 57949372"/>
                <a:gd name="connsiteX5833" fmla="*/ 12109424 w 58051775"/>
                <a:gd name="connsiteY5833" fmla="*/ 23165155 h 57949372"/>
                <a:gd name="connsiteX5834" fmla="*/ 12169656 w 58051775"/>
                <a:gd name="connsiteY5834" fmla="*/ 23126435 h 57949372"/>
                <a:gd name="connsiteX5835" fmla="*/ 12238672 w 58051775"/>
                <a:gd name="connsiteY5835" fmla="*/ 23110563 h 57949372"/>
                <a:gd name="connsiteX5836" fmla="*/ 45653638 w 58051775"/>
                <a:gd name="connsiteY5836" fmla="*/ 23018613 h 57949372"/>
                <a:gd name="connsiteX5837" fmla="*/ 45737257 w 58051775"/>
                <a:gd name="connsiteY5837" fmla="*/ 23022627 h 57949372"/>
                <a:gd name="connsiteX5838" fmla="*/ 45891895 w 58051775"/>
                <a:gd name="connsiteY5838" fmla="*/ 23157831 h 57949372"/>
                <a:gd name="connsiteX5839" fmla="*/ 45852437 w 58051775"/>
                <a:gd name="connsiteY5839" fmla="*/ 23350949 h 57949372"/>
                <a:gd name="connsiteX5840" fmla="*/ 45703166 w 58051775"/>
                <a:gd name="connsiteY5840" fmla="*/ 23359981 h 57949372"/>
                <a:gd name="connsiteX5841" fmla="*/ 45569531 w 58051775"/>
                <a:gd name="connsiteY5841" fmla="*/ 23338102 h 57949372"/>
                <a:gd name="connsiteX5842" fmla="*/ 45554902 w 58051775"/>
                <a:gd name="connsiteY5842" fmla="*/ 23217103 h 57949372"/>
                <a:gd name="connsiteX5843" fmla="*/ 45616585 w 58051775"/>
                <a:gd name="connsiteY5843" fmla="*/ 23030924 h 57949372"/>
                <a:gd name="connsiteX5844" fmla="*/ 45653638 w 58051775"/>
                <a:gd name="connsiteY5844" fmla="*/ 23018613 h 57949372"/>
                <a:gd name="connsiteX5845" fmla="*/ 12773764 w 58051775"/>
                <a:gd name="connsiteY5845" fmla="*/ 22864889 h 57949372"/>
                <a:gd name="connsiteX5846" fmla="*/ 12818000 w 58051775"/>
                <a:gd name="connsiteY5846" fmla="*/ 22896673 h 57949372"/>
                <a:gd name="connsiteX5847" fmla="*/ 12887120 w 58051775"/>
                <a:gd name="connsiteY5847" fmla="*/ 22936059 h 57949372"/>
                <a:gd name="connsiteX5848" fmla="*/ 12932368 w 58051775"/>
                <a:gd name="connsiteY5848" fmla="*/ 22987333 h 57949372"/>
                <a:gd name="connsiteX5849" fmla="*/ 12921820 w 58051775"/>
                <a:gd name="connsiteY5849" fmla="*/ 23199199 h 57949372"/>
                <a:gd name="connsiteX5850" fmla="*/ 12745464 w 58051775"/>
                <a:gd name="connsiteY5850" fmla="*/ 23265494 h 57949372"/>
                <a:gd name="connsiteX5851" fmla="*/ 12642512 w 58051775"/>
                <a:gd name="connsiteY5851" fmla="*/ 23238330 h 57949372"/>
                <a:gd name="connsiteX5852" fmla="*/ 12635080 w 58051775"/>
                <a:gd name="connsiteY5852" fmla="*/ 22924182 h 57949372"/>
                <a:gd name="connsiteX5853" fmla="*/ 12711568 w 58051775"/>
                <a:gd name="connsiteY5853" fmla="*/ 22881095 h 57949372"/>
                <a:gd name="connsiteX5854" fmla="*/ 12773764 w 58051775"/>
                <a:gd name="connsiteY5854" fmla="*/ 22864889 h 57949372"/>
                <a:gd name="connsiteX5855" fmla="*/ 15063116 w 58051775"/>
                <a:gd name="connsiteY5855" fmla="*/ 22747577 h 57949372"/>
                <a:gd name="connsiteX5856" fmla="*/ 15144472 w 58051775"/>
                <a:gd name="connsiteY5856" fmla="*/ 22764640 h 57949372"/>
                <a:gd name="connsiteX5857" fmla="*/ 15167212 w 58051775"/>
                <a:gd name="connsiteY5857" fmla="*/ 22869221 h 57949372"/>
                <a:gd name="connsiteX5858" fmla="*/ 15036800 w 58051775"/>
                <a:gd name="connsiteY5858" fmla="*/ 22993681 h 57949372"/>
                <a:gd name="connsiteX5859" fmla="*/ 14920680 w 58051775"/>
                <a:gd name="connsiteY5859" fmla="*/ 22888433 h 57949372"/>
                <a:gd name="connsiteX5860" fmla="*/ 14985560 w 58051775"/>
                <a:gd name="connsiteY5860" fmla="*/ 22764467 h 57949372"/>
                <a:gd name="connsiteX5861" fmla="*/ 15063116 w 58051775"/>
                <a:gd name="connsiteY5861" fmla="*/ 22747577 h 57949372"/>
                <a:gd name="connsiteX5862" fmla="*/ 41504102 w 58051775"/>
                <a:gd name="connsiteY5862" fmla="*/ 22669735 h 57949372"/>
                <a:gd name="connsiteX5863" fmla="*/ 41617904 w 58051775"/>
                <a:gd name="connsiteY5863" fmla="*/ 22796734 h 57949372"/>
                <a:gd name="connsiteX5864" fmla="*/ 41597944 w 58051775"/>
                <a:gd name="connsiteY5864" fmla="*/ 22903778 h 57949372"/>
                <a:gd name="connsiteX5865" fmla="*/ 41390536 w 58051775"/>
                <a:gd name="connsiteY5865" fmla="*/ 22902849 h 57949372"/>
                <a:gd name="connsiteX5866" fmla="*/ 41367416 w 58051775"/>
                <a:gd name="connsiteY5866" fmla="*/ 22798566 h 57949372"/>
                <a:gd name="connsiteX5867" fmla="*/ 41402164 w 58051775"/>
                <a:gd name="connsiteY5867" fmla="*/ 22692450 h 57949372"/>
                <a:gd name="connsiteX5868" fmla="*/ 41504102 w 58051775"/>
                <a:gd name="connsiteY5868" fmla="*/ 22669735 h 57949372"/>
                <a:gd name="connsiteX5869" fmla="*/ 43524724 w 58051775"/>
                <a:gd name="connsiteY5869" fmla="*/ 22669732 h 57949372"/>
                <a:gd name="connsiteX5870" fmla="*/ 43614562 w 58051775"/>
                <a:gd name="connsiteY5870" fmla="*/ 22669732 h 57949372"/>
                <a:gd name="connsiteX5871" fmla="*/ 43753964 w 58051775"/>
                <a:gd name="connsiteY5871" fmla="*/ 22809132 h 57949372"/>
                <a:gd name="connsiteX5872" fmla="*/ 43743208 w 58051775"/>
                <a:gd name="connsiteY5872" fmla="*/ 22924322 h 57949372"/>
                <a:gd name="connsiteX5873" fmla="*/ 43710116 w 58051775"/>
                <a:gd name="connsiteY5873" fmla="*/ 23067486 h 57949372"/>
                <a:gd name="connsiteX5874" fmla="*/ 43659316 w 58051775"/>
                <a:gd name="connsiteY5874" fmla="*/ 23133422 h 57949372"/>
                <a:gd name="connsiteX5875" fmla="*/ 43532776 w 58051775"/>
                <a:gd name="connsiteY5875" fmla="*/ 23181414 h 57949372"/>
                <a:gd name="connsiteX5876" fmla="*/ 43396632 w 58051775"/>
                <a:gd name="connsiteY5876" fmla="*/ 23171759 h 57949372"/>
                <a:gd name="connsiteX5877" fmla="*/ 43323532 w 58051775"/>
                <a:gd name="connsiteY5877" fmla="*/ 22970030 h 57949372"/>
                <a:gd name="connsiteX5878" fmla="*/ 43390772 w 58051775"/>
                <a:gd name="connsiteY5878" fmla="*/ 22708466 h 57949372"/>
                <a:gd name="connsiteX5879" fmla="*/ 43524724 w 58051775"/>
                <a:gd name="connsiteY5879" fmla="*/ 22669732 h 57949372"/>
                <a:gd name="connsiteX5880" fmla="*/ 14048372 w 58051775"/>
                <a:gd name="connsiteY5880" fmla="*/ 22665003 h 57949372"/>
                <a:gd name="connsiteX5881" fmla="*/ 14154416 w 58051775"/>
                <a:gd name="connsiteY5881" fmla="*/ 22698739 h 57949372"/>
                <a:gd name="connsiteX5882" fmla="*/ 14160608 w 58051775"/>
                <a:gd name="connsiteY5882" fmla="*/ 23068874 h 57949372"/>
                <a:gd name="connsiteX5883" fmla="*/ 13976252 w 58051775"/>
                <a:gd name="connsiteY5883" fmla="*/ 23082584 h 57949372"/>
                <a:gd name="connsiteX5884" fmla="*/ 13789380 w 58051775"/>
                <a:gd name="connsiteY5884" fmla="*/ 23053683 h 57949372"/>
                <a:gd name="connsiteX5885" fmla="*/ 13762488 w 58051775"/>
                <a:gd name="connsiteY5885" fmla="*/ 22906024 h 57949372"/>
                <a:gd name="connsiteX5886" fmla="*/ 13779608 w 58051775"/>
                <a:gd name="connsiteY5886" fmla="*/ 22763477 h 57949372"/>
                <a:gd name="connsiteX5887" fmla="*/ 13847348 w 58051775"/>
                <a:gd name="connsiteY5887" fmla="*/ 22703639 h 57949372"/>
                <a:gd name="connsiteX5888" fmla="*/ 14012340 w 58051775"/>
                <a:gd name="connsiteY5888" fmla="*/ 22665539 h 57949372"/>
                <a:gd name="connsiteX5889" fmla="*/ 14048372 w 58051775"/>
                <a:gd name="connsiteY5889" fmla="*/ 22665003 h 57949372"/>
                <a:gd name="connsiteX5890" fmla="*/ 42097650 w 58051775"/>
                <a:gd name="connsiteY5890" fmla="*/ 22664977 h 57949372"/>
                <a:gd name="connsiteX5891" fmla="*/ 42203730 w 58051775"/>
                <a:gd name="connsiteY5891" fmla="*/ 22691299 h 57949372"/>
                <a:gd name="connsiteX5892" fmla="*/ 42230752 w 58051775"/>
                <a:gd name="connsiteY5892" fmla="*/ 22811949 h 57949372"/>
                <a:gd name="connsiteX5893" fmla="*/ 42222898 w 58051775"/>
                <a:gd name="connsiteY5893" fmla="*/ 22945319 h 57949372"/>
                <a:gd name="connsiteX5894" fmla="*/ 42155036 w 58051775"/>
                <a:gd name="connsiteY5894" fmla="*/ 22994409 h 57949372"/>
                <a:gd name="connsiteX5895" fmla="*/ 42012828 w 58051775"/>
                <a:gd name="connsiteY5895" fmla="*/ 23001972 h 57949372"/>
                <a:gd name="connsiteX5896" fmla="*/ 41870208 w 58051775"/>
                <a:gd name="connsiteY5896" fmla="*/ 22940183 h 57949372"/>
                <a:gd name="connsiteX5897" fmla="*/ 41815006 w 58051775"/>
                <a:gd name="connsiteY5897" fmla="*/ 22838335 h 57949372"/>
                <a:gd name="connsiteX5898" fmla="*/ 41858304 w 58051775"/>
                <a:gd name="connsiteY5898" fmla="*/ 22778149 h 57949372"/>
                <a:gd name="connsiteX5899" fmla="*/ 41903584 w 58051775"/>
                <a:gd name="connsiteY5899" fmla="*/ 22733447 h 57949372"/>
                <a:gd name="connsiteX5900" fmla="*/ 41931948 w 58051775"/>
                <a:gd name="connsiteY5900" fmla="*/ 22687703 h 57949372"/>
                <a:gd name="connsiteX5901" fmla="*/ 42064032 w 58051775"/>
                <a:gd name="connsiteY5901" fmla="*/ 22665403 h 57949372"/>
                <a:gd name="connsiteX5902" fmla="*/ 42097650 w 58051775"/>
                <a:gd name="connsiteY5902" fmla="*/ 22664977 h 57949372"/>
                <a:gd name="connsiteX5903" fmla="*/ 44430521 w 58051775"/>
                <a:gd name="connsiteY5903" fmla="*/ 22664199 h 57949372"/>
                <a:gd name="connsiteX5904" fmla="*/ 44523378 w 58051775"/>
                <a:gd name="connsiteY5904" fmla="*/ 22689504 h 57949372"/>
                <a:gd name="connsiteX5905" fmla="*/ 44551603 w 58051775"/>
                <a:gd name="connsiteY5905" fmla="*/ 22803355 h 57949372"/>
                <a:gd name="connsiteX5906" fmla="*/ 44425437 w 58051775"/>
                <a:gd name="connsiteY5906" fmla="*/ 22923733 h 57949372"/>
                <a:gd name="connsiteX5907" fmla="*/ 44302372 w 58051775"/>
                <a:gd name="connsiteY5907" fmla="*/ 22802599 h 57949372"/>
                <a:gd name="connsiteX5908" fmla="*/ 44346995 w 58051775"/>
                <a:gd name="connsiteY5908" fmla="*/ 22675826 h 57949372"/>
                <a:gd name="connsiteX5909" fmla="*/ 44430521 w 58051775"/>
                <a:gd name="connsiteY5909" fmla="*/ 22664199 h 57949372"/>
                <a:gd name="connsiteX5910" fmla="*/ 42720404 w 58051775"/>
                <a:gd name="connsiteY5910" fmla="*/ 22663365 h 57949372"/>
                <a:gd name="connsiteX5911" fmla="*/ 42790716 w 58051775"/>
                <a:gd name="connsiteY5911" fmla="*/ 22663769 h 57949372"/>
                <a:gd name="connsiteX5912" fmla="*/ 42943116 w 58051775"/>
                <a:gd name="connsiteY5912" fmla="*/ 22740866 h 57949372"/>
                <a:gd name="connsiteX5913" fmla="*/ 43033056 w 58051775"/>
                <a:gd name="connsiteY5913" fmla="*/ 22926082 h 57949372"/>
                <a:gd name="connsiteX5914" fmla="*/ 42751628 w 58051775"/>
                <a:gd name="connsiteY5914" fmla="*/ 23099381 h 57949372"/>
                <a:gd name="connsiteX5915" fmla="*/ 42548162 w 58051775"/>
                <a:gd name="connsiteY5915" fmla="*/ 23059541 h 57949372"/>
                <a:gd name="connsiteX5916" fmla="*/ 42513248 w 58051775"/>
                <a:gd name="connsiteY5916" fmla="*/ 22915228 h 57949372"/>
                <a:gd name="connsiteX5917" fmla="*/ 42551076 w 58051775"/>
                <a:gd name="connsiteY5917" fmla="*/ 22779054 h 57949372"/>
                <a:gd name="connsiteX5918" fmla="*/ 42620926 w 58051775"/>
                <a:gd name="connsiteY5918" fmla="*/ 22719633 h 57949372"/>
                <a:gd name="connsiteX5919" fmla="*/ 42678348 w 58051775"/>
                <a:gd name="connsiteY5919" fmla="*/ 22672393 h 57949372"/>
                <a:gd name="connsiteX5920" fmla="*/ 42720404 w 58051775"/>
                <a:gd name="connsiteY5920" fmla="*/ 22663365 h 57949372"/>
                <a:gd name="connsiteX5921" fmla="*/ 16174272 w 58051775"/>
                <a:gd name="connsiteY5921" fmla="*/ 22516844 h 57949372"/>
                <a:gd name="connsiteX5922" fmla="*/ 16297732 w 58051775"/>
                <a:gd name="connsiteY5922" fmla="*/ 22571196 h 57949372"/>
                <a:gd name="connsiteX5923" fmla="*/ 16406612 w 58051775"/>
                <a:gd name="connsiteY5923" fmla="*/ 22756144 h 57949372"/>
                <a:gd name="connsiteX5924" fmla="*/ 16412420 w 58051775"/>
                <a:gd name="connsiteY5924" fmla="*/ 22836100 h 57949372"/>
                <a:gd name="connsiteX5925" fmla="*/ 16361876 w 58051775"/>
                <a:gd name="connsiteY5925" fmla="*/ 22876794 h 57949372"/>
                <a:gd name="connsiteX5926" fmla="*/ 16296076 w 58051775"/>
                <a:gd name="connsiteY5926" fmla="*/ 22958760 h 57949372"/>
                <a:gd name="connsiteX5927" fmla="*/ 16280816 w 58051775"/>
                <a:gd name="connsiteY5927" fmla="*/ 23000035 h 57949372"/>
                <a:gd name="connsiteX5928" fmla="*/ 16161368 w 58051775"/>
                <a:gd name="connsiteY5928" fmla="*/ 23000035 h 57949372"/>
                <a:gd name="connsiteX5929" fmla="*/ 16021960 w 58051775"/>
                <a:gd name="connsiteY5929" fmla="*/ 22980079 h 57949372"/>
                <a:gd name="connsiteX5930" fmla="*/ 16002004 w 58051775"/>
                <a:gd name="connsiteY5930" fmla="*/ 22946813 h 57949372"/>
                <a:gd name="connsiteX5931" fmla="*/ 15957552 w 58051775"/>
                <a:gd name="connsiteY5931" fmla="*/ 22860335 h 57949372"/>
                <a:gd name="connsiteX5932" fmla="*/ 15933080 w 58051775"/>
                <a:gd name="connsiteY5932" fmla="*/ 22694466 h 57949372"/>
                <a:gd name="connsiteX5933" fmla="*/ 15976944 w 58051775"/>
                <a:gd name="connsiteY5933" fmla="*/ 22631065 h 57949372"/>
                <a:gd name="connsiteX5934" fmla="*/ 16080260 w 58051775"/>
                <a:gd name="connsiteY5934" fmla="*/ 22545808 h 57949372"/>
                <a:gd name="connsiteX5935" fmla="*/ 16174272 w 58051775"/>
                <a:gd name="connsiteY5935" fmla="*/ 22516844 h 57949372"/>
                <a:gd name="connsiteX5936" fmla="*/ 13189616 w 58051775"/>
                <a:gd name="connsiteY5936" fmla="*/ 22486086 h 57949372"/>
                <a:gd name="connsiteX5937" fmla="*/ 13283208 w 58051775"/>
                <a:gd name="connsiteY5937" fmla="*/ 22509882 h 57949372"/>
                <a:gd name="connsiteX5938" fmla="*/ 13287936 w 58051775"/>
                <a:gd name="connsiteY5938" fmla="*/ 22620133 h 57949372"/>
                <a:gd name="connsiteX5939" fmla="*/ 13239752 w 58051775"/>
                <a:gd name="connsiteY5939" fmla="*/ 22722823 h 57949372"/>
                <a:gd name="connsiteX5940" fmla="*/ 13080896 w 58051775"/>
                <a:gd name="connsiteY5940" fmla="*/ 22720570 h 57949372"/>
                <a:gd name="connsiteX5941" fmla="*/ 13060784 w 58051775"/>
                <a:gd name="connsiteY5941" fmla="*/ 22549327 h 57949372"/>
                <a:gd name="connsiteX5942" fmla="*/ 13090908 w 58051775"/>
                <a:gd name="connsiteY5942" fmla="*/ 22498643 h 57949372"/>
                <a:gd name="connsiteX5943" fmla="*/ 13189616 w 58051775"/>
                <a:gd name="connsiteY5943" fmla="*/ 22486086 h 57949372"/>
                <a:gd name="connsiteX5944" fmla="*/ 45131765 w 58051775"/>
                <a:gd name="connsiteY5944" fmla="*/ 22485069 h 57949372"/>
                <a:gd name="connsiteX5945" fmla="*/ 45215853 w 58051775"/>
                <a:gd name="connsiteY5945" fmla="*/ 22490137 h 57949372"/>
                <a:gd name="connsiteX5946" fmla="*/ 45329328 w 58051775"/>
                <a:gd name="connsiteY5946" fmla="*/ 22515284 h 57949372"/>
                <a:gd name="connsiteX5947" fmla="*/ 45349011 w 58051775"/>
                <a:gd name="connsiteY5947" fmla="*/ 22603026 h 57949372"/>
                <a:gd name="connsiteX5948" fmla="*/ 45209658 w 58051775"/>
                <a:gd name="connsiteY5948" fmla="*/ 22742908 h 57949372"/>
                <a:gd name="connsiteX5949" fmla="*/ 45067691 w 58051775"/>
                <a:gd name="connsiteY5949" fmla="*/ 22733811 h 57949372"/>
                <a:gd name="connsiteX5950" fmla="*/ 45021502 w 58051775"/>
                <a:gd name="connsiteY5950" fmla="*/ 22660014 h 57949372"/>
                <a:gd name="connsiteX5951" fmla="*/ 45097538 w 58051775"/>
                <a:gd name="connsiteY5951" fmla="*/ 22498947 h 57949372"/>
                <a:gd name="connsiteX5952" fmla="*/ 45131765 w 58051775"/>
                <a:gd name="connsiteY5952" fmla="*/ 22485069 h 57949372"/>
                <a:gd name="connsiteX5953" fmla="*/ 15643136 w 58051775"/>
                <a:gd name="connsiteY5953" fmla="*/ 22483770 h 57949372"/>
                <a:gd name="connsiteX5954" fmla="*/ 15671800 w 58051775"/>
                <a:gd name="connsiteY5954" fmla="*/ 22491747 h 57949372"/>
                <a:gd name="connsiteX5955" fmla="*/ 15701500 w 58051775"/>
                <a:gd name="connsiteY5955" fmla="*/ 22642829 h 57949372"/>
                <a:gd name="connsiteX5956" fmla="*/ 15684232 w 58051775"/>
                <a:gd name="connsiteY5956" fmla="*/ 22809802 h 57949372"/>
                <a:gd name="connsiteX5957" fmla="*/ 15573624 w 58051775"/>
                <a:gd name="connsiteY5957" fmla="*/ 22832452 h 57949372"/>
                <a:gd name="connsiteX5958" fmla="*/ 15473416 w 58051775"/>
                <a:gd name="connsiteY5958" fmla="*/ 22803234 h 57949372"/>
                <a:gd name="connsiteX5959" fmla="*/ 15459364 w 58051775"/>
                <a:gd name="connsiteY5959" fmla="*/ 22578820 h 57949372"/>
                <a:gd name="connsiteX5960" fmla="*/ 15524416 w 58051775"/>
                <a:gd name="connsiteY5960" fmla="*/ 22531195 h 57949372"/>
                <a:gd name="connsiteX5961" fmla="*/ 15643136 w 58051775"/>
                <a:gd name="connsiteY5961" fmla="*/ 22483770 h 57949372"/>
                <a:gd name="connsiteX5962" fmla="*/ 45589427 w 58051775"/>
                <a:gd name="connsiteY5962" fmla="*/ 22402638 h 57949372"/>
                <a:gd name="connsiteX5963" fmla="*/ 45692067 w 58051775"/>
                <a:gd name="connsiteY5963" fmla="*/ 22418277 h 57949372"/>
                <a:gd name="connsiteX5964" fmla="*/ 45707306 w 58051775"/>
                <a:gd name="connsiteY5964" fmla="*/ 22488442 h 57949372"/>
                <a:gd name="connsiteX5965" fmla="*/ 45666031 w 58051775"/>
                <a:gd name="connsiteY5965" fmla="*/ 22550590 h 57949372"/>
                <a:gd name="connsiteX5966" fmla="*/ 45484179 w 58051775"/>
                <a:gd name="connsiteY5966" fmla="*/ 22542009 h 57949372"/>
                <a:gd name="connsiteX5967" fmla="*/ 45485964 w 58051775"/>
                <a:gd name="connsiteY5967" fmla="*/ 22422995 h 57949372"/>
                <a:gd name="connsiteX5968" fmla="*/ 45589427 w 58051775"/>
                <a:gd name="connsiteY5968" fmla="*/ 22402638 h 57949372"/>
                <a:gd name="connsiteX5969" fmla="*/ 41802020 w 58051775"/>
                <a:gd name="connsiteY5969" fmla="*/ 22239209 h 57949372"/>
                <a:gd name="connsiteX5970" fmla="*/ 41864278 w 58051775"/>
                <a:gd name="connsiteY5970" fmla="*/ 22266514 h 57949372"/>
                <a:gd name="connsiteX5971" fmla="*/ 41930332 w 58051775"/>
                <a:gd name="connsiteY5971" fmla="*/ 22321376 h 57949372"/>
                <a:gd name="connsiteX5972" fmla="*/ 41965034 w 58051775"/>
                <a:gd name="connsiteY5972" fmla="*/ 22388655 h 57949372"/>
                <a:gd name="connsiteX5973" fmla="*/ 41803644 w 58051775"/>
                <a:gd name="connsiteY5973" fmla="*/ 22476923 h 57949372"/>
                <a:gd name="connsiteX5974" fmla="*/ 41657452 w 58051775"/>
                <a:gd name="connsiteY5974" fmla="*/ 22455290 h 57949372"/>
                <a:gd name="connsiteX5975" fmla="*/ 41694628 w 58051775"/>
                <a:gd name="connsiteY5975" fmla="*/ 22314139 h 57949372"/>
                <a:gd name="connsiteX5976" fmla="*/ 41746912 w 58051775"/>
                <a:gd name="connsiteY5976" fmla="*/ 22276039 h 57949372"/>
                <a:gd name="connsiteX5977" fmla="*/ 41802020 w 58051775"/>
                <a:gd name="connsiteY5977" fmla="*/ 22239209 h 57949372"/>
                <a:gd name="connsiteX5978" fmla="*/ 52294519 w 58051775"/>
                <a:gd name="connsiteY5978" fmla="*/ 22232184 h 57949372"/>
                <a:gd name="connsiteX5979" fmla="*/ 52374966 w 58051775"/>
                <a:gd name="connsiteY5979" fmla="*/ 22317505 h 57949372"/>
                <a:gd name="connsiteX5980" fmla="*/ 52435112 w 58051775"/>
                <a:gd name="connsiteY5980" fmla="*/ 22522191 h 57949372"/>
                <a:gd name="connsiteX5981" fmla="*/ 52475903 w 58051775"/>
                <a:gd name="connsiteY5981" fmla="*/ 22714298 h 57949372"/>
                <a:gd name="connsiteX5982" fmla="*/ 52514970 w 58051775"/>
                <a:gd name="connsiteY5982" fmla="*/ 22899728 h 57949372"/>
                <a:gd name="connsiteX5983" fmla="*/ 52556921 w 58051775"/>
                <a:gd name="connsiteY5983" fmla="*/ 23127843 h 57949372"/>
                <a:gd name="connsiteX5984" fmla="*/ 52546491 w 58051775"/>
                <a:gd name="connsiteY5984" fmla="*/ 23334218 h 57949372"/>
                <a:gd name="connsiteX5985" fmla="*/ 52412899 w 58051775"/>
                <a:gd name="connsiteY5985" fmla="*/ 23298130 h 57949372"/>
                <a:gd name="connsiteX5986" fmla="*/ 52376473 w 58051775"/>
                <a:gd name="connsiteY5986" fmla="*/ 23254916 h 57949372"/>
                <a:gd name="connsiteX5987" fmla="*/ 52324135 w 58051775"/>
                <a:gd name="connsiteY5987" fmla="*/ 23190552 h 57949372"/>
                <a:gd name="connsiteX5988" fmla="*/ 52298636 w 58051775"/>
                <a:gd name="connsiteY5988" fmla="*/ 23152122 h 57949372"/>
                <a:gd name="connsiteX5989" fmla="*/ 52134683 w 58051775"/>
                <a:gd name="connsiteY5989" fmla="*/ 23233241 h 57949372"/>
                <a:gd name="connsiteX5990" fmla="*/ 52058992 w 58051775"/>
                <a:gd name="connsiteY5990" fmla="*/ 23260415 h 57949372"/>
                <a:gd name="connsiteX5991" fmla="*/ 51955699 w 58051775"/>
                <a:gd name="connsiteY5991" fmla="*/ 23321612 h 57949372"/>
                <a:gd name="connsiteX5992" fmla="*/ 51904899 w 58051775"/>
                <a:gd name="connsiteY5992" fmla="*/ 23372865 h 57949372"/>
                <a:gd name="connsiteX5993" fmla="*/ 51854099 w 58051775"/>
                <a:gd name="connsiteY5993" fmla="*/ 23417760 h 57949372"/>
                <a:gd name="connsiteX5994" fmla="*/ 51815289 w 58051775"/>
                <a:gd name="connsiteY5994" fmla="*/ 23442566 h 57949372"/>
                <a:gd name="connsiteX5995" fmla="*/ 51585027 w 58051775"/>
                <a:gd name="connsiteY5995" fmla="*/ 23622487 h 57949372"/>
                <a:gd name="connsiteX5996" fmla="*/ 51461016 w 58051775"/>
                <a:gd name="connsiteY5996" fmla="*/ 23723622 h 57949372"/>
                <a:gd name="connsiteX5997" fmla="*/ 51410027 w 58051775"/>
                <a:gd name="connsiteY5997" fmla="*/ 23764072 h 57949372"/>
                <a:gd name="connsiteX5998" fmla="*/ 51264380 w 58051775"/>
                <a:gd name="connsiteY5998" fmla="*/ 23888722 h 57949372"/>
                <a:gd name="connsiteX5999" fmla="*/ 51201596 w 58051775"/>
                <a:gd name="connsiteY5999" fmla="*/ 23939522 h 57949372"/>
                <a:gd name="connsiteX6000" fmla="*/ 51134850 w 58051775"/>
                <a:gd name="connsiteY6000" fmla="*/ 23990322 h 57949372"/>
                <a:gd name="connsiteX6001" fmla="*/ 51070472 w 58051775"/>
                <a:gd name="connsiteY6001" fmla="*/ 24034772 h 57949372"/>
                <a:gd name="connsiteX6002" fmla="*/ 51013952 w 58051775"/>
                <a:gd name="connsiteY6002" fmla="*/ 24079222 h 57949372"/>
                <a:gd name="connsiteX6003" fmla="*/ 51003199 w 58051775"/>
                <a:gd name="connsiteY6003" fmla="*/ 24089190 h 57949372"/>
                <a:gd name="connsiteX6004" fmla="*/ 51063524 w 58051775"/>
                <a:gd name="connsiteY6004" fmla="*/ 24106756 h 57949372"/>
                <a:gd name="connsiteX6005" fmla="*/ 51180999 w 58051775"/>
                <a:gd name="connsiteY6005" fmla="*/ 24136950 h 57949372"/>
                <a:gd name="connsiteX6006" fmla="*/ 51555649 w 58051775"/>
                <a:gd name="connsiteY6006" fmla="*/ 24168052 h 57949372"/>
                <a:gd name="connsiteX6007" fmla="*/ 51911249 w 58051775"/>
                <a:gd name="connsiteY6007" fmla="*/ 24196192 h 57949372"/>
                <a:gd name="connsiteX6008" fmla="*/ 51997476 w 58051775"/>
                <a:gd name="connsiteY6008" fmla="*/ 24215860 h 57949372"/>
                <a:gd name="connsiteX6009" fmla="*/ 52065460 w 58051775"/>
                <a:gd name="connsiteY6009" fmla="*/ 24233282 h 57949372"/>
                <a:gd name="connsiteX6010" fmla="*/ 52328482 w 58051775"/>
                <a:gd name="connsiteY6010" fmla="*/ 24250672 h 57949372"/>
                <a:gd name="connsiteX6011" fmla="*/ 52571649 w 58051775"/>
                <a:gd name="connsiteY6011" fmla="*/ 24250672 h 57949372"/>
                <a:gd name="connsiteX6012" fmla="*/ 52571649 w 58051775"/>
                <a:gd name="connsiteY6012" fmla="*/ 24116776 h 57949372"/>
                <a:gd name="connsiteX6013" fmla="*/ 52600515 w 58051775"/>
                <a:gd name="connsiteY6013" fmla="*/ 23954851 h 57949372"/>
                <a:gd name="connsiteX6014" fmla="*/ 52697533 w 58051775"/>
                <a:gd name="connsiteY6014" fmla="*/ 23926822 h 57949372"/>
                <a:gd name="connsiteX6015" fmla="*/ 52831633 w 58051775"/>
                <a:gd name="connsiteY6015" fmla="*/ 24080972 h 57949372"/>
                <a:gd name="connsiteX6016" fmla="*/ 52880139 w 58051775"/>
                <a:gd name="connsiteY6016" fmla="*/ 24247055 h 57949372"/>
                <a:gd name="connsiteX6017" fmla="*/ 52914853 w 58051775"/>
                <a:gd name="connsiteY6017" fmla="*/ 24418504 h 57949372"/>
                <a:gd name="connsiteX6018" fmla="*/ 52976729 w 58051775"/>
                <a:gd name="connsiteY6018" fmla="*/ 24649624 h 57949372"/>
                <a:gd name="connsiteX6019" fmla="*/ 52979941 w 58051775"/>
                <a:gd name="connsiteY6019" fmla="*/ 24763450 h 57949372"/>
                <a:gd name="connsiteX6020" fmla="*/ 52816025 w 58051775"/>
                <a:gd name="connsiteY6020" fmla="*/ 24785978 h 57949372"/>
                <a:gd name="connsiteX6021" fmla="*/ 52770651 w 58051775"/>
                <a:gd name="connsiteY6021" fmla="*/ 24745617 h 57949372"/>
                <a:gd name="connsiteX6022" fmla="*/ 52712019 w 58051775"/>
                <a:gd name="connsiteY6022" fmla="*/ 24694633 h 57949372"/>
                <a:gd name="connsiteX6023" fmla="*/ 52651725 w 58051775"/>
                <a:gd name="connsiteY6023" fmla="*/ 24652697 h 57949372"/>
                <a:gd name="connsiteX6024" fmla="*/ 52613761 w 58051775"/>
                <a:gd name="connsiteY6024" fmla="*/ 24620826 h 57949372"/>
                <a:gd name="connsiteX6025" fmla="*/ 52402791 w 58051775"/>
                <a:gd name="connsiteY6025" fmla="*/ 24598026 h 57949372"/>
                <a:gd name="connsiteX6026" fmla="*/ 52343043 w 58051775"/>
                <a:gd name="connsiteY6026" fmla="*/ 24561810 h 57949372"/>
                <a:gd name="connsiteX6027" fmla="*/ 52325152 w 58051775"/>
                <a:gd name="connsiteY6027" fmla="*/ 24527210 h 57949372"/>
                <a:gd name="connsiteX6028" fmla="*/ 51613788 w 58051775"/>
                <a:gd name="connsiteY6028" fmla="*/ 24515141 h 57949372"/>
                <a:gd name="connsiteX6029" fmla="*/ 51466749 w 58051775"/>
                <a:gd name="connsiteY6029" fmla="*/ 24429813 h 57949372"/>
                <a:gd name="connsiteX6030" fmla="*/ 51098449 w 58051775"/>
                <a:gd name="connsiteY6030" fmla="*/ 24420969 h 57949372"/>
                <a:gd name="connsiteX6031" fmla="*/ 50690784 w 58051775"/>
                <a:gd name="connsiteY6031" fmla="*/ 24417124 h 57949372"/>
                <a:gd name="connsiteX6032" fmla="*/ 50589184 w 58051775"/>
                <a:gd name="connsiteY6032" fmla="*/ 24377903 h 57949372"/>
                <a:gd name="connsiteX6033" fmla="*/ 50526949 w 58051775"/>
                <a:gd name="connsiteY6033" fmla="*/ 24333684 h 57949372"/>
                <a:gd name="connsiteX6034" fmla="*/ 50333274 w 58051775"/>
                <a:gd name="connsiteY6034" fmla="*/ 24339803 h 57949372"/>
                <a:gd name="connsiteX6035" fmla="*/ 50085078 w 58051775"/>
                <a:gd name="connsiteY6035" fmla="*/ 24196277 h 57949372"/>
                <a:gd name="connsiteX6036" fmla="*/ 50082449 w 58051775"/>
                <a:gd name="connsiteY6036" fmla="*/ 24098522 h 57949372"/>
                <a:gd name="connsiteX6037" fmla="*/ 50122257 w 58051775"/>
                <a:gd name="connsiteY6037" fmla="*/ 24088882 h 57949372"/>
                <a:gd name="connsiteX6038" fmla="*/ 50182874 w 58051775"/>
                <a:gd name="connsiteY6038" fmla="*/ 24047483 h 57949372"/>
                <a:gd name="connsiteX6039" fmla="*/ 50221997 w 58051775"/>
                <a:gd name="connsiteY6039" fmla="*/ 24015721 h 57949372"/>
                <a:gd name="connsiteX6040" fmla="*/ 50331150 w 58051775"/>
                <a:gd name="connsiteY6040" fmla="*/ 23925782 h 57949372"/>
                <a:gd name="connsiteX6041" fmla="*/ 50465303 w 58051775"/>
                <a:gd name="connsiteY6041" fmla="*/ 23828811 h 57949372"/>
                <a:gd name="connsiteX6042" fmla="*/ 50533990 w 58051775"/>
                <a:gd name="connsiteY6042" fmla="*/ 23786153 h 57949372"/>
                <a:gd name="connsiteX6043" fmla="*/ 50586800 w 58051775"/>
                <a:gd name="connsiteY6043" fmla="*/ 23741815 h 57949372"/>
                <a:gd name="connsiteX6044" fmla="*/ 50648805 w 58051775"/>
                <a:gd name="connsiteY6044" fmla="*/ 23687089 h 57949372"/>
                <a:gd name="connsiteX6045" fmla="*/ 50825182 w 58051775"/>
                <a:gd name="connsiteY6045" fmla="*/ 23558522 h 57949372"/>
                <a:gd name="connsiteX6046" fmla="*/ 50880090 w 58051775"/>
                <a:gd name="connsiteY6046" fmla="*/ 23514880 h 57949372"/>
                <a:gd name="connsiteX6047" fmla="*/ 50949379 w 58051775"/>
                <a:gd name="connsiteY6047" fmla="*/ 23464336 h 57949372"/>
                <a:gd name="connsiteX6048" fmla="*/ 51005534 w 58051775"/>
                <a:gd name="connsiteY6048" fmla="*/ 23425122 h 57949372"/>
                <a:gd name="connsiteX6049" fmla="*/ 51046995 w 58051775"/>
                <a:gd name="connsiteY6049" fmla="*/ 23386102 h 57949372"/>
                <a:gd name="connsiteX6050" fmla="*/ 51098344 w 58051775"/>
                <a:gd name="connsiteY6050" fmla="*/ 23342777 h 57949372"/>
                <a:gd name="connsiteX6051" fmla="*/ 51176971 w 58051775"/>
                <a:gd name="connsiteY6051" fmla="*/ 23292561 h 57949372"/>
                <a:gd name="connsiteX6052" fmla="*/ 51245119 w 58051775"/>
                <a:gd name="connsiteY6052" fmla="*/ 23252565 h 57949372"/>
                <a:gd name="connsiteX6053" fmla="*/ 51300024 w 58051775"/>
                <a:gd name="connsiteY6053" fmla="*/ 23209132 h 57949372"/>
                <a:gd name="connsiteX6054" fmla="*/ 51358185 w 58051775"/>
                <a:gd name="connsiteY6054" fmla="*/ 23159618 h 57949372"/>
                <a:gd name="connsiteX6055" fmla="*/ 51395758 w 58051775"/>
                <a:gd name="connsiteY6055" fmla="*/ 23112548 h 57949372"/>
                <a:gd name="connsiteX6056" fmla="*/ 51548955 w 58051775"/>
                <a:gd name="connsiteY6056" fmla="*/ 23025122 h 57949372"/>
                <a:gd name="connsiteX6057" fmla="*/ 51602012 w 58051775"/>
                <a:gd name="connsiteY6057" fmla="*/ 22987149 h 57949372"/>
                <a:gd name="connsiteX6058" fmla="*/ 51650018 w 58051775"/>
                <a:gd name="connsiteY6058" fmla="*/ 22934667 h 57949372"/>
                <a:gd name="connsiteX6059" fmla="*/ 51715317 w 58051775"/>
                <a:gd name="connsiteY6059" fmla="*/ 22874215 h 57949372"/>
                <a:gd name="connsiteX6060" fmla="*/ 52080783 w 58051775"/>
                <a:gd name="connsiteY6060" fmla="*/ 22580622 h 57949372"/>
                <a:gd name="connsiteX6061" fmla="*/ 52144953 w 58051775"/>
                <a:gd name="connsiteY6061" fmla="*/ 22432643 h 57949372"/>
                <a:gd name="connsiteX6062" fmla="*/ 52219751 w 58051775"/>
                <a:gd name="connsiteY6062" fmla="*/ 22253288 h 57949372"/>
                <a:gd name="connsiteX6063" fmla="*/ 52294519 w 58051775"/>
                <a:gd name="connsiteY6063" fmla="*/ 22232184 h 57949372"/>
                <a:gd name="connsiteX6064" fmla="*/ 14254196 w 58051775"/>
                <a:gd name="connsiteY6064" fmla="*/ 22225337 h 57949372"/>
                <a:gd name="connsiteX6065" fmla="*/ 14346272 w 58051775"/>
                <a:gd name="connsiteY6065" fmla="*/ 22239986 h 57949372"/>
                <a:gd name="connsiteX6066" fmla="*/ 14346768 w 58051775"/>
                <a:gd name="connsiteY6066" fmla="*/ 22449671 h 57949372"/>
                <a:gd name="connsiteX6067" fmla="*/ 14235180 w 58051775"/>
                <a:gd name="connsiteY6067" fmla="*/ 22460287 h 57949372"/>
                <a:gd name="connsiteX6068" fmla="*/ 14122136 w 58051775"/>
                <a:gd name="connsiteY6068" fmla="*/ 22441237 h 57949372"/>
                <a:gd name="connsiteX6069" fmla="*/ 14147800 w 58051775"/>
                <a:gd name="connsiteY6069" fmla="*/ 22250737 h 57949372"/>
                <a:gd name="connsiteX6070" fmla="*/ 14254196 w 58051775"/>
                <a:gd name="connsiteY6070" fmla="*/ 22225337 h 57949372"/>
                <a:gd name="connsiteX6071" fmla="*/ 14966232 w 58051775"/>
                <a:gd name="connsiteY6071" fmla="*/ 22225336 h 57949372"/>
                <a:gd name="connsiteX6072" fmla="*/ 15081056 w 58051775"/>
                <a:gd name="connsiteY6072" fmla="*/ 22351987 h 57949372"/>
                <a:gd name="connsiteX6073" fmla="*/ 14947904 w 58051775"/>
                <a:gd name="connsiteY6073" fmla="*/ 22460286 h 57949372"/>
                <a:gd name="connsiteX6074" fmla="*/ 14833336 w 58051775"/>
                <a:gd name="connsiteY6074" fmla="*/ 22441236 h 57949372"/>
                <a:gd name="connsiteX6075" fmla="*/ 14859000 w 58051775"/>
                <a:gd name="connsiteY6075" fmla="*/ 22250737 h 57949372"/>
                <a:gd name="connsiteX6076" fmla="*/ 14966232 w 58051775"/>
                <a:gd name="connsiteY6076" fmla="*/ 22225336 h 57949372"/>
                <a:gd name="connsiteX6077" fmla="*/ 12276556 w 58051775"/>
                <a:gd name="connsiteY6077" fmla="*/ 22217857 h 57949372"/>
                <a:gd name="connsiteX6078" fmla="*/ 12470928 w 58051775"/>
                <a:gd name="connsiteY6078" fmla="*/ 22259699 h 57949372"/>
                <a:gd name="connsiteX6079" fmla="*/ 12486200 w 58051775"/>
                <a:gd name="connsiteY6079" fmla="*/ 22466277 h 57949372"/>
                <a:gd name="connsiteX6080" fmla="*/ 12313896 w 58051775"/>
                <a:gd name="connsiteY6080" fmla="*/ 22558316 h 57949372"/>
                <a:gd name="connsiteX6081" fmla="*/ 12190072 w 58051775"/>
                <a:gd name="connsiteY6081" fmla="*/ 22530907 h 57949372"/>
                <a:gd name="connsiteX6082" fmla="*/ 12233188 w 58051775"/>
                <a:gd name="connsiteY6082" fmla="*/ 22232060 h 57949372"/>
                <a:gd name="connsiteX6083" fmla="*/ 12276556 w 58051775"/>
                <a:gd name="connsiteY6083" fmla="*/ 22217857 h 57949372"/>
                <a:gd name="connsiteX6084" fmla="*/ 42423440 w 58051775"/>
                <a:gd name="connsiteY6084" fmla="*/ 22011457 h 57949372"/>
                <a:gd name="connsiteX6085" fmla="*/ 42517032 w 58051775"/>
                <a:gd name="connsiteY6085" fmla="*/ 22029224 h 57949372"/>
                <a:gd name="connsiteX6086" fmla="*/ 42589278 w 58051775"/>
                <a:gd name="connsiteY6086" fmla="*/ 22203841 h 57949372"/>
                <a:gd name="connsiteX6087" fmla="*/ 42581500 w 58051775"/>
                <a:gd name="connsiteY6087" fmla="*/ 22329812 h 57949372"/>
                <a:gd name="connsiteX6088" fmla="*/ 42527698 w 58051775"/>
                <a:gd name="connsiteY6088" fmla="*/ 22371017 h 57949372"/>
                <a:gd name="connsiteX6089" fmla="*/ 42348532 w 58051775"/>
                <a:gd name="connsiteY6089" fmla="*/ 22367743 h 57949372"/>
                <a:gd name="connsiteX6090" fmla="*/ 42294558 w 58051775"/>
                <a:gd name="connsiteY6090" fmla="*/ 22315251 h 57949372"/>
                <a:gd name="connsiteX6091" fmla="*/ 42265602 w 58051775"/>
                <a:gd name="connsiteY6091" fmla="*/ 22180467 h 57949372"/>
                <a:gd name="connsiteX6092" fmla="*/ 42343136 w 58051775"/>
                <a:gd name="connsiteY6092" fmla="*/ 22035607 h 57949372"/>
                <a:gd name="connsiteX6093" fmla="*/ 42423440 w 58051775"/>
                <a:gd name="connsiteY6093" fmla="*/ 22011457 h 57949372"/>
                <a:gd name="connsiteX6094" fmla="*/ 15927480 w 58051775"/>
                <a:gd name="connsiteY6094" fmla="*/ 21958639 h 57949372"/>
                <a:gd name="connsiteX6095" fmla="*/ 16047280 w 58051775"/>
                <a:gd name="connsiteY6095" fmla="*/ 21989873 h 57949372"/>
                <a:gd name="connsiteX6096" fmla="*/ 16019048 w 58051775"/>
                <a:gd name="connsiteY6096" fmla="*/ 22111800 h 57949372"/>
                <a:gd name="connsiteX6097" fmla="*/ 15783120 w 58051775"/>
                <a:gd name="connsiteY6097" fmla="*/ 22067863 h 57949372"/>
                <a:gd name="connsiteX6098" fmla="*/ 15807120 w 58051775"/>
                <a:gd name="connsiteY6098" fmla="*/ 21981864 h 57949372"/>
                <a:gd name="connsiteX6099" fmla="*/ 15927480 w 58051775"/>
                <a:gd name="connsiteY6099" fmla="*/ 21958639 h 57949372"/>
                <a:gd name="connsiteX6100" fmla="*/ 44610852 w 58051775"/>
                <a:gd name="connsiteY6100" fmla="*/ 21958538 h 57949372"/>
                <a:gd name="connsiteX6101" fmla="*/ 44696360 w 58051775"/>
                <a:gd name="connsiteY6101" fmla="*/ 21958538 h 57949372"/>
                <a:gd name="connsiteX6102" fmla="*/ 44757330 w 58051775"/>
                <a:gd name="connsiteY6102" fmla="*/ 22023482 h 57949372"/>
                <a:gd name="connsiteX6103" fmla="*/ 44818303 w 58051775"/>
                <a:gd name="connsiteY6103" fmla="*/ 22169095 h 57949372"/>
                <a:gd name="connsiteX6104" fmla="*/ 44781263 w 58051775"/>
                <a:gd name="connsiteY6104" fmla="*/ 22287653 h 57949372"/>
                <a:gd name="connsiteX6105" fmla="*/ 44736395 w 58051775"/>
                <a:gd name="connsiteY6105" fmla="*/ 22350221 h 57949372"/>
                <a:gd name="connsiteX6106" fmla="*/ 44583353 w 58051775"/>
                <a:gd name="connsiteY6106" fmla="*/ 22377445 h 57949372"/>
                <a:gd name="connsiteX6107" fmla="*/ 44407125 w 58051775"/>
                <a:gd name="connsiteY6107" fmla="*/ 22302685 h 57949372"/>
                <a:gd name="connsiteX6108" fmla="*/ 44398000 w 58051775"/>
                <a:gd name="connsiteY6108" fmla="*/ 22087787 h 57949372"/>
                <a:gd name="connsiteX6109" fmla="*/ 44443501 w 58051775"/>
                <a:gd name="connsiteY6109" fmla="*/ 22052692 h 57949372"/>
                <a:gd name="connsiteX6110" fmla="*/ 44499854 w 58051775"/>
                <a:gd name="connsiteY6110" fmla="*/ 22001743 h 57949372"/>
                <a:gd name="connsiteX6111" fmla="*/ 44610852 w 58051775"/>
                <a:gd name="connsiteY6111" fmla="*/ 21958538 h 57949372"/>
                <a:gd name="connsiteX6112" fmla="*/ 15533136 w 58051775"/>
                <a:gd name="connsiteY6112" fmla="*/ 21952370 h 57949372"/>
                <a:gd name="connsiteX6113" fmla="*/ 15596240 w 58051775"/>
                <a:gd name="connsiteY6113" fmla="*/ 21978461 h 57949372"/>
                <a:gd name="connsiteX6114" fmla="*/ 15603380 w 58051775"/>
                <a:gd name="connsiteY6114" fmla="*/ 22158666 h 57949372"/>
                <a:gd name="connsiteX6115" fmla="*/ 15539212 w 58051775"/>
                <a:gd name="connsiteY6115" fmla="*/ 22199941 h 57949372"/>
                <a:gd name="connsiteX6116" fmla="*/ 15467680 w 58051775"/>
                <a:gd name="connsiteY6116" fmla="*/ 22172817 h 57949372"/>
                <a:gd name="connsiteX6117" fmla="*/ 15475608 w 58051775"/>
                <a:gd name="connsiteY6117" fmla="*/ 21964318 h 57949372"/>
                <a:gd name="connsiteX6118" fmla="*/ 15533136 w 58051775"/>
                <a:gd name="connsiteY6118" fmla="*/ 21952370 h 57949372"/>
                <a:gd name="connsiteX6119" fmla="*/ 16548104 w 58051775"/>
                <a:gd name="connsiteY6119" fmla="*/ 21857429 h 57949372"/>
                <a:gd name="connsiteX6120" fmla="*/ 16678792 w 58051775"/>
                <a:gd name="connsiteY6120" fmla="*/ 21973768 h 57949372"/>
                <a:gd name="connsiteX6121" fmla="*/ 16548104 w 58051775"/>
                <a:gd name="connsiteY6121" fmla="*/ 22104690 h 57949372"/>
                <a:gd name="connsiteX6122" fmla="*/ 16430112 w 58051775"/>
                <a:gd name="connsiteY6122" fmla="*/ 21973768 h 57949372"/>
                <a:gd name="connsiteX6123" fmla="*/ 16453312 w 58051775"/>
                <a:gd name="connsiteY6123" fmla="*/ 21875538 h 57949372"/>
                <a:gd name="connsiteX6124" fmla="*/ 16548104 w 58051775"/>
                <a:gd name="connsiteY6124" fmla="*/ 21857429 h 57949372"/>
                <a:gd name="connsiteX6125" fmla="*/ 13794220 w 58051775"/>
                <a:gd name="connsiteY6125" fmla="*/ 21806668 h 57949372"/>
                <a:gd name="connsiteX6126" fmla="*/ 13861052 w 58051775"/>
                <a:gd name="connsiteY6126" fmla="*/ 21817888 h 57949372"/>
                <a:gd name="connsiteX6127" fmla="*/ 13931372 w 58051775"/>
                <a:gd name="connsiteY6127" fmla="*/ 21859163 h 57949372"/>
                <a:gd name="connsiteX6128" fmla="*/ 14011008 w 58051775"/>
                <a:gd name="connsiteY6128" fmla="*/ 22121397 h 57949372"/>
                <a:gd name="connsiteX6129" fmla="*/ 13847184 w 58051775"/>
                <a:gd name="connsiteY6129" fmla="*/ 22292094 h 57949372"/>
                <a:gd name="connsiteX6130" fmla="*/ 13608376 w 58051775"/>
                <a:gd name="connsiteY6130" fmla="*/ 22216582 h 57949372"/>
                <a:gd name="connsiteX6131" fmla="*/ 13582700 w 58051775"/>
                <a:gd name="connsiteY6131" fmla="*/ 22051757 h 57949372"/>
                <a:gd name="connsiteX6132" fmla="*/ 13596712 w 58051775"/>
                <a:gd name="connsiteY6132" fmla="*/ 21915225 h 57949372"/>
                <a:gd name="connsiteX6133" fmla="*/ 13720732 w 58051775"/>
                <a:gd name="connsiteY6133" fmla="*/ 21821007 h 57949372"/>
                <a:gd name="connsiteX6134" fmla="*/ 13794220 w 58051775"/>
                <a:gd name="connsiteY6134" fmla="*/ 21806668 h 57949372"/>
                <a:gd name="connsiteX6135" fmla="*/ 43419218 w 58051775"/>
                <a:gd name="connsiteY6135" fmla="*/ 21780739 h 57949372"/>
                <a:gd name="connsiteX6136" fmla="*/ 43530524 w 58051775"/>
                <a:gd name="connsiteY6136" fmla="*/ 21823919 h 57949372"/>
                <a:gd name="connsiteX6137" fmla="*/ 43573702 w 58051775"/>
                <a:gd name="connsiteY6137" fmla="*/ 21976026 h 57949372"/>
                <a:gd name="connsiteX6138" fmla="*/ 43542236 w 58051775"/>
                <a:gd name="connsiteY6138" fmla="*/ 22105571 h 57949372"/>
                <a:gd name="connsiteX6139" fmla="*/ 43390274 w 58051775"/>
                <a:gd name="connsiteY6139" fmla="*/ 22115389 h 57949372"/>
                <a:gd name="connsiteX6140" fmla="*/ 43254304 w 58051775"/>
                <a:gd name="connsiteY6140" fmla="*/ 22089098 h 57949372"/>
                <a:gd name="connsiteX6141" fmla="*/ 43242312 w 58051775"/>
                <a:gd name="connsiteY6141" fmla="*/ 21874516 h 57949372"/>
                <a:gd name="connsiteX6142" fmla="*/ 43303860 w 58051775"/>
                <a:gd name="connsiteY6142" fmla="*/ 21802964 h 57949372"/>
                <a:gd name="connsiteX6143" fmla="*/ 43419218 w 58051775"/>
                <a:gd name="connsiteY6143" fmla="*/ 21780739 h 57949372"/>
                <a:gd name="connsiteX6144" fmla="*/ 41806870 w 58051775"/>
                <a:gd name="connsiteY6144" fmla="*/ 21630426 h 57949372"/>
                <a:gd name="connsiteX6145" fmla="*/ 41841920 w 58051775"/>
                <a:gd name="connsiteY6145" fmla="*/ 21646261 h 57949372"/>
                <a:gd name="connsiteX6146" fmla="*/ 41869196 w 58051775"/>
                <a:gd name="connsiteY6146" fmla="*/ 21776437 h 57949372"/>
                <a:gd name="connsiteX6147" fmla="*/ 41860136 w 58051775"/>
                <a:gd name="connsiteY6147" fmla="*/ 21907741 h 57949372"/>
                <a:gd name="connsiteX6148" fmla="*/ 41642280 w 58051775"/>
                <a:gd name="connsiteY6148" fmla="*/ 21908488 h 57949372"/>
                <a:gd name="connsiteX6149" fmla="*/ 41630602 w 58051775"/>
                <a:gd name="connsiteY6149" fmla="*/ 21810970 h 57949372"/>
                <a:gd name="connsiteX6150" fmla="*/ 41692542 w 58051775"/>
                <a:gd name="connsiteY6150" fmla="*/ 21691842 h 57949372"/>
                <a:gd name="connsiteX6151" fmla="*/ 41757602 w 58051775"/>
                <a:gd name="connsiteY6151" fmla="*/ 21660091 h 57949372"/>
                <a:gd name="connsiteX6152" fmla="*/ 41806870 w 58051775"/>
                <a:gd name="connsiteY6152" fmla="*/ 21630426 h 57949372"/>
                <a:gd name="connsiteX6153" fmla="*/ 14743044 w 58051775"/>
                <a:gd name="connsiteY6153" fmla="*/ 21616137 h 57949372"/>
                <a:gd name="connsiteX6154" fmla="*/ 14810272 w 58051775"/>
                <a:gd name="connsiteY6154" fmla="*/ 21640044 h 57949372"/>
                <a:gd name="connsiteX6155" fmla="*/ 14908228 w 58051775"/>
                <a:gd name="connsiteY6155" fmla="*/ 21686282 h 57949372"/>
                <a:gd name="connsiteX6156" fmla="*/ 14992332 w 58051775"/>
                <a:gd name="connsiteY6156" fmla="*/ 21829293 h 57949372"/>
                <a:gd name="connsiteX6157" fmla="*/ 14749488 w 58051775"/>
                <a:gd name="connsiteY6157" fmla="*/ 22025413 h 57949372"/>
                <a:gd name="connsiteX6158" fmla="*/ 14566904 w 58051775"/>
                <a:gd name="connsiteY6158" fmla="*/ 21810553 h 57949372"/>
                <a:gd name="connsiteX6159" fmla="*/ 14566904 w 58051775"/>
                <a:gd name="connsiteY6159" fmla="*/ 21716440 h 57949372"/>
                <a:gd name="connsiteX6160" fmla="*/ 14623160 w 58051775"/>
                <a:gd name="connsiteY6160" fmla="*/ 21692325 h 57949372"/>
                <a:gd name="connsiteX6161" fmla="*/ 14693456 w 58051775"/>
                <a:gd name="connsiteY6161" fmla="*/ 21641976 h 57949372"/>
                <a:gd name="connsiteX6162" fmla="*/ 14743044 w 58051775"/>
                <a:gd name="connsiteY6162" fmla="*/ 21616137 h 57949372"/>
                <a:gd name="connsiteX6163" fmla="*/ 12827656 w 58051775"/>
                <a:gd name="connsiteY6163" fmla="*/ 21603043 h 57949372"/>
                <a:gd name="connsiteX6164" fmla="*/ 13121640 w 58051775"/>
                <a:gd name="connsiteY6164" fmla="*/ 21603043 h 57949372"/>
                <a:gd name="connsiteX6165" fmla="*/ 13163600 w 58051775"/>
                <a:gd name="connsiteY6165" fmla="*/ 21644997 h 57949372"/>
                <a:gd name="connsiteX6166" fmla="*/ 13214736 w 58051775"/>
                <a:gd name="connsiteY6166" fmla="*/ 21760475 h 57949372"/>
                <a:gd name="connsiteX6167" fmla="*/ 13161920 w 58051775"/>
                <a:gd name="connsiteY6167" fmla="*/ 21999768 h 57949372"/>
                <a:gd name="connsiteX6168" fmla="*/ 13100948 w 58051775"/>
                <a:gd name="connsiteY6168" fmla="*/ 22066546 h 57949372"/>
                <a:gd name="connsiteX6169" fmla="*/ 13067008 w 58051775"/>
                <a:gd name="connsiteY6169" fmla="*/ 22111043 h 57949372"/>
                <a:gd name="connsiteX6170" fmla="*/ 12839160 w 58051775"/>
                <a:gd name="connsiteY6170" fmla="*/ 22111043 h 57949372"/>
                <a:gd name="connsiteX6171" fmla="*/ 12700004 w 58051775"/>
                <a:gd name="connsiteY6171" fmla="*/ 21974093 h 57949372"/>
                <a:gd name="connsiteX6172" fmla="*/ 12693848 w 58051775"/>
                <a:gd name="connsiteY6172" fmla="*/ 21855243 h 57949372"/>
                <a:gd name="connsiteX6173" fmla="*/ 12697024 w 58051775"/>
                <a:gd name="connsiteY6173" fmla="*/ 21723400 h 57949372"/>
                <a:gd name="connsiteX6174" fmla="*/ 12747364 w 58051775"/>
                <a:gd name="connsiteY6174" fmla="*/ 21694706 h 57949372"/>
                <a:gd name="connsiteX6175" fmla="*/ 12808016 w 58051775"/>
                <a:gd name="connsiteY6175" fmla="*/ 21641024 h 57949372"/>
                <a:gd name="connsiteX6176" fmla="*/ 5814760 w 58051775"/>
                <a:gd name="connsiteY6176" fmla="*/ 21514394 h 57949372"/>
                <a:gd name="connsiteX6177" fmla="*/ 5890264 w 58051775"/>
                <a:gd name="connsiteY6177" fmla="*/ 21529062 h 57949372"/>
                <a:gd name="connsiteX6178" fmla="*/ 5905504 w 58051775"/>
                <a:gd name="connsiteY6178" fmla="*/ 21565388 h 57949372"/>
                <a:gd name="connsiteX6179" fmla="*/ 5949952 w 58051775"/>
                <a:gd name="connsiteY6179" fmla="*/ 21633601 h 57949372"/>
                <a:gd name="connsiteX6180" fmla="*/ 5988100 w 58051775"/>
                <a:gd name="connsiteY6180" fmla="*/ 21714753 h 57949372"/>
                <a:gd name="connsiteX6181" fmla="*/ 6079564 w 58051775"/>
                <a:gd name="connsiteY6181" fmla="*/ 21857715 h 57949372"/>
                <a:gd name="connsiteX6182" fmla="*/ 6161216 w 58051775"/>
                <a:gd name="connsiteY6182" fmla="*/ 21921832 h 57949372"/>
                <a:gd name="connsiteX6183" fmla="*/ 6231952 w 58051775"/>
                <a:gd name="connsiteY6183" fmla="*/ 21971024 h 57949372"/>
                <a:gd name="connsiteX6184" fmla="*/ 6282892 w 58051775"/>
                <a:gd name="connsiteY6184" fmla="*/ 22001354 h 57949372"/>
                <a:gd name="connsiteX6185" fmla="*/ 6352836 w 58051775"/>
                <a:gd name="connsiteY6185" fmla="*/ 22046064 h 57949372"/>
                <a:gd name="connsiteX6186" fmla="*/ 6423076 w 58051775"/>
                <a:gd name="connsiteY6186" fmla="*/ 22096512 h 57949372"/>
                <a:gd name="connsiteX6187" fmla="*/ 6499328 w 58051775"/>
                <a:gd name="connsiteY6187" fmla="*/ 22140510 h 57949372"/>
                <a:gd name="connsiteX6188" fmla="*/ 6566936 w 58051775"/>
                <a:gd name="connsiteY6188" fmla="*/ 22169525 h 57949372"/>
                <a:gd name="connsiteX6189" fmla="*/ 6645108 w 58051775"/>
                <a:gd name="connsiteY6189" fmla="*/ 22221038 h 57949372"/>
                <a:gd name="connsiteX6190" fmla="*/ 6717716 w 58051775"/>
                <a:gd name="connsiteY6190" fmla="*/ 22274731 h 57949372"/>
                <a:gd name="connsiteX6191" fmla="*/ 6784968 w 58051775"/>
                <a:gd name="connsiteY6191" fmla="*/ 22311797 h 57949372"/>
                <a:gd name="connsiteX6192" fmla="*/ 6866984 w 58051775"/>
                <a:gd name="connsiteY6192" fmla="*/ 22362409 h 57949372"/>
                <a:gd name="connsiteX6193" fmla="*/ 6946396 w 58051775"/>
                <a:gd name="connsiteY6193" fmla="*/ 22406225 h 57949372"/>
                <a:gd name="connsiteX6194" fmla="*/ 7023308 w 58051775"/>
                <a:gd name="connsiteY6194" fmla="*/ 22444650 h 57949372"/>
                <a:gd name="connsiteX6195" fmla="*/ 7098424 w 58051775"/>
                <a:gd name="connsiteY6195" fmla="*/ 22496242 h 57949372"/>
                <a:gd name="connsiteX6196" fmla="*/ 7161748 w 58051775"/>
                <a:gd name="connsiteY6196" fmla="*/ 22540554 h 57949372"/>
                <a:gd name="connsiteX6197" fmla="*/ 7231340 w 58051775"/>
                <a:gd name="connsiteY6197" fmla="*/ 22578968 h 57949372"/>
                <a:gd name="connsiteX6198" fmla="*/ 7314832 w 58051775"/>
                <a:gd name="connsiteY6198" fmla="*/ 22630905 h 57949372"/>
                <a:gd name="connsiteX6199" fmla="*/ 7386536 w 58051775"/>
                <a:gd name="connsiteY6199" fmla="*/ 22676990 h 57949372"/>
                <a:gd name="connsiteX6200" fmla="*/ 7465388 w 58051775"/>
                <a:gd name="connsiteY6200" fmla="*/ 22715915 h 57949372"/>
                <a:gd name="connsiteX6201" fmla="*/ 7551312 w 58051775"/>
                <a:gd name="connsiteY6201" fmla="*/ 22765066 h 57949372"/>
                <a:gd name="connsiteX6202" fmla="*/ 7625872 w 58051775"/>
                <a:gd name="connsiteY6202" fmla="*/ 22808692 h 57949372"/>
                <a:gd name="connsiteX6203" fmla="*/ 7691176 w 58051775"/>
                <a:gd name="connsiteY6203" fmla="*/ 22847760 h 57949372"/>
                <a:gd name="connsiteX6204" fmla="*/ 7759160 w 58051775"/>
                <a:gd name="connsiteY6204" fmla="*/ 22897363 h 57949372"/>
                <a:gd name="connsiteX6205" fmla="*/ 7835248 w 58051775"/>
                <a:gd name="connsiteY6205" fmla="*/ 22940996 h 57949372"/>
                <a:gd name="connsiteX6206" fmla="*/ 7930404 w 58051775"/>
                <a:gd name="connsiteY6206" fmla="*/ 22993472 h 57949372"/>
                <a:gd name="connsiteX6207" fmla="*/ 8004812 w 58051775"/>
                <a:gd name="connsiteY6207" fmla="*/ 23037824 h 57949372"/>
                <a:gd name="connsiteX6208" fmla="*/ 8075992 w 58051775"/>
                <a:gd name="connsiteY6208" fmla="*/ 23072749 h 57949372"/>
                <a:gd name="connsiteX6209" fmla="*/ 8118172 w 58051775"/>
                <a:gd name="connsiteY6209" fmla="*/ 23239821 h 57949372"/>
                <a:gd name="connsiteX6210" fmla="*/ 8025128 w 58051775"/>
                <a:gd name="connsiteY6210" fmla="*/ 23269447 h 57949372"/>
                <a:gd name="connsiteX6211" fmla="*/ 7848600 w 58051775"/>
                <a:gd name="connsiteY6211" fmla="*/ 23307555 h 57949372"/>
                <a:gd name="connsiteX6212" fmla="*/ 7518400 w 58051775"/>
                <a:gd name="connsiteY6212" fmla="*/ 23351585 h 57949372"/>
                <a:gd name="connsiteX6213" fmla="*/ 7214680 w 58051775"/>
                <a:gd name="connsiteY6213" fmla="*/ 23407893 h 57949372"/>
                <a:gd name="connsiteX6214" fmla="*/ 7084152 w 58051775"/>
                <a:gd name="connsiteY6214" fmla="*/ 23438806 h 57949372"/>
                <a:gd name="connsiteX6215" fmla="*/ 6791328 w 58051775"/>
                <a:gd name="connsiteY6215" fmla="*/ 23449889 h 57949372"/>
                <a:gd name="connsiteX6216" fmla="*/ 6604000 w 58051775"/>
                <a:gd name="connsiteY6216" fmla="*/ 23469902 h 57949372"/>
                <a:gd name="connsiteX6217" fmla="*/ 6677028 w 58051775"/>
                <a:gd name="connsiteY6217" fmla="*/ 23526704 h 57949372"/>
                <a:gd name="connsiteX6218" fmla="*/ 6788288 w 58051775"/>
                <a:gd name="connsiteY6218" fmla="*/ 23608977 h 57949372"/>
                <a:gd name="connsiteX6219" fmla="*/ 6847412 w 58051775"/>
                <a:gd name="connsiteY6219" fmla="*/ 23647424 h 57949372"/>
                <a:gd name="connsiteX6220" fmla="*/ 6921504 w 58051775"/>
                <a:gd name="connsiteY6220" fmla="*/ 23691874 h 57949372"/>
                <a:gd name="connsiteX6221" fmla="*/ 6986708 w 58051775"/>
                <a:gd name="connsiteY6221" fmla="*/ 23736324 h 57949372"/>
                <a:gd name="connsiteX6222" fmla="*/ 7048504 w 58051775"/>
                <a:gd name="connsiteY6222" fmla="*/ 23787124 h 57949372"/>
                <a:gd name="connsiteX6223" fmla="*/ 7129176 w 58051775"/>
                <a:gd name="connsiteY6223" fmla="*/ 23837924 h 57949372"/>
                <a:gd name="connsiteX6224" fmla="*/ 7309356 w 58051775"/>
                <a:gd name="connsiteY6224" fmla="*/ 23961748 h 57949372"/>
                <a:gd name="connsiteX6225" fmla="*/ 7396464 w 58051775"/>
                <a:gd name="connsiteY6225" fmla="*/ 24015724 h 57949372"/>
                <a:gd name="connsiteX6226" fmla="*/ 7469648 w 58051775"/>
                <a:gd name="connsiteY6226" fmla="*/ 24053824 h 57949372"/>
                <a:gd name="connsiteX6227" fmla="*/ 7520740 w 58051775"/>
                <a:gd name="connsiteY6227" fmla="*/ 24091924 h 57949372"/>
                <a:gd name="connsiteX6228" fmla="*/ 7580416 w 58051775"/>
                <a:gd name="connsiteY6228" fmla="*/ 24142723 h 57949372"/>
                <a:gd name="connsiteX6229" fmla="*/ 7656812 w 58051775"/>
                <a:gd name="connsiteY6229" fmla="*/ 24193524 h 57949372"/>
                <a:gd name="connsiteX6230" fmla="*/ 7701984 w 58051775"/>
                <a:gd name="connsiteY6230" fmla="*/ 24222623 h 57949372"/>
                <a:gd name="connsiteX6231" fmla="*/ 7762600 w 58051775"/>
                <a:gd name="connsiteY6231" fmla="*/ 24262284 h 57949372"/>
                <a:gd name="connsiteX6232" fmla="*/ 7861304 w 58051775"/>
                <a:gd name="connsiteY6232" fmla="*/ 24403488 h 57949372"/>
                <a:gd name="connsiteX6233" fmla="*/ 7833976 w 58051775"/>
                <a:gd name="connsiteY6233" fmla="*/ 24493594 h 57949372"/>
                <a:gd name="connsiteX6234" fmla="*/ 7551400 w 58051775"/>
                <a:gd name="connsiteY6234" fmla="*/ 24511024 h 57949372"/>
                <a:gd name="connsiteX6235" fmla="*/ 7296152 w 58051775"/>
                <a:gd name="connsiteY6235" fmla="*/ 24517374 h 57949372"/>
                <a:gd name="connsiteX6236" fmla="*/ 7259596 w 58051775"/>
                <a:gd name="connsiteY6236" fmla="*/ 24554326 h 57949372"/>
                <a:gd name="connsiteX6237" fmla="*/ 6766848 w 58051775"/>
                <a:gd name="connsiteY6237" fmla="*/ 24605476 h 57949372"/>
                <a:gd name="connsiteX6238" fmla="*/ 6529644 w 58051775"/>
                <a:gd name="connsiteY6238" fmla="*/ 24612624 h 57949372"/>
                <a:gd name="connsiteX6239" fmla="*/ 6502380 w 58051775"/>
                <a:gd name="connsiteY6239" fmla="*/ 24647287 h 57949372"/>
                <a:gd name="connsiteX6240" fmla="*/ 6371280 w 58051775"/>
                <a:gd name="connsiteY6240" fmla="*/ 24684483 h 57949372"/>
                <a:gd name="connsiteX6241" fmla="*/ 5788592 w 58051775"/>
                <a:gd name="connsiteY6241" fmla="*/ 24729536 h 57949372"/>
                <a:gd name="connsiteX6242" fmla="*/ 5454652 w 58051775"/>
                <a:gd name="connsiteY6242" fmla="*/ 24771562 h 57949372"/>
                <a:gd name="connsiteX6243" fmla="*/ 5276852 w 58051775"/>
                <a:gd name="connsiteY6243" fmla="*/ 24798273 h 57949372"/>
                <a:gd name="connsiteX6244" fmla="*/ 5235576 w 58051775"/>
                <a:gd name="connsiteY6244" fmla="*/ 24864350 h 57949372"/>
                <a:gd name="connsiteX6245" fmla="*/ 5207000 w 58051775"/>
                <a:gd name="connsiteY6245" fmla="*/ 24918401 h 57949372"/>
                <a:gd name="connsiteX6246" fmla="*/ 5081520 w 58051775"/>
                <a:gd name="connsiteY6246" fmla="*/ 24968224 h 57949372"/>
                <a:gd name="connsiteX6247" fmla="*/ 4955608 w 58051775"/>
                <a:gd name="connsiteY6247" fmla="*/ 24837475 h 57949372"/>
                <a:gd name="connsiteX6248" fmla="*/ 4997856 w 58051775"/>
                <a:gd name="connsiteY6248" fmla="*/ 24693517 h 57949372"/>
                <a:gd name="connsiteX6249" fmla="*/ 5041536 w 58051775"/>
                <a:gd name="connsiteY6249" fmla="*/ 24495785 h 57949372"/>
                <a:gd name="connsiteX6250" fmla="*/ 5083640 w 58051775"/>
                <a:gd name="connsiteY6250" fmla="*/ 24313351 h 57949372"/>
                <a:gd name="connsiteX6251" fmla="*/ 5112440 w 58051775"/>
                <a:gd name="connsiteY6251" fmla="*/ 24272383 h 57949372"/>
                <a:gd name="connsiteX6252" fmla="*/ 5150040 w 58051775"/>
                <a:gd name="connsiteY6252" fmla="*/ 23981563 h 57949372"/>
                <a:gd name="connsiteX6253" fmla="*/ 5294740 w 58051775"/>
                <a:gd name="connsiteY6253" fmla="*/ 23970685 h 57949372"/>
                <a:gd name="connsiteX6254" fmla="*/ 5372104 w 58051775"/>
                <a:gd name="connsiteY6254" fmla="*/ 24108233 h 57949372"/>
                <a:gd name="connsiteX6255" fmla="*/ 5412692 w 58051775"/>
                <a:gd name="connsiteY6255" fmla="*/ 24215144 h 57949372"/>
                <a:gd name="connsiteX6256" fmla="*/ 5506496 w 58051775"/>
                <a:gd name="connsiteY6256" fmla="*/ 24222665 h 57949372"/>
                <a:gd name="connsiteX6257" fmla="*/ 5735572 w 58051775"/>
                <a:gd name="connsiteY6257" fmla="*/ 24178330 h 57949372"/>
                <a:gd name="connsiteX6258" fmla="*/ 6010504 w 58051775"/>
                <a:gd name="connsiteY6258" fmla="*/ 24169132 h 57949372"/>
                <a:gd name="connsiteX6259" fmla="*/ 6128300 w 58051775"/>
                <a:gd name="connsiteY6259" fmla="*/ 24142386 h 57949372"/>
                <a:gd name="connsiteX6260" fmla="*/ 6561712 w 58051775"/>
                <a:gd name="connsiteY6260" fmla="*/ 24082316 h 57949372"/>
                <a:gd name="connsiteX6261" fmla="*/ 6846008 w 58051775"/>
                <a:gd name="connsiteY6261" fmla="*/ 24070096 h 57949372"/>
                <a:gd name="connsiteX6262" fmla="*/ 6840464 w 58051775"/>
                <a:gd name="connsiteY6262" fmla="*/ 24035301 h 57949372"/>
                <a:gd name="connsiteX6263" fmla="*/ 6761712 w 58051775"/>
                <a:gd name="connsiteY6263" fmla="*/ 23988738 h 57949372"/>
                <a:gd name="connsiteX6264" fmla="*/ 6683124 w 58051775"/>
                <a:gd name="connsiteY6264" fmla="*/ 23942425 h 57949372"/>
                <a:gd name="connsiteX6265" fmla="*/ 6618248 w 58051775"/>
                <a:gd name="connsiteY6265" fmla="*/ 23892249 h 57949372"/>
                <a:gd name="connsiteX6266" fmla="*/ 6551216 w 58051775"/>
                <a:gd name="connsiteY6266" fmla="*/ 23844637 h 57949372"/>
                <a:gd name="connsiteX6267" fmla="*/ 6483524 w 58051775"/>
                <a:gd name="connsiteY6267" fmla="*/ 23807044 h 57949372"/>
                <a:gd name="connsiteX6268" fmla="*/ 6411468 w 58051775"/>
                <a:gd name="connsiteY6268" fmla="*/ 23761691 h 57949372"/>
                <a:gd name="connsiteX6269" fmla="*/ 6346880 w 58051775"/>
                <a:gd name="connsiteY6269" fmla="*/ 23711739 h 57949372"/>
                <a:gd name="connsiteX6270" fmla="*/ 6284440 w 58051775"/>
                <a:gd name="connsiteY6270" fmla="*/ 23666738 h 57949372"/>
                <a:gd name="connsiteX6271" fmla="*/ 6234816 w 58051775"/>
                <a:gd name="connsiteY6271" fmla="*/ 23634724 h 57949372"/>
                <a:gd name="connsiteX6272" fmla="*/ 6161176 w 58051775"/>
                <a:gd name="connsiteY6272" fmla="*/ 23590274 h 57949372"/>
                <a:gd name="connsiteX6273" fmla="*/ 6048716 w 58051775"/>
                <a:gd name="connsiteY6273" fmla="*/ 23578775 h 57949372"/>
                <a:gd name="connsiteX6274" fmla="*/ 5683252 w 58051775"/>
                <a:gd name="connsiteY6274" fmla="*/ 23621653 h 57949372"/>
                <a:gd name="connsiteX6275" fmla="*/ 5461600 w 58051775"/>
                <a:gd name="connsiteY6275" fmla="*/ 23727859 h 57949372"/>
                <a:gd name="connsiteX6276" fmla="*/ 5403852 w 58051775"/>
                <a:gd name="connsiteY6276" fmla="*/ 23802900 h 57949372"/>
                <a:gd name="connsiteX6277" fmla="*/ 5356832 w 58051775"/>
                <a:gd name="connsiteY6277" fmla="*/ 23852714 h 57949372"/>
                <a:gd name="connsiteX6278" fmla="*/ 5297228 w 58051775"/>
                <a:gd name="connsiteY6278" fmla="*/ 23888724 h 57949372"/>
                <a:gd name="connsiteX6279" fmla="*/ 5219704 w 58051775"/>
                <a:gd name="connsiteY6279" fmla="*/ 23752990 h 57949372"/>
                <a:gd name="connsiteX6280" fmla="*/ 5259812 w 58051775"/>
                <a:gd name="connsiteY6280" fmla="*/ 23628025 h 57949372"/>
                <a:gd name="connsiteX6281" fmla="*/ 5299920 w 58051775"/>
                <a:gd name="connsiteY6281" fmla="*/ 23582343 h 57949372"/>
                <a:gd name="connsiteX6282" fmla="*/ 5302252 w 58051775"/>
                <a:gd name="connsiteY6282" fmla="*/ 23257812 h 57949372"/>
                <a:gd name="connsiteX6283" fmla="*/ 5344280 w 58051775"/>
                <a:gd name="connsiteY6283" fmla="*/ 23212727 h 57949372"/>
                <a:gd name="connsiteX6284" fmla="*/ 5395888 w 58051775"/>
                <a:gd name="connsiteY6284" fmla="*/ 23014272 h 57949372"/>
                <a:gd name="connsiteX6285" fmla="*/ 5496792 w 58051775"/>
                <a:gd name="connsiteY6285" fmla="*/ 22797287 h 57949372"/>
                <a:gd name="connsiteX6286" fmla="*/ 5609512 w 58051775"/>
                <a:gd name="connsiteY6286" fmla="*/ 22821924 h 57949372"/>
                <a:gd name="connsiteX6287" fmla="*/ 5631736 w 58051775"/>
                <a:gd name="connsiteY6287" fmla="*/ 22961972 h 57949372"/>
                <a:gd name="connsiteX6288" fmla="*/ 5659684 w 58051775"/>
                <a:gd name="connsiteY6288" fmla="*/ 23087385 h 57949372"/>
                <a:gd name="connsiteX6289" fmla="*/ 5745408 w 58051775"/>
                <a:gd name="connsiteY6289" fmla="*/ 23103533 h 57949372"/>
                <a:gd name="connsiteX6290" fmla="*/ 5838636 w 58051775"/>
                <a:gd name="connsiteY6290" fmla="*/ 23054321 h 57949372"/>
                <a:gd name="connsiteX6291" fmla="*/ 5867016 w 58051775"/>
                <a:gd name="connsiteY6291" fmla="*/ 23018773 h 57949372"/>
                <a:gd name="connsiteX6292" fmla="*/ 6164640 w 58051775"/>
                <a:gd name="connsiteY6292" fmla="*/ 23012424 h 57949372"/>
                <a:gd name="connsiteX6293" fmla="*/ 6508740 w 58051775"/>
                <a:gd name="connsiteY6293" fmla="*/ 22982725 h 57949372"/>
                <a:gd name="connsiteX6294" fmla="*/ 6583268 w 58051775"/>
                <a:gd name="connsiteY6294" fmla="*/ 22966416 h 57949372"/>
                <a:gd name="connsiteX6295" fmla="*/ 6673180 w 58051775"/>
                <a:gd name="connsiteY6295" fmla="*/ 22954841 h 57949372"/>
                <a:gd name="connsiteX6296" fmla="*/ 6960872 w 58051775"/>
                <a:gd name="connsiteY6296" fmla="*/ 22936224 h 57949372"/>
                <a:gd name="connsiteX6297" fmla="*/ 7193520 w 58051775"/>
                <a:gd name="connsiteY6297" fmla="*/ 22925195 h 57949372"/>
                <a:gd name="connsiteX6298" fmla="*/ 7034548 w 58051775"/>
                <a:gd name="connsiteY6298" fmla="*/ 22821924 h 57949372"/>
                <a:gd name="connsiteX6299" fmla="*/ 6979648 w 58051775"/>
                <a:gd name="connsiteY6299" fmla="*/ 22789986 h 57949372"/>
                <a:gd name="connsiteX6300" fmla="*/ 6902584 w 58051775"/>
                <a:gd name="connsiteY6300" fmla="*/ 22740246 h 57949372"/>
                <a:gd name="connsiteX6301" fmla="*/ 6838704 w 58051775"/>
                <a:gd name="connsiteY6301" fmla="*/ 22689979 h 57949372"/>
                <a:gd name="connsiteX6302" fmla="*/ 6764692 w 58051775"/>
                <a:gd name="connsiteY6302" fmla="*/ 22642684 h 57949372"/>
                <a:gd name="connsiteX6303" fmla="*/ 6670640 w 58051775"/>
                <a:gd name="connsiteY6303" fmla="*/ 22591540 h 57949372"/>
                <a:gd name="connsiteX6304" fmla="*/ 6612064 w 58051775"/>
                <a:gd name="connsiteY6304" fmla="*/ 22555224 h 57949372"/>
                <a:gd name="connsiteX6305" fmla="*/ 6547940 w 58051775"/>
                <a:gd name="connsiteY6305" fmla="*/ 22517989 h 57949372"/>
                <a:gd name="connsiteX6306" fmla="*/ 6464528 w 58051775"/>
                <a:gd name="connsiteY6306" fmla="*/ 22472724 h 57949372"/>
                <a:gd name="connsiteX6307" fmla="*/ 6394692 w 58051775"/>
                <a:gd name="connsiteY6307" fmla="*/ 22421060 h 57949372"/>
                <a:gd name="connsiteX6308" fmla="*/ 6317520 w 58051775"/>
                <a:gd name="connsiteY6308" fmla="*/ 22377424 h 57949372"/>
                <a:gd name="connsiteX6309" fmla="*/ 6238792 w 58051775"/>
                <a:gd name="connsiteY6309" fmla="*/ 22338113 h 57949372"/>
                <a:gd name="connsiteX6310" fmla="*/ 6165852 w 58051775"/>
                <a:gd name="connsiteY6310" fmla="*/ 22279514 h 57949372"/>
                <a:gd name="connsiteX6311" fmla="*/ 6101440 w 58051775"/>
                <a:gd name="connsiteY6311" fmla="*/ 22236067 h 57949372"/>
                <a:gd name="connsiteX6312" fmla="*/ 5949040 w 58051775"/>
                <a:gd name="connsiteY6312" fmla="*/ 22194492 h 57949372"/>
                <a:gd name="connsiteX6313" fmla="*/ 5822952 w 58051775"/>
                <a:gd name="connsiteY6313" fmla="*/ 22177073 h 57949372"/>
                <a:gd name="connsiteX6314" fmla="*/ 5795504 w 58051775"/>
                <a:gd name="connsiteY6314" fmla="*/ 22207461 h 57949372"/>
                <a:gd name="connsiteX6315" fmla="*/ 5782396 w 58051775"/>
                <a:gd name="connsiteY6315" fmla="*/ 22275841 h 57949372"/>
                <a:gd name="connsiteX6316" fmla="*/ 5776704 w 58051775"/>
                <a:gd name="connsiteY6316" fmla="*/ 22333862 h 57949372"/>
                <a:gd name="connsiteX6317" fmla="*/ 5630536 w 58051775"/>
                <a:gd name="connsiteY6317" fmla="*/ 22363995 h 57949372"/>
                <a:gd name="connsiteX6318" fmla="*/ 5575304 w 58051775"/>
                <a:gd name="connsiteY6318" fmla="*/ 22183926 h 57949372"/>
                <a:gd name="connsiteX6319" fmla="*/ 5614352 w 58051775"/>
                <a:gd name="connsiteY6319" fmla="*/ 22000819 h 57949372"/>
                <a:gd name="connsiteX6320" fmla="*/ 5664668 w 58051775"/>
                <a:gd name="connsiteY6320" fmla="*/ 21761765 h 57949372"/>
                <a:gd name="connsiteX6321" fmla="*/ 5730624 w 58051775"/>
                <a:gd name="connsiteY6321" fmla="*/ 21533525 h 57949372"/>
                <a:gd name="connsiteX6322" fmla="*/ 5814760 w 58051775"/>
                <a:gd name="connsiteY6322" fmla="*/ 21514394 h 57949372"/>
                <a:gd name="connsiteX6323" fmla="*/ 15394016 w 58051775"/>
                <a:gd name="connsiteY6323" fmla="*/ 21514144 h 57949372"/>
                <a:gd name="connsiteX6324" fmla="*/ 15501972 w 58051775"/>
                <a:gd name="connsiteY6324" fmla="*/ 21528760 h 57949372"/>
                <a:gd name="connsiteX6325" fmla="*/ 15508828 w 58051775"/>
                <a:gd name="connsiteY6325" fmla="*/ 21818634 h 57949372"/>
                <a:gd name="connsiteX6326" fmla="*/ 15402812 w 58051775"/>
                <a:gd name="connsiteY6326" fmla="*/ 21854805 h 57949372"/>
                <a:gd name="connsiteX6327" fmla="*/ 15183024 w 58051775"/>
                <a:gd name="connsiteY6327" fmla="*/ 21687302 h 57949372"/>
                <a:gd name="connsiteX6328" fmla="*/ 15243172 w 58051775"/>
                <a:gd name="connsiteY6328" fmla="*/ 21563477 h 57949372"/>
                <a:gd name="connsiteX6329" fmla="*/ 15394016 w 58051775"/>
                <a:gd name="connsiteY6329" fmla="*/ 21514144 h 57949372"/>
                <a:gd name="connsiteX6330" fmla="*/ 45033706 w 58051775"/>
                <a:gd name="connsiteY6330" fmla="*/ 21514041 h 57949372"/>
                <a:gd name="connsiteX6331" fmla="*/ 45146518 w 58051775"/>
                <a:gd name="connsiteY6331" fmla="*/ 21537460 h 57949372"/>
                <a:gd name="connsiteX6332" fmla="*/ 45178745 w 58051775"/>
                <a:gd name="connsiteY6332" fmla="*/ 21770332 h 57949372"/>
                <a:gd name="connsiteX6333" fmla="*/ 45139554 w 58051775"/>
                <a:gd name="connsiteY6333" fmla="*/ 21845227 h 57949372"/>
                <a:gd name="connsiteX6334" fmla="*/ 44935365 w 58051775"/>
                <a:gd name="connsiteY6334" fmla="*/ 21833178 h 57949372"/>
                <a:gd name="connsiteX6335" fmla="*/ 44831666 w 58051775"/>
                <a:gd name="connsiteY6335" fmla="*/ 21677940 h 57949372"/>
                <a:gd name="connsiteX6336" fmla="*/ 44824649 w 58051775"/>
                <a:gd name="connsiteY6336" fmla="*/ 21601166 h 57949372"/>
                <a:gd name="connsiteX6337" fmla="*/ 44884481 w 58051775"/>
                <a:gd name="connsiteY6337" fmla="*/ 21557603 h 57949372"/>
                <a:gd name="connsiteX6338" fmla="*/ 45033706 w 58051775"/>
                <a:gd name="connsiteY6338" fmla="*/ 21514041 h 57949372"/>
                <a:gd name="connsiteX6339" fmla="*/ 14388224 w 58051775"/>
                <a:gd name="connsiteY6339" fmla="*/ 21349077 h 57949372"/>
                <a:gd name="connsiteX6340" fmla="*/ 14440768 w 58051775"/>
                <a:gd name="connsiteY6340" fmla="*/ 21376061 h 57949372"/>
                <a:gd name="connsiteX6341" fmla="*/ 14447836 w 58051775"/>
                <a:gd name="connsiteY6341" fmla="*/ 21625271 h 57949372"/>
                <a:gd name="connsiteX6342" fmla="*/ 14384624 w 58051775"/>
                <a:gd name="connsiteY6342" fmla="*/ 21666546 h 57949372"/>
                <a:gd name="connsiteX6343" fmla="*/ 14313216 w 58051775"/>
                <a:gd name="connsiteY6343" fmla="*/ 21647877 h 57949372"/>
                <a:gd name="connsiteX6344" fmla="*/ 14295788 w 58051775"/>
                <a:gd name="connsiteY6344" fmla="*/ 21503749 h 57949372"/>
                <a:gd name="connsiteX6345" fmla="*/ 14317632 w 58051775"/>
                <a:gd name="connsiteY6345" fmla="*/ 21363668 h 57949372"/>
                <a:gd name="connsiteX6346" fmla="*/ 14388224 w 58051775"/>
                <a:gd name="connsiteY6346" fmla="*/ 21349077 h 57949372"/>
                <a:gd name="connsiteX6347" fmla="*/ 41399168 w 58051775"/>
                <a:gd name="connsiteY6347" fmla="*/ 21336665 h 57949372"/>
                <a:gd name="connsiteX6348" fmla="*/ 41495668 w 58051775"/>
                <a:gd name="connsiteY6348" fmla="*/ 21352563 h 57949372"/>
                <a:gd name="connsiteX6349" fmla="*/ 41507264 w 58051775"/>
                <a:gd name="connsiteY6349" fmla="*/ 21501343 h 57949372"/>
                <a:gd name="connsiteX6350" fmla="*/ 41452074 w 58051775"/>
                <a:gd name="connsiteY6350" fmla="*/ 21560952 h 57949372"/>
                <a:gd name="connsiteX6351" fmla="*/ 41263032 w 58051775"/>
                <a:gd name="connsiteY6351" fmla="*/ 21582133 h 57949372"/>
                <a:gd name="connsiteX6352" fmla="*/ 41236320 w 58051775"/>
                <a:gd name="connsiteY6352" fmla="*/ 21438085 h 57949372"/>
                <a:gd name="connsiteX6353" fmla="*/ 41276136 w 58051775"/>
                <a:gd name="connsiteY6353" fmla="*/ 21388852 h 57949372"/>
                <a:gd name="connsiteX6354" fmla="*/ 41297164 w 58051775"/>
                <a:gd name="connsiteY6354" fmla="*/ 21345768 h 57949372"/>
                <a:gd name="connsiteX6355" fmla="*/ 41399168 w 58051775"/>
                <a:gd name="connsiteY6355" fmla="*/ 21336665 h 57949372"/>
                <a:gd name="connsiteX6356" fmla="*/ 40855812 w 58051775"/>
                <a:gd name="connsiteY6356" fmla="*/ 21336244 h 57949372"/>
                <a:gd name="connsiteX6357" fmla="*/ 40968754 w 58051775"/>
                <a:gd name="connsiteY6357" fmla="*/ 21385570 h 57949372"/>
                <a:gd name="connsiteX6358" fmla="*/ 41042940 w 58051775"/>
                <a:gd name="connsiteY6358" fmla="*/ 21443095 h 57949372"/>
                <a:gd name="connsiteX6359" fmla="*/ 41084500 w 58051775"/>
                <a:gd name="connsiteY6359" fmla="*/ 21583894 h 57949372"/>
                <a:gd name="connsiteX6360" fmla="*/ 41032216 w 58051775"/>
                <a:gd name="connsiteY6360" fmla="*/ 21737061 h 57949372"/>
                <a:gd name="connsiteX6361" fmla="*/ 40976744 w 58051775"/>
                <a:gd name="connsiteY6361" fmla="*/ 21793067 h 57949372"/>
                <a:gd name="connsiteX6362" fmla="*/ 40796402 w 58051775"/>
                <a:gd name="connsiteY6362" fmla="*/ 21850522 h 57949372"/>
                <a:gd name="connsiteX6363" fmla="*/ 40658040 w 58051775"/>
                <a:gd name="connsiteY6363" fmla="*/ 21790497 h 57949372"/>
                <a:gd name="connsiteX6364" fmla="*/ 40597946 w 58051775"/>
                <a:gd name="connsiteY6364" fmla="*/ 21707014 h 57949372"/>
                <a:gd name="connsiteX6365" fmla="*/ 40557448 w 58051775"/>
                <a:gd name="connsiteY6365" fmla="*/ 21601116 h 57949372"/>
                <a:gd name="connsiteX6366" fmla="*/ 40582856 w 58051775"/>
                <a:gd name="connsiteY6366" fmla="*/ 21516097 h 57949372"/>
                <a:gd name="connsiteX6367" fmla="*/ 40636380 w 58051775"/>
                <a:gd name="connsiteY6367" fmla="*/ 21467552 h 57949372"/>
                <a:gd name="connsiteX6368" fmla="*/ 40699874 w 58051775"/>
                <a:gd name="connsiteY6368" fmla="*/ 21419889 h 57949372"/>
                <a:gd name="connsiteX6369" fmla="*/ 40763232 w 58051775"/>
                <a:gd name="connsiteY6369" fmla="*/ 21367957 h 57949372"/>
                <a:gd name="connsiteX6370" fmla="*/ 40855812 w 58051775"/>
                <a:gd name="connsiteY6370" fmla="*/ 21336244 h 57949372"/>
                <a:gd name="connsiteX6371" fmla="*/ 43891850 w 58051775"/>
                <a:gd name="connsiteY6371" fmla="*/ 21336242 h 57949372"/>
                <a:gd name="connsiteX6372" fmla="*/ 44018202 w 58051775"/>
                <a:gd name="connsiteY6372" fmla="*/ 21462594 h 57949372"/>
                <a:gd name="connsiteX6373" fmla="*/ 43888430 w 58051775"/>
                <a:gd name="connsiteY6373" fmla="*/ 21576344 h 57949372"/>
                <a:gd name="connsiteX6374" fmla="*/ 43766244 w 58051775"/>
                <a:gd name="connsiteY6374" fmla="*/ 21454177 h 57949372"/>
                <a:gd name="connsiteX6375" fmla="*/ 43781632 w 58051775"/>
                <a:gd name="connsiteY6375" fmla="*/ 21350988 h 57949372"/>
                <a:gd name="connsiteX6376" fmla="*/ 43891850 w 58051775"/>
                <a:gd name="connsiteY6376" fmla="*/ 21336242 h 57949372"/>
                <a:gd name="connsiteX6377" fmla="*/ 15898308 w 58051775"/>
                <a:gd name="connsiteY6377" fmla="*/ 21247446 h 57949372"/>
                <a:gd name="connsiteX6378" fmla="*/ 16005968 w 58051775"/>
                <a:gd name="connsiteY6378" fmla="*/ 21259239 h 57949372"/>
                <a:gd name="connsiteX6379" fmla="*/ 16000068 w 58051775"/>
                <a:gd name="connsiteY6379" fmla="*/ 21565982 h 57949372"/>
                <a:gd name="connsiteX6380" fmla="*/ 15779752 w 58051775"/>
                <a:gd name="connsiteY6380" fmla="*/ 21551553 h 57949372"/>
                <a:gd name="connsiteX6381" fmla="*/ 15779624 w 58051775"/>
                <a:gd name="connsiteY6381" fmla="*/ 21289487 h 57949372"/>
                <a:gd name="connsiteX6382" fmla="*/ 15898308 w 58051775"/>
                <a:gd name="connsiteY6382" fmla="*/ 21247446 h 57949372"/>
                <a:gd name="connsiteX6383" fmla="*/ 42968676 w 58051775"/>
                <a:gd name="connsiteY6383" fmla="*/ 21152040 h 57949372"/>
                <a:gd name="connsiteX6384" fmla="*/ 43030332 w 58051775"/>
                <a:gd name="connsiteY6384" fmla="*/ 21152282 h 57949372"/>
                <a:gd name="connsiteX6385" fmla="*/ 43122658 w 58051775"/>
                <a:gd name="connsiteY6385" fmla="*/ 21281434 h 57949372"/>
                <a:gd name="connsiteX6386" fmla="*/ 43025436 w 58051775"/>
                <a:gd name="connsiteY6386" fmla="*/ 21403145 h 57949372"/>
                <a:gd name="connsiteX6387" fmla="*/ 42880902 w 58051775"/>
                <a:gd name="connsiteY6387" fmla="*/ 21343586 h 57949372"/>
                <a:gd name="connsiteX6388" fmla="*/ 42926004 w 58051775"/>
                <a:gd name="connsiteY6388" fmla="*/ 21162085 h 57949372"/>
                <a:gd name="connsiteX6389" fmla="*/ 42968676 w 58051775"/>
                <a:gd name="connsiteY6389" fmla="*/ 21152040 h 57949372"/>
                <a:gd name="connsiteX6390" fmla="*/ 42154006 w 58051775"/>
                <a:gd name="connsiteY6390" fmla="*/ 21088827 h 57949372"/>
                <a:gd name="connsiteX6391" fmla="*/ 42223856 w 58051775"/>
                <a:gd name="connsiteY6391" fmla="*/ 21114689 h 57949372"/>
                <a:gd name="connsiteX6392" fmla="*/ 42329102 w 58051775"/>
                <a:gd name="connsiteY6392" fmla="*/ 21299975 h 57949372"/>
                <a:gd name="connsiteX6393" fmla="*/ 42260250 w 58051775"/>
                <a:gd name="connsiteY6393" fmla="*/ 21479425 h 57949372"/>
                <a:gd name="connsiteX6394" fmla="*/ 42021434 w 58051775"/>
                <a:gd name="connsiteY6394" fmla="*/ 21466023 h 57949372"/>
                <a:gd name="connsiteX6395" fmla="*/ 42029724 w 58051775"/>
                <a:gd name="connsiteY6395" fmla="*/ 21171147 h 57949372"/>
                <a:gd name="connsiteX6396" fmla="*/ 42095416 w 58051775"/>
                <a:gd name="connsiteY6396" fmla="*/ 21126927 h 57949372"/>
                <a:gd name="connsiteX6397" fmla="*/ 42154006 w 58051775"/>
                <a:gd name="connsiteY6397" fmla="*/ 21088827 h 57949372"/>
                <a:gd name="connsiteX6398" fmla="*/ 44500306 w 58051775"/>
                <a:gd name="connsiteY6398" fmla="*/ 21069547 h 57949372"/>
                <a:gd name="connsiteX6399" fmla="*/ 44640499 w 58051775"/>
                <a:gd name="connsiteY6399" fmla="*/ 21254011 h 57949372"/>
                <a:gd name="connsiteX6400" fmla="*/ 44640499 w 58051775"/>
                <a:gd name="connsiteY6400" fmla="*/ 21387675 h 57949372"/>
                <a:gd name="connsiteX6401" fmla="*/ 44599224 w 58051775"/>
                <a:gd name="connsiteY6401" fmla="*/ 21395013 h 57949372"/>
                <a:gd name="connsiteX6402" fmla="*/ 44457152 w 58051775"/>
                <a:gd name="connsiteY6402" fmla="*/ 21401499 h 57949372"/>
                <a:gd name="connsiteX6403" fmla="*/ 44298588 w 58051775"/>
                <a:gd name="connsiteY6403" fmla="*/ 21253484 h 57949372"/>
                <a:gd name="connsiteX6404" fmla="*/ 44291248 w 58051775"/>
                <a:gd name="connsiteY6404" fmla="*/ 21156750 h 57949372"/>
                <a:gd name="connsiteX6405" fmla="*/ 44351081 w 58051775"/>
                <a:gd name="connsiteY6405" fmla="*/ 21113148 h 57949372"/>
                <a:gd name="connsiteX6406" fmla="*/ 44500306 w 58051775"/>
                <a:gd name="connsiteY6406" fmla="*/ 21069547 h 57949372"/>
                <a:gd name="connsiteX6407" fmla="*/ 13386860 w 58051775"/>
                <a:gd name="connsiteY6407" fmla="*/ 21039288 h 57949372"/>
                <a:gd name="connsiteX6408" fmla="*/ 13479996 w 58051775"/>
                <a:gd name="connsiteY6408" fmla="*/ 21058913 h 57949372"/>
                <a:gd name="connsiteX6409" fmla="*/ 13562448 w 58051775"/>
                <a:gd name="connsiteY6409" fmla="*/ 21189181 h 57949372"/>
                <a:gd name="connsiteX6410" fmla="*/ 13542780 w 58051775"/>
                <a:gd name="connsiteY6410" fmla="*/ 21269117 h 57949372"/>
                <a:gd name="connsiteX6411" fmla="*/ 13385800 w 58051775"/>
                <a:gd name="connsiteY6411" fmla="*/ 21310805 h 57949372"/>
                <a:gd name="connsiteX6412" fmla="*/ 13233400 w 58051775"/>
                <a:gd name="connsiteY6412" fmla="*/ 21165854 h 57949372"/>
                <a:gd name="connsiteX6413" fmla="*/ 13317772 w 58051775"/>
                <a:gd name="connsiteY6413" fmla="*/ 21051557 h 57949372"/>
                <a:gd name="connsiteX6414" fmla="*/ 13386860 w 58051775"/>
                <a:gd name="connsiteY6414" fmla="*/ 21039288 h 57949372"/>
                <a:gd name="connsiteX6415" fmla="*/ 51859499 w 58051775"/>
                <a:gd name="connsiteY6415" fmla="*/ 20897837 h 57949372"/>
                <a:gd name="connsiteX6416" fmla="*/ 51908403 w 58051775"/>
                <a:gd name="connsiteY6416" fmla="*/ 20913747 h 57949372"/>
                <a:gd name="connsiteX6417" fmla="*/ 51941728 w 58051775"/>
                <a:gd name="connsiteY6417" fmla="*/ 20998677 h 57949372"/>
                <a:gd name="connsiteX6418" fmla="*/ 51994856 w 58051775"/>
                <a:gd name="connsiteY6418" fmla="*/ 21102194 h 57949372"/>
                <a:gd name="connsiteX6419" fmla="*/ 52026389 w 58051775"/>
                <a:gd name="connsiteY6419" fmla="*/ 21217289 h 57949372"/>
                <a:gd name="connsiteX6420" fmla="*/ 52071286 w 58051775"/>
                <a:gd name="connsiteY6420" fmla="*/ 21339857 h 57949372"/>
                <a:gd name="connsiteX6421" fmla="*/ 52121838 w 58051775"/>
                <a:gd name="connsiteY6421" fmla="*/ 21471587 h 57949372"/>
                <a:gd name="connsiteX6422" fmla="*/ 52148937 w 58051775"/>
                <a:gd name="connsiteY6422" fmla="*/ 21593257 h 57949372"/>
                <a:gd name="connsiteX6423" fmla="*/ 52197368 w 58051775"/>
                <a:gd name="connsiteY6423" fmla="*/ 21723373 h 57949372"/>
                <a:gd name="connsiteX6424" fmla="*/ 52252267 w 58051775"/>
                <a:gd name="connsiteY6424" fmla="*/ 21913802 h 57949372"/>
                <a:gd name="connsiteX6425" fmla="*/ 52177840 w 58051775"/>
                <a:gd name="connsiteY6425" fmla="*/ 22009123 h 57949372"/>
                <a:gd name="connsiteX6426" fmla="*/ 52040925 w 58051775"/>
                <a:gd name="connsiteY6426" fmla="*/ 21907523 h 57949372"/>
                <a:gd name="connsiteX6427" fmla="*/ 51795054 w 58051775"/>
                <a:gd name="connsiteY6427" fmla="*/ 21837458 h 57949372"/>
                <a:gd name="connsiteX6428" fmla="*/ 51570550 w 58051775"/>
                <a:gd name="connsiteY6428" fmla="*/ 21893497 h 57949372"/>
                <a:gd name="connsiteX6429" fmla="*/ 51445879 w 58051775"/>
                <a:gd name="connsiteY6429" fmla="*/ 21940985 h 57949372"/>
                <a:gd name="connsiteX6430" fmla="*/ 51314504 w 58051775"/>
                <a:gd name="connsiteY6430" fmla="*/ 21983579 h 57949372"/>
                <a:gd name="connsiteX6431" fmla="*/ 51188242 w 58051775"/>
                <a:gd name="connsiteY6431" fmla="*/ 22028410 h 57949372"/>
                <a:gd name="connsiteX6432" fmla="*/ 51052923 w 58051775"/>
                <a:gd name="connsiteY6432" fmla="*/ 22077933 h 57949372"/>
                <a:gd name="connsiteX6433" fmla="*/ 50983178 w 58051775"/>
                <a:gd name="connsiteY6433" fmla="*/ 22112311 h 57949372"/>
                <a:gd name="connsiteX6434" fmla="*/ 50939702 w 58051775"/>
                <a:gd name="connsiteY6434" fmla="*/ 22117072 h 57949372"/>
                <a:gd name="connsiteX6435" fmla="*/ 50888325 w 58051775"/>
                <a:gd name="connsiteY6435" fmla="*/ 22121836 h 57949372"/>
                <a:gd name="connsiteX6436" fmla="*/ 50815682 w 58051775"/>
                <a:gd name="connsiteY6436" fmla="*/ 22157387 h 57949372"/>
                <a:gd name="connsiteX6437" fmla="*/ 50724183 w 58051775"/>
                <a:gd name="connsiteY6437" fmla="*/ 22194935 h 57949372"/>
                <a:gd name="connsiteX6438" fmla="*/ 50541593 w 58051775"/>
                <a:gd name="connsiteY6438" fmla="*/ 22250423 h 57949372"/>
                <a:gd name="connsiteX6439" fmla="*/ 50442725 w 58051775"/>
                <a:gd name="connsiteY6439" fmla="*/ 22282244 h 57949372"/>
                <a:gd name="connsiteX6440" fmla="*/ 50292002 w 58051775"/>
                <a:gd name="connsiteY6440" fmla="*/ 22339323 h 57949372"/>
                <a:gd name="connsiteX6441" fmla="*/ 50225178 w 58051775"/>
                <a:gd name="connsiteY6441" fmla="*/ 22370447 h 57949372"/>
                <a:gd name="connsiteX6442" fmla="*/ 50070695 w 58051775"/>
                <a:gd name="connsiteY6442" fmla="*/ 22419774 h 57949372"/>
                <a:gd name="connsiteX6443" fmla="*/ 49982607 w 58051775"/>
                <a:gd name="connsiteY6443" fmla="*/ 22483673 h 57949372"/>
                <a:gd name="connsiteX6444" fmla="*/ 49922741 w 58051775"/>
                <a:gd name="connsiteY6444" fmla="*/ 22617761 h 57949372"/>
                <a:gd name="connsiteX6445" fmla="*/ 49943329 w 58051775"/>
                <a:gd name="connsiteY6445" fmla="*/ 22790750 h 57949372"/>
                <a:gd name="connsiteX6446" fmla="*/ 49843285 w 58051775"/>
                <a:gd name="connsiteY6446" fmla="*/ 22821923 h 57949372"/>
                <a:gd name="connsiteX6447" fmla="*/ 49731153 w 58051775"/>
                <a:gd name="connsiteY6447" fmla="*/ 22712142 h 57949372"/>
                <a:gd name="connsiteX6448" fmla="*/ 49681816 w 58051775"/>
                <a:gd name="connsiteY6448" fmla="*/ 22599673 h 57949372"/>
                <a:gd name="connsiteX6449" fmla="*/ 49637949 w 58051775"/>
                <a:gd name="connsiteY6449" fmla="*/ 22498073 h 57949372"/>
                <a:gd name="connsiteX6450" fmla="*/ 49605662 w 58051775"/>
                <a:gd name="connsiteY6450" fmla="*/ 22364723 h 57949372"/>
                <a:gd name="connsiteX6451" fmla="*/ 49556360 w 58051775"/>
                <a:gd name="connsiteY6451" fmla="*/ 22237563 h 57949372"/>
                <a:gd name="connsiteX6452" fmla="*/ 49510239 w 58051775"/>
                <a:gd name="connsiteY6452" fmla="*/ 22122678 h 57949372"/>
                <a:gd name="connsiteX6453" fmla="*/ 49470061 w 58051775"/>
                <a:gd name="connsiteY6453" fmla="*/ 22011082 h 57949372"/>
                <a:gd name="connsiteX6454" fmla="*/ 49433044 w 58051775"/>
                <a:gd name="connsiteY6454" fmla="*/ 21905918 h 57949372"/>
                <a:gd name="connsiteX6455" fmla="*/ 49438572 w 58051775"/>
                <a:gd name="connsiteY6455" fmla="*/ 21746586 h 57949372"/>
                <a:gd name="connsiteX6456" fmla="*/ 49530476 w 58051775"/>
                <a:gd name="connsiteY6456" fmla="*/ 21685273 h 57949372"/>
                <a:gd name="connsiteX6457" fmla="*/ 49604438 w 58051775"/>
                <a:gd name="connsiteY6457" fmla="*/ 21723373 h 57949372"/>
                <a:gd name="connsiteX6458" fmla="*/ 49664688 w 58051775"/>
                <a:gd name="connsiteY6458" fmla="*/ 21806272 h 57949372"/>
                <a:gd name="connsiteX6459" fmla="*/ 49715581 w 58051775"/>
                <a:gd name="connsiteY6459" fmla="*/ 21892448 h 57949372"/>
                <a:gd name="connsiteX6460" fmla="*/ 49859976 w 58051775"/>
                <a:gd name="connsiteY6460" fmla="*/ 21918423 h 57949372"/>
                <a:gd name="connsiteX6461" fmla="*/ 50021184 w 58051775"/>
                <a:gd name="connsiteY6461" fmla="*/ 21861133 h 57949372"/>
                <a:gd name="connsiteX6462" fmla="*/ 50186077 w 58051775"/>
                <a:gd name="connsiteY6462" fmla="*/ 21814053 h 57949372"/>
                <a:gd name="connsiteX6463" fmla="*/ 50324419 w 58051775"/>
                <a:gd name="connsiteY6463" fmla="*/ 21776936 h 57949372"/>
                <a:gd name="connsiteX6464" fmla="*/ 50458203 w 58051775"/>
                <a:gd name="connsiteY6464" fmla="*/ 21730565 h 57949372"/>
                <a:gd name="connsiteX6465" fmla="*/ 50559242 w 58051775"/>
                <a:gd name="connsiteY6465" fmla="*/ 21691623 h 57949372"/>
                <a:gd name="connsiteX6466" fmla="*/ 50662107 w 58051775"/>
                <a:gd name="connsiteY6466" fmla="*/ 21651591 h 57949372"/>
                <a:gd name="connsiteX6467" fmla="*/ 50802051 w 58051775"/>
                <a:gd name="connsiteY6467" fmla="*/ 21602543 h 57949372"/>
                <a:gd name="connsiteX6468" fmla="*/ 50940040 w 58051775"/>
                <a:gd name="connsiteY6468" fmla="*/ 21555604 h 57949372"/>
                <a:gd name="connsiteX6469" fmla="*/ 51055397 w 58051775"/>
                <a:gd name="connsiteY6469" fmla="*/ 21509332 h 57949372"/>
                <a:gd name="connsiteX6470" fmla="*/ 51170804 w 58051775"/>
                <a:gd name="connsiteY6470" fmla="*/ 21466976 h 57949372"/>
                <a:gd name="connsiteX6471" fmla="*/ 51280397 w 58051775"/>
                <a:gd name="connsiteY6471" fmla="*/ 21424235 h 57949372"/>
                <a:gd name="connsiteX6472" fmla="*/ 51409357 w 58051775"/>
                <a:gd name="connsiteY6472" fmla="*/ 21375761 h 57949372"/>
                <a:gd name="connsiteX6473" fmla="*/ 51604418 w 58051775"/>
                <a:gd name="connsiteY6473" fmla="*/ 21321309 h 57949372"/>
                <a:gd name="connsiteX6474" fmla="*/ 51686763 w 58051775"/>
                <a:gd name="connsiteY6474" fmla="*/ 21280144 h 57949372"/>
                <a:gd name="connsiteX6475" fmla="*/ 51736422 w 58051775"/>
                <a:gd name="connsiteY6475" fmla="*/ 21213452 h 57949372"/>
                <a:gd name="connsiteX6476" fmla="*/ 51777902 w 58051775"/>
                <a:gd name="connsiteY6476" fmla="*/ 21099068 h 57949372"/>
                <a:gd name="connsiteX6477" fmla="*/ 51812594 w 58051775"/>
                <a:gd name="connsiteY6477" fmla="*/ 20908485 h 57949372"/>
                <a:gd name="connsiteX6478" fmla="*/ 51859499 w 58051775"/>
                <a:gd name="connsiteY6478" fmla="*/ 20897837 h 57949372"/>
                <a:gd name="connsiteX6479" fmla="*/ 16586716 w 58051775"/>
                <a:gd name="connsiteY6479" fmla="*/ 20893846 h 57949372"/>
                <a:gd name="connsiteX6480" fmla="*/ 16656612 w 58051775"/>
                <a:gd name="connsiteY6480" fmla="*/ 20893910 h 57949372"/>
                <a:gd name="connsiteX6481" fmla="*/ 16845120 w 58051775"/>
                <a:gd name="connsiteY6481" fmla="*/ 20997221 h 57949372"/>
                <a:gd name="connsiteX6482" fmla="*/ 16852088 w 58051775"/>
                <a:gd name="connsiteY6482" fmla="*/ 21288611 h 57949372"/>
                <a:gd name="connsiteX6483" fmla="*/ 16778800 w 58051775"/>
                <a:gd name="connsiteY6483" fmla="*/ 21359058 h 57949372"/>
                <a:gd name="connsiteX6484" fmla="*/ 16630392 w 58051775"/>
                <a:gd name="connsiteY6484" fmla="*/ 21392957 h 57949372"/>
                <a:gd name="connsiteX6485" fmla="*/ 16484600 w 58051775"/>
                <a:gd name="connsiteY6485" fmla="*/ 21335903 h 57949372"/>
                <a:gd name="connsiteX6486" fmla="*/ 16427452 w 58051775"/>
                <a:gd name="connsiteY6486" fmla="*/ 21285742 h 57949372"/>
                <a:gd name="connsiteX6487" fmla="*/ 16429312 w 58051775"/>
                <a:gd name="connsiteY6487" fmla="*/ 21183793 h 57949372"/>
                <a:gd name="connsiteX6488" fmla="*/ 16484688 w 58051775"/>
                <a:gd name="connsiteY6488" fmla="*/ 20997725 h 57949372"/>
                <a:gd name="connsiteX6489" fmla="*/ 16524272 w 58051775"/>
                <a:gd name="connsiteY6489" fmla="*/ 20943077 h 57949372"/>
                <a:gd name="connsiteX6490" fmla="*/ 16545904 w 58051775"/>
                <a:gd name="connsiteY6490" fmla="*/ 20900116 h 57949372"/>
                <a:gd name="connsiteX6491" fmla="*/ 16586716 w 58051775"/>
                <a:gd name="connsiteY6491" fmla="*/ 20893846 h 57949372"/>
                <a:gd name="connsiteX6492" fmla="*/ 15712624 w 58051775"/>
                <a:gd name="connsiteY6492" fmla="*/ 20891850 h 57949372"/>
                <a:gd name="connsiteX6493" fmla="*/ 15798800 w 58051775"/>
                <a:gd name="connsiteY6493" fmla="*/ 21053289 h 57949372"/>
                <a:gd name="connsiteX6494" fmla="*/ 15698696 w 58051775"/>
                <a:gd name="connsiteY6494" fmla="*/ 21222049 h 57949372"/>
                <a:gd name="connsiteX6495" fmla="*/ 15605652 w 58051775"/>
                <a:gd name="connsiteY6495" fmla="*/ 21187124 h 57949372"/>
                <a:gd name="connsiteX6496" fmla="*/ 15544800 w 58051775"/>
                <a:gd name="connsiteY6496" fmla="*/ 21037062 h 57949372"/>
                <a:gd name="connsiteX6497" fmla="*/ 15598772 w 58051775"/>
                <a:gd name="connsiteY6497" fmla="*/ 20941182 h 57949372"/>
                <a:gd name="connsiteX6498" fmla="*/ 15712624 w 58051775"/>
                <a:gd name="connsiteY6498" fmla="*/ 20891850 h 57949372"/>
                <a:gd name="connsiteX6499" fmla="*/ 17278624 w 58051775"/>
                <a:gd name="connsiteY6499" fmla="*/ 20891848 h 57949372"/>
                <a:gd name="connsiteX6500" fmla="*/ 17392456 w 58051775"/>
                <a:gd name="connsiteY6500" fmla="*/ 21014836 h 57949372"/>
                <a:gd name="connsiteX6501" fmla="*/ 17268064 w 58051775"/>
                <a:gd name="connsiteY6501" fmla="*/ 21126798 h 57949372"/>
                <a:gd name="connsiteX6502" fmla="*/ 17159652 w 58051775"/>
                <a:gd name="connsiteY6502" fmla="*/ 21115717 h 57949372"/>
                <a:gd name="connsiteX6503" fmla="*/ 17164772 w 58051775"/>
                <a:gd name="connsiteY6503" fmla="*/ 20920073 h 57949372"/>
                <a:gd name="connsiteX6504" fmla="*/ 17278624 w 58051775"/>
                <a:gd name="connsiteY6504" fmla="*/ 20891848 h 57949372"/>
                <a:gd name="connsiteX6505" fmla="*/ 41237594 w 58051775"/>
                <a:gd name="connsiteY6505" fmla="*/ 20891748 h 57949372"/>
                <a:gd name="connsiteX6506" fmla="*/ 41351206 w 58051775"/>
                <a:gd name="connsiteY6506" fmla="*/ 21026368 h 57949372"/>
                <a:gd name="connsiteX6507" fmla="*/ 41323852 w 58051775"/>
                <a:gd name="connsiteY6507" fmla="*/ 21115617 h 57949372"/>
                <a:gd name="connsiteX6508" fmla="*/ 41110548 w 58051775"/>
                <a:gd name="connsiteY6508" fmla="*/ 21114529 h 57949372"/>
                <a:gd name="connsiteX6509" fmla="*/ 41099780 w 58051775"/>
                <a:gd name="connsiteY6509" fmla="*/ 21020756 h 57949372"/>
                <a:gd name="connsiteX6510" fmla="*/ 41134248 w 58051775"/>
                <a:gd name="connsiteY6510" fmla="*/ 20915449 h 57949372"/>
                <a:gd name="connsiteX6511" fmla="*/ 41237594 w 58051775"/>
                <a:gd name="connsiteY6511" fmla="*/ 20891748 h 57949372"/>
                <a:gd name="connsiteX6512" fmla="*/ 13926904 w 58051775"/>
                <a:gd name="connsiteY6512" fmla="*/ 20883682 h 57949372"/>
                <a:gd name="connsiteX6513" fmla="*/ 14017636 w 58051775"/>
                <a:gd name="connsiteY6513" fmla="*/ 21003117 h 57949372"/>
                <a:gd name="connsiteX6514" fmla="*/ 13995604 w 58051775"/>
                <a:gd name="connsiteY6514" fmla="*/ 21120250 h 57949372"/>
                <a:gd name="connsiteX6515" fmla="*/ 13887388 w 58051775"/>
                <a:gd name="connsiteY6515" fmla="*/ 21143551 h 57949372"/>
                <a:gd name="connsiteX6516" fmla="*/ 13769184 w 58051775"/>
                <a:gd name="connsiteY6516" fmla="*/ 21014846 h 57949372"/>
                <a:gd name="connsiteX6517" fmla="*/ 13798296 w 58051775"/>
                <a:gd name="connsiteY6517" fmla="*/ 20909518 h 57949372"/>
                <a:gd name="connsiteX6518" fmla="*/ 13893056 w 58051775"/>
                <a:gd name="connsiteY6518" fmla="*/ 20885696 h 57949372"/>
                <a:gd name="connsiteX6519" fmla="*/ 13926904 w 58051775"/>
                <a:gd name="connsiteY6519" fmla="*/ 20883682 h 57949372"/>
                <a:gd name="connsiteX6520" fmla="*/ 40330798 w 58051775"/>
                <a:gd name="connsiteY6520" fmla="*/ 20883377 h 57949372"/>
                <a:gd name="connsiteX6521" fmla="*/ 40362220 w 58051775"/>
                <a:gd name="connsiteY6521" fmla="*/ 20885446 h 57949372"/>
                <a:gd name="connsiteX6522" fmla="*/ 40432072 w 58051775"/>
                <a:gd name="connsiteY6522" fmla="*/ 20906378 h 57949372"/>
                <a:gd name="connsiteX6523" fmla="*/ 40443152 w 58051775"/>
                <a:gd name="connsiteY6523" fmla="*/ 21010854 h 57949372"/>
                <a:gd name="connsiteX6524" fmla="*/ 40413898 w 58051775"/>
                <a:gd name="connsiteY6524" fmla="*/ 21124242 h 57949372"/>
                <a:gd name="connsiteX6525" fmla="*/ 40300052 w 58051775"/>
                <a:gd name="connsiteY6525" fmla="*/ 21130892 h 57949372"/>
                <a:gd name="connsiteX6526" fmla="*/ 40210688 w 58051775"/>
                <a:gd name="connsiteY6526" fmla="*/ 21081496 h 57949372"/>
                <a:gd name="connsiteX6527" fmla="*/ 40269172 w 58051775"/>
                <a:gd name="connsiteY6527" fmla="*/ 20910266 h 57949372"/>
                <a:gd name="connsiteX6528" fmla="*/ 40330798 w 58051775"/>
                <a:gd name="connsiteY6528" fmla="*/ 20883377 h 57949372"/>
                <a:gd name="connsiteX6529" fmla="*/ 15332856 w 58051775"/>
                <a:gd name="connsiteY6529" fmla="*/ 20883309 h 57949372"/>
                <a:gd name="connsiteX6530" fmla="*/ 15374624 w 58051775"/>
                <a:gd name="connsiteY6530" fmla="*/ 20888870 h 57949372"/>
                <a:gd name="connsiteX6531" fmla="*/ 15409928 w 58051775"/>
                <a:gd name="connsiteY6531" fmla="*/ 20932994 h 57949372"/>
                <a:gd name="connsiteX6532" fmla="*/ 15467340 w 58051775"/>
                <a:gd name="connsiteY6532" fmla="*/ 20986448 h 57949372"/>
                <a:gd name="connsiteX6533" fmla="*/ 15532100 w 58051775"/>
                <a:gd name="connsiteY6533" fmla="*/ 21199848 h 57949372"/>
                <a:gd name="connsiteX6534" fmla="*/ 15509876 w 58051775"/>
                <a:gd name="connsiteY6534" fmla="*/ 21295185 h 57949372"/>
                <a:gd name="connsiteX6535" fmla="*/ 15446232 w 58051775"/>
                <a:gd name="connsiteY6535" fmla="*/ 21353486 h 57949372"/>
                <a:gd name="connsiteX6536" fmla="*/ 15312884 w 58051775"/>
                <a:gd name="connsiteY6536" fmla="*/ 21398330 h 57949372"/>
                <a:gd name="connsiteX6537" fmla="*/ 15095552 w 58051775"/>
                <a:gd name="connsiteY6537" fmla="*/ 21329786 h 57949372"/>
                <a:gd name="connsiteX6538" fmla="*/ 15049004 w 58051775"/>
                <a:gd name="connsiteY6538" fmla="*/ 21250930 h 57949372"/>
                <a:gd name="connsiteX6539" fmla="*/ 15017616 w 58051775"/>
                <a:gd name="connsiteY6539" fmla="*/ 21095842 h 57949372"/>
                <a:gd name="connsiteX6540" fmla="*/ 15138896 w 58051775"/>
                <a:gd name="connsiteY6540" fmla="*/ 20907726 h 57949372"/>
                <a:gd name="connsiteX6541" fmla="*/ 15332856 w 58051775"/>
                <a:gd name="connsiteY6541" fmla="*/ 20883309 h 57949372"/>
                <a:gd name="connsiteX6542" fmla="*/ 43516854 w 58051775"/>
                <a:gd name="connsiteY6542" fmla="*/ 20618630 h 57949372"/>
                <a:gd name="connsiteX6543" fmla="*/ 43670248 w 58051775"/>
                <a:gd name="connsiteY6543" fmla="*/ 20649939 h 57949372"/>
                <a:gd name="connsiteX6544" fmla="*/ 43760602 w 58051775"/>
                <a:gd name="connsiteY6544" fmla="*/ 20707131 h 57949372"/>
                <a:gd name="connsiteX6545" fmla="*/ 43827276 w 58051775"/>
                <a:gd name="connsiteY6545" fmla="*/ 20763955 h 57949372"/>
                <a:gd name="connsiteX6546" fmla="*/ 43840402 w 58051775"/>
                <a:gd name="connsiteY6546" fmla="*/ 20896840 h 57949372"/>
                <a:gd name="connsiteX6547" fmla="*/ 43797924 w 58051775"/>
                <a:gd name="connsiteY6547" fmla="*/ 21047681 h 57949372"/>
                <a:gd name="connsiteX6548" fmla="*/ 43603160 w 58051775"/>
                <a:gd name="connsiteY6548" fmla="*/ 21126204 h 57949372"/>
                <a:gd name="connsiteX6549" fmla="*/ 43422800 w 58051775"/>
                <a:gd name="connsiteY6549" fmla="*/ 21081088 h 57949372"/>
                <a:gd name="connsiteX6550" fmla="*/ 43370732 w 58051775"/>
                <a:gd name="connsiteY6550" fmla="*/ 20998020 h 57949372"/>
                <a:gd name="connsiteX6551" fmla="*/ 43386376 w 58051775"/>
                <a:gd name="connsiteY6551" fmla="*/ 20733280 h 57949372"/>
                <a:gd name="connsiteX6552" fmla="*/ 43472102 w 58051775"/>
                <a:gd name="connsiteY6552" fmla="*/ 20626637 h 57949372"/>
                <a:gd name="connsiteX6553" fmla="*/ 43516854 w 58051775"/>
                <a:gd name="connsiteY6553" fmla="*/ 20618630 h 57949372"/>
                <a:gd name="connsiteX6554" fmla="*/ 40650970 w 58051775"/>
                <a:gd name="connsiteY6554" fmla="*/ 20461730 h 57949372"/>
                <a:gd name="connsiteX6555" fmla="*/ 40714248 w 58051775"/>
                <a:gd name="connsiteY6555" fmla="*/ 20498050 h 57949372"/>
                <a:gd name="connsiteX6556" fmla="*/ 40772688 w 58051775"/>
                <a:gd name="connsiteY6556" fmla="*/ 20536150 h 57949372"/>
                <a:gd name="connsiteX6557" fmla="*/ 40817802 w 58051775"/>
                <a:gd name="connsiteY6557" fmla="*/ 20678348 h 57949372"/>
                <a:gd name="connsiteX6558" fmla="*/ 40761768 w 58051775"/>
                <a:gd name="connsiteY6558" fmla="*/ 20811425 h 57949372"/>
                <a:gd name="connsiteX6559" fmla="*/ 40705734 w 58051775"/>
                <a:gd name="connsiteY6559" fmla="*/ 20867458 h 57949372"/>
                <a:gd name="connsiteX6560" fmla="*/ 40599920 w 58051775"/>
                <a:gd name="connsiteY6560" fmla="*/ 20857380 h 57949372"/>
                <a:gd name="connsiteX6561" fmla="*/ 40474980 w 58051775"/>
                <a:gd name="connsiteY6561" fmla="*/ 20807066 h 57949372"/>
                <a:gd name="connsiteX6562" fmla="*/ 40427276 w 58051775"/>
                <a:gd name="connsiteY6562" fmla="*/ 20745821 h 57949372"/>
                <a:gd name="connsiteX6563" fmla="*/ 40398702 w 58051775"/>
                <a:gd name="connsiteY6563" fmla="*/ 20658305 h 57949372"/>
                <a:gd name="connsiteX6564" fmla="*/ 40487602 w 58051775"/>
                <a:gd name="connsiteY6564" fmla="*/ 20523752 h 57949372"/>
                <a:gd name="connsiteX6565" fmla="*/ 40588508 w 58051775"/>
                <a:gd name="connsiteY6565" fmla="*/ 20485513 h 57949372"/>
                <a:gd name="connsiteX6566" fmla="*/ 40650970 w 58051775"/>
                <a:gd name="connsiteY6566" fmla="*/ 20461730 h 57949372"/>
                <a:gd name="connsiteX6567" fmla="*/ 44389170 w 58051775"/>
                <a:gd name="connsiteY6567" fmla="*/ 20447666 h 57949372"/>
                <a:gd name="connsiteX6568" fmla="*/ 44442934 w 58051775"/>
                <a:gd name="connsiteY6568" fmla="*/ 20475477 h 57949372"/>
                <a:gd name="connsiteX6569" fmla="*/ 44442745 w 58051775"/>
                <a:gd name="connsiteY6569" fmla="*/ 20757494 h 57949372"/>
                <a:gd name="connsiteX6570" fmla="*/ 44336087 w 58051775"/>
                <a:gd name="connsiteY6570" fmla="*/ 20764956 h 57949372"/>
                <a:gd name="connsiteX6571" fmla="*/ 44331176 w 58051775"/>
                <a:gd name="connsiteY6571" fmla="*/ 20466293 h 57949372"/>
                <a:gd name="connsiteX6572" fmla="*/ 44389170 w 58051775"/>
                <a:gd name="connsiteY6572" fmla="*/ 20447666 h 57949372"/>
                <a:gd name="connsiteX6573" fmla="*/ 42888852 w 58051775"/>
                <a:gd name="connsiteY6573" fmla="*/ 20447252 h 57949372"/>
                <a:gd name="connsiteX6574" fmla="*/ 42982580 w 58051775"/>
                <a:gd name="connsiteY6574" fmla="*/ 20455141 h 57949372"/>
                <a:gd name="connsiteX6575" fmla="*/ 43040302 w 58051775"/>
                <a:gd name="connsiteY6575" fmla="*/ 20673814 h 57949372"/>
                <a:gd name="connsiteX6576" fmla="*/ 42890804 w 58051775"/>
                <a:gd name="connsiteY6576" fmla="*/ 20865814 h 57949372"/>
                <a:gd name="connsiteX6577" fmla="*/ 42710102 w 58051775"/>
                <a:gd name="connsiteY6577" fmla="*/ 20662886 h 57949372"/>
                <a:gd name="connsiteX6578" fmla="*/ 42762888 w 58051775"/>
                <a:gd name="connsiteY6578" fmla="*/ 20509856 h 57949372"/>
                <a:gd name="connsiteX6579" fmla="*/ 42888852 w 58051775"/>
                <a:gd name="connsiteY6579" fmla="*/ 20447252 h 57949372"/>
                <a:gd name="connsiteX6580" fmla="*/ 14628968 w 58051775"/>
                <a:gd name="connsiteY6580" fmla="*/ 20440073 h 57949372"/>
                <a:gd name="connsiteX6581" fmla="*/ 14691708 w 58051775"/>
                <a:gd name="connsiteY6581" fmla="*/ 20441806 h 57949372"/>
                <a:gd name="connsiteX6582" fmla="*/ 14858892 w 58051775"/>
                <a:gd name="connsiteY6582" fmla="*/ 20483386 h 57949372"/>
                <a:gd name="connsiteX6583" fmla="*/ 14907940 w 58051775"/>
                <a:gd name="connsiteY6583" fmla="*/ 20746716 h 57949372"/>
                <a:gd name="connsiteX6584" fmla="*/ 14865800 w 58051775"/>
                <a:gd name="connsiteY6584" fmla="*/ 20871267 h 57949372"/>
                <a:gd name="connsiteX6585" fmla="*/ 14809560 w 58051775"/>
                <a:gd name="connsiteY6585" fmla="*/ 20920427 h 57949372"/>
                <a:gd name="connsiteX6586" fmla="*/ 14681740 w 58051775"/>
                <a:gd name="connsiteY6586" fmla="*/ 20955351 h 57949372"/>
                <a:gd name="connsiteX6587" fmla="*/ 14457808 w 58051775"/>
                <a:gd name="connsiteY6587" fmla="*/ 20838130 h 57949372"/>
                <a:gd name="connsiteX6588" fmla="*/ 14426728 w 58051775"/>
                <a:gd name="connsiteY6588" fmla="*/ 20644634 h 57949372"/>
                <a:gd name="connsiteX6589" fmla="*/ 14460404 w 58051775"/>
                <a:gd name="connsiteY6589" fmla="*/ 20569641 h 57949372"/>
                <a:gd name="connsiteX6590" fmla="*/ 14540612 w 58051775"/>
                <a:gd name="connsiteY6590" fmla="*/ 20453254 h 57949372"/>
                <a:gd name="connsiteX6591" fmla="*/ 14628968 w 58051775"/>
                <a:gd name="connsiteY6591" fmla="*/ 20440073 h 57949372"/>
                <a:gd name="connsiteX6592" fmla="*/ 42080312 w 58051775"/>
                <a:gd name="connsiteY6592" fmla="*/ 20358352 h 57949372"/>
                <a:gd name="connsiteX6593" fmla="*/ 42220318 w 58051775"/>
                <a:gd name="connsiteY6593" fmla="*/ 20424422 h 57949372"/>
                <a:gd name="connsiteX6594" fmla="*/ 42105330 w 58051775"/>
                <a:gd name="connsiteY6594" fmla="*/ 20599652 h 57949372"/>
                <a:gd name="connsiteX6595" fmla="*/ 41999348 w 58051775"/>
                <a:gd name="connsiteY6595" fmla="*/ 20575089 h 57949372"/>
                <a:gd name="connsiteX6596" fmla="*/ 41998588 w 58051775"/>
                <a:gd name="connsiteY6596" fmla="*/ 20390928 h 57949372"/>
                <a:gd name="connsiteX6597" fmla="*/ 42080312 w 58051775"/>
                <a:gd name="connsiteY6597" fmla="*/ 20358352 h 57949372"/>
                <a:gd name="connsiteX6598" fmla="*/ 16871500 w 58051775"/>
                <a:gd name="connsiteY6598" fmla="*/ 20353902 h 57949372"/>
                <a:gd name="connsiteX6599" fmla="*/ 16932840 w 58051775"/>
                <a:gd name="connsiteY6599" fmla="*/ 20393377 h 57949372"/>
                <a:gd name="connsiteX6600" fmla="*/ 16932848 w 58051775"/>
                <a:gd name="connsiteY6600" fmla="*/ 20463228 h 57949372"/>
                <a:gd name="connsiteX6601" fmla="*/ 16716656 w 58051775"/>
                <a:gd name="connsiteY6601" fmla="*/ 20489990 h 57949372"/>
                <a:gd name="connsiteX6602" fmla="*/ 16713928 w 58051775"/>
                <a:gd name="connsiteY6602" fmla="*/ 20382495 h 57949372"/>
                <a:gd name="connsiteX6603" fmla="*/ 16818576 w 58051775"/>
                <a:gd name="connsiteY6603" fmla="*/ 20354757 h 57949372"/>
                <a:gd name="connsiteX6604" fmla="*/ 16871500 w 58051775"/>
                <a:gd name="connsiteY6604" fmla="*/ 20353902 h 57949372"/>
                <a:gd name="connsiteX6605" fmla="*/ 41523746 w 58051775"/>
                <a:gd name="connsiteY6605" fmla="*/ 20352502 h 57949372"/>
                <a:gd name="connsiteX6606" fmla="*/ 41695468 w 58051775"/>
                <a:gd name="connsiteY6606" fmla="*/ 20482594 h 57949372"/>
                <a:gd name="connsiteX6607" fmla="*/ 41689276 w 58051775"/>
                <a:gd name="connsiteY6607" fmla="*/ 20730978 h 57949372"/>
                <a:gd name="connsiteX6608" fmla="*/ 41649172 w 58051775"/>
                <a:gd name="connsiteY6608" fmla="*/ 20762728 h 57949372"/>
                <a:gd name="connsiteX6609" fmla="*/ 41598992 w 58051775"/>
                <a:gd name="connsiteY6609" fmla="*/ 20815205 h 57949372"/>
                <a:gd name="connsiteX6610" fmla="*/ 41534516 w 58051775"/>
                <a:gd name="connsiteY6610" fmla="*/ 20862015 h 57949372"/>
                <a:gd name="connsiteX6611" fmla="*/ 41328628 w 58051775"/>
                <a:gd name="connsiteY6611" fmla="*/ 20803894 h 57949372"/>
                <a:gd name="connsiteX6612" fmla="*/ 41278034 w 58051775"/>
                <a:gd name="connsiteY6612" fmla="*/ 20636099 h 57949372"/>
                <a:gd name="connsiteX6613" fmla="*/ 41324036 w 58051775"/>
                <a:gd name="connsiteY6613" fmla="*/ 20535903 h 57949372"/>
                <a:gd name="connsiteX6614" fmla="*/ 41363904 w 58051775"/>
                <a:gd name="connsiteY6614" fmla="*/ 20481433 h 57949372"/>
                <a:gd name="connsiteX6615" fmla="*/ 41451728 w 58051775"/>
                <a:gd name="connsiteY6615" fmla="*/ 20370056 h 57949372"/>
                <a:gd name="connsiteX6616" fmla="*/ 41523746 w 58051775"/>
                <a:gd name="connsiteY6616" fmla="*/ 20352502 h 57949372"/>
                <a:gd name="connsiteX6617" fmla="*/ 16101560 w 58051775"/>
                <a:gd name="connsiteY6617" fmla="*/ 20262511 h 57949372"/>
                <a:gd name="connsiteX6618" fmla="*/ 16138840 w 58051775"/>
                <a:gd name="connsiteY6618" fmla="*/ 20264009 h 57949372"/>
                <a:gd name="connsiteX6619" fmla="*/ 16230916 w 58051775"/>
                <a:gd name="connsiteY6619" fmla="*/ 20302131 h 57949372"/>
                <a:gd name="connsiteX6620" fmla="*/ 16243304 w 58051775"/>
                <a:gd name="connsiteY6620" fmla="*/ 20409787 h 57949372"/>
                <a:gd name="connsiteX6621" fmla="*/ 16211092 w 58051775"/>
                <a:gd name="connsiteY6621" fmla="*/ 20505972 h 57949372"/>
                <a:gd name="connsiteX6622" fmla="*/ 16093616 w 58051775"/>
                <a:gd name="connsiteY6622" fmla="*/ 20512576 h 57949372"/>
                <a:gd name="connsiteX6623" fmla="*/ 15998828 w 58051775"/>
                <a:gd name="connsiteY6623" fmla="*/ 20482987 h 57949372"/>
                <a:gd name="connsiteX6624" fmla="*/ 16037720 w 58051775"/>
                <a:gd name="connsiteY6624" fmla="*/ 20276009 h 57949372"/>
                <a:gd name="connsiteX6625" fmla="*/ 16101560 w 58051775"/>
                <a:gd name="connsiteY6625" fmla="*/ 20262511 h 57949372"/>
                <a:gd name="connsiteX6626" fmla="*/ 43755118 w 58051775"/>
                <a:gd name="connsiteY6626" fmla="*/ 20201677 h 57949372"/>
                <a:gd name="connsiteX6627" fmla="*/ 43840402 w 58051775"/>
                <a:gd name="connsiteY6627" fmla="*/ 20228917 h 57949372"/>
                <a:gd name="connsiteX6628" fmla="*/ 43910252 w 58051775"/>
                <a:gd name="connsiteY6628" fmla="*/ 20263103 h 57949372"/>
                <a:gd name="connsiteX6629" fmla="*/ 43920332 w 58051775"/>
                <a:gd name="connsiteY6629" fmla="*/ 20369083 h 57949372"/>
                <a:gd name="connsiteX6630" fmla="*/ 43835672 w 58051775"/>
                <a:gd name="connsiteY6630" fmla="*/ 20504355 h 57949372"/>
                <a:gd name="connsiteX6631" fmla="*/ 43687424 w 58051775"/>
                <a:gd name="connsiteY6631" fmla="*/ 20407017 h 57949372"/>
                <a:gd name="connsiteX6632" fmla="*/ 43706764 w 58051775"/>
                <a:gd name="connsiteY6632" fmla="*/ 20236360 h 57949372"/>
                <a:gd name="connsiteX6633" fmla="*/ 43755118 w 58051775"/>
                <a:gd name="connsiteY6633" fmla="*/ 20201677 h 57949372"/>
                <a:gd name="connsiteX6634" fmla="*/ 38367608 w 58051775"/>
                <a:gd name="connsiteY6634" fmla="*/ 20181755 h 57949372"/>
                <a:gd name="connsiteX6635" fmla="*/ 38321156 w 58051775"/>
                <a:gd name="connsiteY6635" fmla="*/ 20209378 h 57949372"/>
                <a:gd name="connsiteX6636" fmla="*/ 38265528 w 58051775"/>
                <a:gd name="connsiteY6636" fmla="*/ 20276053 h 57949372"/>
                <a:gd name="connsiteX6637" fmla="*/ 38154454 w 58051775"/>
                <a:gd name="connsiteY6637" fmla="*/ 20463781 h 57949372"/>
                <a:gd name="connsiteX6638" fmla="*/ 38101300 w 58051775"/>
                <a:gd name="connsiteY6638" fmla="*/ 20529641 h 57949372"/>
                <a:gd name="connsiteX6639" fmla="*/ 38055972 w 58051775"/>
                <a:gd name="connsiteY6639" fmla="*/ 20598645 h 57949372"/>
                <a:gd name="connsiteX6640" fmla="*/ 38005612 w 58051775"/>
                <a:gd name="connsiteY6640" fmla="*/ 20673401 h 57949372"/>
                <a:gd name="connsiteX6641" fmla="*/ 37960784 w 58051775"/>
                <a:gd name="connsiteY6641" fmla="*/ 20731798 h 57949372"/>
                <a:gd name="connsiteX6642" fmla="*/ 37922240 w 58051775"/>
                <a:gd name="connsiteY6642" fmla="*/ 20784041 h 57949372"/>
                <a:gd name="connsiteX6643" fmla="*/ 37877892 w 58051775"/>
                <a:gd name="connsiteY6643" fmla="*/ 20853486 h 57949372"/>
                <a:gd name="connsiteX6644" fmla="*/ 37827402 w 58051775"/>
                <a:gd name="connsiteY6644" fmla="*/ 20934992 h 57949372"/>
                <a:gd name="connsiteX6645" fmla="*/ 37782848 w 58051775"/>
                <a:gd name="connsiteY6645" fmla="*/ 20998897 h 57949372"/>
                <a:gd name="connsiteX6646" fmla="*/ 37744440 w 58051775"/>
                <a:gd name="connsiteY6646" fmla="*/ 21050742 h 57949372"/>
                <a:gd name="connsiteX6647" fmla="*/ 37700472 w 58051775"/>
                <a:gd name="connsiteY6647" fmla="*/ 21119033 h 57949372"/>
                <a:gd name="connsiteX6648" fmla="*/ 37642500 w 58051775"/>
                <a:gd name="connsiteY6648" fmla="*/ 21207718 h 57949372"/>
                <a:gd name="connsiteX6649" fmla="*/ 37604702 w 58051775"/>
                <a:gd name="connsiteY6649" fmla="*/ 21260241 h 57949372"/>
                <a:gd name="connsiteX6650" fmla="*/ 37566602 w 58051775"/>
                <a:gd name="connsiteY6650" fmla="*/ 21328212 h 57949372"/>
                <a:gd name="connsiteX6651" fmla="*/ 37528502 w 58051775"/>
                <a:gd name="connsiteY6651" fmla="*/ 21383246 h 57949372"/>
                <a:gd name="connsiteX6652" fmla="*/ 37477702 w 58051775"/>
                <a:gd name="connsiteY6652" fmla="*/ 21447755 h 57949372"/>
                <a:gd name="connsiteX6653" fmla="*/ 37426902 w 58051775"/>
                <a:gd name="connsiteY6653" fmla="*/ 21524564 h 57949372"/>
                <a:gd name="connsiteX6654" fmla="*/ 37382452 w 58051775"/>
                <a:gd name="connsiteY6654" fmla="*/ 21594276 h 57949372"/>
                <a:gd name="connsiteX6655" fmla="*/ 37338002 w 58051775"/>
                <a:gd name="connsiteY6655" fmla="*/ 21658801 h 57949372"/>
                <a:gd name="connsiteX6656" fmla="*/ 37306124 w 58051775"/>
                <a:gd name="connsiteY6656" fmla="*/ 21702636 h 57949372"/>
                <a:gd name="connsiteX6657" fmla="*/ 37254232 w 58051775"/>
                <a:gd name="connsiteY6657" fmla="*/ 21775614 h 57949372"/>
                <a:gd name="connsiteX6658" fmla="*/ 37204534 w 58051775"/>
                <a:gd name="connsiteY6658" fmla="*/ 21846865 h 57949372"/>
                <a:gd name="connsiteX6659" fmla="*/ 37167028 w 58051775"/>
                <a:gd name="connsiteY6659" fmla="*/ 21905834 h 57949372"/>
                <a:gd name="connsiteX6660" fmla="*/ 37116240 w 58051775"/>
                <a:gd name="connsiteY6660" fmla="*/ 21981980 h 57949372"/>
                <a:gd name="connsiteX6661" fmla="*/ 37065280 w 58051775"/>
                <a:gd name="connsiteY6661" fmla="*/ 22058909 h 57949372"/>
                <a:gd name="connsiteX6662" fmla="*/ 37026196 w 58051775"/>
                <a:gd name="connsiteY6662" fmla="*/ 22124523 h 57949372"/>
                <a:gd name="connsiteX6663" fmla="*/ 36995102 w 58051775"/>
                <a:gd name="connsiteY6663" fmla="*/ 22171545 h 57949372"/>
                <a:gd name="connsiteX6664" fmla="*/ 36956630 w 58051775"/>
                <a:gd name="connsiteY6664" fmla="*/ 22227828 h 57949372"/>
                <a:gd name="connsiteX6665" fmla="*/ 36899672 w 58051775"/>
                <a:gd name="connsiteY6665" fmla="*/ 22302050 h 57949372"/>
                <a:gd name="connsiteX6666" fmla="*/ 36842894 w 58051775"/>
                <a:gd name="connsiteY6666" fmla="*/ 22365067 h 57949372"/>
                <a:gd name="connsiteX6667" fmla="*/ 36804602 w 58051775"/>
                <a:gd name="connsiteY6667" fmla="*/ 22422019 h 57949372"/>
                <a:gd name="connsiteX6668" fmla="*/ 36760152 w 58051775"/>
                <a:gd name="connsiteY6668" fmla="*/ 22504905 h 57949372"/>
                <a:gd name="connsiteX6669" fmla="*/ 36715702 w 58051775"/>
                <a:gd name="connsiteY6669" fmla="*/ 22569296 h 57949372"/>
                <a:gd name="connsiteX6670" fmla="*/ 36671252 w 58051775"/>
                <a:gd name="connsiteY6670" fmla="*/ 22620937 h 57949372"/>
                <a:gd name="connsiteX6671" fmla="*/ 36626802 w 58051775"/>
                <a:gd name="connsiteY6671" fmla="*/ 22684647 h 57949372"/>
                <a:gd name="connsiteX6672" fmla="*/ 36590588 w 58051775"/>
                <a:gd name="connsiteY6672" fmla="*/ 22740175 h 57949372"/>
                <a:gd name="connsiteX6673" fmla="*/ 36540052 w 58051775"/>
                <a:gd name="connsiteY6673" fmla="*/ 22820241 h 57949372"/>
                <a:gd name="connsiteX6674" fmla="*/ 36487366 w 58051775"/>
                <a:gd name="connsiteY6674" fmla="*/ 22896400 h 57949372"/>
                <a:gd name="connsiteX6675" fmla="*/ 36449002 w 58051775"/>
                <a:gd name="connsiteY6675" fmla="*/ 22949341 h 57949372"/>
                <a:gd name="connsiteX6676" fmla="*/ 36410902 w 58051775"/>
                <a:gd name="connsiteY6676" fmla="*/ 23017312 h 57949372"/>
                <a:gd name="connsiteX6677" fmla="*/ 36372802 w 58051775"/>
                <a:gd name="connsiteY6677" fmla="*/ 23072347 h 57949372"/>
                <a:gd name="connsiteX6678" fmla="*/ 36322002 w 58051775"/>
                <a:gd name="connsiteY6678" fmla="*/ 23136855 h 57949372"/>
                <a:gd name="connsiteX6679" fmla="*/ 36271202 w 58051775"/>
                <a:gd name="connsiteY6679" fmla="*/ 23208838 h 57949372"/>
                <a:gd name="connsiteX6680" fmla="*/ 36226752 w 58051775"/>
                <a:gd name="connsiteY6680" fmla="*/ 23272408 h 57949372"/>
                <a:gd name="connsiteX6681" fmla="*/ 36182302 w 58051775"/>
                <a:gd name="connsiteY6681" fmla="*/ 23342258 h 57949372"/>
                <a:gd name="connsiteX6682" fmla="*/ 36137852 w 58051775"/>
                <a:gd name="connsiteY6682" fmla="*/ 23412108 h 57949372"/>
                <a:gd name="connsiteX6683" fmla="*/ 36093402 w 58051775"/>
                <a:gd name="connsiteY6683" fmla="*/ 23475607 h 57949372"/>
                <a:gd name="connsiteX6684" fmla="*/ 36048952 w 58051775"/>
                <a:gd name="connsiteY6684" fmla="*/ 23539107 h 57949372"/>
                <a:gd name="connsiteX6685" fmla="*/ 36004502 w 58051775"/>
                <a:gd name="connsiteY6685" fmla="*/ 23604665 h 57949372"/>
                <a:gd name="connsiteX6686" fmla="*/ 35960052 w 58051775"/>
                <a:gd name="connsiteY6686" fmla="*/ 23674976 h 57949372"/>
                <a:gd name="connsiteX6687" fmla="*/ 35915602 w 58051775"/>
                <a:gd name="connsiteY6687" fmla="*/ 23742767 h 57949372"/>
                <a:gd name="connsiteX6688" fmla="*/ 35871152 w 58051775"/>
                <a:gd name="connsiteY6688" fmla="*/ 23805807 h 57949372"/>
                <a:gd name="connsiteX6689" fmla="*/ 35826702 w 58051775"/>
                <a:gd name="connsiteY6689" fmla="*/ 23873588 h 57949372"/>
                <a:gd name="connsiteX6690" fmla="*/ 35782252 w 58051775"/>
                <a:gd name="connsiteY6690" fmla="*/ 23940003 h 57949372"/>
                <a:gd name="connsiteX6691" fmla="*/ 35737802 w 58051775"/>
                <a:gd name="connsiteY6691" fmla="*/ 23998998 h 57949372"/>
                <a:gd name="connsiteX6692" fmla="*/ 35694672 w 58051775"/>
                <a:gd name="connsiteY6692" fmla="*/ 24047807 h 57949372"/>
                <a:gd name="connsiteX6693" fmla="*/ 35643678 w 58051775"/>
                <a:gd name="connsiteY6693" fmla="*/ 24122623 h 57949372"/>
                <a:gd name="connsiteX6694" fmla="*/ 35605280 w 58051775"/>
                <a:gd name="connsiteY6694" fmla="*/ 24193226 h 57949372"/>
                <a:gd name="connsiteX6695" fmla="*/ 35560228 w 58051775"/>
                <a:gd name="connsiteY6695" fmla="*/ 24256957 h 57949372"/>
                <a:gd name="connsiteX6696" fmla="*/ 35508408 w 58051775"/>
                <a:gd name="connsiteY6696" fmla="*/ 24319583 h 57949372"/>
                <a:gd name="connsiteX6697" fmla="*/ 35471102 w 58051775"/>
                <a:gd name="connsiteY6697" fmla="*/ 24371760 h 57949372"/>
                <a:gd name="connsiteX6698" fmla="*/ 35426652 w 58051775"/>
                <a:gd name="connsiteY6698" fmla="*/ 24440807 h 57949372"/>
                <a:gd name="connsiteX6699" fmla="*/ 35382202 w 58051775"/>
                <a:gd name="connsiteY6699" fmla="*/ 24511728 h 57949372"/>
                <a:gd name="connsiteX6700" fmla="*/ 35332676 w 58051775"/>
                <a:gd name="connsiteY6700" fmla="*/ 24572476 h 57949372"/>
                <a:gd name="connsiteX6701" fmla="*/ 35274100 w 58051775"/>
                <a:gd name="connsiteY6701" fmla="*/ 24638503 h 57949372"/>
                <a:gd name="connsiteX6702" fmla="*/ 35236750 w 58051775"/>
                <a:gd name="connsiteY6702" fmla="*/ 24702004 h 57949372"/>
                <a:gd name="connsiteX6703" fmla="*/ 35199284 w 58051775"/>
                <a:gd name="connsiteY6703" fmla="*/ 24779578 h 57949372"/>
                <a:gd name="connsiteX6704" fmla="*/ 35152808 w 58051775"/>
                <a:gd name="connsiteY6704" fmla="*/ 24852983 h 57949372"/>
                <a:gd name="connsiteX6705" fmla="*/ 35115502 w 58051775"/>
                <a:gd name="connsiteY6705" fmla="*/ 24898810 h 57949372"/>
                <a:gd name="connsiteX6706" fmla="*/ 35071052 w 58051775"/>
                <a:gd name="connsiteY6706" fmla="*/ 24961507 h 57949372"/>
                <a:gd name="connsiteX6707" fmla="*/ 35026602 w 58051775"/>
                <a:gd name="connsiteY6707" fmla="*/ 25031357 h 57949372"/>
                <a:gd name="connsiteX6708" fmla="*/ 34983604 w 58051775"/>
                <a:gd name="connsiteY6708" fmla="*/ 25099755 h 57949372"/>
                <a:gd name="connsiteX6709" fmla="*/ 34932004 w 58051775"/>
                <a:gd name="connsiteY6709" fmla="*/ 25169852 h 57949372"/>
                <a:gd name="connsiteX6710" fmla="*/ 34886102 w 58051775"/>
                <a:gd name="connsiteY6710" fmla="*/ 25234248 h 57949372"/>
                <a:gd name="connsiteX6711" fmla="*/ 34848802 w 58051775"/>
                <a:gd name="connsiteY6711" fmla="*/ 25295712 h 57949372"/>
                <a:gd name="connsiteX6712" fmla="*/ 34809028 w 58051775"/>
                <a:gd name="connsiteY6712" fmla="*/ 25344314 h 57949372"/>
                <a:gd name="connsiteX6713" fmla="*/ 34754088 w 58051775"/>
                <a:gd name="connsiteY6713" fmla="*/ 25422337 h 57949372"/>
                <a:gd name="connsiteX6714" fmla="*/ 34704964 w 58051775"/>
                <a:gd name="connsiteY6714" fmla="*/ 25502633 h 57949372"/>
                <a:gd name="connsiteX6715" fmla="*/ 34671002 w 58051775"/>
                <a:gd name="connsiteY6715" fmla="*/ 25553788 h 57949372"/>
                <a:gd name="connsiteX6716" fmla="*/ 34626552 w 58051775"/>
                <a:gd name="connsiteY6716" fmla="*/ 25627430 h 57949372"/>
                <a:gd name="connsiteX6717" fmla="*/ 34582102 w 58051775"/>
                <a:gd name="connsiteY6717" fmla="*/ 25690321 h 57949372"/>
                <a:gd name="connsiteX6718" fmla="*/ 34537992 w 58051775"/>
                <a:gd name="connsiteY6718" fmla="*/ 25737653 h 57949372"/>
                <a:gd name="connsiteX6719" fmla="*/ 34485980 w 58051775"/>
                <a:gd name="connsiteY6719" fmla="*/ 25813424 h 57949372"/>
                <a:gd name="connsiteX6720" fmla="*/ 34447908 w 58051775"/>
                <a:gd name="connsiteY6720" fmla="*/ 25883895 h 57949372"/>
                <a:gd name="connsiteX6721" fmla="*/ 34404568 w 58051775"/>
                <a:gd name="connsiteY6721" fmla="*/ 25952142 h 57949372"/>
                <a:gd name="connsiteX6722" fmla="*/ 34354380 w 58051775"/>
                <a:gd name="connsiteY6722" fmla="*/ 26013914 h 57949372"/>
                <a:gd name="connsiteX6723" fmla="*/ 34309226 w 58051775"/>
                <a:gd name="connsiteY6723" fmla="*/ 26072809 h 57949372"/>
                <a:gd name="connsiteX6724" fmla="*/ 34270648 w 58051775"/>
                <a:gd name="connsiteY6724" fmla="*/ 26129786 h 57949372"/>
                <a:gd name="connsiteX6725" fmla="*/ 34227192 w 58051775"/>
                <a:gd name="connsiteY6725" fmla="*/ 26198039 h 57949372"/>
                <a:gd name="connsiteX6726" fmla="*/ 34176998 w 58051775"/>
                <a:gd name="connsiteY6726" fmla="*/ 26273836 h 57949372"/>
                <a:gd name="connsiteX6727" fmla="*/ 34131552 w 58051775"/>
                <a:gd name="connsiteY6727" fmla="*/ 26338933 h 57949372"/>
                <a:gd name="connsiteX6728" fmla="*/ 34092848 w 58051775"/>
                <a:gd name="connsiteY6728" fmla="*/ 26396486 h 57949372"/>
                <a:gd name="connsiteX6729" fmla="*/ 34048882 w 58051775"/>
                <a:gd name="connsiteY6729" fmla="*/ 26466630 h 57949372"/>
                <a:gd name="connsiteX6730" fmla="*/ 33997614 w 58051775"/>
                <a:gd name="connsiteY6730" fmla="*/ 26543708 h 57949372"/>
                <a:gd name="connsiteX6731" fmla="*/ 33952528 w 58051775"/>
                <a:gd name="connsiteY6731" fmla="*/ 26599813 h 57949372"/>
                <a:gd name="connsiteX6732" fmla="*/ 33908048 w 58051775"/>
                <a:gd name="connsiteY6732" fmla="*/ 26656501 h 57949372"/>
                <a:gd name="connsiteX6733" fmla="*/ 33870902 w 58051775"/>
                <a:gd name="connsiteY6733" fmla="*/ 26714910 h 57949372"/>
                <a:gd name="connsiteX6734" fmla="*/ 33826916 w 58051775"/>
                <a:gd name="connsiteY6734" fmla="*/ 26789841 h 57949372"/>
                <a:gd name="connsiteX6735" fmla="*/ 33774656 w 58051775"/>
                <a:gd name="connsiteY6735" fmla="*/ 26866801 h 57949372"/>
                <a:gd name="connsiteX6736" fmla="*/ 33741608 w 58051775"/>
                <a:gd name="connsiteY6736" fmla="*/ 26913032 h 57949372"/>
                <a:gd name="connsiteX6737" fmla="*/ 33687450 w 58051775"/>
                <a:gd name="connsiteY6737" fmla="*/ 26973020 h 57949372"/>
                <a:gd name="connsiteX6738" fmla="*/ 33631792 w 58051775"/>
                <a:gd name="connsiteY6738" fmla="*/ 27056272 h 57949372"/>
                <a:gd name="connsiteX6739" fmla="*/ 33597932 w 58051775"/>
                <a:gd name="connsiteY6739" fmla="*/ 27127336 h 57949372"/>
                <a:gd name="connsiteX6740" fmla="*/ 33552822 w 58051775"/>
                <a:gd name="connsiteY6740" fmla="*/ 27189622 h 57949372"/>
                <a:gd name="connsiteX6741" fmla="*/ 33515302 w 58051775"/>
                <a:gd name="connsiteY6741" fmla="*/ 27241516 h 57949372"/>
                <a:gd name="connsiteX6742" fmla="*/ 33461328 w 58051775"/>
                <a:gd name="connsiteY6742" fmla="*/ 27318716 h 57949372"/>
                <a:gd name="connsiteX6743" fmla="*/ 33323490 w 58051775"/>
                <a:gd name="connsiteY6743" fmla="*/ 27497760 h 57949372"/>
                <a:gd name="connsiteX6744" fmla="*/ 33278624 w 58051775"/>
                <a:gd name="connsiteY6744" fmla="*/ 27575612 h 57949372"/>
                <a:gd name="connsiteX6745" fmla="*/ 33240948 w 58051775"/>
                <a:gd name="connsiteY6745" fmla="*/ 27655428 h 57949372"/>
                <a:gd name="connsiteX6746" fmla="*/ 33197372 w 58051775"/>
                <a:gd name="connsiteY6746" fmla="*/ 27705776 h 57949372"/>
                <a:gd name="connsiteX6747" fmla="*/ 33153832 w 58051775"/>
                <a:gd name="connsiteY6747" fmla="*/ 27760520 h 57949372"/>
                <a:gd name="connsiteX6748" fmla="*/ 33108322 w 58051775"/>
                <a:gd name="connsiteY6748" fmla="*/ 27824622 h 57949372"/>
                <a:gd name="connsiteX6749" fmla="*/ 33070802 w 58051775"/>
                <a:gd name="connsiteY6749" fmla="*/ 27885196 h 57949372"/>
                <a:gd name="connsiteX6750" fmla="*/ 33021572 w 58051775"/>
                <a:gd name="connsiteY6750" fmla="*/ 27951492 h 57949372"/>
                <a:gd name="connsiteX6751" fmla="*/ 32968988 w 58051775"/>
                <a:gd name="connsiteY6751" fmla="*/ 28022800 h 57949372"/>
                <a:gd name="connsiteX6752" fmla="*/ 32929320 w 58051775"/>
                <a:gd name="connsiteY6752" fmla="*/ 28094568 h 57949372"/>
                <a:gd name="connsiteX6753" fmla="*/ 32893002 w 58051775"/>
                <a:gd name="connsiteY6753" fmla="*/ 28155652 h 57949372"/>
                <a:gd name="connsiteX6754" fmla="*/ 32842202 w 58051775"/>
                <a:gd name="connsiteY6754" fmla="*/ 28232604 h 57949372"/>
                <a:gd name="connsiteX6755" fmla="*/ 32791402 w 58051775"/>
                <a:gd name="connsiteY6755" fmla="*/ 28299564 h 57949372"/>
                <a:gd name="connsiteX6756" fmla="*/ 32753302 w 58051775"/>
                <a:gd name="connsiteY6756" fmla="*/ 28344894 h 57949372"/>
                <a:gd name="connsiteX6757" fmla="*/ 32715202 w 58051775"/>
                <a:gd name="connsiteY6757" fmla="*/ 28404856 h 57949372"/>
                <a:gd name="connsiteX6758" fmla="*/ 32670932 w 58051775"/>
                <a:gd name="connsiteY6758" fmla="*/ 28480920 h 57949372"/>
                <a:gd name="connsiteX6759" fmla="*/ 32619180 w 58051775"/>
                <a:gd name="connsiteY6759" fmla="*/ 28555012 h 57949372"/>
                <a:gd name="connsiteX6760" fmla="*/ 32574548 w 58051775"/>
                <a:gd name="connsiteY6760" fmla="*/ 28612300 h 57949372"/>
                <a:gd name="connsiteX6761" fmla="*/ 32537402 w 58051775"/>
                <a:gd name="connsiteY6761" fmla="*/ 28664748 h 57949372"/>
                <a:gd name="connsiteX6762" fmla="*/ 32493854 w 58051775"/>
                <a:gd name="connsiteY6762" fmla="*/ 28737930 h 57949372"/>
                <a:gd name="connsiteX6763" fmla="*/ 32442102 w 58051775"/>
                <a:gd name="connsiteY6763" fmla="*/ 28818834 h 57949372"/>
                <a:gd name="connsiteX6764" fmla="*/ 32396748 w 58051775"/>
                <a:gd name="connsiteY6764" fmla="*/ 28879000 h 57949372"/>
                <a:gd name="connsiteX6765" fmla="*/ 32359602 w 58051775"/>
                <a:gd name="connsiteY6765" fmla="*/ 28930712 h 57949372"/>
                <a:gd name="connsiteX6766" fmla="*/ 32308802 w 58051775"/>
                <a:gd name="connsiteY6766" fmla="*/ 29013152 h 57949372"/>
                <a:gd name="connsiteX6767" fmla="*/ 32258002 w 58051775"/>
                <a:gd name="connsiteY6767" fmla="*/ 29087748 h 57949372"/>
                <a:gd name="connsiteX6768" fmla="*/ 32219902 w 58051775"/>
                <a:gd name="connsiteY6768" fmla="*/ 29140152 h 57949372"/>
                <a:gd name="connsiteX6769" fmla="*/ 32181802 w 58051775"/>
                <a:gd name="connsiteY6769" fmla="*/ 29194964 h 57949372"/>
                <a:gd name="connsiteX6770" fmla="*/ 32137674 w 58051775"/>
                <a:gd name="connsiteY6770" fmla="*/ 29262116 h 57949372"/>
                <a:gd name="connsiteX6771" fmla="*/ 32085386 w 58051775"/>
                <a:gd name="connsiteY6771" fmla="*/ 29343476 h 57949372"/>
                <a:gd name="connsiteX6772" fmla="*/ 32040186 w 58051775"/>
                <a:gd name="connsiteY6772" fmla="*/ 29395140 h 57949372"/>
                <a:gd name="connsiteX6773" fmla="*/ 31995922 w 58051775"/>
                <a:gd name="connsiteY6773" fmla="*/ 29450424 h 57949372"/>
                <a:gd name="connsiteX6774" fmla="*/ 31951900 w 58051775"/>
                <a:gd name="connsiteY6774" fmla="*/ 29513756 h 57949372"/>
                <a:gd name="connsiteX6775" fmla="*/ 31915102 w 58051775"/>
                <a:gd name="connsiteY6775" fmla="*/ 29572836 h 57949372"/>
                <a:gd name="connsiteX6776" fmla="*/ 31864302 w 58051775"/>
                <a:gd name="connsiteY6776" fmla="*/ 29654502 h 57949372"/>
                <a:gd name="connsiteX6777" fmla="*/ 31813502 w 58051775"/>
                <a:gd name="connsiteY6777" fmla="*/ 29727812 h 57949372"/>
                <a:gd name="connsiteX6778" fmla="*/ 31776962 w 58051775"/>
                <a:gd name="connsiteY6778" fmla="*/ 29778344 h 57949372"/>
                <a:gd name="connsiteX6779" fmla="*/ 31732034 w 58051775"/>
                <a:gd name="connsiteY6779" fmla="*/ 29850056 h 57949372"/>
                <a:gd name="connsiteX6780" fmla="*/ 31686056 w 58051775"/>
                <a:gd name="connsiteY6780" fmla="*/ 29921520 h 57949372"/>
                <a:gd name="connsiteX6781" fmla="*/ 31640668 w 58051775"/>
                <a:gd name="connsiteY6781" fmla="*/ 29979336 h 57949372"/>
                <a:gd name="connsiteX6782" fmla="*/ 31597840 w 58051775"/>
                <a:gd name="connsiteY6782" fmla="*/ 30035332 h 57949372"/>
                <a:gd name="connsiteX6783" fmla="*/ 31554556 w 58051775"/>
                <a:gd name="connsiteY6783" fmla="*/ 30101500 h 57949372"/>
                <a:gd name="connsiteX6784" fmla="*/ 31509006 w 58051775"/>
                <a:gd name="connsiteY6784" fmla="*/ 30176796 h 57949372"/>
                <a:gd name="connsiteX6785" fmla="*/ 31456772 w 58051775"/>
                <a:gd name="connsiteY6785" fmla="*/ 30240662 h 57949372"/>
                <a:gd name="connsiteX6786" fmla="*/ 31411778 w 58051775"/>
                <a:gd name="connsiteY6786" fmla="*/ 30311012 h 57949372"/>
                <a:gd name="connsiteX6787" fmla="*/ 31381702 w 58051775"/>
                <a:gd name="connsiteY6787" fmla="*/ 30368846 h 57949372"/>
                <a:gd name="connsiteX6788" fmla="*/ 31337838 w 58051775"/>
                <a:gd name="connsiteY6788" fmla="*/ 30428637 h 57949372"/>
                <a:gd name="connsiteX6789" fmla="*/ 31286068 w 58051775"/>
                <a:gd name="connsiteY6789" fmla="*/ 30507152 h 57949372"/>
                <a:gd name="connsiteX6790" fmla="*/ 31241032 w 58051775"/>
                <a:gd name="connsiteY6790" fmla="*/ 30569592 h 57949372"/>
                <a:gd name="connsiteX6791" fmla="*/ 31203902 w 58051775"/>
                <a:gd name="connsiteY6791" fmla="*/ 30619796 h 57949372"/>
                <a:gd name="connsiteX6792" fmla="*/ 31153102 w 58051775"/>
                <a:gd name="connsiteY6792" fmla="*/ 30702252 h 57949372"/>
                <a:gd name="connsiteX6793" fmla="*/ 31102302 w 58051775"/>
                <a:gd name="connsiteY6793" fmla="*/ 30777010 h 57949372"/>
                <a:gd name="connsiteX6794" fmla="*/ 31062952 w 58051775"/>
                <a:gd name="connsiteY6794" fmla="*/ 30817512 h 57949372"/>
                <a:gd name="connsiteX6795" fmla="*/ 31011166 w 58051775"/>
                <a:gd name="connsiteY6795" fmla="*/ 30894948 h 57949372"/>
                <a:gd name="connsiteX6796" fmla="*/ 30980018 w 58051775"/>
                <a:gd name="connsiteY6796" fmla="*/ 30955124 h 57949372"/>
                <a:gd name="connsiteX6797" fmla="*/ 30936938 w 58051775"/>
                <a:gd name="connsiteY6797" fmla="*/ 31017388 h 57949372"/>
                <a:gd name="connsiteX6798" fmla="*/ 30880148 w 58051775"/>
                <a:gd name="connsiteY6798" fmla="*/ 31087248 h 57949372"/>
                <a:gd name="connsiteX6799" fmla="*/ 30840360 w 58051775"/>
                <a:gd name="connsiteY6799" fmla="*/ 31138836 h 57949372"/>
                <a:gd name="connsiteX6800" fmla="*/ 30797972 w 58051775"/>
                <a:gd name="connsiteY6800" fmla="*/ 31201546 h 57949372"/>
                <a:gd name="connsiteX6801" fmla="*/ 30754658 w 58051775"/>
                <a:gd name="connsiteY6801" fmla="*/ 31268896 h 57949372"/>
                <a:gd name="connsiteX6802" fmla="*/ 30702084 w 58051775"/>
                <a:gd name="connsiteY6802" fmla="*/ 31350916 h 57949372"/>
                <a:gd name="connsiteX6803" fmla="*/ 30657802 w 58051775"/>
                <a:gd name="connsiteY6803" fmla="*/ 31417476 h 57949372"/>
                <a:gd name="connsiteX6804" fmla="*/ 30621148 w 58051775"/>
                <a:gd name="connsiteY6804" fmla="*/ 31469572 h 57949372"/>
                <a:gd name="connsiteX6805" fmla="*/ 30576220 w 58051775"/>
                <a:gd name="connsiteY6805" fmla="*/ 31539764 h 57949372"/>
                <a:gd name="connsiteX6806" fmla="*/ 30531240 w 58051775"/>
                <a:gd name="connsiteY6806" fmla="*/ 31609992 h 57949372"/>
                <a:gd name="connsiteX6807" fmla="*/ 30472772 w 58051775"/>
                <a:gd name="connsiteY6807" fmla="*/ 31677192 h 57949372"/>
                <a:gd name="connsiteX6808" fmla="*/ 30342962 w 58051775"/>
                <a:gd name="connsiteY6808" fmla="*/ 31866160 h 57949372"/>
                <a:gd name="connsiteX6809" fmla="*/ 30302980 w 58051775"/>
                <a:gd name="connsiteY6809" fmla="*/ 31944492 h 57949372"/>
                <a:gd name="connsiteX6810" fmla="*/ 30257110 w 58051775"/>
                <a:gd name="connsiteY6810" fmla="*/ 32009604 h 57949372"/>
                <a:gd name="connsiteX6811" fmla="*/ 30226002 w 58051775"/>
                <a:gd name="connsiteY6811" fmla="*/ 32047972 h 57949372"/>
                <a:gd name="connsiteX6812" fmla="*/ 30175202 w 58051775"/>
                <a:gd name="connsiteY6812" fmla="*/ 32124652 h 57949372"/>
                <a:gd name="connsiteX6813" fmla="*/ 30124402 w 58051775"/>
                <a:gd name="connsiteY6813" fmla="*/ 32202341 h 57949372"/>
                <a:gd name="connsiteX6814" fmla="*/ 30081408 w 58051775"/>
                <a:gd name="connsiteY6814" fmla="*/ 32249192 h 57949372"/>
                <a:gd name="connsiteX6815" fmla="*/ 30029208 w 58051775"/>
                <a:gd name="connsiteY6815" fmla="*/ 32308802 h 57949372"/>
                <a:gd name="connsiteX6816" fmla="*/ 29984454 w 58051775"/>
                <a:gd name="connsiteY6816" fmla="*/ 32378653 h 57949372"/>
                <a:gd name="connsiteX6817" fmla="*/ 29928660 w 58051775"/>
                <a:gd name="connsiteY6817" fmla="*/ 32461202 h 57949372"/>
                <a:gd name="connsiteX6818" fmla="*/ 29811532 w 58051775"/>
                <a:gd name="connsiteY6818" fmla="*/ 32631678 h 57949372"/>
                <a:gd name="connsiteX6819" fmla="*/ 29775836 w 58051775"/>
                <a:gd name="connsiteY6819" fmla="*/ 32709660 h 57949372"/>
                <a:gd name="connsiteX6820" fmla="*/ 29723620 w 58051775"/>
                <a:gd name="connsiteY6820" fmla="*/ 32770208 h 57949372"/>
                <a:gd name="connsiteX6821" fmla="*/ 29672948 w 58051775"/>
                <a:gd name="connsiteY6821" fmla="*/ 32831639 h 57949372"/>
                <a:gd name="connsiteX6822" fmla="*/ 29636572 w 58051775"/>
                <a:gd name="connsiteY6822" fmla="*/ 32897452 h 57949372"/>
                <a:gd name="connsiteX6823" fmla="*/ 29598944 w 58051775"/>
                <a:gd name="connsiteY6823" fmla="*/ 32958068 h 57949372"/>
                <a:gd name="connsiteX6824" fmla="*/ 29546384 w 58051775"/>
                <a:gd name="connsiteY6824" fmla="*/ 33040016 h 57949372"/>
                <a:gd name="connsiteX6825" fmla="*/ 29502102 w 58051775"/>
                <a:gd name="connsiteY6825" fmla="*/ 33106576 h 57949372"/>
                <a:gd name="connsiteX6826" fmla="*/ 29465448 w 58051775"/>
                <a:gd name="connsiteY6826" fmla="*/ 33158673 h 57949372"/>
                <a:gd name="connsiteX6827" fmla="*/ 29420412 w 58051775"/>
                <a:gd name="connsiteY6827" fmla="*/ 33229440 h 57949372"/>
                <a:gd name="connsiteX6828" fmla="*/ 29374776 w 58051775"/>
                <a:gd name="connsiteY6828" fmla="*/ 33301650 h 57949372"/>
                <a:gd name="connsiteX6829" fmla="*/ 29316416 w 58051775"/>
                <a:gd name="connsiteY6829" fmla="*/ 33368272 h 57949372"/>
                <a:gd name="connsiteX6830" fmla="*/ 29246380 w 58051775"/>
                <a:gd name="connsiteY6830" fmla="*/ 33474660 h 57949372"/>
                <a:gd name="connsiteX6831" fmla="*/ 29146502 w 58051775"/>
                <a:gd name="connsiteY6831" fmla="*/ 33631360 h 57949372"/>
                <a:gd name="connsiteX6832" fmla="*/ 29108402 w 58051775"/>
                <a:gd name="connsiteY6832" fmla="*/ 33690729 h 57949372"/>
                <a:gd name="connsiteX6833" fmla="*/ 29070302 w 58051775"/>
                <a:gd name="connsiteY6833" fmla="*/ 33739609 h 57949372"/>
                <a:gd name="connsiteX6834" fmla="*/ 29019502 w 58051775"/>
                <a:gd name="connsiteY6834" fmla="*/ 33813752 h 57949372"/>
                <a:gd name="connsiteX6835" fmla="*/ 28968704 w 58051775"/>
                <a:gd name="connsiteY6835" fmla="*/ 33890302 h 57949372"/>
                <a:gd name="connsiteX6836" fmla="*/ 28924254 w 58051775"/>
                <a:gd name="connsiteY6836" fmla="*/ 33952606 h 57949372"/>
                <a:gd name="connsiteX6837" fmla="*/ 28879804 w 58051775"/>
                <a:gd name="connsiteY6837" fmla="*/ 34020664 h 57949372"/>
                <a:gd name="connsiteX6838" fmla="*/ 28839980 w 58051775"/>
                <a:gd name="connsiteY6838" fmla="*/ 34068712 h 57949372"/>
                <a:gd name="connsiteX6839" fmla="*/ 28782974 w 58051775"/>
                <a:gd name="connsiteY6839" fmla="*/ 34151800 h 57949372"/>
                <a:gd name="connsiteX6840" fmla="*/ 28747966 w 58051775"/>
                <a:gd name="connsiteY6840" fmla="*/ 34225247 h 57949372"/>
                <a:gd name="connsiteX6841" fmla="*/ 28709452 w 58051775"/>
                <a:gd name="connsiteY6841" fmla="*/ 34268200 h 57949372"/>
                <a:gd name="connsiteX6842" fmla="*/ 28659930 w 58051775"/>
                <a:gd name="connsiteY6842" fmla="*/ 34322823 h 57949372"/>
                <a:gd name="connsiteX6843" fmla="*/ 28615058 w 58051775"/>
                <a:gd name="connsiteY6843" fmla="*/ 34402781 h 57949372"/>
                <a:gd name="connsiteX6844" fmla="*/ 28568338 w 58051775"/>
                <a:gd name="connsiteY6844" fmla="*/ 34470258 h 57949372"/>
                <a:gd name="connsiteX6845" fmla="*/ 28523928 w 58051775"/>
                <a:gd name="connsiteY6845" fmla="*/ 34525784 h 57949372"/>
                <a:gd name="connsiteX6846" fmla="*/ 28479702 w 58051775"/>
                <a:gd name="connsiteY6846" fmla="*/ 34587318 h 57949372"/>
                <a:gd name="connsiteX6847" fmla="*/ 28440688 w 58051775"/>
                <a:gd name="connsiteY6847" fmla="*/ 34652628 h 57949372"/>
                <a:gd name="connsiteX6848" fmla="*/ 28395904 w 58051775"/>
                <a:gd name="connsiteY6848" fmla="*/ 34724768 h 57949372"/>
                <a:gd name="connsiteX6849" fmla="*/ 28346024 w 58051775"/>
                <a:gd name="connsiteY6849" fmla="*/ 34792809 h 57949372"/>
                <a:gd name="connsiteX6850" fmla="*/ 28301902 w 58051775"/>
                <a:gd name="connsiteY6850" fmla="*/ 34854016 h 57949372"/>
                <a:gd name="connsiteX6851" fmla="*/ 28262888 w 58051775"/>
                <a:gd name="connsiteY6851" fmla="*/ 34919328 h 57949372"/>
                <a:gd name="connsiteX6852" fmla="*/ 28217582 w 58051775"/>
                <a:gd name="connsiteY6852" fmla="*/ 34991856 h 57949372"/>
                <a:gd name="connsiteX6853" fmla="*/ 28165934 w 58051775"/>
                <a:gd name="connsiteY6853" fmla="*/ 35068609 h 57949372"/>
                <a:gd name="connsiteX6854" fmla="*/ 28133906 w 58051775"/>
                <a:gd name="connsiteY6854" fmla="*/ 35124742 h 57949372"/>
                <a:gd name="connsiteX6855" fmla="*/ 28091698 w 58051775"/>
                <a:gd name="connsiteY6855" fmla="*/ 35180383 h 57949372"/>
                <a:gd name="connsiteX6856" fmla="*/ 28035206 w 58051775"/>
                <a:gd name="connsiteY6856" fmla="*/ 35250048 h 57949372"/>
                <a:gd name="connsiteX6857" fmla="*/ 27990802 w 58051775"/>
                <a:gd name="connsiteY6857" fmla="*/ 35318703 h 57949372"/>
                <a:gd name="connsiteX6858" fmla="*/ 27946234 w 58051775"/>
                <a:gd name="connsiteY6858" fmla="*/ 35387462 h 57949372"/>
                <a:gd name="connsiteX6859" fmla="*/ 27914604 w 58051775"/>
                <a:gd name="connsiteY6859" fmla="*/ 35426172 h 57949372"/>
                <a:gd name="connsiteX6860" fmla="*/ 27863802 w 58051775"/>
                <a:gd name="connsiteY6860" fmla="*/ 35502852 h 57949372"/>
                <a:gd name="connsiteX6861" fmla="*/ 27813002 w 58051775"/>
                <a:gd name="connsiteY6861" fmla="*/ 35580249 h 57949372"/>
                <a:gd name="connsiteX6862" fmla="*/ 27768552 w 58051775"/>
                <a:gd name="connsiteY6862" fmla="*/ 35643398 h 57949372"/>
                <a:gd name="connsiteX6863" fmla="*/ 27724102 w 58051775"/>
                <a:gd name="connsiteY6863" fmla="*/ 35712728 h 57949372"/>
                <a:gd name="connsiteX6864" fmla="*/ 27686380 w 58051775"/>
                <a:gd name="connsiteY6864" fmla="*/ 35771216 h 57949372"/>
                <a:gd name="connsiteX6865" fmla="*/ 27627508 w 58051775"/>
                <a:gd name="connsiteY6865" fmla="*/ 35860216 h 57949372"/>
                <a:gd name="connsiteX6866" fmla="*/ 27595638 w 58051775"/>
                <a:gd name="connsiteY6866" fmla="*/ 35915603 h 57949372"/>
                <a:gd name="connsiteX6867" fmla="*/ 27557682 w 58051775"/>
                <a:gd name="connsiteY6867" fmla="*/ 35968993 h 57949372"/>
                <a:gd name="connsiteX6868" fmla="*/ 27501992 w 58051775"/>
                <a:gd name="connsiteY6868" fmla="*/ 36044760 h 57949372"/>
                <a:gd name="connsiteX6869" fmla="*/ 27458328 w 58051775"/>
                <a:gd name="connsiteY6869" fmla="*/ 36103870 h 57949372"/>
                <a:gd name="connsiteX6870" fmla="*/ 27406392 w 58051775"/>
                <a:gd name="connsiteY6870" fmla="*/ 36167748 h 57949372"/>
                <a:gd name="connsiteX6871" fmla="*/ 27361136 w 58051775"/>
                <a:gd name="connsiteY6871" fmla="*/ 36240412 h 57949372"/>
                <a:gd name="connsiteX6872" fmla="*/ 27335480 w 58051775"/>
                <a:gd name="connsiteY6872" fmla="*/ 36292497 h 57949372"/>
                <a:gd name="connsiteX6873" fmla="*/ 27280052 w 58051775"/>
                <a:gd name="connsiteY6873" fmla="*/ 36361332 h 57949372"/>
                <a:gd name="connsiteX6874" fmla="*/ 27228468 w 58051775"/>
                <a:gd name="connsiteY6874" fmla="*/ 36423602 h 57949372"/>
                <a:gd name="connsiteX6875" fmla="*/ 27191084 w 58051775"/>
                <a:gd name="connsiteY6875" fmla="*/ 36479860 h 57949372"/>
                <a:gd name="connsiteX6876" fmla="*/ 27142972 w 58051775"/>
                <a:gd name="connsiteY6876" fmla="*/ 36548960 h 57949372"/>
                <a:gd name="connsiteX6877" fmla="*/ 27103720 w 58051775"/>
                <a:gd name="connsiteY6877" fmla="*/ 36612716 h 57949372"/>
                <a:gd name="connsiteX6878" fmla="*/ 27051160 w 58051775"/>
                <a:gd name="connsiteY6878" fmla="*/ 36690190 h 57949372"/>
                <a:gd name="connsiteX6879" fmla="*/ 27005556 w 58051775"/>
                <a:gd name="connsiteY6879" fmla="*/ 36760988 h 57949372"/>
                <a:gd name="connsiteX6880" fmla="*/ 26968872 w 58051775"/>
                <a:gd name="connsiteY6880" fmla="*/ 36814436 h 57949372"/>
                <a:gd name="connsiteX6881" fmla="*/ 26920384 w 58051775"/>
                <a:gd name="connsiteY6881" fmla="*/ 36861752 h 57949372"/>
                <a:gd name="connsiteX6882" fmla="*/ 26868664 w 58051775"/>
                <a:gd name="connsiteY6882" fmla="*/ 36941282 h 57949372"/>
                <a:gd name="connsiteX6883" fmla="*/ 26828720 w 58051775"/>
                <a:gd name="connsiteY6883" fmla="*/ 37020656 h 57949372"/>
                <a:gd name="connsiteX6884" fmla="*/ 26808696 w 58051775"/>
                <a:gd name="connsiteY6884" fmla="*/ 37058600 h 57949372"/>
                <a:gd name="connsiteX6885" fmla="*/ 26746200 w 58051775"/>
                <a:gd name="connsiteY6885" fmla="*/ 37138660 h 57949372"/>
                <a:gd name="connsiteX6886" fmla="*/ 26701752 w 58051775"/>
                <a:gd name="connsiteY6886" fmla="*/ 37211000 h 57949372"/>
                <a:gd name="connsiteX6887" fmla="*/ 26657304 w 58051775"/>
                <a:gd name="connsiteY6887" fmla="*/ 37271068 h 57949372"/>
                <a:gd name="connsiteX6888" fmla="*/ 26612852 w 58051775"/>
                <a:gd name="connsiteY6888" fmla="*/ 37332496 h 57949372"/>
                <a:gd name="connsiteX6889" fmla="*/ 26568400 w 58051775"/>
                <a:gd name="connsiteY6889" fmla="*/ 37399976 h 57949372"/>
                <a:gd name="connsiteX6890" fmla="*/ 26523952 w 58051775"/>
                <a:gd name="connsiteY6890" fmla="*/ 37468776 h 57949372"/>
                <a:gd name="connsiteX6891" fmla="*/ 26479504 w 58051775"/>
                <a:gd name="connsiteY6891" fmla="*/ 37534648 h 57949372"/>
                <a:gd name="connsiteX6892" fmla="*/ 26435052 w 58051775"/>
                <a:gd name="connsiteY6892" fmla="*/ 37599196 h 57949372"/>
                <a:gd name="connsiteX6893" fmla="*/ 26390600 w 58051775"/>
                <a:gd name="connsiteY6893" fmla="*/ 37667292 h 57949372"/>
                <a:gd name="connsiteX6894" fmla="*/ 26351912 w 58051775"/>
                <a:gd name="connsiteY6894" fmla="*/ 37714492 h 57949372"/>
                <a:gd name="connsiteX6895" fmla="*/ 26295492 w 58051775"/>
                <a:gd name="connsiteY6895" fmla="*/ 37790084 h 57949372"/>
                <a:gd name="connsiteX6896" fmla="*/ 26246388 w 58051775"/>
                <a:gd name="connsiteY6896" fmla="*/ 37862684 h 57949372"/>
                <a:gd name="connsiteX6897" fmla="*/ 26205936 w 58051775"/>
                <a:gd name="connsiteY6897" fmla="*/ 37924556 h 57949372"/>
                <a:gd name="connsiteX6898" fmla="*/ 26150856 w 58051775"/>
                <a:gd name="connsiteY6898" fmla="*/ 38009572 h 57949372"/>
                <a:gd name="connsiteX6899" fmla="*/ 26028468 w 58051775"/>
                <a:gd name="connsiteY6899" fmla="*/ 38181028 h 57949372"/>
                <a:gd name="connsiteX6900" fmla="*/ 25984656 w 58051775"/>
                <a:gd name="connsiteY6900" fmla="*/ 38239460 h 57949372"/>
                <a:gd name="connsiteX6901" fmla="*/ 25946632 w 58051775"/>
                <a:gd name="connsiteY6901" fmla="*/ 38301228 h 57949372"/>
                <a:gd name="connsiteX6902" fmla="*/ 25894992 w 58051775"/>
                <a:gd name="connsiteY6902" fmla="*/ 38384028 h 57949372"/>
                <a:gd name="connsiteX6903" fmla="*/ 25848764 w 58051775"/>
                <a:gd name="connsiteY6903" fmla="*/ 38456520 h 57949372"/>
                <a:gd name="connsiteX6904" fmla="*/ 25812900 w 58051775"/>
                <a:gd name="connsiteY6904" fmla="*/ 38503684 h 57949372"/>
                <a:gd name="connsiteX6905" fmla="*/ 25763616 w 58051775"/>
                <a:gd name="connsiteY6905" fmla="*/ 38572892 h 57949372"/>
                <a:gd name="connsiteX6906" fmla="*/ 25710988 w 58051775"/>
                <a:gd name="connsiteY6906" fmla="*/ 38653724 h 57949372"/>
                <a:gd name="connsiteX6907" fmla="*/ 25679400 w 58051775"/>
                <a:gd name="connsiteY6907" fmla="*/ 38692436 h 57949372"/>
                <a:gd name="connsiteX6908" fmla="*/ 25634952 w 58051775"/>
                <a:gd name="connsiteY6908" fmla="*/ 38754896 h 57949372"/>
                <a:gd name="connsiteX6909" fmla="*/ 25590504 w 58051775"/>
                <a:gd name="connsiteY6909" fmla="*/ 38823552 h 57949372"/>
                <a:gd name="connsiteX6910" fmla="*/ 25539704 w 58051775"/>
                <a:gd name="connsiteY6910" fmla="*/ 38906452 h 57949372"/>
                <a:gd name="connsiteX6911" fmla="*/ 25488904 w 58051775"/>
                <a:gd name="connsiteY6911" fmla="*/ 38983132 h 57949372"/>
                <a:gd name="connsiteX6912" fmla="*/ 25457268 w 58051775"/>
                <a:gd name="connsiteY6912" fmla="*/ 39021844 h 57949372"/>
                <a:gd name="connsiteX6913" fmla="*/ 25412388 w 58051775"/>
                <a:gd name="connsiteY6913" fmla="*/ 39091772 h 57949372"/>
                <a:gd name="connsiteX6914" fmla="*/ 25373336 w 58051775"/>
                <a:gd name="connsiteY6914" fmla="*/ 39154776 h 57949372"/>
                <a:gd name="connsiteX6915" fmla="*/ 25323800 w 58051775"/>
                <a:gd name="connsiteY6915" fmla="*/ 39223952 h 57949372"/>
                <a:gd name="connsiteX6916" fmla="*/ 25274268 w 58051775"/>
                <a:gd name="connsiteY6916" fmla="*/ 39293124 h 57949372"/>
                <a:gd name="connsiteX6917" fmla="*/ 25234904 w 58051775"/>
                <a:gd name="connsiteY6917" fmla="*/ 39357300 h 57949372"/>
                <a:gd name="connsiteX6918" fmla="*/ 25196504 w 58051775"/>
                <a:gd name="connsiteY6918" fmla="*/ 39420964 h 57949372"/>
                <a:gd name="connsiteX6919" fmla="*/ 25144960 w 58051775"/>
                <a:gd name="connsiteY6919" fmla="*/ 39468800 h 57949372"/>
                <a:gd name="connsiteX6920" fmla="*/ 25087008 w 58051775"/>
                <a:gd name="connsiteY6920" fmla="*/ 39541672 h 57949372"/>
                <a:gd name="connsiteX6921" fmla="*/ 25043836 w 58051775"/>
                <a:gd name="connsiteY6921" fmla="*/ 39692016 h 57949372"/>
                <a:gd name="connsiteX6922" fmla="*/ 25154336 w 58051775"/>
                <a:gd name="connsiteY6922" fmla="*/ 39683900 h 57949372"/>
                <a:gd name="connsiteX6923" fmla="*/ 25457152 w 58051775"/>
                <a:gd name="connsiteY6923" fmla="*/ 39662912 h 57949372"/>
                <a:gd name="connsiteX6924" fmla="*/ 25806400 w 58051775"/>
                <a:gd name="connsiteY6924" fmla="*/ 39616396 h 57949372"/>
                <a:gd name="connsiteX6925" fmla="*/ 26015952 w 58051775"/>
                <a:gd name="connsiteY6925" fmla="*/ 39579452 h 57949372"/>
                <a:gd name="connsiteX6926" fmla="*/ 26215600 w 58051775"/>
                <a:gd name="connsiteY6926" fmla="*/ 39572056 h 57949372"/>
                <a:gd name="connsiteX6927" fmla="*/ 26301708 w 58051775"/>
                <a:gd name="connsiteY6927" fmla="*/ 39539500 h 57949372"/>
                <a:gd name="connsiteX6928" fmla="*/ 26515908 w 58051775"/>
                <a:gd name="connsiteY6928" fmla="*/ 39498372 h 57949372"/>
                <a:gd name="connsiteX6929" fmla="*/ 26720412 w 58051775"/>
                <a:gd name="connsiteY6929" fmla="*/ 39458544 h 57949372"/>
                <a:gd name="connsiteX6930" fmla="*/ 26873288 w 58051775"/>
                <a:gd name="connsiteY6930" fmla="*/ 39401936 h 57949372"/>
                <a:gd name="connsiteX6931" fmla="*/ 27049868 w 58051775"/>
                <a:gd name="connsiteY6931" fmla="*/ 39355548 h 57949372"/>
                <a:gd name="connsiteX6932" fmla="*/ 27181848 w 58051775"/>
                <a:gd name="connsiteY6932" fmla="*/ 39313548 h 57949372"/>
                <a:gd name="connsiteX6933" fmla="*/ 27335584 w 58051775"/>
                <a:gd name="connsiteY6933" fmla="*/ 39269532 h 57949372"/>
                <a:gd name="connsiteX6934" fmla="*/ 27475580 w 58051775"/>
                <a:gd name="connsiteY6934" fmla="*/ 39231136 h 57949372"/>
                <a:gd name="connsiteX6935" fmla="*/ 27609704 w 58051775"/>
                <a:gd name="connsiteY6935" fmla="*/ 39185948 h 57949372"/>
                <a:gd name="connsiteX6936" fmla="*/ 27737696 w 58051775"/>
                <a:gd name="connsiteY6936" fmla="*/ 39143508 h 57949372"/>
                <a:gd name="connsiteX6937" fmla="*/ 27859430 w 58051775"/>
                <a:gd name="connsiteY6937" fmla="*/ 39095492 h 57949372"/>
                <a:gd name="connsiteX6938" fmla="*/ 27947420 w 58051775"/>
                <a:gd name="connsiteY6938" fmla="*/ 39052500 h 57949372"/>
                <a:gd name="connsiteX6939" fmla="*/ 28048844 w 58051775"/>
                <a:gd name="connsiteY6939" fmla="*/ 39011912 h 57949372"/>
                <a:gd name="connsiteX6940" fmla="*/ 28172876 w 58051775"/>
                <a:gd name="connsiteY6940" fmla="*/ 38962152 h 57949372"/>
                <a:gd name="connsiteX6941" fmla="*/ 28280806 w 58051775"/>
                <a:gd name="connsiteY6941" fmla="*/ 38917952 h 57949372"/>
                <a:gd name="connsiteX6942" fmla="*/ 28380060 w 58051775"/>
                <a:gd name="connsiteY6942" fmla="*/ 38877192 h 57949372"/>
                <a:gd name="connsiteX6943" fmla="*/ 28481854 w 58051775"/>
                <a:gd name="connsiteY6943" fmla="*/ 38828628 h 57949372"/>
                <a:gd name="connsiteX6944" fmla="*/ 28569514 w 58051775"/>
                <a:gd name="connsiteY6944" fmla="*/ 38785800 h 57949372"/>
                <a:gd name="connsiteX6945" fmla="*/ 28658414 w 58051775"/>
                <a:gd name="connsiteY6945" fmla="*/ 38741352 h 57949372"/>
                <a:gd name="connsiteX6946" fmla="*/ 28747314 w 58051775"/>
                <a:gd name="connsiteY6946" fmla="*/ 38696900 h 57949372"/>
                <a:gd name="connsiteX6947" fmla="*/ 28836214 w 58051775"/>
                <a:gd name="connsiteY6947" fmla="*/ 38652452 h 57949372"/>
                <a:gd name="connsiteX6948" fmla="*/ 28926352 w 58051775"/>
                <a:gd name="connsiteY6948" fmla="*/ 38608000 h 57949372"/>
                <a:gd name="connsiteX6949" fmla="*/ 28997868 w 58051775"/>
                <a:gd name="connsiteY6949" fmla="*/ 38563348 h 57949372"/>
                <a:gd name="connsiteX6950" fmla="*/ 29063952 w 58051775"/>
                <a:gd name="connsiteY6950" fmla="*/ 38505440 h 57949372"/>
                <a:gd name="connsiteX6951" fmla="*/ 29142676 w 58051775"/>
                <a:gd name="connsiteY6951" fmla="*/ 38492296 h 57949372"/>
                <a:gd name="connsiteX6952" fmla="*/ 29178468 w 58051775"/>
                <a:gd name="connsiteY6952" fmla="*/ 38467616 h 57949372"/>
                <a:gd name="connsiteX6953" fmla="*/ 29242204 w 58051775"/>
                <a:gd name="connsiteY6953" fmla="*/ 38428764 h 57949372"/>
                <a:gd name="connsiteX6954" fmla="*/ 29336472 w 58051775"/>
                <a:gd name="connsiteY6954" fmla="*/ 38377996 h 57949372"/>
                <a:gd name="connsiteX6955" fmla="*/ 29398880 w 58051775"/>
                <a:gd name="connsiteY6955" fmla="*/ 38341300 h 57949372"/>
                <a:gd name="connsiteX6956" fmla="*/ 29455996 w 58051775"/>
                <a:gd name="connsiteY6956" fmla="*/ 38297892 h 57949372"/>
                <a:gd name="connsiteX6957" fmla="*/ 29528540 w 58051775"/>
                <a:gd name="connsiteY6957" fmla="*/ 38245824 h 57949372"/>
                <a:gd name="connsiteX6958" fmla="*/ 29593936 w 58051775"/>
                <a:gd name="connsiteY6958" fmla="*/ 38207308 h 57949372"/>
                <a:gd name="connsiteX6959" fmla="*/ 29656684 w 58051775"/>
                <a:gd name="connsiteY6959" fmla="*/ 38169372 h 57949372"/>
                <a:gd name="connsiteX6960" fmla="*/ 29720968 w 58051775"/>
                <a:gd name="connsiteY6960" fmla="*/ 38124104 h 57949372"/>
                <a:gd name="connsiteX6961" fmla="*/ 29799612 w 58051775"/>
                <a:gd name="connsiteY6961" fmla="*/ 38073144 h 57949372"/>
                <a:gd name="connsiteX6962" fmla="*/ 29887074 w 58051775"/>
                <a:gd name="connsiteY6962" fmla="*/ 38019360 h 57949372"/>
                <a:gd name="connsiteX6963" fmla="*/ 30051716 w 58051775"/>
                <a:gd name="connsiteY6963" fmla="*/ 37884480 h 57949372"/>
                <a:gd name="connsiteX6964" fmla="*/ 30106732 w 58051775"/>
                <a:gd name="connsiteY6964" fmla="*/ 37852028 h 57949372"/>
                <a:gd name="connsiteX6965" fmla="*/ 30170344 w 58051775"/>
                <a:gd name="connsiteY6965" fmla="*/ 37807408 h 57949372"/>
                <a:gd name="connsiteX6966" fmla="*/ 30233640 w 58051775"/>
                <a:gd name="connsiteY6966" fmla="*/ 37763268 h 57949372"/>
                <a:gd name="connsiteX6967" fmla="*/ 30290304 w 58051775"/>
                <a:gd name="connsiteY6967" fmla="*/ 37720624 h 57949372"/>
                <a:gd name="connsiteX6968" fmla="*/ 30341914 w 58051775"/>
                <a:gd name="connsiteY6968" fmla="*/ 37676084 h 57949372"/>
                <a:gd name="connsiteX6969" fmla="*/ 30393236 w 58051775"/>
                <a:gd name="connsiteY6969" fmla="*/ 37629216 h 57949372"/>
                <a:gd name="connsiteX6970" fmla="*/ 30442764 w 58051775"/>
                <a:gd name="connsiteY6970" fmla="*/ 37590392 h 57949372"/>
                <a:gd name="connsiteX6971" fmla="*/ 30634516 w 58051775"/>
                <a:gd name="connsiteY6971" fmla="*/ 37447276 h 57949372"/>
                <a:gd name="connsiteX6972" fmla="*/ 30678362 w 58051775"/>
                <a:gd name="connsiteY6972" fmla="*/ 37403244 h 57949372"/>
                <a:gd name="connsiteX6973" fmla="*/ 30733016 w 58051775"/>
                <a:gd name="connsiteY6973" fmla="*/ 37349444 h 57949372"/>
                <a:gd name="connsiteX6974" fmla="*/ 30779798 w 58051775"/>
                <a:gd name="connsiteY6974" fmla="*/ 37307324 h 57949372"/>
                <a:gd name="connsiteX6975" fmla="*/ 30817240 w 58051775"/>
                <a:gd name="connsiteY6975" fmla="*/ 37281812 h 57949372"/>
                <a:gd name="connsiteX6976" fmla="*/ 30866168 w 58051775"/>
                <a:gd name="connsiteY6976" fmla="*/ 37238688 h 57949372"/>
                <a:gd name="connsiteX6977" fmla="*/ 30917386 w 58051775"/>
                <a:gd name="connsiteY6977" fmla="*/ 37188260 h 57949372"/>
                <a:gd name="connsiteX6978" fmla="*/ 30964190 w 58051775"/>
                <a:gd name="connsiteY6978" fmla="*/ 37142740 h 57949372"/>
                <a:gd name="connsiteX6979" fmla="*/ 31008708 w 58051775"/>
                <a:gd name="connsiteY6979" fmla="*/ 37098256 h 57949372"/>
                <a:gd name="connsiteX6980" fmla="*/ 31051444 w 58051775"/>
                <a:gd name="connsiteY6980" fmla="*/ 37052408 h 57949372"/>
                <a:gd name="connsiteX6981" fmla="*/ 31076348 w 58051775"/>
                <a:gd name="connsiteY6981" fmla="*/ 37020500 h 57949372"/>
                <a:gd name="connsiteX6982" fmla="*/ 31318202 w 58051775"/>
                <a:gd name="connsiteY6982" fmla="*/ 36780486 h 57949372"/>
                <a:gd name="connsiteX6983" fmla="*/ 31349344 w 58051775"/>
                <a:gd name="connsiteY6983" fmla="*/ 36754036 h 57949372"/>
                <a:gd name="connsiteX6984" fmla="*/ 31399192 w 58051775"/>
                <a:gd name="connsiteY6984" fmla="*/ 36706020 h 57949372"/>
                <a:gd name="connsiteX6985" fmla="*/ 31450250 w 58051775"/>
                <a:gd name="connsiteY6985" fmla="*/ 36655108 h 57949372"/>
                <a:gd name="connsiteX6986" fmla="*/ 31490512 w 58051775"/>
                <a:gd name="connsiteY6986" fmla="*/ 36608852 h 57949372"/>
                <a:gd name="connsiteX6987" fmla="*/ 31529538 w 58051775"/>
                <a:gd name="connsiteY6987" fmla="*/ 36556948 h 57949372"/>
                <a:gd name="connsiteX6988" fmla="*/ 31573610 w 58051775"/>
                <a:gd name="connsiteY6988" fmla="*/ 36508136 h 57949372"/>
                <a:gd name="connsiteX6989" fmla="*/ 31607732 w 58051775"/>
                <a:gd name="connsiteY6989" fmla="*/ 36461180 h 57949372"/>
                <a:gd name="connsiteX6990" fmla="*/ 31708036 w 58051775"/>
                <a:gd name="connsiteY6990" fmla="*/ 36337972 h 57949372"/>
                <a:gd name="connsiteX6991" fmla="*/ 31791276 w 58051775"/>
                <a:gd name="connsiteY6991" fmla="*/ 36243580 h 57949372"/>
                <a:gd name="connsiteX6992" fmla="*/ 31838902 w 58051775"/>
                <a:gd name="connsiteY6992" fmla="*/ 36193716 h 57949372"/>
                <a:gd name="connsiteX6993" fmla="*/ 31889702 w 58051775"/>
                <a:gd name="connsiteY6993" fmla="*/ 36132988 h 57949372"/>
                <a:gd name="connsiteX6994" fmla="*/ 31940502 w 58051775"/>
                <a:gd name="connsiteY6994" fmla="*/ 36065036 h 57949372"/>
                <a:gd name="connsiteX6995" fmla="*/ 31978602 w 58051775"/>
                <a:gd name="connsiteY6995" fmla="*/ 36019212 h 57949372"/>
                <a:gd name="connsiteX6996" fmla="*/ 32016702 w 58051775"/>
                <a:gd name="connsiteY6996" fmla="*/ 35966792 h 57949372"/>
                <a:gd name="connsiteX6997" fmla="*/ 32156340 w 58051775"/>
                <a:gd name="connsiteY6997" fmla="*/ 35767311 h 57949372"/>
                <a:gd name="connsiteX6998" fmla="*/ 32207202 w 58051775"/>
                <a:gd name="connsiteY6998" fmla="*/ 35709377 h 57949372"/>
                <a:gd name="connsiteX6999" fmla="*/ 32245302 w 58051775"/>
                <a:gd name="connsiteY6999" fmla="*/ 35663612 h 57949372"/>
                <a:gd name="connsiteX7000" fmla="*/ 32283402 w 58051775"/>
                <a:gd name="connsiteY7000" fmla="*/ 35609169 h 57949372"/>
                <a:gd name="connsiteX7001" fmla="*/ 32321834 w 58051775"/>
                <a:gd name="connsiteY7001" fmla="*/ 35546992 h 57949372"/>
                <a:gd name="connsiteX7002" fmla="*/ 32368532 w 58051775"/>
                <a:gd name="connsiteY7002" fmla="*/ 35462524 h 57949372"/>
                <a:gd name="connsiteX7003" fmla="*/ 32419000 w 58051775"/>
                <a:gd name="connsiteY7003" fmla="*/ 35386634 h 57949372"/>
                <a:gd name="connsiteX7004" fmla="*/ 32461202 w 58051775"/>
                <a:gd name="connsiteY7004" fmla="*/ 35325802 h 57949372"/>
                <a:gd name="connsiteX7005" fmla="*/ 32512002 w 58051775"/>
                <a:gd name="connsiteY7005" fmla="*/ 35242502 h 57949372"/>
                <a:gd name="connsiteX7006" fmla="*/ 32562802 w 58051775"/>
                <a:gd name="connsiteY7006" fmla="*/ 35169018 h 57949372"/>
                <a:gd name="connsiteX7007" fmla="*/ 32594696 w 58051775"/>
                <a:gd name="connsiteY7007" fmla="*/ 35115369 h 57949372"/>
                <a:gd name="connsiteX7008" fmla="*/ 32639612 w 58051775"/>
                <a:gd name="connsiteY7008" fmla="*/ 35037040 h 57949372"/>
                <a:gd name="connsiteX7009" fmla="*/ 32690270 w 58051775"/>
                <a:gd name="connsiteY7009" fmla="*/ 34969210 h 57949372"/>
                <a:gd name="connsiteX7010" fmla="*/ 32727902 w 58051775"/>
                <a:gd name="connsiteY7010" fmla="*/ 34905203 h 57949372"/>
                <a:gd name="connsiteX7011" fmla="*/ 32770730 w 58051775"/>
                <a:gd name="connsiteY7011" fmla="*/ 34817828 h 57949372"/>
                <a:gd name="connsiteX7012" fmla="*/ 32822256 w 58051775"/>
                <a:gd name="connsiteY7012" fmla="*/ 34717000 h 57949372"/>
                <a:gd name="connsiteX7013" fmla="*/ 32868328 w 58051775"/>
                <a:gd name="connsiteY7013" fmla="*/ 34632384 h 57949372"/>
                <a:gd name="connsiteX7014" fmla="*/ 32905702 w 58051775"/>
                <a:gd name="connsiteY7014" fmla="*/ 34576474 h 57949372"/>
                <a:gd name="connsiteX7015" fmla="*/ 32955690 w 58051775"/>
                <a:gd name="connsiteY7015" fmla="*/ 34453217 h 57949372"/>
                <a:gd name="connsiteX7016" fmla="*/ 32997700 w 58051775"/>
                <a:gd name="connsiteY7016" fmla="*/ 34372902 h 57949372"/>
                <a:gd name="connsiteX7017" fmla="*/ 33043988 w 58051775"/>
                <a:gd name="connsiteY7017" fmla="*/ 34276724 h 57949372"/>
                <a:gd name="connsiteX7018" fmla="*/ 33083502 w 58051775"/>
                <a:gd name="connsiteY7018" fmla="*/ 34187656 h 57949372"/>
                <a:gd name="connsiteX7019" fmla="*/ 33119980 w 58051775"/>
                <a:gd name="connsiteY7019" fmla="*/ 34088514 h 57949372"/>
                <a:gd name="connsiteX7020" fmla="*/ 33164752 w 58051775"/>
                <a:gd name="connsiteY7020" fmla="*/ 33985202 h 57949372"/>
                <a:gd name="connsiteX7021" fmla="*/ 33215872 w 58051775"/>
                <a:gd name="connsiteY7021" fmla="*/ 33913517 h 57949372"/>
                <a:gd name="connsiteX7022" fmla="*/ 33261336 w 58051775"/>
                <a:gd name="connsiteY7022" fmla="*/ 33850017 h 57949372"/>
                <a:gd name="connsiteX7023" fmla="*/ 33293412 w 58051775"/>
                <a:gd name="connsiteY7023" fmla="*/ 33769302 h 57949372"/>
                <a:gd name="connsiteX7024" fmla="*/ 33349432 w 58051775"/>
                <a:gd name="connsiteY7024" fmla="*/ 33692849 h 57949372"/>
                <a:gd name="connsiteX7025" fmla="*/ 33398038 w 58051775"/>
                <a:gd name="connsiteY7025" fmla="*/ 33629348 h 57949372"/>
                <a:gd name="connsiteX7026" fmla="*/ 33432752 w 58051775"/>
                <a:gd name="connsiteY7026" fmla="*/ 33558688 h 57949372"/>
                <a:gd name="connsiteX7027" fmla="*/ 33575628 w 58051775"/>
                <a:gd name="connsiteY7027" fmla="*/ 33371056 h 57949372"/>
                <a:gd name="connsiteX7028" fmla="*/ 33629602 w 58051775"/>
                <a:gd name="connsiteY7028" fmla="*/ 33315328 h 57949372"/>
                <a:gd name="connsiteX7029" fmla="*/ 33667520 w 58051775"/>
                <a:gd name="connsiteY7029" fmla="*/ 33280449 h 57949372"/>
                <a:gd name="connsiteX7030" fmla="*/ 33707528 w 58051775"/>
                <a:gd name="connsiteY7030" fmla="*/ 33219795 h 57949372"/>
                <a:gd name="connsiteX7031" fmla="*/ 33828542 w 58051775"/>
                <a:gd name="connsiteY7031" fmla="*/ 33080148 h 57949372"/>
                <a:gd name="connsiteX7032" fmla="*/ 33885356 w 58051775"/>
                <a:gd name="connsiteY7032" fmla="*/ 33040272 h 57949372"/>
                <a:gd name="connsiteX7033" fmla="*/ 33929640 w 58051775"/>
                <a:gd name="connsiteY7033" fmla="*/ 32996190 h 57949372"/>
                <a:gd name="connsiteX7034" fmla="*/ 33974090 w 58051775"/>
                <a:gd name="connsiteY7034" fmla="*/ 32951740 h 57949372"/>
                <a:gd name="connsiteX7035" fmla="*/ 34018540 w 58051775"/>
                <a:gd name="connsiteY7035" fmla="*/ 32907290 h 57949372"/>
                <a:gd name="connsiteX7036" fmla="*/ 34063516 w 58051775"/>
                <a:gd name="connsiteY7036" fmla="*/ 32861685 h 57949372"/>
                <a:gd name="connsiteX7037" fmla="*/ 34101100 w 58051775"/>
                <a:gd name="connsiteY7037" fmla="*/ 32822644 h 57949372"/>
                <a:gd name="connsiteX7038" fmla="*/ 34150836 w 58051775"/>
                <a:gd name="connsiteY7038" fmla="*/ 32777952 h 57949372"/>
                <a:gd name="connsiteX7039" fmla="*/ 34195128 w 58051775"/>
                <a:gd name="connsiteY7039" fmla="*/ 32740602 h 57949372"/>
                <a:gd name="connsiteX7040" fmla="*/ 34260936 w 58051775"/>
                <a:gd name="connsiteY7040" fmla="*/ 32683069 h 57949372"/>
                <a:gd name="connsiteX7041" fmla="*/ 34423352 w 58051775"/>
                <a:gd name="connsiteY7041" fmla="*/ 32542958 h 57949372"/>
                <a:gd name="connsiteX7042" fmla="*/ 34508428 w 58051775"/>
                <a:gd name="connsiteY7042" fmla="*/ 32497804 h 57949372"/>
                <a:gd name="connsiteX7043" fmla="*/ 34581358 w 58051775"/>
                <a:gd name="connsiteY7043" fmla="*/ 32461202 h 57949372"/>
                <a:gd name="connsiteX7044" fmla="*/ 34640456 w 58051775"/>
                <a:gd name="connsiteY7044" fmla="*/ 32423998 h 57949372"/>
                <a:gd name="connsiteX7045" fmla="*/ 34723356 w 58051775"/>
                <a:gd name="connsiteY7045" fmla="*/ 32378388 h 57949372"/>
                <a:gd name="connsiteX7046" fmla="*/ 34820016 w 58051775"/>
                <a:gd name="connsiteY7046" fmla="*/ 32315304 h 57949372"/>
                <a:gd name="connsiteX7047" fmla="*/ 34911292 w 58051775"/>
                <a:gd name="connsiteY7047" fmla="*/ 32284546 h 57949372"/>
                <a:gd name="connsiteX7048" fmla="*/ 35027836 w 58051775"/>
                <a:gd name="connsiteY7048" fmla="*/ 32237772 h 57949372"/>
                <a:gd name="connsiteX7049" fmla="*/ 35147728 w 58051775"/>
                <a:gd name="connsiteY7049" fmla="*/ 32195332 h 57949372"/>
                <a:gd name="connsiteX7050" fmla="*/ 35237128 w 58051775"/>
                <a:gd name="connsiteY7050" fmla="*/ 32161957 h 57949372"/>
                <a:gd name="connsiteX7051" fmla="*/ 35403612 w 58051775"/>
                <a:gd name="connsiteY7051" fmla="*/ 32099426 h 57949372"/>
                <a:gd name="connsiteX7052" fmla="*/ 35595948 w 58051775"/>
                <a:gd name="connsiteY7052" fmla="*/ 32037040 h 57949372"/>
                <a:gd name="connsiteX7053" fmla="*/ 36066576 w 58051775"/>
                <a:gd name="connsiteY7053" fmla="*/ 32010352 h 57949372"/>
                <a:gd name="connsiteX7054" fmla="*/ 36507616 w 58051775"/>
                <a:gd name="connsiteY7054" fmla="*/ 32010352 h 57949372"/>
                <a:gd name="connsiteX7055" fmla="*/ 36555484 w 58051775"/>
                <a:gd name="connsiteY7055" fmla="*/ 32051630 h 57949372"/>
                <a:gd name="connsiteX7056" fmla="*/ 36624608 w 58051775"/>
                <a:gd name="connsiteY7056" fmla="*/ 32092196 h 57949372"/>
                <a:gd name="connsiteX7057" fmla="*/ 36902048 w 58051775"/>
                <a:gd name="connsiteY7057" fmla="*/ 32146334 h 57949372"/>
                <a:gd name="connsiteX7058" fmla="*/ 37033010 w 58051775"/>
                <a:gd name="connsiteY7058" fmla="*/ 32192716 h 57949372"/>
                <a:gd name="connsiteX7059" fmla="*/ 37131788 w 58051775"/>
                <a:gd name="connsiteY7059" fmla="*/ 32244744 h 57949372"/>
                <a:gd name="connsiteX7060" fmla="*/ 37217948 w 58051775"/>
                <a:gd name="connsiteY7060" fmla="*/ 32290504 h 57949372"/>
                <a:gd name="connsiteX7061" fmla="*/ 37298376 w 58051775"/>
                <a:gd name="connsiteY7061" fmla="*/ 32328799 h 57949372"/>
                <a:gd name="connsiteX7062" fmla="*/ 37352110 w 58051775"/>
                <a:gd name="connsiteY7062" fmla="*/ 32368088 h 57949372"/>
                <a:gd name="connsiteX7063" fmla="*/ 37430520 w 58051775"/>
                <a:gd name="connsiteY7063" fmla="*/ 32419423 h 57949372"/>
                <a:gd name="connsiteX7064" fmla="*/ 37496272 w 58051775"/>
                <a:gd name="connsiteY7064" fmla="*/ 32461202 h 57949372"/>
                <a:gd name="connsiteX7065" fmla="*/ 37530756 w 58051775"/>
                <a:gd name="connsiteY7065" fmla="*/ 32483768 h 57949372"/>
                <a:gd name="connsiteX7066" fmla="*/ 37585652 w 58051775"/>
                <a:gd name="connsiteY7066" fmla="*/ 32533276 h 57949372"/>
                <a:gd name="connsiteX7067" fmla="*/ 37884102 w 58051775"/>
                <a:gd name="connsiteY7067" fmla="*/ 32862264 h 57949372"/>
                <a:gd name="connsiteX7068" fmla="*/ 37915210 w 58051775"/>
                <a:gd name="connsiteY7068" fmla="*/ 32900100 h 57949372"/>
                <a:gd name="connsiteX7069" fmla="*/ 37959920 w 58051775"/>
                <a:gd name="connsiteY7069" fmla="*/ 32961697 h 57949372"/>
                <a:gd name="connsiteX7070" fmla="*/ 38009806 w 58051775"/>
                <a:gd name="connsiteY7070" fmla="*/ 33029736 h 57949372"/>
                <a:gd name="connsiteX7071" fmla="*/ 38054786 w 58051775"/>
                <a:gd name="connsiteY7071" fmla="*/ 33114564 h 57949372"/>
                <a:gd name="connsiteX7072" fmla="*/ 38099270 w 58051775"/>
                <a:gd name="connsiteY7072" fmla="*/ 33191074 h 57949372"/>
                <a:gd name="connsiteX7073" fmla="*/ 38143580 w 58051775"/>
                <a:gd name="connsiteY7073" fmla="*/ 33277773 h 57949372"/>
                <a:gd name="connsiteX7074" fmla="*/ 38188192 w 58051775"/>
                <a:gd name="connsiteY7074" fmla="*/ 33385476 h 57949372"/>
                <a:gd name="connsiteX7075" fmla="*/ 38233356 w 58051775"/>
                <a:gd name="connsiteY7075" fmla="*/ 33515348 h 57949372"/>
                <a:gd name="connsiteX7076" fmla="*/ 38269640 w 58051775"/>
                <a:gd name="connsiteY7076" fmla="*/ 33630468 h 57949372"/>
                <a:gd name="connsiteX7077" fmla="*/ 38314056 w 58051775"/>
                <a:gd name="connsiteY7077" fmla="*/ 34131252 h 57949372"/>
                <a:gd name="connsiteX7078" fmla="*/ 38281324 w 58051775"/>
                <a:gd name="connsiteY7078" fmla="*/ 34581548 h 57949372"/>
                <a:gd name="connsiteX7079" fmla="*/ 38227308 w 58051775"/>
                <a:gd name="connsiteY7079" fmla="*/ 34717182 h 57949372"/>
                <a:gd name="connsiteX7080" fmla="*/ 38189512 w 58051775"/>
                <a:gd name="connsiteY7080" fmla="*/ 34827207 h 57949372"/>
                <a:gd name="connsiteX7081" fmla="*/ 38144608 w 58051775"/>
                <a:gd name="connsiteY7081" fmla="*/ 34923886 h 57949372"/>
                <a:gd name="connsiteX7082" fmla="*/ 38100280 w 58051775"/>
                <a:gd name="connsiteY7082" fmla="*/ 35013704 h 57949372"/>
                <a:gd name="connsiteX7083" fmla="*/ 38056252 w 58051775"/>
                <a:gd name="connsiteY7083" fmla="*/ 35096210 h 57949372"/>
                <a:gd name="connsiteX7084" fmla="*/ 38005216 w 58051775"/>
                <a:gd name="connsiteY7084" fmla="*/ 35185856 h 57949372"/>
                <a:gd name="connsiteX7085" fmla="*/ 37955530 w 58051775"/>
                <a:gd name="connsiteY7085" fmla="*/ 35247088 h 57949372"/>
                <a:gd name="connsiteX7086" fmla="*/ 37916404 w 58051775"/>
                <a:gd name="connsiteY7086" fmla="*/ 35293008 h 57949372"/>
                <a:gd name="connsiteX7087" fmla="*/ 37877064 w 58051775"/>
                <a:gd name="connsiteY7087" fmla="*/ 35333577 h 57949372"/>
                <a:gd name="connsiteX7088" fmla="*/ 37832616 w 58051775"/>
                <a:gd name="connsiteY7088" fmla="*/ 35376204 h 57949372"/>
                <a:gd name="connsiteX7089" fmla="*/ 37776504 w 58051775"/>
                <a:gd name="connsiteY7089" fmla="*/ 35432316 h 57949372"/>
                <a:gd name="connsiteX7090" fmla="*/ 37728668 w 58051775"/>
                <a:gd name="connsiteY7090" fmla="*/ 35470168 h 57949372"/>
                <a:gd name="connsiteX7091" fmla="*/ 37684668 w 58051775"/>
                <a:gd name="connsiteY7091" fmla="*/ 35515518 h 57949372"/>
                <a:gd name="connsiteX7092" fmla="*/ 37644900 w 58051775"/>
                <a:gd name="connsiteY7092" fmla="*/ 35560002 h 57949372"/>
                <a:gd name="connsiteX7093" fmla="*/ 37586514 w 58051775"/>
                <a:gd name="connsiteY7093" fmla="*/ 35604452 h 57949372"/>
                <a:gd name="connsiteX7094" fmla="*/ 37534648 w 58051775"/>
                <a:gd name="connsiteY7094" fmla="*/ 35648902 h 57949372"/>
                <a:gd name="connsiteX7095" fmla="*/ 37474760 w 58051775"/>
                <a:gd name="connsiteY7095" fmla="*/ 35685716 h 57949372"/>
                <a:gd name="connsiteX7096" fmla="*/ 37381596 w 58051775"/>
                <a:gd name="connsiteY7096" fmla="*/ 35736324 h 57949372"/>
                <a:gd name="connsiteX7097" fmla="*/ 37303472 w 58051775"/>
                <a:gd name="connsiteY7097" fmla="*/ 35786493 h 57949372"/>
                <a:gd name="connsiteX7098" fmla="*/ 37177116 w 58051775"/>
                <a:gd name="connsiteY7098" fmla="*/ 35824973 h 57949372"/>
                <a:gd name="connsiteX7099" fmla="*/ 36994092 w 58051775"/>
                <a:gd name="connsiteY7099" fmla="*/ 35895528 h 57949372"/>
                <a:gd name="connsiteX7100" fmla="*/ 36353548 w 58051775"/>
                <a:gd name="connsiteY7100" fmla="*/ 35922093 h 57949372"/>
                <a:gd name="connsiteX7101" fmla="*/ 36076576 w 58051775"/>
                <a:gd name="connsiteY7101" fmla="*/ 35912650 h 57949372"/>
                <a:gd name="connsiteX7102" fmla="*/ 36037362 w 58051775"/>
                <a:gd name="connsiteY7102" fmla="*/ 35870896 h 57949372"/>
                <a:gd name="connsiteX7103" fmla="*/ 35916748 w 58051775"/>
                <a:gd name="connsiteY7103" fmla="*/ 35822098 h 57949372"/>
                <a:gd name="connsiteX7104" fmla="*/ 35789748 w 58051775"/>
                <a:gd name="connsiteY7104" fmla="*/ 35770956 h 57949372"/>
                <a:gd name="connsiteX7105" fmla="*/ 35715242 w 58051775"/>
                <a:gd name="connsiteY7105" fmla="*/ 35724520 h 57949372"/>
                <a:gd name="connsiteX7106" fmla="*/ 35673508 w 58051775"/>
                <a:gd name="connsiteY7106" fmla="*/ 35698220 h 57949372"/>
                <a:gd name="connsiteX7107" fmla="*/ 35613518 w 58051775"/>
                <a:gd name="connsiteY7107" fmla="*/ 35649900 h 57949372"/>
                <a:gd name="connsiteX7108" fmla="*/ 35394902 w 58051775"/>
                <a:gd name="connsiteY7108" fmla="*/ 35447940 h 57949372"/>
                <a:gd name="connsiteX7109" fmla="*/ 35356802 w 58051775"/>
                <a:gd name="connsiteY7109" fmla="*/ 35394902 h 57949372"/>
                <a:gd name="connsiteX7110" fmla="*/ 35318702 w 58051775"/>
                <a:gd name="connsiteY7110" fmla="*/ 35331404 h 57949372"/>
                <a:gd name="connsiteX7111" fmla="*/ 35281080 w 58051775"/>
                <a:gd name="connsiteY7111" fmla="*/ 35264036 h 57949372"/>
                <a:gd name="connsiteX7112" fmla="*/ 35235004 w 58051775"/>
                <a:gd name="connsiteY7112" fmla="*/ 35168343 h 57949372"/>
                <a:gd name="connsiteX7113" fmla="*/ 35217344 w 58051775"/>
                <a:gd name="connsiteY7113" fmla="*/ 35115503 h 57949372"/>
                <a:gd name="connsiteX7114" fmla="*/ 35199968 w 58051775"/>
                <a:gd name="connsiteY7114" fmla="*/ 35212029 h 57949372"/>
                <a:gd name="connsiteX7115" fmla="*/ 35160936 w 58051775"/>
                <a:gd name="connsiteY7115" fmla="*/ 35345248 h 57949372"/>
                <a:gd name="connsiteX7116" fmla="*/ 35117340 w 58051775"/>
                <a:gd name="connsiteY7116" fmla="*/ 35755410 h 57949372"/>
                <a:gd name="connsiteX7117" fmla="*/ 35143296 w 58051775"/>
                <a:gd name="connsiteY7117" fmla="*/ 36013072 h 57949372"/>
                <a:gd name="connsiteX7118" fmla="*/ 35204402 w 58051775"/>
                <a:gd name="connsiteY7118" fmla="*/ 36203432 h 57949372"/>
                <a:gd name="connsiteX7119" fmla="*/ 35242090 w 58051775"/>
                <a:gd name="connsiteY7119" fmla="*/ 36321618 h 57949372"/>
                <a:gd name="connsiteX7120" fmla="*/ 35288380 w 58051775"/>
                <a:gd name="connsiteY7120" fmla="*/ 36410628 h 57949372"/>
                <a:gd name="connsiteX7121" fmla="*/ 35339594 w 58051775"/>
                <a:gd name="connsiteY7121" fmla="*/ 36503210 h 57949372"/>
                <a:gd name="connsiteX7122" fmla="*/ 35382202 w 58051775"/>
                <a:gd name="connsiteY7122" fmla="*/ 36571692 h 57949372"/>
                <a:gd name="connsiteX7123" fmla="*/ 35444160 w 58051775"/>
                <a:gd name="connsiteY7123" fmla="*/ 36652202 h 57949372"/>
                <a:gd name="connsiteX7124" fmla="*/ 35463478 w 58051775"/>
                <a:gd name="connsiteY7124" fmla="*/ 36680776 h 57949372"/>
                <a:gd name="connsiteX7125" fmla="*/ 35515820 w 58051775"/>
                <a:gd name="connsiteY7125" fmla="*/ 36737336 h 57949372"/>
                <a:gd name="connsiteX7126" fmla="*/ 35560002 w 58051775"/>
                <a:gd name="connsiteY7126" fmla="*/ 36784512 h 57949372"/>
                <a:gd name="connsiteX7127" fmla="*/ 35632990 w 58051775"/>
                <a:gd name="connsiteY7127" fmla="*/ 36830002 h 57949372"/>
                <a:gd name="connsiteX7128" fmla="*/ 35692806 w 58051775"/>
                <a:gd name="connsiteY7128" fmla="*/ 36867532 h 57949372"/>
                <a:gd name="connsiteX7129" fmla="*/ 35786492 w 58051775"/>
                <a:gd name="connsiteY7129" fmla="*/ 36924732 h 57949372"/>
                <a:gd name="connsiteX7130" fmla="*/ 35872798 w 58051775"/>
                <a:gd name="connsiteY7130" fmla="*/ 36971248 h 57949372"/>
                <a:gd name="connsiteX7131" fmla="*/ 35961720 w 58051775"/>
                <a:gd name="connsiteY7131" fmla="*/ 37009372 h 57949372"/>
                <a:gd name="connsiteX7132" fmla="*/ 36050712 w 58051775"/>
                <a:gd name="connsiteY7132" fmla="*/ 37047556 h 57949372"/>
                <a:gd name="connsiteX7133" fmla="*/ 36127654 w 58051775"/>
                <a:gd name="connsiteY7133" fmla="*/ 37078680 h 57949372"/>
                <a:gd name="connsiteX7134" fmla="*/ 36267892 w 58051775"/>
                <a:gd name="connsiteY7134" fmla="*/ 37089800 h 57949372"/>
                <a:gd name="connsiteX7135" fmla="*/ 36425440 w 58051775"/>
                <a:gd name="connsiteY7135" fmla="*/ 37121632 h 57949372"/>
                <a:gd name="connsiteX7136" fmla="*/ 36500896 w 58051775"/>
                <a:gd name="connsiteY7136" fmla="*/ 37140476 h 57949372"/>
                <a:gd name="connsiteX7137" fmla="*/ 37084616 w 58051775"/>
                <a:gd name="connsiteY7137" fmla="*/ 37085680 h 57949372"/>
                <a:gd name="connsiteX7138" fmla="*/ 37305372 w 58051775"/>
                <a:gd name="connsiteY7138" fmla="*/ 37052252 h 57949372"/>
                <a:gd name="connsiteX7139" fmla="*/ 37445952 w 58051775"/>
                <a:gd name="connsiteY7139" fmla="*/ 36994736 h 57949372"/>
                <a:gd name="connsiteX7140" fmla="*/ 37645782 w 58051775"/>
                <a:gd name="connsiteY7140" fmla="*/ 36952868 h 57949372"/>
                <a:gd name="connsiteX7141" fmla="*/ 37737438 w 58051775"/>
                <a:gd name="connsiteY7141" fmla="*/ 36918902 h 57949372"/>
                <a:gd name="connsiteX7142" fmla="*/ 37844332 w 58051775"/>
                <a:gd name="connsiteY7142" fmla="*/ 36874452 h 57949372"/>
                <a:gd name="connsiteX7143" fmla="*/ 37932064 w 58051775"/>
                <a:gd name="connsiteY7143" fmla="*/ 36830002 h 57949372"/>
                <a:gd name="connsiteX7144" fmla="*/ 38023802 w 58051775"/>
                <a:gd name="connsiteY7144" fmla="*/ 36785552 h 57949372"/>
                <a:gd name="connsiteX7145" fmla="*/ 38106728 w 58051775"/>
                <a:gd name="connsiteY7145" fmla="*/ 36741102 h 57949372"/>
                <a:gd name="connsiteX7146" fmla="*/ 38242444 w 58051775"/>
                <a:gd name="connsiteY7146" fmla="*/ 36683596 h 57949372"/>
                <a:gd name="connsiteX7147" fmla="*/ 38304824 w 58051775"/>
                <a:gd name="connsiteY7147" fmla="*/ 36652202 h 57949372"/>
                <a:gd name="connsiteX7148" fmla="*/ 38364176 w 58051775"/>
                <a:gd name="connsiteY7148" fmla="*/ 36602590 h 57949372"/>
                <a:gd name="connsiteX7149" fmla="*/ 38446508 w 58051775"/>
                <a:gd name="connsiteY7149" fmla="*/ 36550686 h 57949372"/>
                <a:gd name="connsiteX7150" fmla="*/ 38514222 w 58051775"/>
                <a:gd name="connsiteY7150" fmla="*/ 36518390 h 57949372"/>
                <a:gd name="connsiteX7151" fmla="*/ 38575096 w 58051775"/>
                <a:gd name="connsiteY7151" fmla="*/ 36474784 h 57949372"/>
                <a:gd name="connsiteX7152" fmla="*/ 38644284 w 58051775"/>
                <a:gd name="connsiteY7152" fmla="*/ 36423342 h 57949372"/>
                <a:gd name="connsiteX7153" fmla="*/ 38722356 w 58051775"/>
                <a:gd name="connsiteY7153" fmla="*/ 36385502 h 57949372"/>
                <a:gd name="connsiteX7154" fmla="*/ 38792434 w 58051775"/>
                <a:gd name="connsiteY7154" fmla="*/ 36346856 h 57949372"/>
                <a:gd name="connsiteX7155" fmla="*/ 38843718 w 58051775"/>
                <a:gd name="connsiteY7155" fmla="*/ 36296312 h 57949372"/>
                <a:gd name="connsiteX7156" fmla="*/ 38889486 w 58051775"/>
                <a:gd name="connsiteY7156" fmla="*/ 36252652 h 57949372"/>
                <a:gd name="connsiteX7157" fmla="*/ 38926704 w 58051775"/>
                <a:gd name="connsiteY7157" fmla="*/ 36213672 h 57949372"/>
                <a:gd name="connsiteX7158" fmla="*/ 39023200 w 58051775"/>
                <a:gd name="connsiteY7158" fmla="*/ 36123772 h 57949372"/>
                <a:gd name="connsiteX7159" fmla="*/ 39157276 w 58051775"/>
                <a:gd name="connsiteY7159" fmla="*/ 36009488 h 57949372"/>
                <a:gd name="connsiteX7160" fmla="*/ 39217602 w 58051775"/>
                <a:gd name="connsiteY7160" fmla="*/ 35968145 h 57949372"/>
                <a:gd name="connsiteX7161" fmla="*/ 39263348 w 58051775"/>
                <a:gd name="connsiteY7161" fmla="*/ 35936590 h 57949372"/>
                <a:gd name="connsiteX7162" fmla="*/ 39315512 w 58051775"/>
                <a:gd name="connsiteY7162" fmla="*/ 35890240 h 57949372"/>
                <a:gd name="connsiteX7163" fmla="*/ 39365016 w 58051775"/>
                <a:gd name="connsiteY7163" fmla="*/ 35840280 h 57949372"/>
                <a:gd name="connsiteX7164" fmla="*/ 39408102 w 58051775"/>
                <a:gd name="connsiteY7164" fmla="*/ 35796636 h 57949372"/>
                <a:gd name="connsiteX7165" fmla="*/ 39452552 w 58051775"/>
                <a:gd name="connsiteY7165" fmla="*/ 35752186 h 57949372"/>
                <a:gd name="connsiteX7166" fmla="*/ 39497002 w 58051775"/>
                <a:gd name="connsiteY7166" fmla="*/ 35706804 h 57949372"/>
                <a:gd name="connsiteX7167" fmla="*/ 39535654 w 58051775"/>
                <a:gd name="connsiteY7167" fmla="*/ 35667668 h 57949372"/>
                <a:gd name="connsiteX7168" fmla="*/ 39587112 w 58051775"/>
                <a:gd name="connsiteY7168" fmla="*/ 35619570 h 57949372"/>
                <a:gd name="connsiteX7169" fmla="*/ 39637360 w 58051775"/>
                <a:gd name="connsiteY7169" fmla="*/ 35569972 h 57949372"/>
                <a:gd name="connsiteX7170" fmla="*/ 39674802 w 58051775"/>
                <a:gd name="connsiteY7170" fmla="*/ 35529170 h 57949372"/>
                <a:gd name="connsiteX7171" fmla="*/ 39713556 w 58051775"/>
                <a:gd name="connsiteY7171" fmla="*/ 35489815 h 57949372"/>
                <a:gd name="connsiteX7172" fmla="*/ 39762116 w 58051775"/>
                <a:gd name="connsiteY7172" fmla="*/ 35443272 h 57949372"/>
                <a:gd name="connsiteX7173" fmla="*/ 39888070 w 58051775"/>
                <a:gd name="connsiteY7173" fmla="*/ 35271114 h 57949372"/>
                <a:gd name="connsiteX7174" fmla="*/ 39949372 w 58051775"/>
                <a:gd name="connsiteY7174" fmla="*/ 35196524 h 57949372"/>
                <a:gd name="connsiteX7175" fmla="*/ 39987602 w 58051775"/>
                <a:gd name="connsiteY7175" fmla="*/ 35155162 h 57949372"/>
                <a:gd name="connsiteX7176" fmla="*/ 40031628 w 58051775"/>
                <a:gd name="connsiteY7176" fmla="*/ 35104748 h 57949372"/>
                <a:gd name="connsiteX7177" fmla="*/ 40081754 w 58051775"/>
                <a:gd name="connsiteY7177" fmla="*/ 35040902 h 57949372"/>
                <a:gd name="connsiteX7178" fmla="*/ 40119302 w 58051775"/>
                <a:gd name="connsiteY7178" fmla="*/ 34988152 h 57949372"/>
                <a:gd name="connsiteX7179" fmla="*/ 40157936 w 58051775"/>
                <a:gd name="connsiteY7179" fmla="*/ 34909158 h 57949372"/>
                <a:gd name="connsiteX7180" fmla="*/ 40209548 w 58051775"/>
                <a:gd name="connsiteY7180" fmla="*/ 34835188 h 57949372"/>
                <a:gd name="connsiteX7181" fmla="*/ 40259740 w 58051775"/>
                <a:gd name="connsiteY7181" fmla="*/ 34793236 h 57949372"/>
                <a:gd name="connsiteX7182" fmla="*/ 40304590 w 58051775"/>
                <a:gd name="connsiteY7182" fmla="*/ 34740846 h 57949372"/>
                <a:gd name="connsiteX7183" fmla="*/ 40342262 w 58051775"/>
                <a:gd name="connsiteY7183" fmla="*/ 34690756 h 57949372"/>
                <a:gd name="connsiteX7184" fmla="*/ 40386002 w 58051775"/>
                <a:gd name="connsiteY7184" fmla="*/ 34620202 h 57949372"/>
                <a:gd name="connsiteX7185" fmla="*/ 40430308 w 58051775"/>
                <a:gd name="connsiteY7185" fmla="*/ 34549281 h 57949372"/>
                <a:gd name="connsiteX7186" fmla="*/ 40469442 w 58051775"/>
                <a:gd name="connsiteY7186" fmla="*/ 34476288 h 57949372"/>
                <a:gd name="connsiteX7187" fmla="*/ 40515012 w 58051775"/>
                <a:gd name="connsiteY7187" fmla="*/ 34396760 h 57949372"/>
                <a:gd name="connsiteX7188" fmla="*/ 40557792 w 58051775"/>
                <a:gd name="connsiteY7188" fmla="*/ 34320562 h 57949372"/>
                <a:gd name="connsiteX7189" fmla="*/ 40607348 w 58051775"/>
                <a:gd name="connsiteY7189" fmla="*/ 34256109 h 57949372"/>
                <a:gd name="connsiteX7190" fmla="*/ 40653446 w 58051775"/>
                <a:gd name="connsiteY7190" fmla="*/ 34186260 h 57949372"/>
                <a:gd name="connsiteX7191" fmla="*/ 40691438 w 58051775"/>
                <a:gd name="connsiteY7191" fmla="*/ 34093152 h 57949372"/>
                <a:gd name="connsiteX7192" fmla="*/ 40742136 w 58051775"/>
                <a:gd name="connsiteY7192" fmla="*/ 34026336 h 57949372"/>
                <a:gd name="connsiteX7193" fmla="*/ 40793812 w 58051775"/>
                <a:gd name="connsiteY7193" fmla="*/ 33971496 h 57949372"/>
                <a:gd name="connsiteX7194" fmla="*/ 40830502 w 58051775"/>
                <a:gd name="connsiteY7194" fmla="*/ 33902231 h 57949372"/>
                <a:gd name="connsiteX7195" fmla="*/ 40869498 w 58051775"/>
                <a:gd name="connsiteY7195" fmla="*/ 33814670 h 57949372"/>
                <a:gd name="connsiteX7196" fmla="*/ 40919580 w 58051775"/>
                <a:gd name="connsiteY7196" fmla="*/ 33691849 h 57949372"/>
                <a:gd name="connsiteX7197" fmla="*/ 40965666 w 58051775"/>
                <a:gd name="connsiteY7197" fmla="*/ 33576912 h 57949372"/>
                <a:gd name="connsiteX7198" fmla="*/ 41009284 w 58051775"/>
                <a:gd name="connsiteY7198" fmla="*/ 33457129 h 57949372"/>
                <a:gd name="connsiteX7199" fmla="*/ 41053736 w 58051775"/>
                <a:gd name="connsiteY7199" fmla="*/ 33336476 h 57949372"/>
                <a:gd name="connsiteX7200" fmla="*/ 41098184 w 58051775"/>
                <a:gd name="connsiteY7200" fmla="*/ 33215826 h 57949372"/>
                <a:gd name="connsiteX7201" fmla="*/ 41140820 w 58051775"/>
                <a:gd name="connsiteY7201" fmla="*/ 33097070 h 57949372"/>
                <a:gd name="connsiteX7202" fmla="*/ 41186118 w 58051775"/>
                <a:gd name="connsiteY7202" fmla="*/ 32981788 h 57949372"/>
                <a:gd name="connsiteX7203" fmla="*/ 41236198 w 58051775"/>
                <a:gd name="connsiteY7203" fmla="*/ 32861978 h 57949372"/>
                <a:gd name="connsiteX7204" fmla="*/ 41268956 w 58051775"/>
                <a:gd name="connsiteY7204" fmla="*/ 32759048 h 57949372"/>
                <a:gd name="connsiteX7205" fmla="*/ 41329284 w 58051775"/>
                <a:gd name="connsiteY7205" fmla="*/ 32588190 h 57949372"/>
                <a:gd name="connsiteX7206" fmla="*/ 41366246 w 58051775"/>
                <a:gd name="connsiteY7206" fmla="*/ 32418082 h 57949372"/>
                <a:gd name="connsiteX7207" fmla="*/ 41412304 w 58051775"/>
                <a:gd name="connsiteY7207" fmla="*/ 32234842 h 57949372"/>
                <a:gd name="connsiteX7208" fmla="*/ 41446524 w 58051775"/>
                <a:gd name="connsiteY7208" fmla="*/ 32097332 h 57949372"/>
                <a:gd name="connsiteX7209" fmla="*/ 41491172 w 58051775"/>
                <a:gd name="connsiteY7209" fmla="*/ 31915102 h 57949372"/>
                <a:gd name="connsiteX7210" fmla="*/ 41538252 w 58051775"/>
                <a:gd name="connsiteY7210" fmla="*/ 31715888 h 57949372"/>
                <a:gd name="connsiteX7211" fmla="*/ 41584344 w 58051775"/>
                <a:gd name="connsiteY7211" fmla="*/ 31559336 h 57949372"/>
                <a:gd name="connsiteX7212" fmla="*/ 41617208 w 58051775"/>
                <a:gd name="connsiteY7212" fmla="*/ 31485496 h 57949372"/>
                <a:gd name="connsiteX7213" fmla="*/ 41628136 w 58051775"/>
                <a:gd name="connsiteY7213" fmla="*/ 31254588 h 57949372"/>
                <a:gd name="connsiteX7214" fmla="*/ 41669184 w 58051775"/>
                <a:gd name="connsiteY7214" fmla="*/ 30981536 h 57949372"/>
                <a:gd name="connsiteX7215" fmla="*/ 41714832 w 58051775"/>
                <a:gd name="connsiteY7215" fmla="*/ 30667120 h 57949372"/>
                <a:gd name="connsiteX7216" fmla="*/ 41759506 w 58051775"/>
                <a:gd name="connsiteY7216" fmla="*/ 30355968 h 57949372"/>
                <a:gd name="connsiteX7217" fmla="*/ 41798364 w 58051775"/>
                <a:gd name="connsiteY7217" fmla="*/ 29692602 h 57949372"/>
                <a:gd name="connsiteX7218" fmla="*/ 41781688 w 58051775"/>
                <a:gd name="connsiteY7218" fmla="*/ 27629352 h 57949372"/>
                <a:gd name="connsiteX7219" fmla="*/ 41758348 w 58051775"/>
                <a:gd name="connsiteY7219" fmla="*/ 27533916 h 57949372"/>
                <a:gd name="connsiteX7220" fmla="*/ 41720916 w 58051775"/>
                <a:gd name="connsiteY7220" fmla="*/ 27188778 h 57949372"/>
                <a:gd name="connsiteX7221" fmla="*/ 41669948 w 58051775"/>
                <a:gd name="connsiteY7221" fmla="*/ 26860476 h 57949372"/>
                <a:gd name="connsiteX7222" fmla="*/ 41619740 w 58051775"/>
                <a:gd name="connsiteY7222" fmla="*/ 26607003 h 57949372"/>
                <a:gd name="connsiteX7223" fmla="*/ 41586280 w 58051775"/>
                <a:gd name="connsiteY7223" fmla="*/ 26400327 h 57949372"/>
                <a:gd name="connsiteX7224" fmla="*/ 41541004 w 58051775"/>
                <a:gd name="connsiteY7224" fmla="*/ 26216177 h 57949372"/>
                <a:gd name="connsiteX7225" fmla="*/ 41492296 w 58051775"/>
                <a:gd name="connsiteY7225" fmla="*/ 25988762 h 57949372"/>
                <a:gd name="connsiteX7226" fmla="*/ 41447572 w 58051775"/>
                <a:gd name="connsiteY7226" fmla="*/ 25810963 h 57949372"/>
                <a:gd name="connsiteX7227" fmla="*/ 41404212 w 58051775"/>
                <a:gd name="connsiteY7227" fmla="*/ 25640371 h 57949372"/>
                <a:gd name="connsiteX7228" fmla="*/ 41365876 w 58051775"/>
                <a:gd name="connsiteY7228" fmla="*/ 25473477 h 57949372"/>
                <a:gd name="connsiteX7229" fmla="*/ 41326776 w 58051775"/>
                <a:gd name="connsiteY7229" fmla="*/ 25341035 h 57949372"/>
                <a:gd name="connsiteX7230" fmla="*/ 41279476 w 58051775"/>
                <a:gd name="connsiteY7230" fmla="*/ 25209479 h 57949372"/>
                <a:gd name="connsiteX7231" fmla="*/ 41233996 w 58051775"/>
                <a:gd name="connsiteY7231" fmla="*/ 25058322 h 57949372"/>
                <a:gd name="connsiteX7232" fmla="*/ 41190812 w 58051775"/>
                <a:gd name="connsiteY7232" fmla="*/ 24900078 h 57949372"/>
                <a:gd name="connsiteX7233" fmla="*/ 41142126 w 58051775"/>
                <a:gd name="connsiteY7233" fmla="*/ 24765999 h 57949372"/>
                <a:gd name="connsiteX7234" fmla="*/ 41083272 w 58051775"/>
                <a:gd name="connsiteY7234" fmla="*/ 24571870 h 57949372"/>
                <a:gd name="connsiteX7235" fmla="*/ 41053284 w 58051775"/>
                <a:gd name="connsiteY7235" fmla="*/ 24504527 h 57949372"/>
                <a:gd name="connsiteX7236" fmla="*/ 41014410 w 58051775"/>
                <a:gd name="connsiteY7236" fmla="*/ 24408150 h 57949372"/>
                <a:gd name="connsiteX7237" fmla="*/ 40970072 w 58051775"/>
                <a:gd name="connsiteY7237" fmla="*/ 24303744 h 57949372"/>
                <a:gd name="connsiteX7238" fmla="*/ 40898448 w 58051775"/>
                <a:gd name="connsiteY7238" fmla="*/ 24100649 h 57949372"/>
                <a:gd name="connsiteX7239" fmla="*/ 40867762 w 58051775"/>
                <a:gd name="connsiteY7239" fmla="*/ 24056178 h 57949372"/>
                <a:gd name="connsiteX7240" fmla="*/ 40832008 w 58051775"/>
                <a:gd name="connsiteY7240" fmla="*/ 23962569 h 57949372"/>
                <a:gd name="connsiteX7241" fmla="*/ 40788580 w 58051775"/>
                <a:gd name="connsiteY7241" fmla="*/ 23863522 h 57949372"/>
                <a:gd name="connsiteX7242" fmla="*/ 40746780 w 58051775"/>
                <a:gd name="connsiteY7242" fmla="*/ 23775114 h 57949372"/>
                <a:gd name="connsiteX7243" fmla="*/ 40708512 w 58051775"/>
                <a:gd name="connsiteY7243" fmla="*/ 23670986 h 57949372"/>
                <a:gd name="connsiteX7244" fmla="*/ 40646300 w 58051775"/>
                <a:gd name="connsiteY7244" fmla="*/ 23543706 h 57949372"/>
                <a:gd name="connsiteX7245" fmla="*/ 40603500 w 58051775"/>
                <a:gd name="connsiteY7245" fmla="*/ 23454805 h 57949372"/>
                <a:gd name="connsiteX7246" fmla="*/ 40558584 w 58051775"/>
                <a:gd name="connsiteY7246" fmla="*/ 23374853 h 57949372"/>
                <a:gd name="connsiteX7247" fmla="*/ 40514764 w 58051775"/>
                <a:gd name="connsiteY7247" fmla="*/ 23292303 h 57949372"/>
                <a:gd name="connsiteX7248" fmla="*/ 40471324 w 58051775"/>
                <a:gd name="connsiteY7248" fmla="*/ 23202642 h 57949372"/>
                <a:gd name="connsiteX7249" fmla="*/ 40430666 w 58051775"/>
                <a:gd name="connsiteY7249" fmla="*/ 23127403 h 57949372"/>
                <a:gd name="connsiteX7250" fmla="*/ 40398702 w 58051775"/>
                <a:gd name="connsiteY7250" fmla="*/ 23074786 h 57949372"/>
                <a:gd name="connsiteX7251" fmla="*/ 40340836 w 58051775"/>
                <a:gd name="connsiteY7251" fmla="*/ 22976787 h 57949372"/>
                <a:gd name="connsiteX7252" fmla="*/ 40283974 w 58051775"/>
                <a:gd name="connsiteY7252" fmla="*/ 22834105 h 57949372"/>
                <a:gd name="connsiteX7253" fmla="*/ 40255380 w 58051775"/>
                <a:gd name="connsiteY7253" fmla="*/ 22800556 h 57949372"/>
                <a:gd name="connsiteX7254" fmla="*/ 40211012 w 58051775"/>
                <a:gd name="connsiteY7254" fmla="*/ 22737871 h 57949372"/>
                <a:gd name="connsiteX7255" fmla="*/ 40164448 w 58051775"/>
                <a:gd name="connsiteY7255" fmla="*/ 22645548 h 57949372"/>
                <a:gd name="connsiteX7256" fmla="*/ 40111420 w 58051775"/>
                <a:gd name="connsiteY7256" fmla="*/ 22550479 h 57949372"/>
                <a:gd name="connsiteX7257" fmla="*/ 40066654 w 58051775"/>
                <a:gd name="connsiteY7257" fmla="*/ 22468995 h 57949372"/>
                <a:gd name="connsiteX7258" fmla="*/ 40034774 w 58051775"/>
                <a:gd name="connsiteY7258" fmla="*/ 22387444 h 57949372"/>
                <a:gd name="connsiteX7259" fmla="*/ 39990330 w 58051775"/>
                <a:gd name="connsiteY7259" fmla="*/ 22297641 h 57949372"/>
                <a:gd name="connsiteX7260" fmla="*/ 39954202 w 58051775"/>
                <a:gd name="connsiteY7260" fmla="*/ 22244753 h 57949372"/>
                <a:gd name="connsiteX7261" fmla="*/ 39904912 w 58051775"/>
                <a:gd name="connsiteY7261" fmla="*/ 22185422 h 57949372"/>
                <a:gd name="connsiteX7262" fmla="*/ 39846658 w 58051775"/>
                <a:gd name="connsiteY7262" fmla="*/ 22100360 h 57949372"/>
                <a:gd name="connsiteX7263" fmla="*/ 39809004 w 58051775"/>
                <a:gd name="connsiteY7263" fmla="*/ 22040745 h 57949372"/>
                <a:gd name="connsiteX7264" fmla="*/ 39765212 w 58051775"/>
                <a:gd name="connsiteY7264" fmla="*/ 21971533 h 57949372"/>
                <a:gd name="connsiteX7265" fmla="*/ 39723960 w 58051775"/>
                <a:gd name="connsiteY7265" fmla="*/ 21907125 h 57949372"/>
                <a:gd name="connsiteX7266" fmla="*/ 39672678 w 58051775"/>
                <a:gd name="connsiteY7266" fmla="*/ 21836314 h 57949372"/>
                <a:gd name="connsiteX7267" fmla="*/ 39630040 w 58051775"/>
                <a:gd name="connsiteY7267" fmla="*/ 21772776 h 57949372"/>
                <a:gd name="connsiteX7268" fmla="*/ 39598298 w 58051775"/>
                <a:gd name="connsiteY7268" fmla="*/ 21722929 h 57949372"/>
                <a:gd name="connsiteX7269" fmla="*/ 39550888 w 58051775"/>
                <a:gd name="connsiteY7269" fmla="*/ 21653705 h 57949372"/>
                <a:gd name="connsiteX7270" fmla="*/ 39486572 w 58051775"/>
                <a:gd name="connsiteY7270" fmla="*/ 21580480 h 57949372"/>
                <a:gd name="connsiteX7271" fmla="*/ 39438120 w 58051775"/>
                <a:gd name="connsiteY7271" fmla="*/ 21523107 h 57949372"/>
                <a:gd name="connsiteX7272" fmla="*/ 39420802 w 58051775"/>
                <a:gd name="connsiteY7272" fmla="*/ 21474549 h 57949372"/>
                <a:gd name="connsiteX7273" fmla="*/ 39369940 w 58051775"/>
                <a:gd name="connsiteY7273" fmla="*/ 21383194 h 57949372"/>
                <a:gd name="connsiteX7274" fmla="*/ 39230302 w 58051775"/>
                <a:gd name="connsiteY7274" fmla="*/ 21202265 h 57949372"/>
                <a:gd name="connsiteX7275" fmla="*/ 39192202 w 58051775"/>
                <a:gd name="connsiteY7275" fmla="*/ 21144004 h 57949372"/>
                <a:gd name="connsiteX7276" fmla="*/ 39154102 w 58051775"/>
                <a:gd name="connsiteY7276" fmla="*/ 21090423 h 57949372"/>
                <a:gd name="connsiteX7277" fmla="*/ 39100128 w 58051775"/>
                <a:gd name="connsiteY7277" fmla="*/ 21022327 h 57949372"/>
                <a:gd name="connsiteX7278" fmla="*/ 38956428 w 58051775"/>
                <a:gd name="connsiteY7278" fmla="*/ 20865285 h 57949372"/>
                <a:gd name="connsiteX7279" fmla="*/ 38731828 w 58051775"/>
                <a:gd name="connsiteY7279" fmla="*/ 20612589 h 57949372"/>
                <a:gd name="connsiteX7280" fmla="*/ 38709602 w 58051775"/>
                <a:gd name="connsiteY7280" fmla="*/ 20567941 h 57949372"/>
                <a:gd name="connsiteX7281" fmla="*/ 38611176 w 58051775"/>
                <a:gd name="connsiteY7281" fmla="*/ 20444919 h 57949372"/>
                <a:gd name="connsiteX7282" fmla="*/ 38410204 w 58051775"/>
                <a:gd name="connsiteY7282" fmla="*/ 20215728 h 57949372"/>
                <a:gd name="connsiteX7283" fmla="*/ 38367608 w 58051775"/>
                <a:gd name="connsiteY7283" fmla="*/ 20181755 h 57949372"/>
                <a:gd name="connsiteX7284" fmla="*/ 13886992 w 58051775"/>
                <a:gd name="connsiteY7284" fmla="*/ 20180654 h 57949372"/>
                <a:gd name="connsiteX7285" fmla="*/ 14020800 w 58051775"/>
                <a:gd name="connsiteY7285" fmla="*/ 20232677 h 57949372"/>
                <a:gd name="connsiteX7286" fmla="*/ 14052780 w 58051775"/>
                <a:gd name="connsiteY7286" fmla="*/ 20256941 h 57949372"/>
                <a:gd name="connsiteX7287" fmla="*/ 14097840 w 58051775"/>
                <a:gd name="connsiteY7287" fmla="*/ 20303507 h 57949372"/>
                <a:gd name="connsiteX7288" fmla="*/ 14076416 w 58051775"/>
                <a:gd name="connsiteY7288" fmla="*/ 20491525 h 57949372"/>
                <a:gd name="connsiteX7289" fmla="*/ 13720600 w 58051775"/>
                <a:gd name="connsiteY7289" fmla="*/ 20491826 h 57949372"/>
                <a:gd name="connsiteX7290" fmla="*/ 13760220 w 58051775"/>
                <a:gd name="connsiteY7290" fmla="*/ 20240143 h 57949372"/>
                <a:gd name="connsiteX7291" fmla="*/ 13779948 w 58051775"/>
                <a:gd name="connsiteY7291" fmla="*/ 20205219 h 57949372"/>
                <a:gd name="connsiteX7292" fmla="*/ 13886992 w 58051775"/>
                <a:gd name="connsiteY7292" fmla="*/ 20180654 h 57949372"/>
                <a:gd name="connsiteX7293" fmla="*/ 15178664 w 58051775"/>
                <a:gd name="connsiteY7293" fmla="*/ 20080173 h 57949372"/>
                <a:gd name="connsiteX7294" fmla="*/ 15325180 w 58051775"/>
                <a:gd name="connsiteY7294" fmla="*/ 20124952 h 57949372"/>
                <a:gd name="connsiteX7295" fmla="*/ 15328304 w 58051775"/>
                <a:gd name="connsiteY7295" fmla="*/ 20403623 h 57949372"/>
                <a:gd name="connsiteX7296" fmla="*/ 15187032 w 58051775"/>
                <a:gd name="connsiteY7296" fmla="*/ 20413570 h 57949372"/>
                <a:gd name="connsiteX7297" fmla="*/ 15013800 w 58051775"/>
                <a:gd name="connsiteY7297" fmla="*/ 20277505 h 57949372"/>
                <a:gd name="connsiteX7298" fmla="*/ 15051484 w 58051775"/>
                <a:gd name="connsiteY7298" fmla="*/ 20149244 h 57949372"/>
                <a:gd name="connsiteX7299" fmla="*/ 15132256 w 58051775"/>
                <a:gd name="connsiteY7299" fmla="*/ 20086935 h 57949372"/>
                <a:gd name="connsiteX7300" fmla="*/ 15178664 w 58051775"/>
                <a:gd name="connsiteY7300" fmla="*/ 20080173 h 57949372"/>
                <a:gd name="connsiteX7301" fmla="*/ 40498616 w 58051775"/>
                <a:gd name="connsiteY7301" fmla="*/ 19916184 h 57949372"/>
                <a:gd name="connsiteX7302" fmla="*/ 40621512 w 58051775"/>
                <a:gd name="connsiteY7302" fmla="*/ 19991137 h 57949372"/>
                <a:gd name="connsiteX7303" fmla="*/ 40616788 w 58051775"/>
                <a:gd name="connsiteY7303" fmla="*/ 20219114 h 57949372"/>
                <a:gd name="connsiteX7304" fmla="*/ 40480264 w 58051775"/>
                <a:gd name="connsiteY7304" fmla="*/ 20241790 h 57949372"/>
                <a:gd name="connsiteX7305" fmla="*/ 40346096 w 58051775"/>
                <a:gd name="connsiteY7305" fmla="*/ 20233152 h 57949372"/>
                <a:gd name="connsiteX7306" fmla="*/ 40293236 w 58051775"/>
                <a:gd name="connsiteY7306" fmla="*/ 20077933 h 57949372"/>
                <a:gd name="connsiteX7307" fmla="*/ 40329188 w 58051775"/>
                <a:gd name="connsiteY7307" fmla="*/ 19987661 h 57949372"/>
                <a:gd name="connsiteX7308" fmla="*/ 40398076 w 58051775"/>
                <a:gd name="connsiteY7308" fmla="*/ 19946275 h 57949372"/>
                <a:gd name="connsiteX7309" fmla="*/ 40450170 w 58051775"/>
                <a:gd name="connsiteY7309" fmla="*/ 19918428 h 57949372"/>
                <a:gd name="connsiteX7310" fmla="*/ 40498616 w 58051775"/>
                <a:gd name="connsiteY7310" fmla="*/ 19916184 h 57949372"/>
                <a:gd name="connsiteX7311" fmla="*/ 17686964 w 58051775"/>
                <a:gd name="connsiteY7311" fmla="*/ 19907001 h 57949372"/>
                <a:gd name="connsiteX7312" fmla="*/ 17803816 w 58051775"/>
                <a:gd name="connsiteY7312" fmla="*/ 19940944 h 57949372"/>
                <a:gd name="connsiteX7313" fmla="*/ 17899208 w 58051775"/>
                <a:gd name="connsiteY7313" fmla="*/ 20035473 h 57949372"/>
                <a:gd name="connsiteX7314" fmla="*/ 17932400 w 58051775"/>
                <a:gd name="connsiteY7314" fmla="*/ 20185329 h 57949372"/>
                <a:gd name="connsiteX7315" fmla="*/ 17932400 w 58051775"/>
                <a:gd name="connsiteY7315" fmla="*/ 20305456 h 57949372"/>
                <a:gd name="connsiteX7316" fmla="*/ 17865728 w 58051775"/>
                <a:gd name="connsiteY7316" fmla="*/ 20357206 h 57949372"/>
                <a:gd name="connsiteX7317" fmla="*/ 17708040 w 58051775"/>
                <a:gd name="connsiteY7317" fmla="*/ 20415456 h 57949372"/>
                <a:gd name="connsiteX7318" fmla="*/ 17617032 w 58051775"/>
                <a:gd name="connsiteY7318" fmla="*/ 20421956 h 57949372"/>
                <a:gd name="connsiteX7319" fmla="*/ 17494252 w 58051775"/>
                <a:gd name="connsiteY7319" fmla="*/ 20306619 h 57949372"/>
                <a:gd name="connsiteX7320" fmla="*/ 17496104 w 58051775"/>
                <a:gd name="connsiteY7320" fmla="*/ 20205056 h 57949372"/>
                <a:gd name="connsiteX7321" fmla="*/ 17557972 w 58051775"/>
                <a:gd name="connsiteY7321" fmla="*/ 20002785 h 57949372"/>
                <a:gd name="connsiteX7322" fmla="*/ 17624448 w 58051775"/>
                <a:gd name="connsiteY7322" fmla="*/ 19959530 h 57949372"/>
                <a:gd name="connsiteX7323" fmla="*/ 17659572 w 58051775"/>
                <a:gd name="connsiteY7323" fmla="*/ 19917002 h 57949372"/>
                <a:gd name="connsiteX7324" fmla="*/ 17686964 w 58051775"/>
                <a:gd name="connsiteY7324" fmla="*/ 19907001 h 57949372"/>
                <a:gd name="connsiteX7325" fmla="*/ 39962234 w 58051775"/>
                <a:gd name="connsiteY7325" fmla="*/ 19728964 h 57949372"/>
                <a:gd name="connsiteX7326" fmla="*/ 40000060 w 58051775"/>
                <a:gd name="connsiteY7326" fmla="*/ 19730568 h 57949372"/>
                <a:gd name="connsiteX7327" fmla="*/ 40138138 w 58051775"/>
                <a:gd name="connsiteY7327" fmla="*/ 19792367 h 57949372"/>
                <a:gd name="connsiteX7328" fmla="*/ 40198604 w 58051775"/>
                <a:gd name="connsiteY7328" fmla="*/ 19848673 h 57949372"/>
                <a:gd name="connsiteX7329" fmla="*/ 40193216 w 58051775"/>
                <a:gd name="connsiteY7329" fmla="*/ 19971833 h 57949372"/>
                <a:gd name="connsiteX7330" fmla="*/ 40152856 w 58051775"/>
                <a:gd name="connsiteY7330" fmla="*/ 20125076 h 57949372"/>
                <a:gd name="connsiteX7331" fmla="*/ 40029892 w 58051775"/>
                <a:gd name="connsiteY7331" fmla="*/ 20155158 h 57949372"/>
                <a:gd name="connsiteX7332" fmla="*/ 39894076 w 58051775"/>
                <a:gd name="connsiteY7332" fmla="*/ 20111766 h 57949372"/>
                <a:gd name="connsiteX7333" fmla="*/ 39846248 w 58051775"/>
                <a:gd name="connsiteY7333" fmla="*/ 20068373 h 57949372"/>
                <a:gd name="connsiteX7334" fmla="*/ 39848174 w 58051775"/>
                <a:gd name="connsiteY7334" fmla="*/ 19952314 h 57949372"/>
                <a:gd name="connsiteX7335" fmla="*/ 39901128 w 58051775"/>
                <a:gd name="connsiteY7335" fmla="*/ 19744806 h 57949372"/>
                <a:gd name="connsiteX7336" fmla="*/ 39962234 w 58051775"/>
                <a:gd name="connsiteY7336" fmla="*/ 19728964 h 57949372"/>
                <a:gd name="connsiteX7337" fmla="*/ 41237848 w 58051775"/>
                <a:gd name="connsiteY7337" fmla="*/ 19728228 h 57949372"/>
                <a:gd name="connsiteX7338" fmla="*/ 41265886 w 58051775"/>
                <a:gd name="connsiteY7338" fmla="*/ 19729930 h 57949372"/>
                <a:gd name="connsiteX7339" fmla="*/ 41440102 w 58051775"/>
                <a:gd name="connsiteY7339" fmla="*/ 19949433 h 57949372"/>
                <a:gd name="connsiteX7340" fmla="*/ 41249764 w 58051775"/>
                <a:gd name="connsiteY7340" fmla="*/ 20153011 h 57949372"/>
                <a:gd name="connsiteX7341" fmla="*/ 41099588 w 58051775"/>
                <a:gd name="connsiteY7341" fmla="*/ 19977946 h 57949372"/>
                <a:gd name="connsiteX7342" fmla="*/ 41094114 w 58051775"/>
                <a:gd name="connsiteY7342" fmla="*/ 19863430 h 57949372"/>
                <a:gd name="connsiteX7343" fmla="*/ 41155984 w 58051775"/>
                <a:gd name="connsiteY7343" fmla="*/ 19793616 h 57949372"/>
                <a:gd name="connsiteX7344" fmla="*/ 41237848 w 58051775"/>
                <a:gd name="connsiteY7344" fmla="*/ 19728228 h 57949372"/>
                <a:gd name="connsiteX7345" fmla="*/ 42682450 w 58051775"/>
                <a:gd name="connsiteY7345" fmla="*/ 19728039 h 57949372"/>
                <a:gd name="connsiteX7346" fmla="*/ 42796060 w 58051775"/>
                <a:gd name="connsiteY7346" fmla="*/ 19791881 h 57949372"/>
                <a:gd name="connsiteX7347" fmla="*/ 42855144 w 58051775"/>
                <a:gd name="connsiteY7347" fmla="*/ 19847704 h 57949372"/>
                <a:gd name="connsiteX7348" fmla="*/ 42860226 w 58051775"/>
                <a:gd name="connsiteY7348" fmla="*/ 19974241 h 57949372"/>
                <a:gd name="connsiteX7349" fmla="*/ 42818856 w 58051775"/>
                <a:gd name="connsiteY7349" fmla="*/ 20155156 h 57949372"/>
                <a:gd name="connsiteX7350" fmla="*/ 42775284 w 58051775"/>
                <a:gd name="connsiteY7350" fmla="*/ 20199607 h 57949372"/>
                <a:gd name="connsiteX7351" fmla="*/ 42666076 w 58051775"/>
                <a:gd name="connsiteY7351" fmla="*/ 20244057 h 57949372"/>
                <a:gd name="connsiteX7352" fmla="*/ 42557700 w 58051775"/>
                <a:gd name="connsiteY7352" fmla="*/ 20218657 h 57949372"/>
                <a:gd name="connsiteX7353" fmla="*/ 42532300 w 58051775"/>
                <a:gd name="connsiteY7353" fmla="*/ 20181758 h 57949372"/>
                <a:gd name="connsiteX7354" fmla="*/ 42487364 w 58051775"/>
                <a:gd name="connsiteY7354" fmla="*/ 20116477 h 57949372"/>
                <a:gd name="connsiteX7355" fmla="*/ 42439740 w 58051775"/>
                <a:gd name="connsiteY7355" fmla="*/ 19954561 h 57949372"/>
                <a:gd name="connsiteX7356" fmla="*/ 42437048 w 58051775"/>
                <a:gd name="connsiteY7356" fmla="*/ 19846432 h 57949372"/>
                <a:gd name="connsiteX7357" fmla="*/ 42538648 w 58051775"/>
                <a:gd name="connsiteY7357" fmla="*/ 19785043 h 57949372"/>
                <a:gd name="connsiteX7358" fmla="*/ 42682450 w 58051775"/>
                <a:gd name="connsiteY7358" fmla="*/ 19728039 h 57949372"/>
                <a:gd name="connsiteX7359" fmla="*/ 41896940 w 58051775"/>
                <a:gd name="connsiteY7359" fmla="*/ 19650648 h 57949372"/>
                <a:gd name="connsiteX7360" fmla="*/ 41921268 w 58051775"/>
                <a:gd name="connsiteY7360" fmla="*/ 19653592 h 57949372"/>
                <a:gd name="connsiteX7361" fmla="*/ 42050580 w 58051775"/>
                <a:gd name="connsiteY7361" fmla="*/ 19744726 h 57949372"/>
                <a:gd name="connsiteX7362" fmla="*/ 42062400 w 58051775"/>
                <a:gd name="connsiteY7362" fmla="*/ 19867752 h 57949372"/>
                <a:gd name="connsiteX7363" fmla="*/ 42018830 w 58051775"/>
                <a:gd name="connsiteY7363" fmla="*/ 20007259 h 57949372"/>
                <a:gd name="connsiteX7364" fmla="*/ 41785484 w 58051775"/>
                <a:gd name="connsiteY7364" fmla="*/ 20064877 h 57949372"/>
                <a:gd name="connsiteX7365" fmla="*/ 41658484 w 58051775"/>
                <a:gd name="connsiteY7365" fmla="*/ 20033930 h 57949372"/>
                <a:gd name="connsiteX7366" fmla="*/ 41624248 w 58051775"/>
                <a:gd name="connsiteY7366" fmla="*/ 19891531 h 57949372"/>
                <a:gd name="connsiteX7367" fmla="*/ 41734536 w 58051775"/>
                <a:gd name="connsiteY7367" fmla="*/ 19730190 h 57949372"/>
                <a:gd name="connsiteX7368" fmla="*/ 41836784 w 58051775"/>
                <a:gd name="connsiteY7368" fmla="*/ 19678344 h 57949372"/>
                <a:gd name="connsiteX7369" fmla="*/ 41896940 w 58051775"/>
                <a:gd name="connsiteY7369" fmla="*/ 19650648 h 57949372"/>
                <a:gd name="connsiteX7370" fmla="*/ 43807314 w 58051775"/>
                <a:gd name="connsiteY7370" fmla="*/ 19630752 h 57949372"/>
                <a:gd name="connsiteX7371" fmla="*/ 43851894 w 58051775"/>
                <a:gd name="connsiteY7371" fmla="*/ 19635684 h 57949372"/>
                <a:gd name="connsiteX7372" fmla="*/ 43929304 w 58051775"/>
                <a:gd name="connsiteY7372" fmla="*/ 19776029 h 57949372"/>
                <a:gd name="connsiteX7373" fmla="*/ 43929304 w 58051775"/>
                <a:gd name="connsiteY7373" fmla="*/ 19876389 h 57949372"/>
                <a:gd name="connsiteX7374" fmla="*/ 43888028 w 58051775"/>
                <a:gd name="connsiteY7374" fmla="*/ 19883408 h 57949372"/>
                <a:gd name="connsiteX7375" fmla="*/ 43697528 w 58051775"/>
                <a:gd name="connsiteY7375" fmla="*/ 19866629 h 57949372"/>
                <a:gd name="connsiteX7376" fmla="*/ 43681848 w 58051775"/>
                <a:gd name="connsiteY7376" fmla="*/ 19769430 h 57949372"/>
                <a:gd name="connsiteX7377" fmla="*/ 43759948 w 58051775"/>
                <a:gd name="connsiteY7377" fmla="*/ 19639782 h 57949372"/>
                <a:gd name="connsiteX7378" fmla="*/ 43807314 w 58051775"/>
                <a:gd name="connsiteY7378" fmla="*/ 19630752 h 57949372"/>
                <a:gd name="connsiteX7379" fmla="*/ 40908268 w 58051775"/>
                <a:gd name="connsiteY7379" fmla="*/ 19558260 h 57949372"/>
                <a:gd name="connsiteX7380" fmla="*/ 40979920 w 58051775"/>
                <a:gd name="connsiteY7380" fmla="*/ 19595262 h 57949372"/>
                <a:gd name="connsiteX7381" fmla="*/ 41034768 w 58051775"/>
                <a:gd name="connsiteY7381" fmla="*/ 19652120 h 57949372"/>
                <a:gd name="connsiteX7382" fmla="*/ 41037426 w 58051775"/>
                <a:gd name="connsiteY7382" fmla="*/ 19869760 h 57949372"/>
                <a:gd name="connsiteX7383" fmla="*/ 40816432 w 58051775"/>
                <a:gd name="connsiteY7383" fmla="*/ 19894621 h 57949372"/>
                <a:gd name="connsiteX7384" fmla="*/ 40726696 w 58051775"/>
                <a:gd name="connsiteY7384" fmla="*/ 19839601 h 57949372"/>
                <a:gd name="connsiteX7385" fmla="*/ 40682560 w 58051775"/>
                <a:gd name="connsiteY7385" fmla="*/ 19782964 h 57949372"/>
                <a:gd name="connsiteX7386" fmla="*/ 40665402 w 58051775"/>
                <a:gd name="connsiteY7386" fmla="*/ 19722188 h 57949372"/>
                <a:gd name="connsiteX7387" fmla="*/ 40724192 w 58051775"/>
                <a:gd name="connsiteY7387" fmla="*/ 19646456 h 57949372"/>
                <a:gd name="connsiteX7388" fmla="*/ 40820420 w 58051775"/>
                <a:gd name="connsiteY7388" fmla="*/ 19589758 h 57949372"/>
                <a:gd name="connsiteX7389" fmla="*/ 40908268 w 58051775"/>
                <a:gd name="connsiteY7389" fmla="*/ 19558260 h 57949372"/>
                <a:gd name="connsiteX7390" fmla="*/ 14556784 w 58051775"/>
                <a:gd name="connsiteY7390" fmla="*/ 19542591 h 57949372"/>
                <a:gd name="connsiteX7391" fmla="*/ 14750940 w 58051775"/>
                <a:gd name="connsiteY7391" fmla="*/ 19575256 h 57949372"/>
                <a:gd name="connsiteX7392" fmla="*/ 14811628 w 58051775"/>
                <a:gd name="connsiteY7392" fmla="*/ 19810971 h 57949372"/>
                <a:gd name="connsiteX7393" fmla="*/ 14784972 w 58051775"/>
                <a:gd name="connsiteY7393" fmla="*/ 19952855 h 57949372"/>
                <a:gd name="connsiteX7394" fmla="*/ 14520528 w 58051775"/>
                <a:gd name="connsiteY7394" fmla="*/ 19984119 h 57949372"/>
                <a:gd name="connsiteX7395" fmla="*/ 14402168 w 58051775"/>
                <a:gd name="connsiteY7395" fmla="*/ 19927547 h 57949372"/>
                <a:gd name="connsiteX7396" fmla="*/ 14350208 w 58051775"/>
                <a:gd name="connsiteY7396" fmla="*/ 19864578 h 57949372"/>
                <a:gd name="connsiteX7397" fmla="*/ 14345828 w 58051775"/>
                <a:gd name="connsiteY7397" fmla="*/ 19765091 h 57949372"/>
                <a:gd name="connsiteX7398" fmla="*/ 14390456 w 58051775"/>
                <a:gd name="connsiteY7398" fmla="*/ 19678483 h 57949372"/>
                <a:gd name="connsiteX7399" fmla="*/ 14499648 w 58051775"/>
                <a:gd name="connsiteY7399" fmla="*/ 19550587 h 57949372"/>
                <a:gd name="connsiteX7400" fmla="*/ 14556784 w 58051775"/>
                <a:gd name="connsiteY7400" fmla="*/ 19542591 h 57949372"/>
                <a:gd name="connsiteX7401" fmla="*/ 16033840 w 58051775"/>
                <a:gd name="connsiteY7401" fmla="*/ 19540768 h 57949372"/>
                <a:gd name="connsiteX7402" fmla="*/ 16090988 w 58051775"/>
                <a:gd name="connsiteY7402" fmla="*/ 19550385 h 57949372"/>
                <a:gd name="connsiteX7403" fmla="*/ 16173456 w 58051775"/>
                <a:gd name="connsiteY7403" fmla="*/ 19603326 h 57949372"/>
                <a:gd name="connsiteX7404" fmla="*/ 16235056 w 58051775"/>
                <a:gd name="connsiteY7404" fmla="*/ 19755909 h 57949372"/>
                <a:gd name="connsiteX7405" fmla="*/ 16156688 w 58051775"/>
                <a:gd name="connsiteY7405" fmla="*/ 19960411 h 57949372"/>
                <a:gd name="connsiteX7406" fmla="*/ 15859576 w 58051775"/>
                <a:gd name="connsiteY7406" fmla="*/ 19960597 h 57949372"/>
                <a:gd name="connsiteX7407" fmla="*/ 15801164 w 58051775"/>
                <a:gd name="connsiteY7407" fmla="*/ 19742839 h 57949372"/>
                <a:gd name="connsiteX7408" fmla="*/ 15836904 w 58051775"/>
                <a:gd name="connsiteY7408" fmla="*/ 19625858 h 57949372"/>
                <a:gd name="connsiteX7409" fmla="*/ 15897780 w 58051775"/>
                <a:gd name="connsiteY7409" fmla="*/ 19588512 h 57949372"/>
                <a:gd name="connsiteX7410" fmla="*/ 15967632 w 58051775"/>
                <a:gd name="connsiteY7410" fmla="*/ 19551380 h 57949372"/>
                <a:gd name="connsiteX7411" fmla="*/ 16033840 w 58051775"/>
                <a:gd name="connsiteY7411" fmla="*/ 19540768 h 57949372"/>
                <a:gd name="connsiteX7412" fmla="*/ 16597060 w 58051775"/>
                <a:gd name="connsiteY7412" fmla="*/ 19534119 h 57949372"/>
                <a:gd name="connsiteX7413" fmla="*/ 16795280 w 58051775"/>
                <a:gd name="connsiteY7413" fmla="*/ 19615874 h 57949372"/>
                <a:gd name="connsiteX7414" fmla="*/ 16863356 w 58051775"/>
                <a:gd name="connsiteY7414" fmla="*/ 19756016 h 57949372"/>
                <a:gd name="connsiteX7415" fmla="*/ 16852992 w 58051775"/>
                <a:gd name="connsiteY7415" fmla="*/ 19881935 h 57949372"/>
                <a:gd name="connsiteX7416" fmla="*/ 16647080 w 58051775"/>
                <a:gd name="connsiteY7416" fmla="*/ 19971060 h 57949372"/>
                <a:gd name="connsiteX7417" fmla="*/ 16549208 w 58051775"/>
                <a:gd name="connsiteY7417" fmla="*/ 19977458 h 57949372"/>
                <a:gd name="connsiteX7418" fmla="*/ 16427452 w 58051775"/>
                <a:gd name="connsiteY7418" fmla="*/ 19864006 h 57949372"/>
                <a:gd name="connsiteX7419" fmla="*/ 16427452 w 58051775"/>
                <a:gd name="connsiteY7419" fmla="*/ 19736924 h 57949372"/>
                <a:gd name="connsiteX7420" fmla="*/ 16530696 w 58051775"/>
                <a:gd name="connsiteY7420" fmla="*/ 19552017 h 57949372"/>
                <a:gd name="connsiteX7421" fmla="*/ 16597060 w 58051775"/>
                <a:gd name="connsiteY7421" fmla="*/ 19534119 h 57949372"/>
                <a:gd name="connsiteX7422" fmla="*/ 42884098 w 58051775"/>
                <a:gd name="connsiteY7422" fmla="*/ 19450372 h 57949372"/>
                <a:gd name="connsiteX7423" fmla="*/ 43018080 w 58051775"/>
                <a:gd name="connsiteY7423" fmla="*/ 19485384 h 57949372"/>
                <a:gd name="connsiteX7424" fmla="*/ 43025066 w 58051775"/>
                <a:gd name="connsiteY7424" fmla="*/ 19695423 h 57949372"/>
                <a:gd name="connsiteX7425" fmla="*/ 42828736 w 58051775"/>
                <a:gd name="connsiteY7425" fmla="*/ 19691945 h 57949372"/>
                <a:gd name="connsiteX7426" fmla="*/ 42793552 w 58051775"/>
                <a:gd name="connsiteY7426" fmla="*/ 19605478 h 57949372"/>
                <a:gd name="connsiteX7427" fmla="*/ 42839620 w 58051775"/>
                <a:gd name="connsiteY7427" fmla="*/ 19458856 h 57949372"/>
                <a:gd name="connsiteX7428" fmla="*/ 42884098 w 58051775"/>
                <a:gd name="connsiteY7428" fmla="*/ 19450372 h 57949372"/>
                <a:gd name="connsiteX7429" fmla="*/ 15406820 w 58051775"/>
                <a:gd name="connsiteY7429" fmla="*/ 19374793 h 57949372"/>
                <a:gd name="connsiteX7430" fmla="*/ 15493532 w 58051775"/>
                <a:gd name="connsiteY7430" fmla="*/ 19402675 h 57949372"/>
                <a:gd name="connsiteX7431" fmla="*/ 15521448 w 58051775"/>
                <a:gd name="connsiteY7431" fmla="*/ 19494741 h 57949372"/>
                <a:gd name="connsiteX7432" fmla="*/ 15509368 w 58051775"/>
                <a:gd name="connsiteY7432" fmla="*/ 19595727 h 57949372"/>
                <a:gd name="connsiteX7433" fmla="*/ 15402272 w 58051775"/>
                <a:gd name="connsiteY7433" fmla="*/ 19621127 h 57949372"/>
                <a:gd name="connsiteX7434" fmla="*/ 15292760 w 58051775"/>
                <a:gd name="connsiteY7434" fmla="*/ 19604429 h 57949372"/>
                <a:gd name="connsiteX7435" fmla="*/ 15290616 w 58051775"/>
                <a:gd name="connsiteY7435" fmla="*/ 19437845 h 57949372"/>
                <a:gd name="connsiteX7436" fmla="*/ 15325544 w 58051775"/>
                <a:gd name="connsiteY7436" fmla="*/ 19387029 h 57949372"/>
                <a:gd name="connsiteX7437" fmla="*/ 15406820 w 58051775"/>
                <a:gd name="connsiteY7437" fmla="*/ 19374793 h 57949372"/>
                <a:gd name="connsiteX7438" fmla="*/ 39657738 w 58051775"/>
                <a:gd name="connsiteY7438" fmla="*/ 19374363 h 57949372"/>
                <a:gd name="connsiteX7439" fmla="*/ 39703612 w 58051775"/>
                <a:gd name="connsiteY7439" fmla="*/ 19384473 h 57949372"/>
                <a:gd name="connsiteX7440" fmla="*/ 39733364 w 58051775"/>
                <a:gd name="connsiteY7440" fmla="*/ 19602929 h 57949372"/>
                <a:gd name="connsiteX7441" fmla="*/ 39641288 w 58051775"/>
                <a:gd name="connsiteY7441" fmla="*/ 19619031 h 57949372"/>
                <a:gd name="connsiteX7442" fmla="*/ 39503776 w 58051775"/>
                <a:gd name="connsiteY7442" fmla="*/ 19536352 h 57949372"/>
                <a:gd name="connsiteX7443" fmla="*/ 39584440 w 58051775"/>
                <a:gd name="connsiteY7443" fmla="*/ 19402327 h 57949372"/>
                <a:gd name="connsiteX7444" fmla="*/ 39657738 w 58051775"/>
                <a:gd name="connsiteY7444" fmla="*/ 19374363 h 57949372"/>
                <a:gd name="connsiteX7445" fmla="*/ 18663372 w 58051775"/>
                <a:gd name="connsiteY7445" fmla="*/ 19368922 h 57949372"/>
                <a:gd name="connsiteX7446" fmla="*/ 18730768 w 58051775"/>
                <a:gd name="connsiteY7446" fmla="*/ 19382246 h 57949372"/>
                <a:gd name="connsiteX7447" fmla="*/ 18821400 w 58051775"/>
                <a:gd name="connsiteY7447" fmla="*/ 19537346 h 57949372"/>
                <a:gd name="connsiteX7448" fmla="*/ 18683324 w 58051775"/>
                <a:gd name="connsiteY7448" fmla="*/ 19627186 h 57949372"/>
                <a:gd name="connsiteX7449" fmla="*/ 18516600 w 58051775"/>
                <a:gd name="connsiteY7449" fmla="*/ 19558175 h 57949372"/>
                <a:gd name="connsiteX7450" fmla="*/ 18622076 w 58051775"/>
                <a:gd name="connsiteY7450" fmla="*/ 19383562 h 57949372"/>
                <a:gd name="connsiteX7451" fmla="*/ 18663372 w 58051775"/>
                <a:gd name="connsiteY7451" fmla="*/ 19368922 h 57949372"/>
                <a:gd name="connsiteX7452" fmla="*/ 42263688 w 58051775"/>
                <a:gd name="connsiteY7452" fmla="*/ 19204668 h 57949372"/>
                <a:gd name="connsiteX7453" fmla="*/ 42294496 w 58051775"/>
                <a:gd name="connsiteY7453" fmla="*/ 19207838 h 57949372"/>
                <a:gd name="connsiteX7454" fmla="*/ 42471974 w 58051775"/>
                <a:gd name="connsiteY7454" fmla="*/ 19322212 h 57949372"/>
                <a:gd name="connsiteX7455" fmla="*/ 42506900 w 58051775"/>
                <a:gd name="connsiteY7455" fmla="*/ 19424926 h 57949372"/>
                <a:gd name="connsiteX7456" fmla="*/ 42464044 w 58051775"/>
                <a:gd name="connsiteY7456" fmla="*/ 19524054 h 57949372"/>
                <a:gd name="connsiteX7457" fmla="*/ 42412792 w 58051775"/>
                <a:gd name="connsiteY7457" fmla="*/ 19586838 h 57949372"/>
                <a:gd name="connsiteX7458" fmla="*/ 42302620 w 58051775"/>
                <a:gd name="connsiteY7458" fmla="*/ 19621763 h 57949372"/>
                <a:gd name="connsiteX7459" fmla="*/ 42079914 w 58051775"/>
                <a:gd name="connsiteY7459" fmla="*/ 19473863 h 57949372"/>
                <a:gd name="connsiteX7460" fmla="*/ 42165308 w 58051775"/>
                <a:gd name="connsiteY7460" fmla="*/ 19278311 h 57949372"/>
                <a:gd name="connsiteX7461" fmla="*/ 42263688 w 58051775"/>
                <a:gd name="connsiteY7461" fmla="*/ 19204668 h 57949372"/>
                <a:gd name="connsiteX7462" fmla="*/ 41379612 w 58051775"/>
                <a:gd name="connsiteY7462" fmla="*/ 19202770 h 57949372"/>
                <a:gd name="connsiteX7463" fmla="*/ 41470344 w 58051775"/>
                <a:gd name="connsiteY7463" fmla="*/ 19214525 h 57949372"/>
                <a:gd name="connsiteX7464" fmla="*/ 41481452 w 58051775"/>
                <a:gd name="connsiteY7464" fmla="*/ 19434745 h 57949372"/>
                <a:gd name="connsiteX7465" fmla="*/ 41380958 w 58051775"/>
                <a:gd name="connsiteY7465" fmla="*/ 19444406 h 57949372"/>
                <a:gd name="connsiteX7466" fmla="*/ 41303556 w 58051775"/>
                <a:gd name="connsiteY7466" fmla="*/ 19425698 h 57949372"/>
                <a:gd name="connsiteX7467" fmla="*/ 41275926 w 58051775"/>
                <a:gd name="connsiteY7467" fmla="*/ 19266948 h 57949372"/>
                <a:gd name="connsiteX7468" fmla="*/ 41297076 w 58051775"/>
                <a:gd name="connsiteY7468" fmla="*/ 19211925 h 57949372"/>
                <a:gd name="connsiteX7469" fmla="*/ 41379612 w 58051775"/>
                <a:gd name="connsiteY7469" fmla="*/ 19202770 h 57949372"/>
                <a:gd name="connsiteX7470" fmla="*/ 6768060 w 58051775"/>
                <a:gd name="connsiteY7470" fmla="*/ 19184385 h 57949372"/>
                <a:gd name="connsiteX7471" fmla="*/ 6965936 w 58051775"/>
                <a:gd name="connsiteY7471" fmla="*/ 19238788 h 57949372"/>
                <a:gd name="connsiteX7472" fmla="*/ 7074200 w 58051775"/>
                <a:gd name="connsiteY7472" fmla="*/ 19284992 h 57949372"/>
                <a:gd name="connsiteX7473" fmla="*/ 7163512 w 58051775"/>
                <a:gd name="connsiteY7473" fmla="*/ 19317410 h 57949372"/>
                <a:gd name="connsiteX7474" fmla="*/ 7281268 w 58051775"/>
                <a:gd name="connsiteY7474" fmla="*/ 19380209 h 57949372"/>
                <a:gd name="connsiteX7475" fmla="*/ 7330620 w 58051775"/>
                <a:gd name="connsiteY7475" fmla="*/ 19458774 h 57949372"/>
                <a:gd name="connsiteX7476" fmla="*/ 7155612 w 58051775"/>
                <a:gd name="connsiteY7476" fmla="*/ 19534627 h 57949372"/>
                <a:gd name="connsiteX7477" fmla="*/ 6985004 w 58051775"/>
                <a:gd name="connsiteY7477" fmla="*/ 19564560 h 57949372"/>
                <a:gd name="connsiteX7478" fmla="*/ 6921504 w 58051775"/>
                <a:gd name="connsiteY7478" fmla="*/ 19602845 h 57949372"/>
                <a:gd name="connsiteX7479" fmla="*/ 6796192 w 58051775"/>
                <a:gd name="connsiteY7479" fmla="*/ 19777952 h 57949372"/>
                <a:gd name="connsiteX7480" fmla="*/ 6750624 w 58051775"/>
                <a:gd name="connsiteY7480" fmla="*/ 19865463 h 57949372"/>
                <a:gd name="connsiteX7481" fmla="*/ 6708932 w 58051775"/>
                <a:gd name="connsiteY7481" fmla="*/ 19956396 h 57949372"/>
                <a:gd name="connsiteX7482" fmla="*/ 6671776 w 58051775"/>
                <a:gd name="connsiteY7482" fmla="*/ 20031179 h 57949372"/>
                <a:gd name="connsiteX7483" fmla="*/ 6616848 w 58051775"/>
                <a:gd name="connsiteY7483" fmla="*/ 20148564 h 57949372"/>
                <a:gd name="connsiteX7484" fmla="*/ 6582036 w 58051775"/>
                <a:gd name="connsiteY7484" fmla="*/ 20246868 h 57949372"/>
                <a:gd name="connsiteX7485" fmla="*/ 6536200 w 58051775"/>
                <a:gd name="connsiteY7485" fmla="*/ 20431147 h 57949372"/>
                <a:gd name="connsiteX7486" fmla="*/ 6594232 w 58051775"/>
                <a:gd name="connsiteY7486" fmla="*/ 20459723 h 57949372"/>
                <a:gd name="connsiteX7487" fmla="*/ 6668428 w 58051775"/>
                <a:gd name="connsiteY7487" fmla="*/ 20492356 h 57949372"/>
                <a:gd name="connsiteX7488" fmla="*/ 6774008 w 58051775"/>
                <a:gd name="connsiteY7488" fmla="*/ 20534696 h 57949372"/>
                <a:gd name="connsiteX7489" fmla="*/ 6874784 w 58051775"/>
                <a:gd name="connsiteY7489" fmla="*/ 20571889 h 57949372"/>
                <a:gd name="connsiteX7490" fmla="*/ 6966748 w 58051775"/>
                <a:gd name="connsiteY7490" fmla="*/ 20613291 h 57949372"/>
                <a:gd name="connsiteX7491" fmla="*/ 7062892 w 58051775"/>
                <a:gd name="connsiteY7491" fmla="*/ 20658582 h 57949372"/>
                <a:gd name="connsiteX7492" fmla="*/ 7164492 w 58051775"/>
                <a:gd name="connsiteY7492" fmla="*/ 20702865 h 57949372"/>
                <a:gd name="connsiteX7493" fmla="*/ 7273472 w 58051775"/>
                <a:gd name="connsiteY7493" fmla="*/ 20754783 h 57949372"/>
                <a:gd name="connsiteX7494" fmla="*/ 7355928 w 58051775"/>
                <a:gd name="connsiteY7494" fmla="*/ 20686053 h 57949372"/>
                <a:gd name="connsiteX7495" fmla="*/ 7397504 w 58051775"/>
                <a:gd name="connsiteY7495" fmla="*/ 20579533 h 57949372"/>
                <a:gd name="connsiteX7496" fmla="*/ 7442292 w 58051775"/>
                <a:gd name="connsiteY7496" fmla="*/ 20439565 h 57949372"/>
                <a:gd name="connsiteX7497" fmla="*/ 7481592 w 58051775"/>
                <a:gd name="connsiteY7497" fmla="*/ 20292578 h 57949372"/>
                <a:gd name="connsiteX7498" fmla="*/ 7519556 w 58051775"/>
                <a:gd name="connsiteY7498" fmla="*/ 20126535 h 57949372"/>
                <a:gd name="connsiteX7499" fmla="*/ 7527056 w 58051775"/>
                <a:gd name="connsiteY7499" fmla="*/ 19996172 h 57949372"/>
                <a:gd name="connsiteX7500" fmla="*/ 7475256 w 58051775"/>
                <a:gd name="connsiteY7500" fmla="*/ 19947791 h 57949372"/>
                <a:gd name="connsiteX7501" fmla="*/ 7385204 w 58051775"/>
                <a:gd name="connsiteY7501" fmla="*/ 19877825 h 57949372"/>
                <a:gd name="connsiteX7502" fmla="*/ 7349488 w 58051775"/>
                <a:gd name="connsiteY7502" fmla="*/ 19782077 h 57949372"/>
                <a:gd name="connsiteX7503" fmla="*/ 7372996 w 58051775"/>
                <a:gd name="connsiteY7503" fmla="*/ 19675909 h 57949372"/>
                <a:gd name="connsiteX7504" fmla="*/ 7450624 w 58051775"/>
                <a:gd name="connsiteY7504" fmla="*/ 19650295 h 57949372"/>
                <a:gd name="connsiteX7505" fmla="*/ 7528720 w 58051775"/>
                <a:gd name="connsiteY7505" fmla="*/ 19676357 h 57949372"/>
                <a:gd name="connsiteX7506" fmla="*/ 7671208 w 58051775"/>
                <a:gd name="connsiteY7506" fmla="*/ 19735822 h 57949372"/>
                <a:gd name="connsiteX7507" fmla="*/ 7752508 w 58051775"/>
                <a:gd name="connsiteY7507" fmla="*/ 19780273 h 57949372"/>
                <a:gd name="connsiteX7508" fmla="*/ 7846432 w 58051775"/>
                <a:gd name="connsiteY7508" fmla="*/ 19824723 h 57949372"/>
                <a:gd name="connsiteX7509" fmla="*/ 7942544 w 58051775"/>
                <a:gd name="connsiteY7509" fmla="*/ 19861780 h 57949372"/>
                <a:gd name="connsiteX7510" fmla="*/ 8039976 w 58051775"/>
                <a:gd name="connsiteY7510" fmla="*/ 19907420 h 57949372"/>
                <a:gd name="connsiteX7511" fmla="*/ 8127104 w 58051775"/>
                <a:gd name="connsiteY7511" fmla="*/ 19946564 h 57949372"/>
                <a:gd name="connsiteX7512" fmla="*/ 8173288 w 58051775"/>
                <a:gd name="connsiteY7512" fmla="*/ 19977123 h 57949372"/>
                <a:gd name="connsiteX7513" fmla="*/ 8206380 w 58051775"/>
                <a:gd name="connsiteY7513" fmla="*/ 19998141 h 57949372"/>
                <a:gd name="connsiteX7514" fmla="*/ 8203280 w 58051775"/>
                <a:gd name="connsiteY7514" fmla="*/ 20184960 h 57949372"/>
                <a:gd name="connsiteX7515" fmla="*/ 8087292 w 58051775"/>
                <a:gd name="connsiteY7515" fmla="*/ 20179060 h 57949372"/>
                <a:gd name="connsiteX7516" fmla="*/ 7956552 w 58051775"/>
                <a:gd name="connsiteY7516" fmla="*/ 20147350 h 57949372"/>
                <a:gd name="connsiteX7517" fmla="*/ 7861304 w 58051775"/>
                <a:gd name="connsiteY7517" fmla="*/ 20231582 h 57949372"/>
                <a:gd name="connsiteX7518" fmla="*/ 7834604 w 58051775"/>
                <a:gd name="connsiteY7518" fmla="*/ 20276749 h 57949372"/>
                <a:gd name="connsiteX7519" fmla="*/ 7772404 w 58051775"/>
                <a:gd name="connsiteY7519" fmla="*/ 20389851 h 57949372"/>
                <a:gd name="connsiteX7520" fmla="*/ 7738328 w 58051775"/>
                <a:gd name="connsiteY7520" fmla="*/ 20439453 h 57949372"/>
                <a:gd name="connsiteX7521" fmla="*/ 7695428 w 58051775"/>
                <a:gd name="connsiteY7521" fmla="*/ 20554005 h 57949372"/>
                <a:gd name="connsiteX7522" fmla="*/ 7651760 w 58051775"/>
                <a:gd name="connsiteY7522" fmla="*/ 20675617 h 57949372"/>
                <a:gd name="connsiteX7523" fmla="*/ 7582184 w 58051775"/>
                <a:gd name="connsiteY7523" fmla="*/ 20837612 h 57949372"/>
                <a:gd name="connsiteX7524" fmla="*/ 7615436 w 58051775"/>
                <a:gd name="connsiteY7524" fmla="*/ 20891705 h 57949372"/>
                <a:gd name="connsiteX7525" fmla="*/ 7683504 w 58051775"/>
                <a:gd name="connsiteY7525" fmla="*/ 20929627 h 57949372"/>
                <a:gd name="connsiteX7526" fmla="*/ 7803288 w 58051775"/>
                <a:gd name="connsiteY7526" fmla="*/ 20972174 h 57949372"/>
                <a:gd name="connsiteX7527" fmla="*/ 7918720 w 58051775"/>
                <a:gd name="connsiteY7527" fmla="*/ 21023906 h 57949372"/>
                <a:gd name="connsiteX7528" fmla="*/ 8016596 w 58051775"/>
                <a:gd name="connsiteY7528" fmla="*/ 21067824 h 57949372"/>
                <a:gd name="connsiteX7529" fmla="*/ 8127568 w 58051775"/>
                <a:gd name="connsiteY7529" fmla="*/ 21111455 h 57949372"/>
                <a:gd name="connsiteX7530" fmla="*/ 8170252 w 58051775"/>
                <a:gd name="connsiteY7530" fmla="*/ 21139730 h 57949372"/>
                <a:gd name="connsiteX7531" fmla="*/ 8267704 w 58051775"/>
                <a:gd name="connsiteY7531" fmla="*/ 21147615 h 57949372"/>
                <a:gd name="connsiteX7532" fmla="*/ 8499888 w 58051775"/>
                <a:gd name="connsiteY7532" fmla="*/ 21144248 h 57949372"/>
                <a:gd name="connsiteX7533" fmla="*/ 8516420 w 58051775"/>
                <a:gd name="connsiteY7533" fmla="*/ 21088099 h 57949372"/>
                <a:gd name="connsiteX7534" fmla="*/ 8565392 w 58051775"/>
                <a:gd name="connsiteY7534" fmla="*/ 20940912 h 57949372"/>
                <a:gd name="connsiteX7535" fmla="*/ 8591728 w 58051775"/>
                <a:gd name="connsiteY7535" fmla="*/ 20849272 h 57949372"/>
                <a:gd name="connsiteX7536" fmla="*/ 8648700 w 58051775"/>
                <a:gd name="connsiteY7536" fmla="*/ 20732776 h 57949372"/>
                <a:gd name="connsiteX7537" fmla="*/ 8685252 w 58051775"/>
                <a:gd name="connsiteY7537" fmla="*/ 20603110 h 57949372"/>
                <a:gd name="connsiteX7538" fmla="*/ 8694280 w 58051775"/>
                <a:gd name="connsiteY7538" fmla="*/ 20402573 h 57949372"/>
                <a:gd name="connsiteX7539" fmla="*/ 8688704 w 58051775"/>
                <a:gd name="connsiteY7539" fmla="*/ 20201613 h 57949372"/>
                <a:gd name="connsiteX7540" fmla="*/ 8643200 w 58051775"/>
                <a:gd name="connsiteY7540" fmla="*/ 20059344 h 57949372"/>
                <a:gd name="connsiteX7541" fmla="*/ 8610604 w 58051775"/>
                <a:gd name="connsiteY7541" fmla="*/ 20014367 h 57949372"/>
                <a:gd name="connsiteX7542" fmla="*/ 8563800 w 58051775"/>
                <a:gd name="connsiteY7542" fmla="*/ 19956725 h 57949372"/>
                <a:gd name="connsiteX7543" fmla="*/ 8506092 w 58051775"/>
                <a:gd name="connsiteY7543" fmla="*/ 19834362 h 57949372"/>
                <a:gd name="connsiteX7544" fmla="*/ 8598268 w 58051775"/>
                <a:gd name="connsiteY7544" fmla="*/ 19723809 h 57949372"/>
                <a:gd name="connsiteX7545" fmla="*/ 8713672 w 58051775"/>
                <a:gd name="connsiteY7545" fmla="*/ 19771448 h 57949372"/>
                <a:gd name="connsiteX7546" fmla="*/ 8789060 w 58051775"/>
                <a:gd name="connsiteY7546" fmla="*/ 19831412 h 57949372"/>
                <a:gd name="connsiteX7547" fmla="*/ 8826504 w 58051775"/>
                <a:gd name="connsiteY7547" fmla="*/ 19862242 h 57949372"/>
                <a:gd name="connsiteX7548" fmla="*/ 8896060 w 58051775"/>
                <a:gd name="connsiteY7548" fmla="*/ 19913622 h 57949372"/>
                <a:gd name="connsiteX7549" fmla="*/ 8977988 w 58051775"/>
                <a:gd name="connsiteY7549" fmla="*/ 19957307 h 57949372"/>
                <a:gd name="connsiteX7550" fmla="*/ 9055528 w 58051775"/>
                <a:gd name="connsiteY7550" fmla="*/ 20009008 h 57949372"/>
                <a:gd name="connsiteX7551" fmla="*/ 9099096 w 58051775"/>
                <a:gd name="connsiteY7551" fmla="*/ 20052435 h 57949372"/>
                <a:gd name="connsiteX7552" fmla="*/ 9156104 w 58051775"/>
                <a:gd name="connsiteY7552" fmla="*/ 20103875 h 57949372"/>
                <a:gd name="connsiteX7553" fmla="*/ 9194804 w 58051775"/>
                <a:gd name="connsiteY7553" fmla="*/ 20166949 h 57949372"/>
                <a:gd name="connsiteX7554" fmla="*/ 9164208 w 58051775"/>
                <a:gd name="connsiteY7554" fmla="*/ 20242738 h 57949372"/>
                <a:gd name="connsiteX7555" fmla="*/ 9117152 w 58051775"/>
                <a:gd name="connsiteY7555" fmla="*/ 20354302 h 57949372"/>
                <a:gd name="connsiteX7556" fmla="*/ 9083776 w 58051775"/>
                <a:gd name="connsiteY7556" fmla="*/ 20443610 h 57949372"/>
                <a:gd name="connsiteX7557" fmla="*/ 9029704 w 58051775"/>
                <a:gd name="connsiteY7557" fmla="*/ 20566600 h 57949372"/>
                <a:gd name="connsiteX7558" fmla="*/ 8992080 w 58051775"/>
                <a:gd name="connsiteY7558" fmla="*/ 20654088 h 57949372"/>
                <a:gd name="connsiteX7559" fmla="*/ 8918148 w 58051775"/>
                <a:gd name="connsiteY7559" fmla="*/ 20827496 h 57949372"/>
                <a:gd name="connsiteX7560" fmla="*/ 8887280 w 58051775"/>
                <a:gd name="connsiteY7560" fmla="*/ 20878475 h 57949372"/>
                <a:gd name="connsiteX7561" fmla="*/ 8851932 w 58051775"/>
                <a:gd name="connsiteY7561" fmla="*/ 20986554 h 57949372"/>
                <a:gd name="connsiteX7562" fmla="*/ 8796832 w 58051775"/>
                <a:gd name="connsiteY7562" fmla="*/ 21100675 h 57949372"/>
                <a:gd name="connsiteX7563" fmla="*/ 8753532 w 58051775"/>
                <a:gd name="connsiteY7563" fmla="*/ 21207016 h 57949372"/>
                <a:gd name="connsiteX7564" fmla="*/ 8730112 w 58051775"/>
                <a:gd name="connsiteY7564" fmla="*/ 21293102 h 57949372"/>
                <a:gd name="connsiteX7565" fmla="*/ 8673104 w 58051775"/>
                <a:gd name="connsiteY7565" fmla="*/ 21419250 h 57949372"/>
                <a:gd name="connsiteX7566" fmla="*/ 8627196 w 58051775"/>
                <a:gd name="connsiteY7566" fmla="*/ 21533796 h 57949372"/>
                <a:gd name="connsiteX7567" fmla="*/ 8584512 w 58051775"/>
                <a:gd name="connsiteY7567" fmla="*/ 21638660 h 57949372"/>
                <a:gd name="connsiteX7568" fmla="*/ 8537784 w 58051775"/>
                <a:gd name="connsiteY7568" fmla="*/ 21759564 h 57949372"/>
                <a:gd name="connsiteX7569" fmla="*/ 8492388 w 58051775"/>
                <a:gd name="connsiteY7569" fmla="*/ 21868858 h 57949372"/>
                <a:gd name="connsiteX7570" fmla="*/ 8413128 w 58051775"/>
                <a:gd name="connsiteY7570" fmla="*/ 22016726 h 57949372"/>
                <a:gd name="connsiteX7571" fmla="*/ 8318136 w 58051775"/>
                <a:gd name="connsiteY7571" fmla="*/ 22098023 h 57949372"/>
                <a:gd name="connsiteX7572" fmla="*/ 8260968 w 58051775"/>
                <a:gd name="connsiteY7572" fmla="*/ 22069164 h 57949372"/>
                <a:gd name="connsiteX7573" fmla="*/ 8222816 w 58051775"/>
                <a:gd name="connsiteY7573" fmla="*/ 21837673 h 57949372"/>
                <a:gd name="connsiteX7574" fmla="*/ 8140428 w 58051775"/>
                <a:gd name="connsiteY7574" fmla="*/ 21666081 h 57949372"/>
                <a:gd name="connsiteX7575" fmla="*/ 8084056 w 58051775"/>
                <a:gd name="connsiteY7575" fmla="*/ 21617007 h 57949372"/>
                <a:gd name="connsiteX7576" fmla="*/ 7960704 w 58051775"/>
                <a:gd name="connsiteY7576" fmla="*/ 21571147 h 57949372"/>
                <a:gd name="connsiteX7577" fmla="*/ 7876744 w 58051775"/>
                <a:gd name="connsiteY7577" fmla="*/ 21545929 h 57949372"/>
                <a:gd name="connsiteX7578" fmla="*/ 7727628 w 58051775"/>
                <a:gd name="connsiteY7578" fmla="*/ 21488423 h 57949372"/>
                <a:gd name="connsiteX7579" fmla="*/ 7634392 w 58051775"/>
                <a:gd name="connsiteY7579" fmla="*/ 21426424 h 57949372"/>
                <a:gd name="connsiteX7580" fmla="*/ 7533120 w 58051775"/>
                <a:gd name="connsiteY7580" fmla="*/ 21400523 h 57949372"/>
                <a:gd name="connsiteX7581" fmla="*/ 7422672 w 58051775"/>
                <a:gd name="connsiteY7581" fmla="*/ 21364589 h 57949372"/>
                <a:gd name="connsiteX7582" fmla="*/ 7261328 w 58051775"/>
                <a:gd name="connsiteY7582" fmla="*/ 21304344 h 57949372"/>
                <a:gd name="connsiteX7583" fmla="*/ 7193328 w 58051775"/>
                <a:gd name="connsiteY7583" fmla="*/ 21273393 h 57949372"/>
                <a:gd name="connsiteX7584" fmla="*/ 7069404 w 58051775"/>
                <a:gd name="connsiteY7584" fmla="*/ 21220926 h 57949372"/>
                <a:gd name="connsiteX7585" fmla="*/ 6937344 w 58051775"/>
                <a:gd name="connsiteY7585" fmla="*/ 21169256 h 57949372"/>
                <a:gd name="connsiteX7586" fmla="*/ 6828608 w 58051775"/>
                <a:gd name="connsiteY7586" fmla="*/ 21132822 h 57949372"/>
                <a:gd name="connsiteX7587" fmla="*/ 6733792 w 58051775"/>
                <a:gd name="connsiteY7587" fmla="*/ 21095777 h 57949372"/>
                <a:gd name="connsiteX7588" fmla="*/ 6613928 w 58051775"/>
                <a:gd name="connsiteY7588" fmla="*/ 21043533 h 57949372"/>
                <a:gd name="connsiteX7589" fmla="*/ 6472848 w 58051775"/>
                <a:gd name="connsiteY7589" fmla="*/ 20998822 h 57949372"/>
                <a:gd name="connsiteX7590" fmla="*/ 6248404 w 58051775"/>
                <a:gd name="connsiteY7590" fmla="*/ 20998814 h 57949372"/>
                <a:gd name="connsiteX7591" fmla="*/ 6217864 w 58051775"/>
                <a:gd name="connsiteY7591" fmla="*/ 21042785 h 57949372"/>
                <a:gd name="connsiteX7592" fmla="*/ 6179704 w 58051775"/>
                <a:gd name="connsiteY7592" fmla="*/ 21112111 h 57949372"/>
                <a:gd name="connsiteX7593" fmla="*/ 6008184 w 58051775"/>
                <a:gd name="connsiteY7593" fmla="*/ 21190533 h 57949372"/>
                <a:gd name="connsiteX7594" fmla="*/ 5969048 w 58051775"/>
                <a:gd name="connsiteY7594" fmla="*/ 20986758 h 57949372"/>
                <a:gd name="connsiteX7595" fmla="*/ 6000288 w 58051775"/>
                <a:gd name="connsiteY7595" fmla="*/ 20925717 h 57949372"/>
                <a:gd name="connsiteX7596" fmla="*/ 6051256 w 58051775"/>
                <a:gd name="connsiteY7596" fmla="*/ 20770016 h 57949372"/>
                <a:gd name="connsiteX7597" fmla="*/ 6108704 w 58051775"/>
                <a:gd name="connsiteY7597" fmla="*/ 20639864 h 57949372"/>
                <a:gd name="connsiteX7598" fmla="*/ 6153152 w 58051775"/>
                <a:gd name="connsiteY7598" fmla="*/ 20555832 h 57949372"/>
                <a:gd name="connsiteX7599" fmla="*/ 6197604 w 58051775"/>
                <a:gd name="connsiteY7599" fmla="*/ 20453168 h 57949372"/>
                <a:gd name="connsiteX7600" fmla="*/ 6236600 w 58051775"/>
                <a:gd name="connsiteY7600" fmla="*/ 20339991 h 57949372"/>
                <a:gd name="connsiteX7601" fmla="*/ 6286860 w 58051775"/>
                <a:gd name="connsiteY7601" fmla="*/ 20215905 h 57949372"/>
                <a:gd name="connsiteX7602" fmla="*/ 6312952 w 58051775"/>
                <a:gd name="connsiteY7602" fmla="*/ 20131290 h 57949372"/>
                <a:gd name="connsiteX7603" fmla="*/ 6375404 w 58051775"/>
                <a:gd name="connsiteY7603" fmla="*/ 20009314 h 57949372"/>
                <a:gd name="connsiteX7604" fmla="*/ 6414560 w 58051775"/>
                <a:gd name="connsiteY7604" fmla="*/ 19895311 h 57949372"/>
                <a:gd name="connsiteX7605" fmla="*/ 6463336 w 58051775"/>
                <a:gd name="connsiteY7605" fmla="*/ 19779834 h 57949372"/>
                <a:gd name="connsiteX7606" fmla="*/ 6513080 w 58051775"/>
                <a:gd name="connsiteY7606" fmla="*/ 19672303 h 57949372"/>
                <a:gd name="connsiteX7607" fmla="*/ 6553204 w 58051775"/>
                <a:gd name="connsiteY7607" fmla="*/ 19572082 h 57949372"/>
                <a:gd name="connsiteX7608" fmla="*/ 6584432 w 58051775"/>
                <a:gd name="connsiteY7608" fmla="*/ 19466581 h 57949372"/>
                <a:gd name="connsiteX7609" fmla="*/ 6635824 w 58051775"/>
                <a:gd name="connsiteY7609" fmla="*/ 19343090 h 57949372"/>
                <a:gd name="connsiteX7610" fmla="*/ 6713984 w 58051775"/>
                <a:gd name="connsiteY7610" fmla="*/ 19199841 h 57949372"/>
                <a:gd name="connsiteX7611" fmla="*/ 6768060 w 58051775"/>
                <a:gd name="connsiteY7611" fmla="*/ 19184385 h 57949372"/>
                <a:gd name="connsiteX7612" fmla="*/ 40288800 w 58051775"/>
                <a:gd name="connsiteY7612" fmla="*/ 19160818 h 57949372"/>
                <a:gd name="connsiteX7613" fmla="*/ 40342130 w 58051775"/>
                <a:gd name="connsiteY7613" fmla="*/ 19195482 h 57949372"/>
                <a:gd name="connsiteX7614" fmla="*/ 40373304 w 58051775"/>
                <a:gd name="connsiteY7614" fmla="*/ 19313709 h 57949372"/>
                <a:gd name="connsiteX7615" fmla="*/ 40247300 w 58051775"/>
                <a:gd name="connsiteY7615" fmla="*/ 19447430 h 57949372"/>
                <a:gd name="connsiteX7616" fmla="*/ 40137882 w 58051775"/>
                <a:gd name="connsiteY7616" fmla="*/ 19430620 h 57949372"/>
                <a:gd name="connsiteX7617" fmla="*/ 40113148 w 58051775"/>
                <a:gd name="connsiteY7617" fmla="*/ 19324673 h 57949372"/>
                <a:gd name="connsiteX7618" fmla="*/ 40210656 w 58051775"/>
                <a:gd name="connsiteY7618" fmla="*/ 19182101 h 57949372"/>
                <a:gd name="connsiteX7619" fmla="*/ 40288800 w 58051775"/>
                <a:gd name="connsiteY7619" fmla="*/ 19160818 h 57949372"/>
                <a:gd name="connsiteX7620" fmla="*/ 18015432 w 58051775"/>
                <a:gd name="connsiteY7620" fmla="*/ 19113469 h 57949372"/>
                <a:gd name="connsiteX7621" fmla="*/ 18059924 w 58051775"/>
                <a:gd name="connsiteY7621" fmla="*/ 19116006 h 57949372"/>
                <a:gd name="connsiteX7622" fmla="*/ 18180052 w 58051775"/>
                <a:gd name="connsiteY7622" fmla="*/ 19273724 h 57949372"/>
                <a:gd name="connsiteX7623" fmla="*/ 18045892 w 58051775"/>
                <a:gd name="connsiteY7623" fmla="*/ 19443710 h 57949372"/>
                <a:gd name="connsiteX7624" fmla="*/ 17868904 w 58051775"/>
                <a:gd name="connsiteY7624" fmla="*/ 19290104 h 57949372"/>
                <a:gd name="connsiteX7625" fmla="*/ 17908704 w 58051775"/>
                <a:gd name="connsiteY7625" fmla="*/ 19209837 h 57949372"/>
                <a:gd name="connsiteX7626" fmla="*/ 17965880 w 58051775"/>
                <a:gd name="connsiteY7626" fmla="*/ 19151777 h 57949372"/>
                <a:gd name="connsiteX7627" fmla="*/ 18015432 w 58051775"/>
                <a:gd name="connsiteY7627" fmla="*/ 19113469 h 57949372"/>
                <a:gd name="connsiteX7628" fmla="*/ 43720196 w 58051775"/>
                <a:gd name="connsiteY7628" fmla="*/ 19026717 h 57949372"/>
                <a:gd name="connsiteX7629" fmla="*/ 43821736 w 58051775"/>
                <a:gd name="connsiteY7629" fmla="*/ 19088858 h 57949372"/>
                <a:gd name="connsiteX7630" fmla="*/ 43821424 w 58051775"/>
                <a:gd name="connsiteY7630" fmla="*/ 19367372 h 57949372"/>
                <a:gd name="connsiteX7631" fmla="*/ 43638936 w 58051775"/>
                <a:gd name="connsiteY7631" fmla="*/ 19443710 h 57949372"/>
                <a:gd name="connsiteX7632" fmla="*/ 43532020 w 58051775"/>
                <a:gd name="connsiteY7632" fmla="*/ 19443710 h 57949372"/>
                <a:gd name="connsiteX7633" fmla="*/ 43476660 w 58051775"/>
                <a:gd name="connsiteY7633" fmla="*/ 19386757 h 57949372"/>
                <a:gd name="connsiteX7634" fmla="*/ 43421302 w 58051775"/>
                <a:gd name="connsiteY7634" fmla="*/ 19279089 h 57949372"/>
                <a:gd name="connsiteX7635" fmla="*/ 43452104 w 58051775"/>
                <a:gd name="connsiteY7635" fmla="*/ 19208211 h 57949372"/>
                <a:gd name="connsiteX7636" fmla="*/ 43495918 w 58051775"/>
                <a:gd name="connsiteY7636" fmla="*/ 19150695 h 57949372"/>
                <a:gd name="connsiteX7637" fmla="*/ 43543520 w 58051775"/>
                <a:gd name="connsiteY7637" fmla="*/ 19100208 h 57949372"/>
                <a:gd name="connsiteX7638" fmla="*/ 43607048 w 58051775"/>
                <a:gd name="connsiteY7638" fmla="*/ 19055839 h 57949372"/>
                <a:gd name="connsiteX7639" fmla="*/ 43720196 w 58051775"/>
                <a:gd name="connsiteY7639" fmla="*/ 19026717 h 57949372"/>
                <a:gd name="connsiteX7640" fmla="*/ 16026040 w 58051775"/>
                <a:gd name="connsiteY7640" fmla="*/ 18935701 h 57949372"/>
                <a:gd name="connsiteX7641" fmla="*/ 16169888 w 58051775"/>
                <a:gd name="connsiteY7641" fmla="*/ 18980703 h 57949372"/>
                <a:gd name="connsiteX7642" fmla="*/ 16235392 w 58051775"/>
                <a:gd name="connsiteY7642" fmla="*/ 19167056 h 57949372"/>
                <a:gd name="connsiteX7643" fmla="*/ 16200632 w 58051775"/>
                <a:gd name="connsiteY7643" fmla="*/ 19247367 h 57949372"/>
                <a:gd name="connsiteX7644" fmla="*/ 16148124 w 58051775"/>
                <a:gd name="connsiteY7644" fmla="*/ 19300872 h 57949372"/>
                <a:gd name="connsiteX7645" fmla="*/ 16022188 w 58051775"/>
                <a:gd name="connsiteY7645" fmla="*/ 19335751 h 57949372"/>
                <a:gd name="connsiteX7646" fmla="*/ 15908124 w 58051775"/>
                <a:gd name="connsiteY7646" fmla="*/ 19311197 h 57949372"/>
                <a:gd name="connsiteX7647" fmla="*/ 15859128 w 58051775"/>
                <a:gd name="connsiteY7647" fmla="*/ 19250448 h 57949372"/>
                <a:gd name="connsiteX7648" fmla="*/ 15862304 w 58051775"/>
                <a:gd name="connsiteY7648" fmla="*/ 19136536 h 57949372"/>
                <a:gd name="connsiteX7649" fmla="*/ 15900404 w 58051775"/>
                <a:gd name="connsiteY7649" fmla="*/ 19047627 h 57949372"/>
                <a:gd name="connsiteX7650" fmla="*/ 15920176 w 58051775"/>
                <a:gd name="connsiteY7650" fmla="*/ 18963931 h 57949372"/>
                <a:gd name="connsiteX7651" fmla="*/ 16026040 w 58051775"/>
                <a:gd name="connsiteY7651" fmla="*/ 18935701 h 57949372"/>
                <a:gd name="connsiteX7652" fmla="*/ 17207408 w 58051775"/>
                <a:gd name="connsiteY7652" fmla="*/ 18916215 h 57949372"/>
                <a:gd name="connsiteX7653" fmla="*/ 17379184 w 58051775"/>
                <a:gd name="connsiteY7653" fmla="*/ 18947760 h 57949372"/>
                <a:gd name="connsiteX7654" fmla="*/ 17399000 w 58051775"/>
                <a:gd name="connsiteY7654" fmla="*/ 19056364 h 57949372"/>
                <a:gd name="connsiteX7655" fmla="*/ 17262132 w 58051775"/>
                <a:gd name="connsiteY7655" fmla="*/ 19176274 h 57949372"/>
                <a:gd name="connsiteX7656" fmla="*/ 17145000 w 58051775"/>
                <a:gd name="connsiteY7656" fmla="*/ 19056364 h 57949372"/>
                <a:gd name="connsiteX7657" fmla="*/ 17189452 w 58051775"/>
                <a:gd name="connsiteY7657" fmla="*/ 18918543 h 57949372"/>
                <a:gd name="connsiteX7658" fmla="*/ 17207408 w 58051775"/>
                <a:gd name="connsiteY7658" fmla="*/ 18916215 h 57949372"/>
                <a:gd name="connsiteX7659" fmla="*/ 19190156 w 58051775"/>
                <a:gd name="connsiteY7659" fmla="*/ 18867284 h 57949372"/>
                <a:gd name="connsiteX7660" fmla="*/ 19264172 w 58051775"/>
                <a:gd name="connsiteY7660" fmla="*/ 19039883 h 57949372"/>
                <a:gd name="connsiteX7661" fmla="*/ 19144416 w 58051775"/>
                <a:gd name="connsiteY7661" fmla="*/ 19177008 h 57949372"/>
                <a:gd name="connsiteX7662" fmla="*/ 19011904 w 58051775"/>
                <a:gd name="connsiteY7662" fmla="*/ 19052701 h 57949372"/>
                <a:gd name="connsiteX7663" fmla="*/ 19081076 w 58051775"/>
                <a:gd name="connsiteY7663" fmla="*/ 18928647 h 57949372"/>
                <a:gd name="connsiteX7664" fmla="*/ 19146936 w 58051775"/>
                <a:gd name="connsiteY7664" fmla="*/ 18895748 h 57949372"/>
                <a:gd name="connsiteX7665" fmla="*/ 19190156 w 58051775"/>
                <a:gd name="connsiteY7665" fmla="*/ 18867284 h 57949372"/>
                <a:gd name="connsiteX7666" fmla="*/ 40743292 w 58051775"/>
                <a:gd name="connsiteY7666" fmla="*/ 18847235 h 57949372"/>
                <a:gd name="connsiteX7667" fmla="*/ 40831036 w 58051775"/>
                <a:gd name="connsiteY7667" fmla="*/ 18897431 h 57949372"/>
                <a:gd name="connsiteX7668" fmla="*/ 40887652 w 58051775"/>
                <a:gd name="connsiteY7668" fmla="*/ 18948070 h 57949372"/>
                <a:gd name="connsiteX7669" fmla="*/ 40898414 w 58051775"/>
                <a:gd name="connsiteY7669" fmla="*/ 19075572 h 57949372"/>
                <a:gd name="connsiteX7670" fmla="*/ 40888598 w 58051775"/>
                <a:gd name="connsiteY7670" fmla="*/ 19234505 h 57949372"/>
                <a:gd name="connsiteX7671" fmla="*/ 40760956 w 58051775"/>
                <a:gd name="connsiteY7671" fmla="*/ 19265917 h 57949372"/>
                <a:gd name="connsiteX7672" fmla="*/ 40621432 w 58051775"/>
                <a:gd name="connsiteY7672" fmla="*/ 19251119 h 57949372"/>
                <a:gd name="connsiteX7673" fmla="*/ 40553446 w 58051775"/>
                <a:gd name="connsiteY7673" fmla="*/ 19037365 h 57949372"/>
                <a:gd name="connsiteX7674" fmla="*/ 40557452 w 58051775"/>
                <a:gd name="connsiteY7674" fmla="*/ 18942167 h 57949372"/>
                <a:gd name="connsiteX7675" fmla="*/ 40609408 w 58051775"/>
                <a:gd name="connsiteY7675" fmla="*/ 18927084 h 57949372"/>
                <a:gd name="connsiteX7676" fmla="*/ 40682728 w 58051775"/>
                <a:gd name="connsiteY7676" fmla="*/ 18879406 h 57949372"/>
                <a:gd name="connsiteX7677" fmla="*/ 40743292 w 58051775"/>
                <a:gd name="connsiteY7677" fmla="*/ 18847235 h 57949372"/>
                <a:gd name="connsiteX7678" fmla="*/ 39856888 w 58051775"/>
                <a:gd name="connsiteY7678" fmla="*/ 18753239 h 57949372"/>
                <a:gd name="connsiteX7679" fmla="*/ 39939872 w 58051775"/>
                <a:gd name="connsiteY7679" fmla="*/ 18807054 h 57949372"/>
                <a:gd name="connsiteX7680" fmla="*/ 40008088 w 58051775"/>
                <a:gd name="connsiteY7680" fmla="*/ 18867936 h 57949372"/>
                <a:gd name="connsiteX7681" fmla="*/ 40007660 w 58051775"/>
                <a:gd name="connsiteY7681" fmla="*/ 18949449 h 57949372"/>
                <a:gd name="connsiteX7682" fmla="*/ 39941502 w 58051775"/>
                <a:gd name="connsiteY7682" fmla="*/ 19147886 h 57949372"/>
                <a:gd name="connsiteX7683" fmla="*/ 39847752 w 58051775"/>
                <a:gd name="connsiteY7683" fmla="*/ 19170466 h 57949372"/>
                <a:gd name="connsiteX7684" fmla="*/ 39741874 w 58051775"/>
                <a:gd name="connsiteY7684" fmla="*/ 19130494 h 57949372"/>
                <a:gd name="connsiteX7685" fmla="*/ 39674802 w 58051775"/>
                <a:gd name="connsiteY7685" fmla="*/ 18980159 h 57949372"/>
                <a:gd name="connsiteX7686" fmla="*/ 39731452 w 58051775"/>
                <a:gd name="connsiteY7686" fmla="*/ 18857421 h 57949372"/>
                <a:gd name="connsiteX7687" fmla="*/ 39770640 w 58051775"/>
                <a:gd name="connsiteY7687" fmla="*/ 18819549 h 57949372"/>
                <a:gd name="connsiteX7688" fmla="*/ 39797192 w 58051775"/>
                <a:gd name="connsiteY7688" fmla="*/ 18777040 h 57949372"/>
                <a:gd name="connsiteX7689" fmla="*/ 39856888 w 58051775"/>
                <a:gd name="connsiteY7689" fmla="*/ 18753239 h 57949372"/>
                <a:gd name="connsiteX7690" fmla="*/ 16779476 w 58051775"/>
                <a:gd name="connsiteY7690" fmla="*/ 18740965 h 57949372"/>
                <a:gd name="connsiteX7691" fmla="*/ 16903624 w 58051775"/>
                <a:gd name="connsiteY7691" fmla="*/ 18826110 h 57949372"/>
                <a:gd name="connsiteX7692" fmla="*/ 16925928 w 58051775"/>
                <a:gd name="connsiteY7692" fmla="*/ 18969903 h 57949372"/>
                <a:gd name="connsiteX7693" fmla="*/ 16850616 w 58051775"/>
                <a:gd name="connsiteY7693" fmla="*/ 19043603 h 57949372"/>
                <a:gd name="connsiteX7694" fmla="*/ 16605704 w 58051775"/>
                <a:gd name="connsiteY7694" fmla="*/ 18913988 h 57949372"/>
                <a:gd name="connsiteX7695" fmla="*/ 16694816 w 58051775"/>
                <a:gd name="connsiteY7695" fmla="*/ 18786486 h 57949372"/>
                <a:gd name="connsiteX7696" fmla="*/ 16779476 w 58051775"/>
                <a:gd name="connsiteY7696" fmla="*/ 18740965 h 57949372"/>
                <a:gd name="connsiteX7697" fmla="*/ 14737224 w 58051775"/>
                <a:gd name="connsiteY7697" fmla="*/ 18738074 h 57949372"/>
                <a:gd name="connsiteX7698" fmla="*/ 14884616 w 58051775"/>
                <a:gd name="connsiteY7698" fmla="*/ 18798823 h 57949372"/>
                <a:gd name="connsiteX7699" fmla="*/ 14887900 w 58051775"/>
                <a:gd name="connsiteY7699" fmla="*/ 19132430 h 57949372"/>
                <a:gd name="connsiteX7700" fmla="*/ 14808208 w 58051775"/>
                <a:gd name="connsiteY7700" fmla="*/ 19180361 h 57949372"/>
                <a:gd name="connsiteX7701" fmla="*/ 14670872 w 58051775"/>
                <a:gd name="connsiteY7701" fmla="*/ 19176179 h 57949372"/>
                <a:gd name="connsiteX7702" fmla="*/ 14584832 w 58051775"/>
                <a:gd name="connsiteY7702" fmla="*/ 19119125 h 57949372"/>
                <a:gd name="connsiteX7703" fmla="*/ 14566904 w 58051775"/>
                <a:gd name="connsiteY7703" fmla="*/ 18968195 h 57949372"/>
                <a:gd name="connsiteX7704" fmla="*/ 14604624 w 58051775"/>
                <a:gd name="connsiteY7704" fmla="*/ 18840655 h 57949372"/>
                <a:gd name="connsiteX7705" fmla="*/ 14656256 w 58051775"/>
                <a:gd name="connsiteY7705" fmla="*/ 18795166 h 57949372"/>
                <a:gd name="connsiteX7706" fmla="*/ 14691560 w 58051775"/>
                <a:gd name="connsiteY7706" fmla="*/ 18751145 h 57949372"/>
                <a:gd name="connsiteX7707" fmla="*/ 14737224 w 58051775"/>
                <a:gd name="connsiteY7707" fmla="*/ 18738074 h 57949372"/>
                <a:gd name="connsiteX7708" fmla="*/ 42368480 w 58051775"/>
                <a:gd name="connsiteY7708" fmla="*/ 18650955 h 57949372"/>
                <a:gd name="connsiteX7709" fmla="*/ 42537916 w 58051775"/>
                <a:gd name="connsiteY7709" fmla="*/ 18728489 h 57949372"/>
                <a:gd name="connsiteX7710" fmla="*/ 42593412 w 58051775"/>
                <a:gd name="connsiteY7710" fmla="*/ 18860483 h 57949372"/>
                <a:gd name="connsiteX7711" fmla="*/ 42472892 w 58051775"/>
                <a:gd name="connsiteY7711" fmla="*/ 18996254 h 57949372"/>
                <a:gd name="connsiteX7712" fmla="*/ 42322836 w 58051775"/>
                <a:gd name="connsiteY7712" fmla="*/ 18988586 h 57949372"/>
                <a:gd name="connsiteX7713" fmla="*/ 42240286 w 58051775"/>
                <a:gd name="connsiteY7713" fmla="*/ 18941389 h 57949372"/>
                <a:gd name="connsiteX7714" fmla="*/ 42198924 w 58051775"/>
                <a:gd name="connsiteY7714" fmla="*/ 18881070 h 57949372"/>
                <a:gd name="connsiteX7715" fmla="*/ 42214800 w 58051775"/>
                <a:gd name="connsiteY7715" fmla="*/ 18749614 h 57949372"/>
                <a:gd name="connsiteX7716" fmla="*/ 42252900 w 58051775"/>
                <a:gd name="connsiteY7716" fmla="*/ 18695027 h 57949372"/>
                <a:gd name="connsiteX7717" fmla="*/ 42281474 w 58051775"/>
                <a:gd name="connsiteY7717" fmla="*/ 18664716 h 57949372"/>
                <a:gd name="connsiteX7718" fmla="*/ 42368480 w 58051775"/>
                <a:gd name="connsiteY7718" fmla="*/ 18650955 h 57949372"/>
                <a:gd name="connsiteX7719" fmla="*/ 18629192 w 58051775"/>
                <a:gd name="connsiteY7719" fmla="*/ 18574263 h 57949372"/>
                <a:gd name="connsiteX7720" fmla="*/ 18717264 w 58051775"/>
                <a:gd name="connsiteY7720" fmla="*/ 18595350 h 57949372"/>
                <a:gd name="connsiteX7721" fmla="*/ 18724792 w 58051775"/>
                <a:gd name="connsiteY7721" fmla="*/ 18801322 h 57949372"/>
                <a:gd name="connsiteX7722" fmla="*/ 18649300 w 58051775"/>
                <a:gd name="connsiteY7722" fmla="*/ 18821403 h 57949372"/>
                <a:gd name="connsiteX7723" fmla="*/ 18509080 w 58051775"/>
                <a:gd name="connsiteY7723" fmla="*/ 18637391 h 57949372"/>
                <a:gd name="connsiteX7724" fmla="*/ 18539208 w 58051775"/>
                <a:gd name="connsiteY7724" fmla="*/ 18586714 h 57949372"/>
                <a:gd name="connsiteX7725" fmla="*/ 18629192 w 58051775"/>
                <a:gd name="connsiteY7725" fmla="*/ 18574263 h 57949372"/>
                <a:gd name="connsiteX7726" fmla="*/ 43078168 w 58051775"/>
                <a:gd name="connsiteY7726" fmla="*/ 18491206 h 57949372"/>
                <a:gd name="connsiteX7727" fmla="*/ 43179508 w 58051775"/>
                <a:gd name="connsiteY7727" fmla="*/ 18518999 h 57949372"/>
                <a:gd name="connsiteX7728" fmla="*/ 43205404 w 58051775"/>
                <a:gd name="connsiteY7728" fmla="*/ 18555555 h 57949372"/>
                <a:gd name="connsiteX7729" fmla="*/ 43243990 w 58051775"/>
                <a:gd name="connsiteY7729" fmla="*/ 18580305 h 57949372"/>
                <a:gd name="connsiteX7730" fmla="*/ 43307004 w 58051775"/>
                <a:gd name="connsiteY7730" fmla="*/ 18755409 h 57949372"/>
                <a:gd name="connsiteX7731" fmla="*/ 43256452 w 58051775"/>
                <a:gd name="connsiteY7731" fmla="*/ 18932373 h 57949372"/>
                <a:gd name="connsiteX7732" fmla="*/ 43143134 w 58051775"/>
                <a:gd name="connsiteY7732" fmla="*/ 19004194 h 57949372"/>
                <a:gd name="connsiteX7733" fmla="*/ 42929360 w 58051775"/>
                <a:gd name="connsiteY7733" fmla="*/ 18971814 h 57949372"/>
                <a:gd name="connsiteX7734" fmla="*/ 42887572 w 58051775"/>
                <a:gd name="connsiteY7734" fmla="*/ 18925958 h 57949372"/>
                <a:gd name="connsiteX7735" fmla="*/ 42914544 w 58051775"/>
                <a:gd name="connsiteY7735" fmla="*/ 18608598 h 57949372"/>
                <a:gd name="connsiteX7736" fmla="*/ 42971952 w 58051775"/>
                <a:gd name="connsiteY7736" fmla="*/ 18532475 h 57949372"/>
                <a:gd name="connsiteX7737" fmla="*/ 43078168 w 58051775"/>
                <a:gd name="connsiteY7737" fmla="*/ 18491206 h 57949372"/>
                <a:gd name="connsiteX7738" fmla="*/ 15247664 w 58051775"/>
                <a:gd name="connsiteY7738" fmla="*/ 18485398 h 57949372"/>
                <a:gd name="connsiteX7739" fmla="*/ 15330004 w 58051775"/>
                <a:gd name="connsiteY7739" fmla="*/ 18511597 h 57949372"/>
                <a:gd name="connsiteX7740" fmla="*/ 15341532 w 58051775"/>
                <a:gd name="connsiteY7740" fmla="*/ 18713539 h 57949372"/>
                <a:gd name="connsiteX7741" fmla="*/ 15132824 w 58051775"/>
                <a:gd name="connsiteY7741" fmla="*/ 18715589 h 57949372"/>
                <a:gd name="connsiteX7742" fmla="*/ 15160444 w 58051775"/>
                <a:gd name="connsiteY7742" fmla="*/ 18498020 h 57949372"/>
                <a:gd name="connsiteX7743" fmla="*/ 15247664 w 58051775"/>
                <a:gd name="connsiteY7743" fmla="*/ 18485398 h 57949372"/>
                <a:gd name="connsiteX7744" fmla="*/ 41697236 w 58051775"/>
                <a:gd name="connsiteY7744" fmla="*/ 18304872 h 57949372"/>
                <a:gd name="connsiteX7745" fmla="*/ 41809640 w 58051775"/>
                <a:gd name="connsiteY7745" fmla="*/ 18363394 h 57949372"/>
                <a:gd name="connsiteX7746" fmla="*/ 41865552 w 58051775"/>
                <a:gd name="connsiteY7746" fmla="*/ 18413375 h 57949372"/>
                <a:gd name="connsiteX7747" fmla="*/ 41876168 w 58051775"/>
                <a:gd name="connsiteY7747" fmla="*/ 18551683 h 57949372"/>
                <a:gd name="connsiteX7748" fmla="*/ 41676830 w 58051775"/>
                <a:gd name="connsiteY7748" fmla="*/ 18825180 h 57949372"/>
                <a:gd name="connsiteX7749" fmla="*/ 41475696 w 58051775"/>
                <a:gd name="connsiteY7749" fmla="*/ 18735556 h 57949372"/>
                <a:gd name="connsiteX7750" fmla="*/ 41446852 w 58051775"/>
                <a:gd name="connsiteY7750" fmla="*/ 18562780 h 57949372"/>
                <a:gd name="connsiteX7751" fmla="*/ 41573452 w 58051775"/>
                <a:gd name="connsiteY7751" fmla="*/ 18351063 h 57949372"/>
                <a:gd name="connsiteX7752" fmla="*/ 41697236 w 58051775"/>
                <a:gd name="connsiteY7752" fmla="*/ 18304872 h 57949372"/>
                <a:gd name="connsiteX7753" fmla="*/ 16351960 w 58051775"/>
                <a:gd name="connsiteY7753" fmla="*/ 18227003 h 57949372"/>
                <a:gd name="connsiteX7754" fmla="*/ 16416088 w 58051775"/>
                <a:gd name="connsiteY7754" fmla="*/ 18257485 h 57949372"/>
                <a:gd name="connsiteX7755" fmla="*/ 16515640 w 58051775"/>
                <a:gd name="connsiteY7755" fmla="*/ 18303208 h 57949372"/>
                <a:gd name="connsiteX7756" fmla="*/ 16588504 w 58051775"/>
                <a:gd name="connsiteY7756" fmla="*/ 18343104 h 57949372"/>
                <a:gd name="connsiteX7757" fmla="*/ 16571820 w 58051775"/>
                <a:gd name="connsiteY7757" fmla="*/ 18612299 h 57949372"/>
                <a:gd name="connsiteX7758" fmla="*/ 16470220 w 58051775"/>
                <a:gd name="connsiteY7758" fmla="*/ 18637625 h 57949372"/>
                <a:gd name="connsiteX7759" fmla="*/ 16169544 w 58051775"/>
                <a:gd name="connsiteY7759" fmla="*/ 18467620 h 57949372"/>
                <a:gd name="connsiteX7760" fmla="*/ 16221596 w 58051775"/>
                <a:gd name="connsiteY7760" fmla="*/ 18301038 h 57949372"/>
                <a:gd name="connsiteX7761" fmla="*/ 16290976 w 58051775"/>
                <a:gd name="connsiteY7761" fmla="*/ 18254505 h 57949372"/>
                <a:gd name="connsiteX7762" fmla="*/ 16351960 w 58051775"/>
                <a:gd name="connsiteY7762" fmla="*/ 18227003 h 57949372"/>
                <a:gd name="connsiteX7763" fmla="*/ 40782680 w 58051775"/>
                <a:gd name="connsiteY7763" fmla="*/ 18224504 h 57949372"/>
                <a:gd name="connsiteX7764" fmla="*/ 40872368 w 58051775"/>
                <a:gd name="connsiteY7764" fmla="*/ 18255992 h 57949372"/>
                <a:gd name="connsiteX7765" fmla="*/ 40929996 w 58051775"/>
                <a:gd name="connsiteY7765" fmla="*/ 18308769 h 57949372"/>
                <a:gd name="connsiteX7766" fmla="*/ 40979716 w 58051775"/>
                <a:gd name="connsiteY7766" fmla="*/ 18418917 h 57949372"/>
                <a:gd name="connsiteX7767" fmla="*/ 40938574 w 58051775"/>
                <a:gd name="connsiteY7767" fmla="*/ 18510996 h 57949372"/>
                <a:gd name="connsiteX7768" fmla="*/ 40897352 w 58051775"/>
                <a:gd name="connsiteY7768" fmla="*/ 18554701 h 57949372"/>
                <a:gd name="connsiteX7769" fmla="*/ 40765500 w 58051775"/>
                <a:gd name="connsiteY7769" fmla="*/ 18548178 h 57949372"/>
                <a:gd name="connsiteX7770" fmla="*/ 40612972 w 58051775"/>
                <a:gd name="connsiteY7770" fmla="*/ 18540763 h 57949372"/>
                <a:gd name="connsiteX7771" fmla="*/ 40557644 w 58051775"/>
                <a:gd name="connsiteY7771" fmla="*/ 18404878 h 57949372"/>
                <a:gd name="connsiteX7772" fmla="*/ 40611176 w 58051775"/>
                <a:gd name="connsiteY7772" fmla="*/ 18302487 h 57949372"/>
                <a:gd name="connsiteX7773" fmla="*/ 40680244 w 58051775"/>
                <a:gd name="connsiteY7773" fmla="*/ 18262420 h 57949372"/>
                <a:gd name="connsiteX7774" fmla="*/ 40782680 w 58051775"/>
                <a:gd name="connsiteY7774" fmla="*/ 18224504 h 57949372"/>
                <a:gd name="connsiteX7775" fmla="*/ 15802740 w 58051775"/>
                <a:gd name="connsiteY7775" fmla="*/ 18213755 h 57949372"/>
                <a:gd name="connsiteX7776" fmla="*/ 15838984 w 58051775"/>
                <a:gd name="connsiteY7776" fmla="*/ 18217228 h 57949372"/>
                <a:gd name="connsiteX7777" fmla="*/ 15976600 w 58051775"/>
                <a:gd name="connsiteY7777" fmla="*/ 18414071 h 57949372"/>
                <a:gd name="connsiteX7778" fmla="*/ 15862024 w 58051775"/>
                <a:gd name="connsiteY7778" fmla="*/ 18554701 h 57949372"/>
                <a:gd name="connsiteX7779" fmla="*/ 15738920 w 58051775"/>
                <a:gd name="connsiteY7779" fmla="*/ 18512875 h 57949372"/>
                <a:gd name="connsiteX7780" fmla="*/ 15662276 w 58051775"/>
                <a:gd name="connsiteY7780" fmla="*/ 18455435 h 57949372"/>
                <a:gd name="connsiteX7781" fmla="*/ 15633704 w 58051775"/>
                <a:gd name="connsiteY7781" fmla="*/ 18389808 h 57949372"/>
                <a:gd name="connsiteX7782" fmla="*/ 15718392 w 58051775"/>
                <a:gd name="connsiteY7782" fmla="*/ 18251576 h 57949372"/>
                <a:gd name="connsiteX7783" fmla="*/ 15802740 w 58051775"/>
                <a:gd name="connsiteY7783" fmla="*/ 18213755 h 57949372"/>
                <a:gd name="connsiteX7784" fmla="*/ 17955076 w 58051775"/>
                <a:gd name="connsiteY7784" fmla="*/ 18201247 h 57949372"/>
                <a:gd name="connsiteX7785" fmla="*/ 18065752 w 58051775"/>
                <a:gd name="connsiteY7785" fmla="*/ 18210193 h 57949372"/>
                <a:gd name="connsiteX7786" fmla="*/ 18192752 w 58051775"/>
                <a:gd name="connsiteY7786" fmla="*/ 18293585 h 57949372"/>
                <a:gd name="connsiteX7787" fmla="*/ 18268952 w 58051775"/>
                <a:gd name="connsiteY7787" fmla="*/ 18367013 h 57949372"/>
                <a:gd name="connsiteX7788" fmla="*/ 18290612 w 58051775"/>
                <a:gd name="connsiteY7788" fmla="*/ 18592876 h 57949372"/>
                <a:gd name="connsiteX7789" fmla="*/ 18247808 w 58051775"/>
                <a:gd name="connsiteY7789" fmla="*/ 18621416 h 57949372"/>
                <a:gd name="connsiteX7790" fmla="*/ 18189056 w 58051775"/>
                <a:gd name="connsiteY7790" fmla="*/ 18691231 h 57949372"/>
                <a:gd name="connsiteX7791" fmla="*/ 18173120 w 58051775"/>
                <a:gd name="connsiteY7791" fmla="*/ 18732500 h 57949372"/>
                <a:gd name="connsiteX7792" fmla="*/ 18029240 w 58051775"/>
                <a:gd name="connsiteY7792" fmla="*/ 18732500 h 57949372"/>
                <a:gd name="connsiteX7793" fmla="*/ 17835856 w 58051775"/>
                <a:gd name="connsiteY7793" fmla="*/ 18697463 h 57949372"/>
                <a:gd name="connsiteX7794" fmla="*/ 17767208 w 58051775"/>
                <a:gd name="connsiteY7794" fmla="*/ 18615842 h 57949372"/>
                <a:gd name="connsiteX7795" fmla="*/ 17719584 w 58051775"/>
                <a:gd name="connsiteY7795" fmla="*/ 18538941 h 57949372"/>
                <a:gd name="connsiteX7796" fmla="*/ 17744672 w 58051775"/>
                <a:gd name="connsiteY7796" fmla="*/ 18330552 h 57949372"/>
                <a:gd name="connsiteX7797" fmla="*/ 17862552 w 58051775"/>
                <a:gd name="connsiteY7797" fmla="*/ 18209902 h 57949372"/>
                <a:gd name="connsiteX7798" fmla="*/ 17955076 w 58051775"/>
                <a:gd name="connsiteY7798" fmla="*/ 18201247 h 57949372"/>
                <a:gd name="connsiteX7799" fmla="*/ 50685703 w 58051775"/>
                <a:gd name="connsiteY7799" fmla="*/ 18114824 h 57949372"/>
                <a:gd name="connsiteX7800" fmla="*/ 50775942 w 58051775"/>
                <a:gd name="connsiteY7800" fmla="*/ 18178629 h 57949372"/>
                <a:gd name="connsiteX7801" fmla="*/ 50836218 w 58051775"/>
                <a:gd name="connsiteY7801" fmla="*/ 18261180 h 57949372"/>
                <a:gd name="connsiteX7802" fmla="*/ 50875353 w 58051775"/>
                <a:gd name="connsiteY7802" fmla="*/ 18376851 h 57949372"/>
                <a:gd name="connsiteX7803" fmla="*/ 50921059 w 58051775"/>
                <a:gd name="connsiteY7803" fmla="*/ 18498912 h 57949372"/>
                <a:gd name="connsiteX7804" fmla="*/ 50965723 w 58051775"/>
                <a:gd name="connsiteY7804" fmla="*/ 18623080 h 57949372"/>
                <a:gd name="connsiteX7805" fmla="*/ 50982984 w 58051775"/>
                <a:gd name="connsiteY7805" fmla="*/ 18730621 h 57949372"/>
                <a:gd name="connsiteX7806" fmla="*/ 50971555 w 58051775"/>
                <a:gd name="connsiteY7806" fmla="*/ 18808313 h 57949372"/>
                <a:gd name="connsiteX7807" fmla="*/ 50916089 w 58051775"/>
                <a:gd name="connsiteY7807" fmla="*/ 18902543 h 57949372"/>
                <a:gd name="connsiteX7808" fmla="*/ 50870486 w 58051775"/>
                <a:gd name="connsiteY7808" fmla="*/ 18989611 h 57949372"/>
                <a:gd name="connsiteX7809" fmla="*/ 50829939 w 58051775"/>
                <a:gd name="connsiteY7809" fmla="*/ 19080108 h 57949372"/>
                <a:gd name="connsiteX7810" fmla="*/ 50786655 w 58051775"/>
                <a:gd name="connsiteY7810" fmla="*/ 19167404 h 57949372"/>
                <a:gd name="connsiteX7811" fmla="*/ 50737201 w 58051775"/>
                <a:gd name="connsiteY7811" fmla="*/ 19263266 h 57949372"/>
                <a:gd name="connsiteX7812" fmla="*/ 50698403 w 58051775"/>
                <a:gd name="connsiteY7812" fmla="*/ 19340686 h 57949372"/>
                <a:gd name="connsiteX7813" fmla="*/ 50660827 w 58051775"/>
                <a:gd name="connsiteY7813" fmla="*/ 19422117 h 57949372"/>
                <a:gd name="connsiteX7814" fmla="*/ 50609543 w 58051775"/>
                <a:gd name="connsiteY7814" fmla="*/ 19526097 h 57949372"/>
                <a:gd name="connsiteX7815" fmla="*/ 50565661 w 58051775"/>
                <a:gd name="connsiteY7815" fmla="*/ 19623118 h 57949372"/>
                <a:gd name="connsiteX7816" fmla="*/ 50521434 w 58051775"/>
                <a:gd name="connsiteY7816" fmla="*/ 19701556 h 57949372"/>
                <a:gd name="connsiteX7817" fmla="*/ 50471297 w 58051775"/>
                <a:gd name="connsiteY7817" fmla="*/ 19770811 h 57949372"/>
                <a:gd name="connsiteX7818" fmla="*/ 50428466 w 58051775"/>
                <a:gd name="connsiteY7818" fmla="*/ 19857347 h 57949372"/>
                <a:gd name="connsiteX7819" fmla="*/ 50382261 w 58051775"/>
                <a:gd name="connsiteY7819" fmla="*/ 19948084 h 57949372"/>
                <a:gd name="connsiteX7820" fmla="*/ 50342803 w 58051775"/>
                <a:gd name="connsiteY7820" fmla="*/ 20029491 h 57949372"/>
                <a:gd name="connsiteX7821" fmla="*/ 50293470 w 58051775"/>
                <a:gd name="connsiteY7821" fmla="*/ 20114298 h 57949372"/>
                <a:gd name="connsiteX7822" fmla="*/ 50243690 w 58051775"/>
                <a:gd name="connsiteY7822" fmla="*/ 20210298 h 57949372"/>
                <a:gd name="connsiteX7823" fmla="*/ 50198948 w 58051775"/>
                <a:gd name="connsiteY7823" fmla="*/ 20299197 h 57949372"/>
                <a:gd name="connsiteX7824" fmla="*/ 50154321 w 58051775"/>
                <a:gd name="connsiteY7824" fmla="*/ 20389415 h 57949372"/>
                <a:gd name="connsiteX7825" fmla="*/ 50121006 w 58051775"/>
                <a:gd name="connsiteY7825" fmla="*/ 20476484 h 57949372"/>
                <a:gd name="connsiteX7826" fmla="*/ 50050703 w 58051775"/>
                <a:gd name="connsiteY7826" fmla="*/ 20600974 h 57949372"/>
                <a:gd name="connsiteX7827" fmla="*/ 50106988 w 58051775"/>
                <a:gd name="connsiteY7827" fmla="*/ 20612124 h 57949372"/>
                <a:gd name="connsiteX7828" fmla="*/ 50190403 w 58051775"/>
                <a:gd name="connsiteY7828" fmla="*/ 20574024 h 57949372"/>
                <a:gd name="connsiteX7829" fmla="*/ 50281628 w 58051775"/>
                <a:gd name="connsiteY7829" fmla="*/ 20535924 h 57949372"/>
                <a:gd name="connsiteX7830" fmla="*/ 50379191 w 58051775"/>
                <a:gd name="connsiteY7830" fmla="*/ 20486809 h 57949372"/>
                <a:gd name="connsiteX7831" fmla="*/ 50480621 w 58051775"/>
                <a:gd name="connsiteY7831" fmla="*/ 20437426 h 57949372"/>
                <a:gd name="connsiteX7832" fmla="*/ 50583322 w 58051775"/>
                <a:gd name="connsiteY7832" fmla="*/ 20399126 h 57949372"/>
                <a:gd name="connsiteX7833" fmla="*/ 50698822 w 58051775"/>
                <a:gd name="connsiteY7833" fmla="*/ 20351727 h 57949372"/>
                <a:gd name="connsiteX7834" fmla="*/ 50811677 w 58051775"/>
                <a:gd name="connsiteY7834" fmla="*/ 20305788 h 57949372"/>
                <a:gd name="connsiteX7835" fmla="*/ 50905079 w 58051775"/>
                <a:gd name="connsiteY7835" fmla="*/ 20269225 h 57949372"/>
                <a:gd name="connsiteX7836" fmla="*/ 51000676 w 58051775"/>
                <a:gd name="connsiteY7836" fmla="*/ 20220321 h 57949372"/>
                <a:gd name="connsiteX7837" fmla="*/ 51082879 w 58051775"/>
                <a:gd name="connsiteY7837" fmla="*/ 20161506 h 57949372"/>
                <a:gd name="connsiteX7838" fmla="*/ 51142060 w 58051775"/>
                <a:gd name="connsiteY7838" fmla="*/ 20131484 h 57949372"/>
                <a:gd name="connsiteX7839" fmla="*/ 51189384 w 58051775"/>
                <a:gd name="connsiteY7839" fmla="*/ 20090875 h 57949372"/>
                <a:gd name="connsiteX7840" fmla="*/ 51266781 w 58051775"/>
                <a:gd name="connsiteY7840" fmla="*/ 19967088 h 57949372"/>
                <a:gd name="connsiteX7841" fmla="*/ 51257770 w 58051775"/>
                <a:gd name="connsiteY7841" fmla="*/ 19797516 h 57949372"/>
                <a:gd name="connsiteX7842" fmla="*/ 51381285 w 58051775"/>
                <a:gd name="connsiteY7842" fmla="*/ 19643151 h 57949372"/>
                <a:gd name="connsiteX7843" fmla="*/ 51454003 w 58051775"/>
                <a:gd name="connsiteY7843" fmla="*/ 19640574 h 57949372"/>
                <a:gd name="connsiteX7844" fmla="*/ 51495157 w 58051775"/>
                <a:gd name="connsiteY7844" fmla="*/ 19715936 h 57949372"/>
                <a:gd name="connsiteX7845" fmla="*/ 51549687 w 58051775"/>
                <a:gd name="connsiteY7845" fmla="*/ 19799562 h 57949372"/>
                <a:gd name="connsiteX7846" fmla="*/ 51586445 w 58051775"/>
                <a:gd name="connsiteY7846" fmla="*/ 19885062 h 57949372"/>
                <a:gd name="connsiteX7847" fmla="*/ 51635478 w 58051775"/>
                <a:gd name="connsiteY7847" fmla="*/ 19989825 h 57949372"/>
                <a:gd name="connsiteX7848" fmla="*/ 51675184 w 58051775"/>
                <a:gd name="connsiteY7848" fmla="*/ 20073186 h 57949372"/>
                <a:gd name="connsiteX7849" fmla="*/ 51727221 w 58051775"/>
                <a:gd name="connsiteY7849" fmla="*/ 20188907 h 57949372"/>
                <a:gd name="connsiteX7850" fmla="*/ 51765203 w 58051775"/>
                <a:gd name="connsiteY7850" fmla="*/ 20298366 h 57949372"/>
                <a:gd name="connsiteX7851" fmla="*/ 51803303 w 58051775"/>
                <a:gd name="connsiteY7851" fmla="*/ 20383525 h 57949372"/>
                <a:gd name="connsiteX7852" fmla="*/ 51785924 w 58051775"/>
                <a:gd name="connsiteY7852" fmla="*/ 20531246 h 57949372"/>
                <a:gd name="connsiteX7853" fmla="*/ 51605644 w 58051775"/>
                <a:gd name="connsiteY7853" fmla="*/ 20500784 h 57949372"/>
                <a:gd name="connsiteX7854" fmla="*/ 51541496 w 58051775"/>
                <a:gd name="connsiteY7854" fmla="*/ 20421624 h 57949372"/>
                <a:gd name="connsiteX7855" fmla="*/ 51477453 w 58051775"/>
                <a:gd name="connsiteY7855" fmla="*/ 20383525 h 57949372"/>
                <a:gd name="connsiteX7856" fmla="*/ 51324318 w 58051775"/>
                <a:gd name="connsiteY7856" fmla="*/ 20375464 h 57949372"/>
                <a:gd name="connsiteX7857" fmla="*/ 51272588 w 58051775"/>
                <a:gd name="connsiteY7857" fmla="*/ 20414421 h 57949372"/>
                <a:gd name="connsiteX7858" fmla="*/ 51212449 w 58051775"/>
                <a:gd name="connsiteY7858" fmla="*/ 20465346 h 57949372"/>
                <a:gd name="connsiteX7859" fmla="*/ 51114778 w 58051775"/>
                <a:gd name="connsiteY7859" fmla="*/ 20513657 h 57949372"/>
                <a:gd name="connsiteX7860" fmla="*/ 51018641 w 58051775"/>
                <a:gd name="connsiteY7860" fmla="*/ 20555427 h 57949372"/>
                <a:gd name="connsiteX7861" fmla="*/ 50923614 w 58051775"/>
                <a:gd name="connsiteY7861" fmla="*/ 20601092 h 57949372"/>
                <a:gd name="connsiteX7862" fmla="*/ 50823915 w 58051775"/>
                <a:gd name="connsiteY7862" fmla="*/ 20649808 h 57949372"/>
                <a:gd name="connsiteX7863" fmla="*/ 50746744 w 58051775"/>
                <a:gd name="connsiteY7863" fmla="*/ 20682045 h 57949372"/>
                <a:gd name="connsiteX7864" fmla="*/ 50604589 w 58051775"/>
                <a:gd name="connsiteY7864" fmla="*/ 20745065 h 57949372"/>
                <a:gd name="connsiteX7865" fmla="*/ 50507705 w 58051775"/>
                <a:gd name="connsiteY7865" fmla="*/ 20784606 h 57949372"/>
                <a:gd name="connsiteX7866" fmla="*/ 50406281 w 58051775"/>
                <a:gd name="connsiteY7866" fmla="*/ 20828058 h 57949372"/>
                <a:gd name="connsiteX7867" fmla="*/ 50316991 w 58051775"/>
                <a:gd name="connsiteY7867" fmla="*/ 20869035 h 57949372"/>
                <a:gd name="connsiteX7868" fmla="*/ 50211304 w 58051775"/>
                <a:gd name="connsiteY7868" fmla="*/ 20915130 h 57949372"/>
                <a:gd name="connsiteX7869" fmla="*/ 50138915 w 58051775"/>
                <a:gd name="connsiteY7869" fmla="*/ 20955024 h 57949372"/>
                <a:gd name="connsiteX7870" fmla="*/ 49994275 w 58051775"/>
                <a:gd name="connsiteY7870" fmla="*/ 21010193 h 57949372"/>
                <a:gd name="connsiteX7871" fmla="*/ 49914411 w 58051775"/>
                <a:gd name="connsiteY7871" fmla="*/ 21049700 h 57949372"/>
                <a:gd name="connsiteX7872" fmla="*/ 49838638 w 58051775"/>
                <a:gd name="connsiteY7872" fmla="*/ 21081176 h 57949372"/>
                <a:gd name="connsiteX7873" fmla="*/ 49783203 w 58051775"/>
                <a:gd name="connsiteY7873" fmla="*/ 21110595 h 57949372"/>
                <a:gd name="connsiteX7874" fmla="*/ 49605357 w 58051775"/>
                <a:gd name="connsiteY7874" fmla="*/ 21184814 h 57949372"/>
                <a:gd name="connsiteX7875" fmla="*/ 49536316 w 58051775"/>
                <a:gd name="connsiteY7875" fmla="*/ 21221724 h 57949372"/>
                <a:gd name="connsiteX7876" fmla="*/ 49406941 w 58051775"/>
                <a:gd name="connsiteY7876" fmla="*/ 21272116 h 57949372"/>
                <a:gd name="connsiteX7877" fmla="*/ 49269123 w 58051775"/>
                <a:gd name="connsiteY7877" fmla="*/ 21305013 h 57949372"/>
                <a:gd name="connsiteX7878" fmla="*/ 49206686 w 58051775"/>
                <a:gd name="connsiteY7878" fmla="*/ 21243462 h 57949372"/>
                <a:gd name="connsiteX7879" fmla="*/ 49257865 w 58051775"/>
                <a:gd name="connsiteY7879" fmla="*/ 21047100 h 57949372"/>
                <a:gd name="connsiteX7880" fmla="*/ 49288703 w 58051775"/>
                <a:gd name="connsiteY7880" fmla="*/ 20985521 h 57949372"/>
                <a:gd name="connsiteX7881" fmla="*/ 49326983 w 58051775"/>
                <a:gd name="connsiteY7881" fmla="*/ 20904055 h 57949372"/>
                <a:gd name="connsiteX7882" fmla="*/ 49376388 w 58051775"/>
                <a:gd name="connsiteY7882" fmla="*/ 20808749 h 57949372"/>
                <a:gd name="connsiteX7883" fmla="*/ 49427008 w 58051775"/>
                <a:gd name="connsiteY7883" fmla="*/ 20713129 h 57949372"/>
                <a:gd name="connsiteX7884" fmla="*/ 49466503 w 58051775"/>
                <a:gd name="connsiteY7884" fmla="*/ 20631468 h 57949372"/>
                <a:gd name="connsiteX7885" fmla="*/ 49510953 w 58051775"/>
                <a:gd name="connsiteY7885" fmla="*/ 20541428 h 57949372"/>
                <a:gd name="connsiteX7886" fmla="*/ 49549248 w 58051775"/>
                <a:gd name="connsiteY7886" fmla="*/ 20449777 h 57949372"/>
                <a:gd name="connsiteX7887" fmla="*/ 49603028 w 58051775"/>
                <a:gd name="connsiteY7887" fmla="*/ 20360713 h 57949372"/>
                <a:gd name="connsiteX7888" fmla="*/ 49644303 w 58051775"/>
                <a:gd name="connsiteY7888" fmla="*/ 20294331 h 57949372"/>
                <a:gd name="connsiteX7889" fmla="*/ 49706891 w 58051775"/>
                <a:gd name="connsiteY7889" fmla="*/ 20176648 h 57949372"/>
                <a:gd name="connsiteX7890" fmla="*/ 49733203 w 58051775"/>
                <a:gd name="connsiteY7890" fmla="*/ 20123712 h 57949372"/>
                <a:gd name="connsiteX7891" fmla="*/ 49785541 w 58051775"/>
                <a:gd name="connsiteY7891" fmla="*/ 20020779 h 57949372"/>
                <a:gd name="connsiteX7892" fmla="*/ 49822103 w 58051775"/>
                <a:gd name="connsiteY7892" fmla="*/ 19945048 h 57949372"/>
                <a:gd name="connsiteX7893" fmla="*/ 49884691 w 58051775"/>
                <a:gd name="connsiteY7893" fmla="*/ 19821049 h 57949372"/>
                <a:gd name="connsiteX7894" fmla="*/ 49911003 w 58051775"/>
                <a:gd name="connsiteY7894" fmla="*/ 19760724 h 57949372"/>
                <a:gd name="connsiteX7895" fmla="*/ 49973591 w 58051775"/>
                <a:gd name="connsiteY7895" fmla="*/ 19643249 h 57949372"/>
                <a:gd name="connsiteX7896" fmla="*/ 49993727 w 58051775"/>
                <a:gd name="connsiteY7896" fmla="*/ 19592448 h 57949372"/>
                <a:gd name="connsiteX7897" fmla="*/ 50052318 w 58051775"/>
                <a:gd name="connsiteY7897" fmla="*/ 19487320 h 57949372"/>
                <a:gd name="connsiteX7898" fmla="*/ 50088803 w 58051775"/>
                <a:gd name="connsiteY7898" fmla="*/ 19411627 h 57949372"/>
                <a:gd name="connsiteX7899" fmla="*/ 50151391 w 58051775"/>
                <a:gd name="connsiteY7899" fmla="*/ 19287624 h 57949372"/>
                <a:gd name="connsiteX7900" fmla="*/ 50177703 w 58051775"/>
                <a:gd name="connsiteY7900" fmla="*/ 19227299 h 57949372"/>
                <a:gd name="connsiteX7901" fmla="*/ 50247686 w 58051775"/>
                <a:gd name="connsiteY7901" fmla="*/ 19116727 h 57949372"/>
                <a:gd name="connsiteX7902" fmla="*/ 50264997 w 58051775"/>
                <a:gd name="connsiteY7902" fmla="*/ 19048620 h 57949372"/>
                <a:gd name="connsiteX7903" fmla="*/ 50219700 w 58051775"/>
                <a:gd name="connsiteY7903" fmla="*/ 18995305 h 57949372"/>
                <a:gd name="connsiteX7904" fmla="*/ 50110529 w 58051775"/>
                <a:gd name="connsiteY7904" fmla="*/ 19061805 h 57949372"/>
                <a:gd name="connsiteX7905" fmla="*/ 50055717 w 58051775"/>
                <a:gd name="connsiteY7905" fmla="*/ 19088105 h 57949372"/>
                <a:gd name="connsiteX7906" fmla="*/ 49930912 w 58051775"/>
                <a:gd name="connsiteY7906" fmla="*/ 19145558 h 57949372"/>
                <a:gd name="connsiteX7907" fmla="*/ 49854873 w 58051775"/>
                <a:gd name="connsiteY7907" fmla="*/ 19177008 h 57949372"/>
                <a:gd name="connsiteX7908" fmla="*/ 49764925 w 58051775"/>
                <a:gd name="connsiteY7908" fmla="*/ 19216828 h 57949372"/>
                <a:gd name="connsiteX7909" fmla="*/ 49660302 w 58051775"/>
                <a:gd name="connsiteY7909" fmla="*/ 19267739 h 57949372"/>
                <a:gd name="connsiteX7910" fmla="*/ 49565824 w 58051775"/>
                <a:gd name="connsiteY7910" fmla="*/ 19312551 h 57949372"/>
                <a:gd name="connsiteX7911" fmla="*/ 49458900 w 58051775"/>
                <a:gd name="connsiteY7911" fmla="*/ 19356003 h 57949372"/>
                <a:gd name="connsiteX7912" fmla="*/ 49352414 w 58051775"/>
                <a:gd name="connsiteY7912" fmla="*/ 19399056 h 57949372"/>
                <a:gd name="connsiteX7913" fmla="*/ 49254714 w 58051775"/>
                <a:gd name="connsiteY7913" fmla="*/ 19448980 h 57949372"/>
                <a:gd name="connsiteX7914" fmla="*/ 49158277 w 58051775"/>
                <a:gd name="connsiteY7914" fmla="*/ 19499081 h 57949372"/>
                <a:gd name="connsiteX7915" fmla="*/ 49105573 w 58051775"/>
                <a:gd name="connsiteY7915" fmla="*/ 19532624 h 57949372"/>
                <a:gd name="connsiteX7916" fmla="*/ 49042966 w 58051775"/>
                <a:gd name="connsiteY7916" fmla="*/ 19570747 h 57949372"/>
                <a:gd name="connsiteX7917" fmla="*/ 48958881 w 58051775"/>
                <a:gd name="connsiteY7917" fmla="*/ 19617003 h 57949372"/>
                <a:gd name="connsiteX7918" fmla="*/ 48859833 w 58051775"/>
                <a:gd name="connsiteY7918" fmla="*/ 19712304 h 57949372"/>
                <a:gd name="connsiteX7919" fmla="*/ 48862168 w 58051775"/>
                <a:gd name="connsiteY7919" fmla="*/ 19784524 h 57949372"/>
                <a:gd name="connsiteX7920" fmla="*/ 48894913 w 58051775"/>
                <a:gd name="connsiteY7920" fmla="*/ 19831019 h 57949372"/>
                <a:gd name="connsiteX7921" fmla="*/ 48907703 w 58051775"/>
                <a:gd name="connsiteY7921" fmla="*/ 19932703 h 57949372"/>
                <a:gd name="connsiteX7922" fmla="*/ 48879478 w 58051775"/>
                <a:gd name="connsiteY7922" fmla="*/ 20046254 h 57949372"/>
                <a:gd name="connsiteX7923" fmla="*/ 48709132 w 58051775"/>
                <a:gd name="connsiteY7923" fmla="*/ 20047518 h 57949372"/>
                <a:gd name="connsiteX7924" fmla="*/ 48666139 w 58051775"/>
                <a:gd name="connsiteY7924" fmla="*/ 19969839 h 57949372"/>
                <a:gd name="connsiteX7925" fmla="*/ 48618260 w 58051775"/>
                <a:gd name="connsiteY7925" fmla="*/ 19873453 h 57949372"/>
                <a:gd name="connsiteX7926" fmla="*/ 48574762 w 58051775"/>
                <a:gd name="connsiteY7926" fmla="*/ 19770157 h 57949372"/>
                <a:gd name="connsiteX7927" fmla="*/ 48531469 w 58051775"/>
                <a:gd name="connsiteY7927" fmla="*/ 19677356 h 57949372"/>
                <a:gd name="connsiteX7928" fmla="*/ 48489933 w 58051775"/>
                <a:gd name="connsiteY7928" fmla="*/ 19584682 h 57949372"/>
                <a:gd name="connsiteX7929" fmla="*/ 48443886 w 58051775"/>
                <a:gd name="connsiteY7929" fmla="*/ 19481531 h 57949372"/>
                <a:gd name="connsiteX7930" fmla="*/ 48396974 w 58051775"/>
                <a:gd name="connsiteY7930" fmla="*/ 19307496 h 57949372"/>
                <a:gd name="connsiteX7931" fmla="*/ 48466790 w 58051775"/>
                <a:gd name="connsiteY7931" fmla="*/ 19109521 h 57949372"/>
                <a:gd name="connsiteX7932" fmla="*/ 48530002 w 58051775"/>
                <a:gd name="connsiteY7932" fmla="*/ 19146665 h 57949372"/>
                <a:gd name="connsiteX7933" fmla="*/ 48591009 w 58051775"/>
                <a:gd name="connsiteY7933" fmla="*/ 19231677 h 57949372"/>
                <a:gd name="connsiteX7934" fmla="*/ 48692609 w 58051775"/>
                <a:gd name="connsiteY7934" fmla="*/ 19285846 h 57949372"/>
                <a:gd name="connsiteX7935" fmla="*/ 48816850 w 58051775"/>
                <a:gd name="connsiteY7935" fmla="*/ 19296899 h 57949372"/>
                <a:gd name="connsiteX7936" fmla="*/ 49031826 w 58051775"/>
                <a:gd name="connsiteY7936" fmla="*/ 19235397 h 57949372"/>
                <a:gd name="connsiteX7937" fmla="*/ 49091121 w 58051775"/>
                <a:gd name="connsiteY7937" fmla="*/ 19197032 h 57949372"/>
                <a:gd name="connsiteX7938" fmla="*/ 49178673 w 58051775"/>
                <a:gd name="connsiteY7938" fmla="*/ 19151739 h 57949372"/>
                <a:gd name="connsiteX7939" fmla="*/ 49286759 w 58051775"/>
                <a:gd name="connsiteY7939" fmla="*/ 19106212 h 57949372"/>
                <a:gd name="connsiteX7940" fmla="*/ 49376440 w 58051775"/>
                <a:gd name="connsiteY7940" fmla="*/ 19067651 h 57949372"/>
                <a:gd name="connsiteX7941" fmla="*/ 49498982 w 58051775"/>
                <a:gd name="connsiteY7941" fmla="*/ 19011900 h 57949372"/>
                <a:gd name="connsiteX7942" fmla="*/ 49563278 w 58051775"/>
                <a:gd name="connsiteY7942" fmla="*/ 18974351 h 57949372"/>
                <a:gd name="connsiteX7943" fmla="*/ 49655053 w 58051775"/>
                <a:gd name="connsiteY7943" fmla="*/ 18928027 h 57949372"/>
                <a:gd name="connsiteX7944" fmla="*/ 49745159 w 58051775"/>
                <a:gd name="connsiteY7944" fmla="*/ 18883044 h 57949372"/>
                <a:gd name="connsiteX7945" fmla="*/ 49832744 w 58051775"/>
                <a:gd name="connsiteY7945" fmla="*/ 18846811 h 57949372"/>
                <a:gd name="connsiteX7946" fmla="*/ 49921991 w 58051775"/>
                <a:gd name="connsiteY7946" fmla="*/ 18797760 h 57949372"/>
                <a:gd name="connsiteX7947" fmla="*/ 50012603 w 58051775"/>
                <a:gd name="connsiteY7947" fmla="*/ 18741465 h 57949372"/>
                <a:gd name="connsiteX7948" fmla="*/ 50101503 w 58051775"/>
                <a:gd name="connsiteY7948" fmla="*/ 18697115 h 57949372"/>
                <a:gd name="connsiteX7949" fmla="*/ 50196753 w 58051775"/>
                <a:gd name="connsiteY7949" fmla="*/ 18651784 h 57949372"/>
                <a:gd name="connsiteX7950" fmla="*/ 50292003 w 58051775"/>
                <a:gd name="connsiteY7950" fmla="*/ 18606858 h 57949372"/>
                <a:gd name="connsiteX7951" fmla="*/ 50386106 w 58051775"/>
                <a:gd name="connsiteY7951" fmla="*/ 18569714 h 57949372"/>
                <a:gd name="connsiteX7952" fmla="*/ 50492577 w 58051775"/>
                <a:gd name="connsiteY7952" fmla="*/ 18525155 h 57949372"/>
                <a:gd name="connsiteX7953" fmla="*/ 50543005 w 58051775"/>
                <a:gd name="connsiteY7953" fmla="*/ 18406751 h 57949372"/>
                <a:gd name="connsiteX7954" fmla="*/ 50548018 w 58051775"/>
                <a:gd name="connsiteY7954" fmla="*/ 18300709 h 57949372"/>
                <a:gd name="connsiteX7955" fmla="*/ 50596803 w 58051775"/>
                <a:gd name="connsiteY7955" fmla="*/ 18119215 h 57949372"/>
                <a:gd name="connsiteX7956" fmla="*/ 50685703 w 58051775"/>
                <a:gd name="connsiteY7956" fmla="*/ 18114824 h 57949372"/>
                <a:gd name="connsiteX7957" fmla="*/ 42478926 w 58051775"/>
                <a:gd name="connsiteY7957" fmla="*/ 18028338 h 57949372"/>
                <a:gd name="connsiteX7958" fmla="*/ 42629644 w 58051775"/>
                <a:gd name="connsiteY7958" fmla="*/ 18055619 h 57949372"/>
                <a:gd name="connsiteX7959" fmla="*/ 42684700 w 58051775"/>
                <a:gd name="connsiteY7959" fmla="*/ 18235664 h 57949372"/>
                <a:gd name="connsiteX7960" fmla="*/ 42389520 w 58051775"/>
                <a:gd name="connsiteY7960" fmla="*/ 18362578 h 57949372"/>
                <a:gd name="connsiteX7961" fmla="*/ 42362776 w 58051775"/>
                <a:gd name="connsiteY7961" fmla="*/ 18130812 h 57949372"/>
                <a:gd name="connsiteX7962" fmla="*/ 42468800 w 58051775"/>
                <a:gd name="connsiteY7962" fmla="*/ 18029901 h 57949372"/>
                <a:gd name="connsiteX7963" fmla="*/ 42478926 w 58051775"/>
                <a:gd name="connsiteY7963" fmla="*/ 18028338 h 57949372"/>
                <a:gd name="connsiteX7964" fmla="*/ 40093556 w 58051775"/>
                <a:gd name="connsiteY7964" fmla="*/ 18027775 h 57949372"/>
                <a:gd name="connsiteX7965" fmla="*/ 40230268 w 58051775"/>
                <a:gd name="connsiteY7965" fmla="*/ 18047445 h 57949372"/>
                <a:gd name="connsiteX7966" fmla="*/ 40284402 w 58051775"/>
                <a:gd name="connsiteY7966" fmla="*/ 18193440 h 57949372"/>
                <a:gd name="connsiteX7967" fmla="*/ 40112952 w 58051775"/>
                <a:gd name="connsiteY7967" fmla="*/ 18288005 h 57949372"/>
                <a:gd name="connsiteX7968" fmla="*/ 39961460 w 58051775"/>
                <a:gd name="connsiteY7968" fmla="*/ 18268057 h 57949372"/>
                <a:gd name="connsiteX7969" fmla="*/ 39945228 w 58051775"/>
                <a:gd name="connsiteY7969" fmla="*/ 18069563 h 57949372"/>
                <a:gd name="connsiteX7970" fmla="*/ 39986312 w 58051775"/>
                <a:gd name="connsiteY7970" fmla="*/ 18041795 h 57949372"/>
                <a:gd name="connsiteX7971" fmla="*/ 40093556 w 58051775"/>
                <a:gd name="connsiteY7971" fmla="*/ 18027775 h 57949372"/>
                <a:gd name="connsiteX7972" fmla="*/ 19230980 w 58051775"/>
                <a:gd name="connsiteY7972" fmla="*/ 18026649 h 57949372"/>
                <a:gd name="connsiteX7973" fmla="*/ 19312316 w 58051775"/>
                <a:gd name="connsiteY7973" fmla="*/ 18032811 h 57949372"/>
                <a:gd name="connsiteX7974" fmla="*/ 19464640 w 58051775"/>
                <a:gd name="connsiteY7974" fmla="*/ 18091947 h 57949372"/>
                <a:gd name="connsiteX7975" fmla="*/ 19540360 w 58051775"/>
                <a:gd name="connsiteY7975" fmla="*/ 18172758 h 57949372"/>
                <a:gd name="connsiteX7976" fmla="*/ 19588060 w 58051775"/>
                <a:gd name="connsiteY7976" fmla="*/ 18228591 h 57949372"/>
                <a:gd name="connsiteX7977" fmla="*/ 19621504 w 58051775"/>
                <a:gd name="connsiteY7977" fmla="*/ 18341377 h 57949372"/>
                <a:gd name="connsiteX7978" fmla="*/ 19573880 w 58051775"/>
                <a:gd name="connsiteY7978" fmla="*/ 18466437 h 57949372"/>
                <a:gd name="connsiteX7979" fmla="*/ 19516228 w 58051775"/>
                <a:gd name="connsiteY7979" fmla="*/ 18527654 h 57949372"/>
                <a:gd name="connsiteX7980" fmla="*/ 19362528 w 58051775"/>
                <a:gd name="connsiteY7980" fmla="*/ 18554707 h 57949372"/>
                <a:gd name="connsiteX7981" fmla="*/ 19169356 w 58051775"/>
                <a:gd name="connsiteY7981" fmla="*/ 18519341 h 57949372"/>
                <a:gd name="connsiteX7982" fmla="*/ 19096056 w 58051775"/>
                <a:gd name="connsiteY7982" fmla="*/ 18433614 h 57949372"/>
                <a:gd name="connsiteX7983" fmla="*/ 19047100 w 58051775"/>
                <a:gd name="connsiteY7983" fmla="*/ 18352126 h 57949372"/>
                <a:gd name="connsiteX7984" fmla="*/ 19094940 w 58051775"/>
                <a:gd name="connsiteY7984" fmla="*/ 18147679 h 57949372"/>
                <a:gd name="connsiteX7985" fmla="*/ 19188324 w 58051775"/>
                <a:gd name="connsiteY7985" fmla="*/ 18044990 h 57949372"/>
                <a:gd name="connsiteX7986" fmla="*/ 19230980 w 58051775"/>
                <a:gd name="connsiteY7986" fmla="*/ 18026649 h 57949372"/>
                <a:gd name="connsiteX7987" fmla="*/ 17256492 w 58051775"/>
                <a:gd name="connsiteY7987" fmla="*/ 17945338 h 57949372"/>
                <a:gd name="connsiteX7988" fmla="*/ 17352560 w 58051775"/>
                <a:gd name="connsiteY7988" fmla="*/ 17959219 h 57949372"/>
                <a:gd name="connsiteX7989" fmla="*/ 17399752 w 58051775"/>
                <a:gd name="connsiteY7989" fmla="*/ 18003664 h 57949372"/>
                <a:gd name="connsiteX7990" fmla="*/ 17426548 w 58051775"/>
                <a:gd name="connsiteY7990" fmla="*/ 18034007 h 57949372"/>
                <a:gd name="connsiteX7991" fmla="*/ 17462504 w 58051775"/>
                <a:gd name="connsiteY7991" fmla="*/ 18059415 h 57949372"/>
                <a:gd name="connsiteX7992" fmla="*/ 17468132 w 58051775"/>
                <a:gd name="connsiteY7992" fmla="*/ 18259788 h 57949372"/>
                <a:gd name="connsiteX7993" fmla="*/ 17305856 w 58051775"/>
                <a:gd name="connsiteY7993" fmla="*/ 18288005 h 57949372"/>
                <a:gd name="connsiteX7994" fmla="*/ 17087780 w 58051775"/>
                <a:gd name="connsiteY7994" fmla="*/ 18211667 h 57949372"/>
                <a:gd name="connsiteX7995" fmla="*/ 17068800 w 58051775"/>
                <a:gd name="connsiteY7995" fmla="*/ 18129306 h 57949372"/>
                <a:gd name="connsiteX7996" fmla="*/ 17106292 w 58051775"/>
                <a:gd name="connsiteY7996" fmla="*/ 18062104 h 57949372"/>
                <a:gd name="connsiteX7997" fmla="*/ 17150760 w 58051775"/>
                <a:gd name="connsiteY7997" fmla="*/ 18012787 h 57949372"/>
                <a:gd name="connsiteX7998" fmla="*/ 17177680 w 58051775"/>
                <a:gd name="connsiteY7998" fmla="*/ 17965046 h 57949372"/>
                <a:gd name="connsiteX7999" fmla="*/ 17256492 w 58051775"/>
                <a:gd name="connsiteY7999" fmla="*/ 17945338 h 57949372"/>
                <a:gd name="connsiteX8000" fmla="*/ 15238180 w 58051775"/>
                <a:gd name="connsiteY8000" fmla="*/ 17942042 h 57949372"/>
                <a:gd name="connsiteX8001" fmla="*/ 15330444 w 58051775"/>
                <a:gd name="connsiteY8001" fmla="*/ 18008605 h 57949372"/>
                <a:gd name="connsiteX8002" fmla="*/ 15341156 w 58051775"/>
                <a:gd name="connsiteY8002" fmla="*/ 18174542 h 57949372"/>
                <a:gd name="connsiteX8003" fmla="*/ 15204632 w 58051775"/>
                <a:gd name="connsiteY8003" fmla="*/ 18192573 h 57949372"/>
                <a:gd name="connsiteX8004" fmla="*/ 15020108 w 58051775"/>
                <a:gd name="connsiteY8004" fmla="*/ 18119259 h 57949372"/>
                <a:gd name="connsiteX8005" fmla="*/ 15102900 w 58051775"/>
                <a:gd name="connsiteY8005" fmla="*/ 17969525 h 57949372"/>
                <a:gd name="connsiteX8006" fmla="*/ 15238180 w 58051775"/>
                <a:gd name="connsiteY8006" fmla="*/ 17942042 h 57949372"/>
                <a:gd name="connsiteX8007" fmla="*/ 43079218 w 58051775"/>
                <a:gd name="connsiteY8007" fmla="*/ 17938828 h 57949372"/>
                <a:gd name="connsiteX8008" fmla="*/ 43264644 w 58051775"/>
                <a:gd name="connsiteY8008" fmla="*/ 17985886 h 57949372"/>
                <a:gd name="connsiteX8009" fmla="*/ 43283076 w 58051775"/>
                <a:gd name="connsiteY8009" fmla="*/ 18172239 h 57949372"/>
                <a:gd name="connsiteX8010" fmla="*/ 43130112 w 58051775"/>
                <a:gd name="connsiteY8010" fmla="*/ 18199102 h 57949372"/>
                <a:gd name="connsiteX8011" fmla="*/ 42957824 w 58051775"/>
                <a:gd name="connsiteY8011" fmla="*/ 18106125 h 57949372"/>
                <a:gd name="connsiteX8012" fmla="*/ 43024964 w 58051775"/>
                <a:gd name="connsiteY8012" fmla="*/ 17952171 h 57949372"/>
                <a:gd name="connsiteX8013" fmla="*/ 43079218 w 58051775"/>
                <a:gd name="connsiteY8013" fmla="*/ 17938828 h 57949372"/>
                <a:gd name="connsiteX8014" fmla="*/ 41292570 w 58051775"/>
                <a:gd name="connsiteY8014" fmla="*/ 17866748 h 57949372"/>
                <a:gd name="connsiteX8015" fmla="*/ 41396228 w 58051775"/>
                <a:gd name="connsiteY8015" fmla="*/ 17900077 h 57949372"/>
                <a:gd name="connsiteX8016" fmla="*/ 41420856 w 58051775"/>
                <a:gd name="connsiteY8016" fmla="*/ 17992156 h 57949372"/>
                <a:gd name="connsiteX8017" fmla="*/ 41264788 w 58051775"/>
                <a:gd name="connsiteY8017" fmla="*/ 18101785 h 57949372"/>
                <a:gd name="connsiteX8018" fmla="*/ 41097202 w 58051775"/>
                <a:gd name="connsiteY8018" fmla="*/ 18026750 h 57949372"/>
                <a:gd name="connsiteX8019" fmla="*/ 41176824 w 58051775"/>
                <a:gd name="connsiteY8019" fmla="*/ 17897483 h 57949372"/>
                <a:gd name="connsiteX8020" fmla="*/ 41292570 w 58051775"/>
                <a:gd name="connsiteY8020" fmla="*/ 17866748 h 57949372"/>
                <a:gd name="connsiteX8021" fmla="*/ 20264024 w 58051775"/>
                <a:gd name="connsiteY8021" fmla="*/ 17691106 h 57949372"/>
                <a:gd name="connsiteX8022" fmla="*/ 20405556 w 58051775"/>
                <a:gd name="connsiteY8022" fmla="*/ 17753095 h 57949372"/>
                <a:gd name="connsiteX8023" fmla="*/ 20420704 w 58051775"/>
                <a:gd name="connsiteY8023" fmla="*/ 17896939 h 57949372"/>
                <a:gd name="connsiteX8024" fmla="*/ 20401312 w 58051775"/>
                <a:gd name="connsiteY8024" fmla="*/ 18055132 h 57949372"/>
                <a:gd name="connsiteX8025" fmla="*/ 20183600 w 58051775"/>
                <a:gd name="connsiteY8025" fmla="*/ 18101785 h 57949372"/>
                <a:gd name="connsiteX8026" fmla="*/ 20091648 w 58051775"/>
                <a:gd name="connsiteY8026" fmla="*/ 18103683 h 57949372"/>
                <a:gd name="connsiteX8027" fmla="*/ 20037552 w 58051775"/>
                <a:gd name="connsiteY8027" fmla="*/ 18049577 h 57949372"/>
                <a:gd name="connsiteX8028" fmla="*/ 19984400 w 58051775"/>
                <a:gd name="connsiteY8028" fmla="*/ 17916324 h 57949372"/>
                <a:gd name="connsiteX8029" fmla="*/ 20096040 w 58051775"/>
                <a:gd name="connsiteY8029" fmla="*/ 17773606 h 57949372"/>
                <a:gd name="connsiteX8030" fmla="*/ 20190904 w 58051775"/>
                <a:gd name="connsiteY8030" fmla="*/ 17722537 h 57949372"/>
                <a:gd name="connsiteX8031" fmla="*/ 20264024 w 58051775"/>
                <a:gd name="connsiteY8031" fmla="*/ 17691106 h 57949372"/>
                <a:gd name="connsiteX8032" fmla="*/ 42051102 w 58051775"/>
                <a:gd name="connsiteY8032" fmla="*/ 17597863 h 57949372"/>
                <a:gd name="connsiteX8033" fmla="*/ 42119984 w 58051775"/>
                <a:gd name="connsiteY8033" fmla="*/ 17628092 h 57949372"/>
                <a:gd name="connsiteX8034" fmla="*/ 42138576 w 58051775"/>
                <a:gd name="connsiteY8034" fmla="*/ 17824492 h 57949372"/>
                <a:gd name="connsiteX8035" fmla="*/ 42029390 w 58051775"/>
                <a:gd name="connsiteY8035" fmla="*/ 17843510 h 57949372"/>
                <a:gd name="connsiteX8036" fmla="*/ 41915052 w 58051775"/>
                <a:gd name="connsiteY8036" fmla="*/ 17811560 h 57949372"/>
                <a:gd name="connsiteX8037" fmla="*/ 41902464 w 58051775"/>
                <a:gd name="connsiteY8037" fmla="*/ 17727415 h 57949372"/>
                <a:gd name="connsiteX8038" fmla="*/ 41970622 w 58051775"/>
                <a:gd name="connsiteY8038" fmla="*/ 17609985 h 57949372"/>
                <a:gd name="connsiteX8039" fmla="*/ 42051102 w 58051775"/>
                <a:gd name="connsiteY8039" fmla="*/ 17597863 h 57949372"/>
                <a:gd name="connsiteX8040" fmla="*/ 18726328 w 58051775"/>
                <a:gd name="connsiteY8040" fmla="*/ 17585545 h 57949372"/>
                <a:gd name="connsiteX8041" fmla="*/ 18866444 w 58051775"/>
                <a:gd name="connsiteY8041" fmla="*/ 17620481 h 57949372"/>
                <a:gd name="connsiteX8042" fmla="*/ 18910304 w 58051775"/>
                <a:gd name="connsiteY8042" fmla="*/ 17769399 h 57949372"/>
                <a:gd name="connsiteX8043" fmla="*/ 18849980 w 58051775"/>
                <a:gd name="connsiteY8043" fmla="*/ 17863249 h 57949372"/>
                <a:gd name="connsiteX8044" fmla="*/ 18708512 w 58051775"/>
                <a:gd name="connsiteY8044" fmla="*/ 17918298 h 57949372"/>
                <a:gd name="connsiteX8045" fmla="*/ 18651220 w 58051775"/>
                <a:gd name="connsiteY8045" fmla="*/ 17745908 h 57949372"/>
                <a:gd name="connsiteX8046" fmla="*/ 18696856 w 58051775"/>
                <a:gd name="connsiteY8046" fmla="*/ 17591410 h 57949372"/>
                <a:gd name="connsiteX8047" fmla="*/ 18726328 w 58051775"/>
                <a:gd name="connsiteY8047" fmla="*/ 17585545 h 57949372"/>
                <a:gd name="connsiteX8048" fmla="*/ 16749460 w 58051775"/>
                <a:gd name="connsiteY8048" fmla="*/ 17585235 h 57949372"/>
                <a:gd name="connsiteX8049" fmla="*/ 16926684 w 58051775"/>
                <a:gd name="connsiteY8049" fmla="*/ 17619741 h 57949372"/>
                <a:gd name="connsiteX8050" fmla="*/ 16952052 w 58051775"/>
                <a:gd name="connsiteY8050" fmla="*/ 17720449 h 57949372"/>
                <a:gd name="connsiteX8051" fmla="*/ 16825760 w 58051775"/>
                <a:gd name="connsiteY8051" fmla="*/ 17843510 h 57949372"/>
                <a:gd name="connsiteX8052" fmla="*/ 16682596 w 58051775"/>
                <a:gd name="connsiteY8052" fmla="*/ 17775270 h 57949372"/>
                <a:gd name="connsiteX8053" fmla="*/ 16655716 w 58051775"/>
                <a:gd name="connsiteY8053" fmla="*/ 17716223 h 57949372"/>
                <a:gd name="connsiteX8054" fmla="*/ 16702864 w 58051775"/>
                <a:gd name="connsiteY8054" fmla="*/ 17595301 h 57949372"/>
                <a:gd name="connsiteX8055" fmla="*/ 16749460 w 58051775"/>
                <a:gd name="connsiteY8055" fmla="*/ 17585235 h 57949372"/>
                <a:gd name="connsiteX8056" fmla="*/ 15654424 w 58051775"/>
                <a:gd name="connsiteY8056" fmla="*/ 17583900 h 57949372"/>
                <a:gd name="connsiteX8057" fmla="*/ 15773404 w 58051775"/>
                <a:gd name="connsiteY8057" fmla="*/ 17614901 h 57949372"/>
                <a:gd name="connsiteX8058" fmla="*/ 15798804 w 58051775"/>
                <a:gd name="connsiteY8058" fmla="*/ 17717343 h 57949372"/>
                <a:gd name="connsiteX8059" fmla="*/ 15678612 w 58051775"/>
                <a:gd name="connsiteY8059" fmla="*/ 17843510 h 57949372"/>
                <a:gd name="connsiteX8060" fmla="*/ 15538640 w 58051775"/>
                <a:gd name="connsiteY8060" fmla="*/ 17737835 h 57949372"/>
                <a:gd name="connsiteX8061" fmla="*/ 15608636 w 58051775"/>
                <a:gd name="connsiteY8061" fmla="*/ 17593409 h 57949372"/>
                <a:gd name="connsiteX8062" fmla="*/ 15654424 w 58051775"/>
                <a:gd name="connsiteY8062" fmla="*/ 17583900 h 57949372"/>
                <a:gd name="connsiteX8063" fmla="*/ 42673632 w 58051775"/>
                <a:gd name="connsiteY8063" fmla="*/ 17496813 h 57949372"/>
                <a:gd name="connsiteX8064" fmla="*/ 42830832 w 58051775"/>
                <a:gd name="connsiteY8064" fmla="*/ 17549584 h 57949372"/>
                <a:gd name="connsiteX8065" fmla="*/ 42853610 w 58051775"/>
                <a:gd name="connsiteY8065" fmla="*/ 17680066 h 57949372"/>
                <a:gd name="connsiteX8066" fmla="*/ 42837396 w 58051775"/>
                <a:gd name="connsiteY8066" fmla="*/ 17817811 h 57949372"/>
                <a:gd name="connsiteX8067" fmla="*/ 42688704 w 58051775"/>
                <a:gd name="connsiteY8067" fmla="*/ 17835203 h 57949372"/>
                <a:gd name="connsiteX8068" fmla="*/ 42532302 w 58051775"/>
                <a:gd name="connsiteY8068" fmla="*/ 17707258 h 57949372"/>
                <a:gd name="connsiteX8069" fmla="*/ 42570402 w 58051775"/>
                <a:gd name="connsiteY8069" fmla="*/ 17593909 h 57949372"/>
                <a:gd name="connsiteX8070" fmla="*/ 42608502 w 58051775"/>
                <a:gd name="connsiteY8070" fmla="*/ 17537867 h 57949372"/>
                <a:gd name="connsiteX8071" fmla="*/ 42630728 w 58051775"/>
                <a:gd name="connsiteY8071" fmla="*/ 17507347 h 57949372"/>
                <a:gd name="connsiteX8072" fmla="*/ 42673632 w 58051775"/>
                <a:gd name="connsiteY8072" fmla="*/ 17496813 h 57949372"/>
                <a:gd name="connsiteX8073" fmla="*/ 21252740 w 58051775"/>
                <a:gd name="connsiteY8073" fmla="*/ 17359707 h 57949372"/>
                <a:gd name="connsiteX8074" fmla="*/ 21289048 w 58051775"/>
                <a:gd name="connsiteY8074" fmla="*/ 17399002 h 57949372"/>
                <a:gd name="connsiteX8075" fmla="*/ 21299192 w 58051775"/>
                <a:gd name="connsiteY8075" fmla="*/ 17645098 h 57949372"/>
                <a:gd name="connsiteX8076" fmla="*/ 21197176 w 58051775"/>
                <a:gd name="connsiteY8076" fmla="*/ 17665717 h 57949372"/>
                <a:gd name="connsiteX8077" fmla="*/ 21066452 w 58051775"/>
                <a:gd name="connsiteY8077" fmla="*/ 17544048 h 57949372"/>
                <a:gd name="connsiteX8078" fmla="*/ 21117072 w 58051775"/>
                <a:gd name="connsiteY8078" fmla="*/ 17411029 h 57949372"/>
                <a:gd name="connsiteX8079" fmla="*/ 21189208 w 58051775"/>
                <a:gd name="connsiteY8079" fmla="*/ 17377732 h 57949372"/>
                <a:gd name="connsiteX8080" fmla="*/ 21252740 w 58051775"/>
                <a:gd name="connsiteY8080" fmla="*/ 17359707 h 57949372"/>
                <a:gd name="connsiteX8081" fmla="*/ 17947176 w 58051775"/>
                <a:gd name="connsiteY8081" fmla="*/ 17333660 h 57949372"/>
                <a:gd name="connsiteX8082" fmla="*/ 18042440 w 58051775"/>
                <a:gd name="connsiteY8082" fmla="*/ 17378972 h 57949372"/>
                <a:gd name="connsiteX8083" fmla="*/ 18091152 w 58051775"/>
                <a:gd name="connsiteY8083" fmla="*/ 17422430 h 57949372"/>
                <a:gd name="connsiteX8084" fmla="*/ 18101796 w 58051775"/>
                <a:gd name="connsiteY8084" fmla="*/ 17576846 h 57949372"/>
                <a:gd name="connsiteX8085" fmla="*/ 18037740 w 58051775"/>
                <a:gd name="connsiteY8085" fmla="*/ 17824840 h 57949372"/>
                <a:gd name="connsiteX8086" fmla="*/ 17889688 w 58051775"/>
                <a:gd name="connsiteY8086" fmla="*/ 17835260 h 57949372"/>
                <a:gd name="connsiteX8087" fmla="*/ 17729200 w 58051775"/>
                <a:gd name="connsiteY8087" fmla="*/ 17768855 h 57949372"/>
                <a:gd name="connsiteX8088" fmla="*/ 17672052 w 58051775"/>
                <a:gd name="connsiteY8088" fmla="*/ 17713256 h 57949372"/>
                <a:gd name="connsiteX8089" fmla="*/ 17672052 w 58051775"/>
                <a:gd name="connsiteY8089" fmla="*/ 17589202 h 57949372"/>
                <a:gd name="connsiteX8090" fmla="*/ 17793004 w 58051775"/>
                <a:gd name="connsiteY8090" fmla="*/ 17411643 h 57949372"/>
                <a:gd name="connsiteX8091" fmla="*/ 17874796 w 58051775"/>
                <a:gd name="connsiteY8091" fmla="*/ 17366173 h 57949372"/>
                <a:gd name="connsiteX8092" fmla="*/ 17947176 w 58051775"/>
                <a:gd name="connsiteY8092" fmla="*/ 17333660 h 57949372"/>
                <a:gd name="connsiteX8093" fmla="*/ 19587656 w 58051775"/>
                <a:gd name="connsiteY8093" fmla="*/ 17328061 h 57949372"/>
                <a:gd name="connsiteX8094" fmla="*/ 19618000 w 58051775"/>
                <a:gd name="connsiteY8094" fmla="*/ 17329497 h 57949372"/>
                <a:gd name="connsiteX8095" fmla="*/ 19690560 w 58051775"/>
                <a:gd name="connsiteY8095" fmla="*/ 17372082 h 57949372"/>
                <a:gd name="connsiteX8096" fmla="*/ 19754388 w 58051775"/>
                <a:gd name="connsiteY8096" fmla="*/ 17435153 h 57949372"/>
                <a:gd name="connsiteX8097" fmla="*/ 19799304 w 58051775"/>
                <a:gd name="connsiteY8097" fmla="*/ 17552646 h 57949372"/>
                <a:gd name="connsiteX8098" fmla="*/ 19742504 w 58051775"/>
                <a:gd name="connsiteY8098" fmla="*/ 17700438 h 57949372"/>
                <a:gd name="connsiteX8099" fmla="*/ 19685712 w 58051775"/>
                <a:gd name="connsiteY8099" fmla="*/ 17757239 h 57949372"/>
                <a:gd name="connsiteX8100" fmla="*/ 19571756 w 58051775"/>
                <a:gd name="connsiteY8100" fmla="*/ 17746395 h 57949372"/>
                <a:gd name="connsiteX8101" fmla="*/ 19419832 w 58051775"/>
                <a:gd name="connsiteY8101" fmla="*/ 17698945 h 57949372"/>
                <a:gd name="connsiteX8102" fmla="*/ 19372472 w 58051775"/>
                <a:gd name="connsiteY8102" fmla="*/ 17506455 h 57949372"/>
                <a:gd name="connsiteX8103" fmla="*/ 19400384 w 58051775"/>
                <a:gd name="connsiteY8103" fmla="*/ 17430756 h 57949372"/>
                <a:gd name="connsiteX8104" fmla="*/ 19493176 w 58051775"/>
                <a:gd name="connsiteY8104" fmla="*/ 17370779 h 57949372"/>
                <a:gd name="connsiteX8105" fmla="*/ 19587656 w 58051775"/>
                <a:gd name="connsiteY8105" fmla="*/ 17328061 h 57949372"/>
                <a:gd name="connsiteX8106" fmla="*/ 7784312 w 58051775"/>
                <a:gd name="connsiteY8106" fmla="*/ 17214737 h 57949372"/>
                <a:gd name="connsiteX8107" fmla="*/ 7798504 w 58051775"/>
                <a:gd name="connsiteY8107" fmla="*/ 17215085 h 57949372"/>
                <a:gd name="connsiteX8108" fmla="*/ 7909832 w 58051775"/>
                <a:gd name="connsiteY8108" fmla="*/ 17238981 h 57949372"/>
                <a:gd name="connsiteX8109" fmla="*/ 8037672 w 58051775"/>
                <a:gd name="connsiteY8109" fmla="*/ 17287899 h 57949372"/>
                <a:gd name="connsiteX8110" fmla="*/ 8157284 w 58051775"/>
                <a:gd name="connsiteY8110" fmla="*/ 17328428 h 57949372"/>
                <a:gd name="connsiteX8111" fmla="*/ 8274860 w 58051775"/>
                <a:gd name="connsiteY8111" fmla="*/ 17374461 h 57949372"/>
                <a:gd name="connsiteX8112" fmla="*/ 8357084 w 58051775"/>
                <a:gd name="connsiteY8112" fmla="*/ 17411700 h 57949372"/>
                <a:gd name="connsiteX8113" fmla="*/ 8482156 w 58051775"/>
                <a:gd name="connsiteY8113" fmla="*/ 17460131 h 57949372"/>
                <a:gd name="connsiteX8114" fmla="*/ 8489776 w 58051775"/>
                <a:gd name="connsiteY8114" fmla="*/ 17545807 h 57949372"/>
                <a:gd name="connsiteX8115" fmla="*/ 8168288 w 58051775"/>
                <a:gd name="connsiteY8115" fmla="*/ 17653013 h 57949372"/>
                <a:gd name="connsiteX8116" fmla="*/ 7888960 w 58051775"/>
                <a:gd name="connsiteY8116" fmla="*/ 17659365 h 57949372"/>
                <a:gd name="connsiteX8117" fmla="*/ 7868984 w 58051775"/>
                <a:gd name="connsiteY8117" fmla="*/ 17699198 h 57949372"/>
                <a:gd name="connsiteX8118" fmla="*/ 7815448 w 58051775"/>
                <a:gd name="connsiteY8118" fmla="*/ 17747477 h 57949372"/>
                <a:gd name="connsiteX8119" fmla="*/ 7605788 w 58051775"/>
                <a:gd name="connsiteY8119" fmla="*/ 17936057 h 57949372"/>
                <a:gd name="connsiteX8120" fmla="*/ 7619132 w 58051775"/>
                <a:gd name="connsiteY8120" fmla="*/ 18253961 h 57949372"/>
                <a:gd name="connsiteX8121" fmla="*/ 7691232 w 58051775"/>
                <a:gd name="connsiteY8121" fmla="*/ 18305568 h 57949372"/>
                <a:gd name="connsiteX8122" fmla="*/ 7765140 w 58051775"/>
                <a:gd name="connsiteY8122" fmla="*/ 18319974 h 57949372"/>
                <a:gd name="connsiteX8123" fmla="*/ 7815008 w 58051775"/>
                <a:gd name="connsiteY8123" fmla="*/ 18351721 h 57949372"/>
                <a:gd name="connsiteX8124" fmla="*/ 7949368 w 58051775"/>
                <a:gd name="connsiteY8124" fmla="*/ 18356612 h 57949372"/>
                <a:gd name="connsiteX8125" fmla="*/ 8162164 w 58051775"/>
                <a:gd name="connsiteY8125" fmla="*/ 18288182 h 57949372"/>
                <a:gd name="connsiteX8126" fmla="*/ 8210084 w 58051775"/>
                <a:gd name="connsiteY8126" fmla="*/ 18255201 h 57949372"/>
                <a:gd name="connsiteX8127" fmla="*/ 8269456 w 58051775"/>
                <a:gd name="connsiteY8127" fmla="*/ 18224504 h 57949372"/>
                <a:gd name="connsiteX8128" fmla="*/ 8342188 w 58051775"/>
                <a:gd name="connsiteY8128" fmla="*/ 18175333 h 57949372"/>
                <a:gd name="connsiteX8129" fmla="*/ 8441980 w 58051775"/>
                <a:gd name="connsiteY8129" fmla="*/ 18123802 h 57949372"/>
                <a:gd name="connsiteX8130" fmla="*/ 8533800 w 58051775"/>
                <a:gd name="connsiteY8130" fmla="*/ 18085652 h 57949372"/>
                <a:gd name="connsiteX8131" fmla="*/ 8614024 w 58051775"/>
                <a:gd name="connsiteY8131" fmla="*/ 18036063 h 57949372"/>
                <a:gd name="connsiteX8132" fmla="*/ 8698232 w 58051775"/>
                <a:gd name="connsiteY8132" fmla="*/ 17990903 h 57949372"/>
                <a:gd name="connsiteX8133" fmla="*/ 8808992 w 58051775"/>
                <a:gd name="connsiteY8133" fmla="*/ 17950817 h 57949372"/>
                <a:gd name="connsiteX8134" fmla="*/ 8935292 w 58051775"/>
                <a:gd name="connsiteY8134" fmla="*/ 17906334 h 57949372"/>
                <a:gd name="connsiteX8135" fmla="*/ 9261940 w 58051775"/>
                <a:gd name="connsiteY8135" fmla="*/ 17858017 h 57949372"/>
                <a:gd name="connsiteX8136" fmla="*/ 9406464 w 58051775"/>
                <a:gd name="connsiteY8136" fmla="*/ 17862604 h 57949372"/>
                <a:gd name="connsiteX8137" fmla="*/ 9451356 w 58051775"/>
                <a:gd name="connsiteY8137" fmla="*/ 17910206 h 57949372"/>
                <a:gd name="connsiteX8138" fmla="*/ 9522888 w 58051775"/>
                <a:gd name="connsiteY8138" fmla="*/ 17957802 h 57949372"/>
                <a:gd name="connsiteX8139" fmla="*/ 9579784 w 58051775"/>
                <a:gd name="connsiteY8139" fmla="*/ 17986386 h 57949372"/>
                <a:gd name="connsiteX8140" fmla="*/ 9653248 w 58051775"/>
                <a:gd name="connsiteY8140" fmla="*/ 18053392 h 57949372"/>
                <a:gd name="connsiteX8141" fmla="*/ 9828760 w 58051775"/>
                <a:gd name="connsiteY8141" fmla="*/ 18284133 h 57949372"/>
                <a:gd name="connsiteX8142" fmla="*/ 9871108 w 58051775"/>
                <a:gd name="connsiteY8142" fmla="*/ 18363976 h 57949372"/>
                <a:gd name="connsiteX8143" fmla="*/ 9899652 w 58051775"/>
                <a:gd name="connsiteY8143" fmla="*/ 18611483 h 57949372"/>
                <a:gd name="connsiteX8144" fmla="*/ 9899652 w 58051775"/>
                <a:gd name="connsiteY8144" fmla="*/ 18830425 h 57949372"/>
                <a:gd name="connsiteX8145" fmla="*/ 9864728 w 58051775"/>
                <a:gd name="connsiteY8145" fmla="*/ 18871504 h 57949372"/>
                <a:gd name="connsiteX8146" fmla="*/ 9829800 w 58051775"/>
                <a:gd name="connsiteY8146" fmla="*/ 18980374 h 57949372"/>
                <a:gd name="connsiteX8147" fmla="*/ 9799876 w 58051775"/>
                <a:gd name="connsiteY8147" fmla="*/ 19071700 h 57949372"/>
                <a:gd name="connsiteX8148" fmla="*/ 9738188 w 58051775"/>
                <a:gd name="connsiteY8148" fmla="*/ 19145659 h 57949372"/>
                <a:gd name="connsiteX8149" fmla="*/ 9564912 w 58051775"/>
                <a:gd name="connsiteY8149" fmla="*/ 19352656 h 57949372"/>
                <a:gd name="connsiteX8150" fmla="*/ 9423400 w 58051775"/>
                <a:gd name="connsiteY8150" fmla="*/ 19527816 h 57949372"/>
                <a:gd name="connsiteX8151" fmla="*/ 9450128 w 58051775"/>
                <a:gd name="connsiteY8151" fmla="*/ 19582501 h 57949372"/>
                <a:gd name="connsiteX8152" fmla="*/ 9468168 w 58051775"/>
                <a:gd name="connsiteY8152" fmla="*/ 19658187 h 57949372"/>
                <a:gd name="connsiteX8153" fmla="*/ 9449704 w 58051775"/>
                <a:gd name="connsiteY8153" fmla="*/ 19697725 h 57949372"/>
                <a:gd name="connsiteX8154" fmla="*/ 9303572 w 58051775"/>
                <a:gd name="connsiteY8154" fmla="*/ 19767344 h 57949372"/>
                <a:gd name="connsiteX8155" fmla="*/ 9263192 w 58051775"/>
                <a:gd name="connsiteY8155" fmla="*/ 19747153 h 57949372"/>
                <a:gd name="connsiteX8156" fmla="*/ 9143832 w 58051775"/>
                <a:gd name="connsiteY8156" fmla="*/ 19710407 h 57949372"/>
                <a:gd name="connsiteX8157" fmla="*/ 9016796 w 58051775"/>
                <a:gd name="connsiteY8157" fmla="*/ 19665779 h 57949372"/>
                <a:gd name="connsiteX8158" fmla="*/ 8894040 w 58051775"/>
                <a:gd name="connsiteY8158" fmla="*/ 19616387 h 57949372"/>
                <a:gd name="connsiteX8159" fmla="*/ 8781356 w 58051775"/>
                <a:gd name="connsiteY8159" fmla="*/ 19575389 h 57949372"/>
                <a:gd name="connsiteX8160" fmla="*/ 8661908 w 58051775"/>
                <a:gd name="connsiteY8160" fmla="*/ 19535274 h 57949372"/>
                <a:gd name="connsiteX8161" fmla="*/ 8549400 w 58051775"/>
                <a:gd name="connsiteY8161" fmla="*/ 19502251 h 57949372"/>
                <a:gd name="connsiteX8162" fmla="*/ 8524524 w 58051775"/>
                <a:gd name="connsiteY8162" fmla="*/ 19414063 h 57949372"/>
                <a:gd name="connsiteX8163" fmla="*/ 8631784 w 58051775"/>
                <a:gd name="connsiteY8163" fmla="*/ 19278716 h 57949372"/>
                <a:gd name="connsiteX8164" fmla="*/ 8780184 w 58051775"/>
                <a:gd name="connsiteY8164" fmla="*/ 19283537 h 57949372"/>
                <a:gd name="connsiteX8165" fmla="*/ 9162412 w 58051775"/>
                <a:gd name="connsiteY8165" fmla="*/ 19235416 h 57949372"/>
                <a:gd name="connsiteX8166" fmla="*/ 9252560 w 58051775"/>
                <a:gd name="connsiteY8166" fmla="*/ 19202403 h 57949372"/>
                <a:gd name="connsiteX8167" fmla="*/ 9349928 w 58051775"/>
                <a:gd name="connsiteY8167" fmla="*/ 19148114 h 57949372"/>
                <a:gd name="connsiteX8168" fmla="*/ 9414240 w 58051775"/>
                <a:gd name="connsiteY8168" fmla="*/ 19071820 h 57949372"/>
                <a:gd name="connsiteX8169" fmla="*/ 9454796 w 58051775"/>
                <a:gd name="connsiteY8169" fmla="*/ 19035157 h 57949372"/>
                <a:gd name="connsiteX8170" fmla="*/ 9486904 w 58051775"/>
                <a:gd name="connsiteY8170" fmla="*/ 19008882 h 57949372"/>
                <a:gd name="connsiteX8171" fmla="*/ 9535836 w 58051775"/>
                <a:gd name="connsiteY8171" fmla="*/ 18948772 h 57949372"/>
                <a:gd name="connsiteX8172" fmla="*/ 9584768 w 58051775"/>
                <a:gd name="connsiteY8172" fmla="*/ 18900316 h 57949372"/>
                <a:gd name="connsiteX8173" fmla="*/ 9560560 w 58051775"/>
                <a:gd name="connsiteY8173" fmla="*/ 18624554 h 57949372"/>
                <a:gd name="connsiteX8174" fmla="*/ 9486040 w 58051775"/>
                <a:gd name="connsiteY8174" fmla="*/ 18548880 h 57949372"/>
                <a:gd name="connsiteX8175" fmla="*/ 9312688 w 58051775"/>
                <a:gd name="connsiteY8175" fmla="*/ 18457681 h 57949372"/>
                <a:gd name="connsiteX8176" fmla="*/ 8963856 w 58051775"/>
                <a:gd name="connsiteY8176" fmla="*/ 18512217 h 57949372"/>
                <a:gd name="connsiteX8177" fmla="*/ 8882872 w 58051775"/>
                <a:gd name="connsiteY8177" fmla="*/ 18554701 h 57949372"/>
                <a:gd name="connsiteX8178" fmla="*/ 8808296 w 58051775"/>
                <a:gd name="connsiteY8178" fmla="*/ 18599152 h 57949372"/>
                <a:gd name="connsiteX8179" fmla="*/ 8718260 w 58051775"/>
                <a:gd name="connsiteY8179" fmla="*/ 18643610 h 57949372"/>
                <a:gd name="connsiteX8180" fmla="*/ 8636284 w 58051775"/>
                <a:gd name="connsiteY8180" fmla="*/ 18683443 h 57949372"/>
                <a:gd name="connsiteX8181" fmla="*/ 8534636 w 58051775"/>
                <a:gd name="connsiteY8181" fmla="*/ 18733601 h 57949372"/>
                <a:gd name="connsiteX8182" fmla="*/ 8427136 w 58051775"/>
                <a:gd name="connsiteY8182" fmla="*/ 18781007 h 57949372"/>
                <a:gd name="connsiteX8183" fmla="*/ 8325384 w 58051775"/>
                <a:gd name="connsiteY8183" fmla="*/ 18827021 h 57949372"/>
                <a:gd name="connsiteX8184" fmla="*/ 8242348 w 58051775"/>
                <a:gd name="connsiteY8184" fmla="*/ 18859458 h 57949372"/>
                <a:gd name="connsiteX8185" fmla="*/ 7935160 w 58051775"/>
                <a:gd name="connsiteY8185" fmla="*/ 18903783 h 57949372"/>
                <a:gd name="connsiteX8186" fmla="*/ 7683336 w 58051775"/>
                <a:gd name="connsiteY8186" fmla="*/ 18896735 h 57949372"/>
                <a:gd name="connsiteX8187" fmla="*/ 7643632 w 58051775"/>
                <a:gd name="connsiteY8187" fmla="*/ 18860521 h 57949372"/>
                <a:gd name="connsiteX8188" fmla="*/ 7567600 w 58051775"/>
                <a:gd name="connsiteY8188" fmla="*/ 18809901 h 57949372"/>
                <a:gd name="connsiteX8189" fmla="*/ 7432676 w 58051775"/>
                <a:gd name="connsiteY8189" fmla="*/ 18710477 h 57949372"/>
                <a:gd name="connsiteX8190" fmla="*/ 7353304 w 58051775"/>
                <a:gd name="connsiteY8190" fmla="*/ 18608965 h 57949372"/>
                <a:gd name="connsiteX8191" fmla="*/ 7308852 w 58051775"/>
                <a:gd name="connsiteY8191" fmla="*/ 18547520 h 57949372"/>
                <a:gd name="connsiteX8192" fmla="*/ 7264400 w 58051775"/>
                <a:gd name="connsiteY8192" fmla="*/ 18441750 h 57949372"/>
                <a:gd name="connsiteX8193" fmla="*/ 7234240 w 58051775"/>
                <a:gd name="connsiteY8193" fmla="*/ 18336012 h 57949372"/>
                <a:gd name="connsiteX8194" fmla="*/ 7204076 w 58051775"/>
                <a:gd name="connsiteY8194" fmla="*/ 18207542 h 57949372"/>
                <a:gd name="connsiteX8195" fmla="*/ 7234240 w 58051775"/>
                <a:gd name="connsiteY8195" fmla="*/ 18082653 h 57949372"/>
                <a:gd name="connsiteX8196" fmla="*/ 7264400 w 58051775"/>
                <a:gd name="connsiteY8196" fmla="*/ 18000621 h 57949372"/>
                <a:gd name="connsiteX8197" fmla="*/ 7314192 w 58051775"/>
                <a:gd name="connsiteY8197" fmla="*/ 17888284 h 57949372"/>
                <a:gd name="connsiteX8198" fmla="*/ 7354192 w 58051775"/>
                <a:gd name="connsiteY8198" fmla="*/ 17827497 h 57949372"/>
                <a:gd name="connsiteX8199" fmla="*/ 7517632 w 58051775"/>
                <a:gd name="connsiteY8199" fmla="*/ 17605183 h 57949372"/>
                <a:gd name="connsiteX8200" fmla="*/ 7620000 w 58051775"/>
                <a:gd name="connsiteY8200" fmla="*/ 17495301 h 57949372"/>
                <a:gd name="connsiteX8201" fmla="*/ 7661276 w 58051775"/>
                <a:gd name="connsiteY8201" fmla="*/ 17432097 h 57949372"/>
                <a:gd name="connsiteX8202" fmla="*/ 7702552 w 58051775"/>
                <a:gd name="connsiteY8202" fmla="*/ 17386545 h 57949372"/>
                <a:gd name="connsiteX8203" fmla="*/ 7666240 w 58051775"/>
                <a:gd name="connsiteY8203" fmla="*/ 17357037 h 57949372"/>
                <a:gd name="connsiteX8204" fmla="*/ 7628140 w 58051775"/>
                <a:gd name="connsiteY8204" fmla="*/ 17296598 h 57949372"/>
                <a:gd name="connsiteX8205" fmla="*/ 7701816 w 58051775"/>
                <a:gd name="connsiteY8205" fmla="*/ 17237007 h 57949372"/>
                <a:gd name="connsiteX8206" fmla="*/ 7784312 w 58051775"/>
                <a:gd name="connsiteY8206" fmla="*/ 17214737 h 57949372"/>
                <a:gd name="connsiteX8207" fmla="*/ 41066312 w 58051775"/>
                <a:gd name="connsiteY8207" fmla="*/ 17149882 h 57949372"/>
                <a:gd name="connsiteX8208" fmla="*/ 41098204 w 58051775"/>
                <a:gd name="connsiteY8208" fmla="*/ 17151723 h 57949372"/>
                <a:gd name="connsiteX8209" fmla="*/ 41343190 w 58051775"/>
                <a:gd name="connsiteY8209" fmla="*/ 17336716 h 57949372"/>
                <a:gd name="connsiteX8210" fmla="*/ 41328976 w 58051775"/>
                <a:gd name="connsiteY8210" fmla="*/ 17521291 h 57949372"/>
                <a:gd name="connsiteX8211" fmla="*/ 41249602 w 58051775"/>
                <a:gd name="connsiteY8211" fmla="*/ 17607948 h 57949372"/>
                <a:gd name="connsiteX8212" fmla="*/ 41099120 w 58051775"/>
                <a:gd name="connsiteY8212" fmla="*/ 17665717 h 57949372"/>
                <a:gd name="connsiteX8213" fmla="*/ 40932102 w 58051775"/>
                <a:gd name="connsiteY8213" fmla="*/ 17606866 h 57949372"/>
                <a:gd name="connsiteX8214" fmla="*/ 40892896 w 58051775"/>
                <a:gd name="connsiteY8214" fmla="*/ 17548344 h 57949372"/>
                <a:gd name="connsiteX8215" fmla="*/ 40873292 w 58051775"/>
                <a:gd name="connsiteY8215" fmla="*/ 17327928 h 57949372"/>
                <a:gd name="connsiteX8216" fmla="*/ 40933618 w 58051775"/>
                <a:gd name="connsiteY8216" fmla="*/ 17250856 h 57949372"/>
                <a:gd name="connsiteX8217" fmla="*/ 40995602 w 58051775"/>
                <a:gd name="connsiteY8217" fmla="*/ 17183040 h 57949372"/>
                <a:gd name="connsiteX8218" fmla="*/ 41066312 w 58051775"/>
                <a:gd name="connsiteY8218" fmla="*/ 17149882 h 57949372"/>
                <a:gd name="connsiteX8219" fmla="*/ 41626186 w 58051775"/>
                <a:gd name="connsiteY8219" fmla="*/ 17051584 h 57949372"/>
                <a:gd name="connsiteX8220" fmla="*/ 41670312 w 58051775"/>
                <a:gd name="connsiteY8220" fmla="*/ 17051584 h 57949372"/>
                <a:gd name="connsiteX8221" fmla="*/ 41778556 w 58051775"/>
                <a:gd name="connsiteY8221" fmla="*/ 17088317 h 57949372"/>
                <a:gd name="connsiteX8222" fmla="*/ 41770302 w 58051775"/>
                <a:gd name="connsiteY8222" fmla="*/ 17195801 h 57949372"/>
                <a:gd name="connsiteX8223" fmla="*/ 41586980 w 58051775"/>
                <a:gd name="connsiteY8223" fmla="*/ 17208815 h 57949372"/>
                <a:gd name="connsiteX8224" fmla="*/ 41554402 w 58051775"/>
                <a:gd name="connsiteY8224" fmla="*/ 17140025 h 57949372"/>
                <a:gd name="connsiteX8225" fmla="*/ 41582976 w 58051775"/>
                <a:gd name="connsiteY8225" fmla="*/ 17063839 h 57949372"/>
                <a:gd name="connsiteX8226" fmla="*/ 41626186 w 58051775"/>
                <a:gd name="connsiteY8226" fmla="*/ 17051584 h 57949372"/>
                <a:gd name="connsiteX8227" fmla="*/ 16078800 w 58051775"/>
                <a:gd name="connsiteY8227" fmla="*/ 16868388 h 57949372"/>
                <a:gd name="connsiteX8228" fmla="*/ 16152240 w 58051775"/>
                <a:gd name="connsiteY8228" fmla="*/ 16885603 h 57949372"/>
                <a:gd name="connsiteX8229" fmla="*/ 16243304 w 58051775"/>
                <a:gd name="connsiteY8229" fmla="*/ 17081927 h 57949372"/>
                <a:gd name="connsiteX8230" fmla="*/ 16089876 w 58051775"/>
                <a:gd name="connsiteY8230" fmla="*/ 17221203 h 57949372"/>
                <a:gd name="connsiteX8231" fmla="*/ 15931576 w 58051775"/>
                <a:gd name="connsiteY8231" fmla="*/ 17190031 h 57949372"/>
                <a:gd name="connsiteX8232" fmla="*/ 15900400 w 58051775"/>
                <a:gd name="connsiteY8232" fmla="*/ 17087602 h 57949372"/>
                <a:gd name="connsiteX8233" fmla="*/ 15945888 w 58051775"/>
                <a:gd name="connsiteY8233" fmla="*/ 16967205 h 57949372"/>
                <a:gd name="connsiteX8234" fmla="*/ 15980368 w 58051775"/>
                <a:gd name="connsiteY8234" fmla="*/ 16923095 h 57949372"/>
                <a:gd name="connsiteX8235" fmla="*/ 16014704 w 58051775"/>
                <a:gd name="connsiteY8235" fmla="*/ 16873772 h 57949372"/>
                <a:gd name="connsiteX8236" fmla="*/ 16078800 w 58051775"/>
                <a:gd name="connsiteY8236" fmla="*/ 16868388 h 57949372"/>
                <a:gd name="connsiteX8237" fmla="*/ 21326604 w 58051775"/>
                <a:gd name="connsiteY8237" fmla="*/ 16712808 h 57949372"/>
                <a:gd name="connsiteX8238" fmla="*/ 21376876 w 58051775"/>
                <a:gd name="connsiteY8238" fmla="*/ 16745979 h 57949372"/>
                <a:gd name="connsiteX8239" fmla="*/ 21440104 w 58051775"/>
                <a:gd name="connsiteY8239" fmla="*/ 16803381 h 57949372"/>
                <a:gd name="connsiteX8240" fmla="*/ 21488400 w 58051775"/>
                <a:gd name="connsiteY8240" fmla="*/ 16828030 h 57949372"/>
                <a:gd name="connsiteX8241" fmla="*/ 21488400 w 58051775"/>
                <a:gd name="connsiteY8241" fmla="*/ 17014035 h 57949372"/>
                <a:gd name="connsiteX8242" fmla="*/ 21422816 w 58051775"/>
                <a:gd name="connsiteY8242" fmla="*/ 17069343 h 57949372"/>
                <a:gd name="connsiteX8243" fmla="*/ 21283088 w 58051775"/>
                <a:gd name="connsiteY8243" fmla="*/ 17129997 h 57949372"/>
                <a:gd name="connsiteX8244" fmla="*/ 21100796 w 58051775"/>
                <a:gd name="connsiteY8244" fmla="*/ 17066186 h 57949372"/>
                <a:gd name="connsiteX8245" fmla="*/ 21069304 w 58051775"/>
                <a:gd name="connsiteY8245" fmla="*/ 16946352 h 57949372"/>
                <a:gd name="connsiteX8246" fmla="*/ 21082120 w 58051775"/>
                <a:gd name="connsiteY8246" fmla="*/ 16839981 h 57949372"/>
                <a:gd name="connsiteX8247" fmla="*/ 21164624 w 58051775"/>
                <a:gd name="connsiteY8247" fmla="*/ 16794062 h 57949372"/>
                <a:gd name="connsiteX8248" fmla="*/ 21261968 w 58051775"/>
                <a:gd name="connsiteY8248" fmla="*/ 16742651 h 57949372"/>
                <a:gd name="connsiteX8249" fmla="*/ 21326604 w 58051775"/>
                <a:gd name="connsiteY8249" fmla="*/ 16712808 h 57949372"/>
                <a:gd name="connsiteX8250" fmla="*/ 19137996 w 58051775"/>
                <a:gd name="connsiteY8250" fmla="*/ 16624304 h 57949372"/>
                <a:gd name="connsiteX8251" fmla="*/ 19263460 w 58051775"/>
                <a:gd name="connsiteY8251" fmla="*/ 16751534 h 57949372"/>
                <a:gd name="connsiteX8252" fmla="*/ 19129292 w 58051775"/>
                <a:gd name="connsiteY8252" fmla="*/ 16865617 h 57949372"/>
                <a:gd name="connsiteX8253" fmla="*/ 18954948 w 58051775"/>
                <a:gd name="connsiteY8253" fmla="*/ 16781086 h 57949372"/>
                <a:gd name="connsiteX8254" fmla="*/ 19056944 w 58051775"/>
                <a:gd name="connsiteY8254" fmla="*/ 16633832 h 57949372"/>
                <a:gd name="connsiteX8255" fmla="*/ 19137996 w 58051775"/>
                <a:gd name="connsiteY8255" fmla="*/ 16624304 h 57949372"/>
                <a:gd name="connsiteX8256" fmla="*/ 41199952 w 58051775"/>
                <a:gd name="connsiteY8256" fmla="*/ 16617509 h 57949372"/>
                <a:gd name="connsiteX8257" fmla="*/ 41275002 w 58051775"/>
                <a:gd name="connsiteY8257" fmla="*/ 16664295 h 57949372"/>
                <a:gd name="connsiteX8258" fmla="*/ 41328754 w 58051775"/>
                <a:gd name="connsiteY8258" fmla="*/ 16873614 h 57949372"/>
                <a:gd name="connsiteX8259" fmla="*/ 41151684 w 58051775"/>
                <a:gd name="connsiteY8259" fmla="*/ 16954501 h 57949372"/>
                <a:gd name="connsiteX8260" fmla="*/ 41012816 w 58051775"/>
                <a:gd name="connsiteY8260" fmla="*/ 16875803 h 57949372"/>
                <a:gd name="connsiteX8261" fmla="*/ 41059456 w 58051775"/>
                <a:gd name="connsiteY8261" fmla="*/ 16719369 h 57949372"/>
                <a:gd name="connsiteX8262" fmla="*/ 41116364 w 58051775"/>
                <a:gd name="connsiteY8262" fmla="*/ 16662188 h 57949372"/>
                <a:gd name="connsiteX8263" fmla="*/ 41176904 w 58051775"/>
                <a:gd name="connsiteY8263" fmla="*/ 16618477 h 57949372"/>
                <a:gd name="connsiteX8264" fmla="*/ 41199952 w 58051775"/>
                <a:gd name="connsiteY8264" fmla="*/ 16617509 h 57949372"/>
                <a:gd name="connsiteX8265" fmla="*/ 20394024 w 58051775"/>
                <a:gd name="connsiteY8265" fmla="*/ 16606064 h 57949372"/>
                <a:gd name="connsiteX8266" fmla="*/ 20504496 w 58051775"/>
                <a:gd name="connsiteY8266" fmla="*/ 16652888 h 57949372"/>
                <a:gd name="connsiteX8267" fmla="*/ 20573352 w 58051775"/>
                <a:gd name="connsiteY8267" fmla="*/ 16716876 h 57949372"/>
                <a:gd name="connsiteX8268" fmla="*/ 20599400 w 58051775"/>
                <a:gd name="connsiteY8268" fmla="*/ 16839880 h 57949372"/>
                <a:gd name="connsiteX8269" fmla="*/ 20530040 w 58051775"/>
                <a:gd name="connsiteY8269" fmla="*/ 17024974 h 57949372"/>
                <a:gd name="connsiteX8270" fmla="*/ 20276144 w 58051775"/>
                <a:gd name="connsiteY8270" fmla="*/ 17021178 h 57949372"/>
                <a:gd name="connsiteX8271" fmla="*/ 20180304 w 58051775"/>
                <a:gd name="connsiteY8271" fmla="*/ 16840038 h 57949372"/>
                <a:gd name="connsiteX8272" fmla="*/ 20232456 w 58051775"/>
                <a:gd name="connsiteY8272" fmla="*/ 16718850 h 57949372"/>
                <a:gd name="connsiteX8273" fmla="*/ 20277000 w 58051775"/>
                <a:gd name="connsiteY8273" fmla="*/ 16667509 h 57949372"/>
                <a:gd name="connsiteX8274" fmla="*/ 20305760 w 58051775"/>
                <a:gd name="connsiteY8274" fmla="*/ 16617743 h 57949372"/>
                <a:gd name="connsiteX8275" fmla="*/ 20394024 w 58051775"/>
                <a:gd name="connsiteY8275" fmla="*/ 16606064 h 57949372"/>
                <a:gd name="connsiteX8276" fmla="*/ 16795156 w 58051775"/>
                <a:gd name="connsiteY8276" fmla="*/ 16604286 h 57949372"/>
                <a:gd name="connsiteX8277" fmla="*/ 16947488 w 58051775"/>
                <a:gd name="connsiteY8277" fmla="*/ 16660309 h 57949372"/>
                <a:gd name="connsiteX8278" fmla="*/ 16993184 w 58051775"/>
                <a:gd name="connsiteY8278" fmla="*/ 16700743 h 57949372"/>
                <a:gd name="connsiteX8279" fmla="*/ 17035088 w 58051775"/>
                <a:gd name="connsiteY8279" fmla="*/ 16897630 h 57949372"/>
                <a:gd name="connsiteX8280" fmla="*/ 16977216 w 58051775"/>
                <a:gd name="connsiteY8280" fmla="*/ 17076100 h 57949372"/>
                <a:gd name="connsiteX8281" fmla="*/ 16849872 w 58051775"/>
                <a:gd name="connsiteY8281" fmla="*/ 17132300 h 57949372"/>
                <a:gd name="connsiteX8282" fmla="*/ 16713200 w 58051775"/>
                <a:gd name="connsiteY8282" fmla="*/ 17077182 h 57949372"/>
                <a:gd name="connsiteX8283" fmla="*/ 16668752 w 58051775"/>
                <a:gd name="connsiteY8283" fmla="*/ 16992600 h 57949372"/>
                <a:gd name="connsiteX8284" fmla="*/ 16624304 w 58051775"/>
                <a:gd name="connsiteY8284" fmla="*/ 16838969 h 57949372"/>
                <a:gd name="connsiteX8285" fmla="*/ 16667892 w 58051775"/>
                <a:gd name="connsiteY8285" fmla="*/ 16721071 h 57949372"/>
                <a:gd name="connsiteX8286" fmla="*/ 16719812 w 58051775"/>
                <a:gd name="connsiteY8286" fmla="*/ 16661587 h 57949372"/>
                <a:gd name="connsiteX8287" fmla="*/ 16749244 w 58051775"/>
                <a:gd name="connsiteY8287" fmla="*/ 16617933 h 57949372"/>
                <a:gd name="connsiteX8288" fmla="*/ 16795156 w 58051775"/>
                <a:gd name="connsiteY8288" fmla="*/ 16604286 h 57949372"/>
                <a:gd name="connsiteX8289" fmla="*/ 18269884 w 58051775"/>
                <a:gd name="connsiteY8289" fmla="*/ 16602888 h 57949372"/>
                <a:gd name="connsiteX8290" fmla="*/ 18340928 w 58051775"/>
                <a:gd name="connsiteY8290" fmla="*/ 16607981 h 57949372"/>
                <a:gd name="connsiteX8291" fmla="*/ 18490152 w 58051775"/>
                <a:gd name="connsiteY8291" fmla="*/ 16686704 h 57949372"/>
                <a:gd name="connsiteX8292" fmla="*/ 18554704 w 58051775"/>
                <a:gd name="connsiteY8292" fmla="*/ 16834673 h 57949372"/>
                <a:gd name="connsiteX8293" fmla="*/ 18374904 w 58051775"/>
                <a:gd name="connsiteY8293" fmla="*/ 16954501 h 57949372"/>
                <a:gd name="connsiteX8294" fmla="*/ 18219496 w 58051775"/>
                <a:gd name="connsiteY8294" fmla="*/ 16942322 h 57949372"/>
                <a:gd name="connsiteX8295" fmla="*/ 18135600 w 58051775"/>
                <a:gd name="connsiteY8295" fmla="*/ 16789317 h 57949372"/>
                <a:gd name="connsiteX8296" fmla="*/ 18167708 w 58051775"/>
                <a:gd name="connsiteY8296" fmla="*/ 16722140 h 57949372"/>
                <a:gd name="connsiteX8297" fmla="*/ 18207328 w 58051775"/>
                <a:gd name="connsiteY8297" fmla="*/ 16662416 h 57949372"/>
                <a:gd name="connsiteX8298" fmla="*/ 18235552 w 58051775"/>
                <a:gd name="connsiteY8298" fmla="*/ 16613789 h 57949372"/>
                <a:gd name="connsiteX8299" fmla="*/ 18269884 w 58051775"/>
                <a:gd name="connsiteY8299" fmla="*/ 16602888 h 57949372"/>
                <a:gd name="connsiteX8300" fmla="*/ 17458800 w 58051775"/>
                <a:gd name="connsiteY8300" fmla="*/ 16601218 h 57949372"/>
                <a:gd name="connsiteX8301" fmla="*/ 17540696 w 58051775"/>
                <a:gd name="connsiteY8301" fmla="*/ 16612954 h 57949372"/>
                <a:gd name="connsiteX8302" fmla="*/ 17661632 w 58051775"/>
                <a:gd name="connsiteY8302" fmla="*/ 16769236 h 57949372"/>
                <a:gd name="connsiteX8303" fmla="*/ 17641732 w 58051775"/>
                <a:gd name="connsiteY8303" fmla="*/ 16838779 h 57949372"/>
                <a:gd name="connsiteX8304" fmla="*/ 17496680 w 58051775"/>
                <a:gd name="connsiteY8304" fmla="*/ 16865617 h 57949372"/>
                <a:gd name="connsiteX8305" fmla="*/ 17347456 w 58051775"/>
                <a:gd name="connsiteY8305" fmla="*/ 16841158 h 57949372"/>
                <a:gd name="connsiteX8306" fmla="*/ 17324804 w 58051775"/>
                <a:gd name="connsiteY8306" fmla="*/ 16739102 h 57949372"/>
                <a:gd name="connsiteX8307" fmla="*/ 17384052 w 58051775"/>
                <a:gd name="connsiteY8307" fmla="*/ 16614099 h 57949372"/>
                <a:gd name="connsiteX8308" fmla="*/ 17458800 w 58051775"/>
                <a:gd name="connsiteY8308" fmla="*/ 16601218 h 57949372"/>
                <a:gd name="connsiteX8309" fmla="*/ 22706916 w 58051775"/>
                <a:gd name="connsiteY8309" fmla="*/ 16434003 h 57949372"/>
                <a:gd name="connsiteX8310" fmla="*/ 22803104 w 58051775"/>
                <a:gd name="connsiteY8310" fmla="*/ 16451471 h 57949372"/>
                <a:gd name="connsiteX8311" fmla="*/ 22832240 w 58051775"/>
                <a:gd name="connsiteY8311" fmla="*/ 16557203 h 57949372"/>
                <a:gd name="connsiteX8312" fmla="*/ 22712208 w 58051775"/>
                <a:gd name="connsiteY8312" fmla="*/ 16687805 h 57949372"/>
                <a:gd name="connsiteX8313" fmla="*/ 22580600 w 58051775"/>
                <a:gd name="connsiteY8313" fmla="*/ 16567427 h 57949372"/>
                <a:gd name="connsiteX8314" fmla="*/ 22608828 w 58051775"/>
                <a:gd name="connsiteY8314" fmla="*/ 16453578 h 57949372"/>
                <a:gd name="connsiteX8315" fmla="*/ 22706916 w 58051775"/>
                <a:gd name="connsiteY8315" fmla="*/ 16434003 h 57949372"/>
                <a:gd name="connsiteX8316" fmla="*/ 35683348 w 58051775"/>
                <a:gd name="connsiteY8316" fmla="*/ 16339419 h 57949372"/>
                <a:gd name="connsiteX8317" fmla="*/ 35886850 w 58051775"/>
                <a:gd name="connsiteY8317" fmla="*/ 16374222 h 57949372"/>
                <a:gd name="connsiteX8318" fmla="*/ 35885898 w 58051775"/>
                <a:gd name="connsiteY8318" fmla="*/ 16554451 h 57949372"/>
                <a:gd name="connsiteX8319" fmla="*/ 35739880 w 58051775"/>
                <a:gd name="connsiteY8319" fmla="*/ 16590513 h 57949372"/>
                <a:gd name="connsiteX8320" fmla="*/ 35612868 w 58051775"/>
                <a:gd name="connsiteY8320" fmla="*/ 16601161 h 57949372"/>
                <a:gd name="connsiteX8321" fmla="*/ 35591178 w 58051775"/>
                <a:gd name="connsiteY8321" fmla="*/ 16568066 h 57949372"/>
                <a:gd name="connsiteX8322" fmla="*/ 35578178 w 58051775"/>
                <a:gd name="connsiteY8322" fmla="*/ 16469483 h 57949372"/>
                <a:gd name="connsiteX8323" fmla="*/ 35633002 w 58051775"/>
                <a:gd name="connsiteY8323" fmla="*/ 16346796 h 57949372"/>
                <a:gd name="connsiteX8324" fmla="*/ 35683348 w 58051775"/>
                <a:gd name="connsiteY8324" fmla="*/ 16339419 h 57949372"/>
                <a:gd name="connsiteX8325" fmla="*/ 41560496 w 58051775"/>
                <a:gd name="connsiteY8325" fmla="*/ 16173767 h 57949372"/>
                <a:gd name="connsiteX8326" fmla="*/ 41620418 w 58051775"/>
                <a:gd name="connsiteY8326" fmla="*/ 16173906 h 57949372"/>
                <a:gd name="connsiteX8327" fmla="*/ 41770932 w 58051775"/>
                <a:gd name="connsiteY8327" fmla="*/ 16244841 h 57949372"/>
                <a:gd name="connsiteX8328" fmla="*/ 41882376 w 58051775"/>
                <a:gd name="connsiteY8328" fmla="*/ 16494752 h 57949372"/>
                <a:gd name="connsiteX8329" fmla="*/ 41824460 w 58051775"/>
                <a:gd name="connsiteY8329" fmla="*/ 16638210 h 57949372"/>
                <a:gd name="connsiteX8330" fmla="*/ 41689832 w 58051775"/>
                <a:gd name="connsiteY8330" fmla="*/ 16687805 h 57949372"/>
                <a:gd name="connsiteX8331" fmla="*/ 41455176 w 58051775"/>
                <a:gd name="connsiteY8331" fmla="*/ 16599187 h 57949372"/>
                <a:gd name="connsiteX8332" fmla="*/ 41370168 w 58051775"/>
                <a:gd name="connsiteY8332" fmla="*/ 16469426 h 57949372"/>
                <a:gd name="connsiteX8333" fmla="*/ 41375198 w 58051775"/>
                <a:gd name="connsiteY8333" fmla="*/ 16362834 h 57949372"/>
                <a:gd name="connsiteX8334" fmla="*/ 41521744 w 58051775"/>
                <a:gd name="connsiteY8334" fmla="*/ 16183434 h 57949372"/>
                <a:gd name="connsiteX8335" fmla="*/ 41560496 w 58051775"/>
                <a:gd name="connsiteY8335" fmla="*/ 16173767 h 57949372"/>
                <a:gd name="connsiteX8336" fmla="*/ 36280380 w 58051775"/>
                <a:gd name="connsiteY8336" fmla="*/ 16168541 h 57949372"/>
                <a:gd name="connsiteX8337" fmla="*/ 36319946 w 58051775"/>
                <a:gd name="connsiteY8337" fmla="*/ 16170597 h 57949372"/>
                <a:gd name="connsiteX8338" fmla="*/ 36449002 w 58051775"/>
                <a:gd name="connsiteY8338" fmla="*/ 16351952 h 57949372"/>
                <a:gd name="connsiteX8339" fmla="*/ 36308372 w 58051775"/>
                <a:gd name="connsiteY8339" fmla="*/ 16510012 h 57949372"/>
                <a:gd name="connsiteX8340" fmla="*/ 36118802 w 58051775"/>
                <a:gd name="connsiteY8340" fmla="*/ 16361632 h 57949372"/>
                <a:gd name="connsiteX8341" fmla="*/ 36209094 w 58051775"/>
                <a:gd name="connsiteY8341" fmla="*/ 16181378 h 57949372"/>
                <a:gd name="connsiteX8342" fmla="*/ 36280380 w 58051775"/>
                <a:gd name="connsiteY8342" fmla="*/ 16168541 h 57949372"/>
                <a:gd name="connsiteX8343" fmla="*/ 21724808 w 58051775"/>
                <a:gd name="connsiteY8343" fmla="*/ 16160753 h 57949372"/>
                <a:gd name="connsiteX8344" fmla="*/ 21819352 w 58051775"/>
                <a:gd name="connsiteY8344" fmla="*/ 16178784 h 57949372"/>
                <a:gd name="connsiteX8345" fmla="*/ 21818604 w 58051775"/>
                <a:gd name="connsiteY8345" fmla="*/ 16395973 h 57949372"/>
                <a:gd name="connsiteX8346" fmla="*/ 21722608 w 58051775"/>
                <a:gd name="connsiteY8346" fmla="*/ 16414561 h 57949372"/>
                <a:gd name="connsiteX8347" fmla="*/ 21598912 w 58051775"/>
                <a:gd name="connsiteY8347" fmla="*/ 16287812 h 57949372"/>
                <a:gd name="connsiteX8348" fmla="*/ 21628104 w 58051775"/>
                <a:gd name="connsiteY8348" fmla="*/ 16170806 h 57949372"/>
                <a:gd name="connsiteX8349" fmla="*/ 21724808 w 58051775"/>
                <a:gd name="connsiteY8349" fmla="*/ 16160753 h 57949372"/>
                <a:gd name="connsiteX8350" fmla="*/ 28344972 w 58051775"/>
                <a:gd name="connsiteY8350" fmla="*/ 16065517 h 57949372"/>
                <a:gd name="connsiteX8351" fmla="*/ 28309516 w 58051775"/>
                <a:gd name="connsiteY8351" fmla="*/ 16104325 h 57949372"/>
                <a:gd name="connsiteX8352" fmla="*/ 28173708 w 58051775"/>
                <a:gd name="connsiteY8352" fmla="*/ 16136876 h 57949372"/>
                <a:gd name="connsiteX8353" fmla="*/ 27751526 w 58051775"/>
                <a:gd name="connsiteY8353" fmla="*/ 16139337 h 57949372"/>
                <a:gd name="connsiteX8354" fmla="*/ 27429696 w 58051775"/>
                <a:gd name="connsiteY8354" fmla="*/ 16148055 h 57949372"/>
                <a:gd name="connsiteX8355" fmla="*/ 27411744 w 58051775"/>
                <a:gd name="connsiteY8355" fmla="*/ 16184459 h 57949372"/>
                <a:gd name="connsiteX8356" fmla="*/ 27295424 w 58051775"/>
                <a:gd name="connsiteY8356" fmla="*/ 16225184 h 57949372"/>
                <a:gd name="connsiteX8357" fmla="*/ 26824536 w 58051775"/>
                <a:gd name="connsiteY8357" fmla="*/ 16277006 h 57949372"/>
                <a:gd name="connsiteX8358" fmla="*/ 26534196 w 58051775"/>
                <a:gd name="connsiteY8358" fmla="*/ 16324741 h 57949372"/>
                <a:gd name="connsiteX8359" fmla="*/ 26303504 w 58051775"/>
                <a:gd name="connsiteY8359" fmla="*/ 16374937 h 57949372"/>
                <a:gd name="connsiteX8360" fmla="*/ 26147216 w 58051775"/>
                <a:gd name="connsiteY8360" fmla="*/ 16410493 h 57949372"/>
                <a:gd name="connsiteX8361" fmla="*/ 25946408 w 58051775"/>
                <a:gd name="connsiteY8361" fmla="*/ 16467250 h 57949372"/>
                <a:gd name="connsiteX8362" fmla="*/ 25778820 w 58051775"/>
                <a:gd name="connsiteY8362" fmla="*/ 16509563 h 57949372"/>
                <a:gd name="connsiteX8363" fmla="*/ 25629640 w 58051775"/>
                <a:gd name="connsiteY8363" fmla="*/ 16546732 h 57949372"/>
                <a:gd name="connsiteX8364" fmla="*/ 25408952 w 58051775"/>
                <a:gd name="connsiteY8364" fmla="*/ 16592253 h 57949372"/>
                <a:gd name="connsiteX8365" fmla="*/ 25289424 w 58051775"/>
                <a:gd name="connsiteY8365" fmla="*/ 16632130 h 57949372"/>
                <a:gd name="connsiteX8366" fmla="*/ 25111604 w 58051775"/>
                <a:gd name="connsiteY8366" fmla="*/ 16687805 h 57949372"/>
                <a:gd name="connsiteX8367" fmla="*/ 24999696 w 58051775"/>
                <a:gd name="connsiteY8367" fmla="*/ 16727834 h 57949372"/>
                <a:gd name="connsiteX8368" fmla="*/ 24867272 w 58051775"/>
                <a:gd name="connsiteY8368" fmla="*/ 16775841 h 57949372"/>
                <a:gd name="connsiteX8369" fmla="*/ 24742228 w 58051775"/>
                <a:gd name="connsiteY8369" fmla="*/ 16824696 h 57949372"/>
                <a:gd name="connsiteX8370" fmla="*/ 24652784 w 58051775"/>
                <a:gd name="connsiteY8370" fmla="*/ 16865617 h 57949372"/>
                <a:gd name="connsiteX8371" fmla="*/ 24497668 w 58051775"/>
                <a:gd name="connsiteY8371" fmla="*/ 16910739 h 57949372"/>
                <a:gd name="connsiteX8372" fmla="*/ 24400480 w 58051775"/>
                <a:gd name="connsiteY8372" fmla="*/ 16952065 h 57949372"/>
                <a:gd name="connsiteX8373" fmla="*/ 24214048 w 58051775"/>
                <a:gd name="connsiteY8373" fmla="*/ 17014655 h 57949372"/>
                <a:gd name="connsiteX8374" fmla="*/ 24126112 w 58051775"/>
                <a:gd name="connsiteY8374" fmla="*/ 17036868 h 57949372"/>
                <a:gd name="connsiteX8375" fmla="*/ 24030392 w 58051775"/>
                <a:gd name="connsiteY8375" fmla="*/ 17081383 h 57949372"/>
                <a:gd name="connsiteX8376" fmla="*/ 23934048 w 58051775"/>
                <a:gd name="connsiteY8376" fmla="*/ 17127802 h 57949372"/>
                <a:gd name="connsiteX8377" fmla="*/ 23831184 w 58051775"/>
                <a:gd name="connsiteY8377" fmla="*/ 17172443 h 57949372"/>
                <a:gd name="connsiteX8378" fmla="*/ 23722168 w 58051775"/>
                <a:gd name="connsiteY8378" fmla="*/ 17221475 h 57949372"/>
                <a:gd name="connsiteX8379" fmla="*/ 23622308 w 58051775"/>
                <a:gd name="connsiteY8379" fmla="*/ 17259182 h 57949372"/>
                <a:gd name="connsiteX8380" fmla="*/ 23526752 w 58051775"/>
                <a:gd name="connsiteY8380" fmla="*/ 17297794 h 57949372"/>
                <a:gd name="connsiteX8381" fmla="*/ 23443572 w 58051775"/>
                <a:gd name="connsiteY8381" fmla="*/ 17350413 h 57949372"/>
                <a:gd name="connsiteX8382" fmla="*/ 23355460 w 58051775"/>
                <a:gd name="connsiteY8382" fmla="*/ 17400122 h 57949372"/>
                <a:gd name="connsiteX8383" fmla="*/ 23254488 w 58051775"/>
                <a:gd name="connsiteY8383" fmla="*/ 17436779 h 57949372"/>
                <a:gd name="connsiteX8384" fmla="*/ 23165128 w 58051775"/>
                <a:gd name="connsiteY8384" fmla="*/ 17480503 h 57949372"/>
                <a:gd name="connsiteX8385" fmla="*/ 23081036 w 58051775"/>
                <a:gd name="connsiteY8385" fmla="*/ 17532584 h 57949372"/>
                <a:gd name="connsiteX8386" fmla="*/ 22985464 w 58051775"/>
                <a:gd name="connsiteY8386" fmla="*/ 17571734 h 57949372"/>
                <a:gd name="connsiteX8387" fmla="*/ 22891752 w 58051775"/>
                <a:gd name="connsiteY8387" fmla="*/ 17606904 h 57949372"/>
                <a:gd name="connsiteX8388" fmla="*/ 22824504 w 58051775"/>
                <a:gd name="connsiteY8388" fmla="*/ 17658941 h 57949372"/>
                <a:gd name="connsiteX8389" fmla="*/ 22748304 w 58051775"/>
                <a:gd name="connsiteY8389" fmla="*/ 17703962 h 57949372"/>
                <a:gd name="connsiteX8390" fmla="*/ 22666296 w 58051775"/>
                <a:gd name="connsiteY8390" fmla="*/ 17747730 h 57949372"/>
                <a:gd name="connsiteX8391" fmla="*/ 22598412 w 58051775"/>
                <a:gd name="connsiteY8391" fmla="*/ 17799166 h 57949372"/>
                <a:gd name="connsiteX8392" fmla="*/ 22528596 w 58051775"/>
                <a:gd name="connsiteY8392" fmla="*/ 17851912 h 57949372"/>
                <a:gd name="connsiteX8393" fmla="*/ 22479004 w 58051775"/>
                <a:gd name="connsiteY8393" fmla="*/ 17883729 h 57949372"/>
                <a:gd name="connsiteX8394" fmla="*/ 22437728 w 58051775"/>
                <a:gd name="connsiteY8394" fmla="*/ 17904980 h 57949372"/>
                <a:gd name="connsiteX8395" fmla="*/ 22300336 w 58051775"/>
                <a:gd name="connsiteY8395" fmla="*/ 17972132 h 57949372"/>
                <a:gd name="connsiteX8396" fmla="*/ 22240712 w 58051775"/>
                <a:gd name="connsiteY8396" fmla="*/ 18017165 h 57949372"/>
                <a:gd name="connsiteX8397" fmla="*/ 22160440 w 58051775"/>
                <a:gd name="connsiteY8397" fmla="*/ 18073245 h 57949372"/>
                <a:gd name="connsiteX8398" fmla="*/ 22092908 w 58051775"/>
                <a:gd name="connsiteY8398" fmla="*/ 18110212 h 57949372"/>
                <a:gd name="connsiteX8399" fmla="*/ 22009104 w 58051775"/>
                <a:gd name="connsiteY8399" fmla="*/ 18170727 h 57949372"/>
                <a:gd name="connsiteX8400" fmla="*/ 21945808 w 58051775"/>
                <a:gd name="connsiteY8400" fmla="*/ 18202930 h 57949372"/>
                <a:gd name="connsiteX8401" fmla="*/ 21869952 w 58051775"/>
                <a:gd name="connsiteY8401" fmla="*/ 18248887 h 57949372"/>
                <a:gd name="connsiteX8402" fmla="*/ 21813124 w 58051775"/>
                <a:gd name="connsiteY8402" fmla="*/ 18280666 h 57949372"/>
                <a:gd name="connsiteX8403" fmla="*/ 21743092 w 58051775"/>
                <a:gd name="connsiteY8403" fmla="*/ 18325149 h 57949372"/>
                <a:gd name="connsiteX8404" fmla="*/ 21668440 w 58051775"/>
                <a:gd name="connsiteY8404" fmla="*/ 18380881 h 57949372"/>
                <a:gd name="connsiteX8405" fmla="*/ 21598264 w 58051775"/>
                <a:gd name="connsiteY8405" fmla="*/ 18432918 h 57949372"/>
                <a:gd name="connsiteX8406" fmla="*/ 21546064 w 58051775"/>
                <a:gd name="connsiteY8406" fmla="*/ 18473175 h 57949372"/>
                <a:gd name="connsiteX8407" fmla="*/ 21495760 w 58051775"/>
                <a:gd name="connsiteY8407" fmla="*/ 18510509 h 57949372"/>
                <a:gd name="connsiteX8408" fmla="*/ 21441116 w 58051775"/>
                <a:gd name="connsiteY8408" fmla="*/ 18542288 h 57949372"/>
                <a:gd name="connsiteX8409" fmla="*/ 21278452 w 58051775"/>
                <a:gd name="connsiteY8409" fmla="*/ 18674421 h 57949372"/>
                <a:gd name="connsiteX8410" fmla="*/ 21193392 w 58051775"/>
                <a:gd name="connsiteY8410" fmla="*/ 18739124 h 57949372"/>
                <a:gd name="connsiteX8411" fmla="*/ 21140160 w 58051775"/>
                <a:gd name="connsiteY8411" fmla="*/ 18777198 h 57949372"/>
                <a:gd name="connsiteX8412" fmla="*/ 21085516 w 58051775"/>
                <a:gd name="connsiteY8412" fmla="*/ 18808990 h 57949372"/>
                <a:gd name="connsiteX8413" fmla="*/ 20913304 w 58051775"/>
                <a:gd name="connsiteY8413" fmla="*/ 18948753 h 57949372"/>
                <a:gd name="connsiteX8414" fmla="*/ 20834224 w 58051775"/>
                <a:gd name="connsiteY8414" fmla="*/ 19011906 h 57949372"/>
                <a:gd name="connsiteX8415" fmla="*/ 20794688 w 58051775"/>
                <a:gd name="connsiteY8415" fmla="*/ 19044261 h 57949372"/>
                <a:gd name="connsiteX8416" fmla="*/ 20730896 w 58051775"/>
                <a:gd name="connsiteY8416" fmla="*/ 19094419 h 57949372"/>
                <a:gd name="connsiteX8417" fmla="*/ 20688304 w 58051775"/>
                <a:gd name="connsiteY8417" fmla="*/ 19132506 h 57949372"/>
                <a:gd name="connsiteX8418" fmla="*/ 20643820 w 58051775"/>
                <a:gd name="connsiteY8418" fmla="*/ 19168068 h 57949372"/>
                <a:gd name="connsiteX8419" fmla="*/ 20598952 w 58051775"/>
                <a:gd name="connsiteY8419" fmla="*/ 19210571 h 57949372"/>
                <a:gd name="connsiteX8420" fmla="*/ 20560280 w 58051775"/>
                <a:gd name="connsiteY8420" fmla="*/ 19253637 h 57949372"/>
                <a:gd name="connsiteX8421" fmla="*/ 20503228 w 58051775"/>
                <a:gd name="connsiteY8421" fmla="*/ 19305794 h 57949372"/>
                <a:gd name="connsiteX8422" fmla="*/ 20471080 w 58051775"/>
                <a:gd name="connsiteY8422" fmla="*/ 19342103 h 57949372"/>
                <a:gd name="connsiteX8423" fmla="*/ 19989816 w 58051775"/>
                <a:gd name="connsiteY8423" fmla="*/ 19777855 h 57949372"/>
                <a:gd name="connsiteX8424" fmla="*/ 19943840 w 58051775"/>
                <a:gd name="connsiteY8424" fmla="*/ 19812502 h 57949372"/>
                <a:gd name="connsiteX8425" fmla="*/ 19903632 w 58051775"/>
                <a:gd name="connsiteY8425" fmla="*/ 19849943 h 57949372"/>
                <a:gd name="connsiteX8426" fmla="*/ 19853168 w 58051775"/>
                <a:gd name="connsiteY8426" fmla="*/ 19900588 h 57949372"/>
                <a:gd name="connsiteX8427" fmla="*/ 19812316 w 58051775"/>
                <a:gd name="connsiteY8427" fmla="*/ 19945033 h 57949372"/>
                <a:gd name="connsiteX8428" fmla="*/ 19766868 w 58051775"/>
                <a:gd name="connsiteY8428" fmla="*/ 19998269 h 57949372"/>
                <a:gd name="connsiteX8429" fmla="*/ 19718676 w 58051775"/>
                <a:gd name="connsiteY8429" fmla="*/ 20036192 h 57949372"/>
                <a:gd name="connsiteX8430" fmla="*/ 19608804 w 58051775"/>
                <a:gd name="connsiteY8430" fmla="*/ 20155848 h 57949372"/>
                <a:gd name="connsiteX8431" fmla="*/ 19313528 w 58051775"/>
                <a:gd name="connsiteY8431" fmla="*/ 20469470 h 57949372"/>
                <a:gd name="connsiteX8432" fmla="*/ 19269080 w 58051775"/>
                <a:gd name="connsiteY8432" fmla="*/ 20514431 h 57949372"/>
                <a:gd name="connsiteX8433" fmla="*/ 19164304 w 58051775"/>
                <a:gd name="connsiteY8433" fmla="*/ 20663171 h 57949372"/>
                <a:gd name="connsiteX8434" fmla="*/ 19132248 w 58051775"/>
                <a:gd name="connsiteY8434" fmla="*/ 20691251 h 57949372"/>
                <a:gd name="connsiteX8435" fmla="*/ 19092736 w 58051775"/>
                <a:gd name="connsiteY8435" fmla="*/ 20735570 h 57949372"/>
                <a:gd name="connsiteX8436" fmla="*/ 19049560 w 58051775"/>
                <a:gd name="connsiteY8436" fmla="*/ 20790717 h 57949372"/>
                <a:gd name="connsiteX8437" fmla="*/ 19005592 w 58051775"/>
                <a:gd name="connsiteY8437" fmla="*/ 20853731 h 57949372"/>
                <a:gd name="connsiteX8438" fmla="*/ 18959700 w 58051775"/>
                <a:gd name="connsiteY8438" fmla="*/ 20922985 h 57949372"/>
                <a:gd name="connsiteX8439" fmla="*/ 18903504 w 58051775"/>
                <a:gd name="connsiteY8439" fmla="*/ 20999070 h 57949372"/>
                <a:gd name="connsiteX8440" fmla="*/ 18860984 w 58051775"/>
                <a:gd name="connsiteY8440" fmla="*/ 21056308 h 57949372"/>
                <a:gd name="connsiteX8441" fmla="*/ 18823220 w 58051775"/>
                <a:gd name="connsiteY8441" fmla="*/ 21091692 h 57949372"/>
                <a:gd name="connsiteX8442" fmla="*/ 18778612 w 58051775"/>
                <a:gd name="connsiteY8442" fmla="*/ 21141489 h 57949372"/>
                <a:gd name="connsiteX8443" fmla="*/ 18739224 w 58051775"/>
                <a:gd name="connsiteY8443" fmla="*/ 21207820 h 57949372"/>
                <a:gd name="connsiteX8444" fmla="*/ 18693000 w 58051775"/>
                <a:gd name="connsiteY8444" fmla="*/ 21278585 h 57949372"/>
                <a:gd name="connsiteX8445" fmla="*/ 18630928 w 58051775"/>
                <a:gd name="connsiteY8445" fmla="*/ 21345604 h 57949372"/>
                <a:gd name="connsiteX8446" fmla="*/ 18548272 w 58051775"/>
                <a:gd name="connsiteY8446" fmla="*/ 21461660 h 57949372"/>
                <a:gd name="connsiteX8447" fmla="*/ 18511476 w 58051775"/>
                <a:gd name="connsiteY8447" fmla="*/ 21497089 h 57949372"/>
                <a:gd name="connsiteX8448" fmla="*/ 18472032 w 58051775"/>
                <a:gd name="connsiteY8448" fmla="*/ 21565665 h 57949372"/>
                <a:gd name="connsiteX8449" fmla="*/ 18413576 w 58051775"/>
                <a:gd name="connsiteY8449" fmla="*/ 21655400 h 57949372"/>
                <a:gd name="connsiteX8450" fmla="*/ 18364204 w 58051775"/>
                <a:gd name="connsiteY8450" fmla="*/ 21721312 h 57949372"/>
                <a:gd name="connsiteX8451" fmla="*/ 18332804 w 58051775"/>
                <a:gd name="connsiteY8451" fmla="*/ 21753131 h 57949372"/>
                <a:gd name="connsiteX8452" fmla="*/ 18294704 w 58051775"/>
                <a:gd name="connsiteY8452" fmla="*/ 21799619 h 57949372"/>
                <a:gd name="connsiteX8453" fmla="*/ 18281996 w 58051775"/>
                <a:gd name="connsiteY8453" fmla="*/ 21861222 h 57949372"/>
                <a:gd name="connsiteX8454" fmla="*/ 18243792 w 58051775"/>
                <a:gd name="connsiteY8454" fmla="*/ 21907874 h 57949372"/>
                <a:gd name="connsiteX8455" fmla="*/ 18191628 w 58051775"/>
                <a:gd name="connsiteY8455" fmla="*/ 21970528 h 57949372"/>
                <a:gd name="connsiteX8456" fmla="*/ 18148456 w 58051775"/>
                <a:gd name="connsiteY8456" fmla="*/ 22050302 h 57949372"/>
                <a:gd name="connsiteX8457" fmla="*/ 18103152 w 58051775"/>
                <a:gd name="connsiteY8457" fmla="*/ 22126502 h 57949372"/>
                <a:gd name="connsiteX8458" fmla="*/ 18057288 w 58051775"/>
                <a:gd name="connsiteY8458" fmla="*/ 22202894 h 57949372"/>
                <a:gd name="connsiteX8459" fmla="*/ 18025972 w 58051775"/>
                <a:gd name="connsiteY8459" fmla="*/ 22275190 h 57949372"/>
                <a:gd name="connsiteX8460" fmla="*/ 17977048 w 58051775"/>
                <a:gd name="connsiteY8460" fmla="*/ 22350594 h 57949372"/>
                <a:gd name="connsiteX8461" fmla="*/ 17927180 w 58051775"/>
                <a:gd name="connsiteY8461" fmla="*/ 22433509 h 57949372"/>
                <a:gd name="connsiteX8462" fmla="*/ 17894364 w 58051775"/>
                <a:gd name="connsiteY8462" fmla="*/ 22495810 h 57949372"/>
                <a:gd name="connsiteX8463" fmla="*/ 17839264 w 58051775"/>
                <a:gd name="connsiteY8463" fmla="*/ 22562850 h 57949372"/>
                <a:gd name="connsiteX8464" fmla="*/ 17781548 w 58051775"/>
                <a:gd name="connsiteY8464" fmla="*/ 22647693 h 57949372"/>
                <a:gd name="connsiteX8465" fmla="*/ 17754604 w 58051775"/>
                <a:gd name="connsiteY8465" fmla="*/ 22714792 h 57949372"/>
                <a:gd name="connsiteX8466" fmla="*/ 17710152 w 58051775"/>
                <a:gd name="connsiteY8466" fmla="*/ 22791499 h 57949372"/>
                <a:gd name="connsiteX8467" fmla="*/ 17665704 w 58051775"/>
                <a:gd name="connsiteY8467" fmla="*/ 22880398 h 57949372"/>
                <a:gd name="connsiteX8468" fmla="*/ 17621256 w 58051775"/>
                <a:gd name="connsiteY8468" fmla="*/ 22969298 h 57949372"/>
                <a:gd name="connsiteX8469" fmla="*/ 17576804 w 58051775"/>
                <a:gd name="connsiteY8469" fmla="*/ 23058198 h 57949372"/>
                <a:gd name="connsiteX8470" fmla="*/ 17532352 w 58051775"/>
                <a:gd name="connsiteY8470" fmla="*/ 23147098 h 57949372"/>
                <a:gd name="connsiteX8471" fmla="*/ 17487904 w 58051775"/>
                <a:gd name="connsiteY8471" fmla="*/ 23235998 h 57949372"/>
                <a:gd name="connsiteX8472" fmla="*/ 17443456 w 58051775"/>
                <a:gd name="connsiteY8472" fmla="*/ 23324898 h 57949372"/>
                <a:gd name="connsiteX8473" fmla="*/ 17399004 w 58051775"/>
                <a:gd name="connsiteY8473" fmla="*/ 23414629 h 57949372"/>
                <a:gd name="connsiteX8474" fmla="*/ 17358664 w 58051775"/>
                <a:gd name="connsiteY8474" fmla="*/ 23497593 h 57949372"/>
                <a:gd name="connsiteX8475" fmla="*/ 17308976 w 58051775"/>
                <a:gd name="connsiteY8475" fmla="*/ 23604174 h 57949372"/>
                <a:gd name="connsiteX8476" fmla="*/ 17260416 w 58051775"/>
                <a:gd name="connsiteY8476" fmla="*/ 23706066 h 57949372"/>
                <a:gd name="connsiteX8477" fmla="*/ 17221204 w 58051775"/>
                <a:gd name="connsiteY8477" fmla="*/ 23789986 h 57949372"/>
                <a:gd name="connsiteX8478" fmla="*/ 17182512 w 58051775"/>
                <a:gd name="connsiteY8478" fmla="*/ 23877055 h 57949372"/>
                <a:gd name="connsiteX8479" fmla="*/ 17124616 w 58051775"/>
                <a:gd name="connsiteY8479" fmla="*/ 23986926 h 57949372"/>
                <a:gd name="connsiteX8480" fmla="*/ 17078224 w 58051775"/>
                <a:gd name="connsiteY8480" fmla="*/ 24102090 h 57949372"/>
                <a:gd name="connsiteX8481" fmla="*/ 17042544 w 58051775"/>
                <a:gd name="connsiteY8481" fmla="*/ 24225609 h 57949372"/>
                <a:gd name="connsiteX8482" fmla="*/ 16994276 w 58051775"/>
                <a:gd name="connsiteY8482" fmla="*/ 24344841 h 57949372"/>
                <a:gd name="connsiteX8483" fmla="*/ 16947968 w 58051775"/>
                <a:gd name="connsiteY8483" fmla="*/ 24449923 h 57949372"/>
                <a:gd name="connsiteX8484" fmla="*/ 16925740 w 58051775"/>
                <a:gd name="connsiteY8484" fmla="*/ 24544746 h 57949372"/>
                <a:gd name="connsiteX8485" fmla="*/ 16859160 w 58051775"/>
                <a:gd name="connsiteY8485" fmla="*/ 24716263 h 57949372"/>
                <a:gd name="connsiteX8486" fmla="*/ 16813904 w 58051775"/>
                <a:gd name="connsiteY8486" fmla="*/ 24817741 h 57949372"/>
                <a:gd name="connsiteX8487" fmla="*/ 16775880 w 58051775"/>
                <a:gd name="connsiteY8487" fmla="*/ 24949996 h 57949372"/>
                <a:gd name="connsiteX8488" fmla="*/ 16723112 w 58051775"/>
                <a:gd name="connsiteY8488" fmla="*/ 25079559 h 57949372"/>
                <a:gd name="connsiteX8489" fmla="*/ 16681456 w 58051775"/>
                <a:gd name="connsiteY8489" fmla="*/ 25110059 h 57949372"/>
                <a:gd name="connsiteX8490" fmla="*/ 16680256 w 58051775"/>
                <a:gd name="connsiteY8490" fmla="*/ 25242997 h 57949372"/>
                <a:gd name="connsiteX8491" fmla="*/ 16643192 w 58051775"/>
                <a:gd name="connsiteY8491" fmla="*/ 25413373 h 57949372"/>
                <a:gd name="connsiteX8492" fmla="*/ 16597680 w 58051775"/>
                <a:gd name="connsiteY8492" fmla="*/ 25585931 h 57949372"/>
                <a:gd name="connsiteX8493" fmla="*/ 16554312 w 58051775"/>
                <a:gd name="connsiteY8493" fmla="*/ 25756249 h 57949372"/>
                <a:gd name="connsiteX8494" fmla="*/ 16501872 w 58051775"/>
                <a:gd name="connsiteY8494" fmla="*/ 25929350 h 57949372"/>
                <a:gd name="connsiteX8495" fmla="*/ 16456544 w 58051775"/>
                <a:gd name="connsiteY8495" fmla="*/ 26108067 h 57949372"/>
                <a:gd name="connsiteX8496" fmla="*/ 16412268 w 58051775"/>
                <a:gd name="connsiteY8496" fmla="*/ 26285868 h 57949372"/>
                <a:gd name="connsiteX8497" fmla="*/ 16361960 w 58051775"/>
                <a:gd name="connsiteY8497" fmla="*/ 26505401 h 57949372"/>
                <a:gd name="connsiteX8498" fmla="*/ 16325452 w 58051775"/>
                <a:gd name="connsiteY8498" fmla="*/ 26821116 h 57949372"/>
                <a:gd name="connsiteX8499" fmla="*/ 16321592 w 58051775"/>
                <a:gd name="connsiteY8499" fmla="*/ 27054282 h 57949372"/>
                <a:gd name="connsiteX8500" fmla="*/ 16286392 w 58051775"/>
                <a:gd name="connsiteY8500" fmla="*/ 27091022 h 57949372"/>
                <a:gd name="connsiteX8501" fmla="*/ 16234168 w 58051775"/>
                <a:gd name="connsiteY8501" fmla="*/ 27384904 h 57949372"/>
                <a:gd name="connsiteX8502" fmla="*/ 16182596 w 58051775"/>
                <a:gd name="connsiteY8502" fmla="*/ 27737302 h 57949372"/>
                <a:gd name="connsiteX8503" fmla="*/ 16148056 w 58051775"/>
                <a:gd name="connsiteY8503" fmla="*/ 27832552 h 57949372"/>
                <a:gd name="connsiteX8504" fmla="*/ 16141704 w 58051775"/>
                <a:gd name="connsiteY8504" fmla="*/ 28391352 h 57949372"/>
                <a:gd name="connsiteX8505" fmla="*/ 16146360 w 58051775"/>
                <a:gd name="connsiteY8505" fmla="*/ 28978226 h 57949372"/>
                <a:gd name="connsiteX8506" fmla="*/ 16282340 w 58051775"/>
                <a:gd name="connsiteY8506" fmla="*/ 28948404 h 57949372"/>
                <a:gd name="connsiteX8507" fmla="*/ 16378352 w 58051775"/>
                <a:gd name="connsiteY8507" fmla="*/ 28891436 h 57949372"/>
                <a:gd name="connsiteX8508" fmla="*/ 16444908 w 58051775"/>
                <a:gd name="connsiteY8508" fmla="*/ 28854514 h 57949372"/>
                <a:gd name="connsiteX8509" fmla="*/ 16503964 w 58051775"/>
                <a:gd name="connsiteY8509" fmla="*/ 28816802 h 57949372"/>
                <a:gd name="connsiteX8510" fmla="*/ 16568000 w 58051775"/>
                <a:gd name="connsiteY8510" fmla="*/ 28772352 h 57949372"/>
                <a:gd name="connsiteX8511" fmla="*/ 16650128 w 58051775"/>
                <a:gd name="connsiteY8511" fmla="*/ 28727900 h 57949372"/>
                <a:gd name="connsiteX8512" fmla="*/ 16703680 w 58051775"/>
                <a:gd name="connsiteY8512" fmla="*/ 28697064 h 57949372"/>
                <a:gd name="connsiteX8513" fmla="*/ 16815008 w 58051775"/>
                <a:gd name="connsiteY8513" fmla="*/ 28632618 h 57949372"/>
                <a:gd name="connsiteX8514" fmla="*/ 16881240 w 58051775"/>
                <a:gd name="connsiteY8514" fmla="*/ 28593176 h 57949372"/>
                <a:gd name="connsiteX8515" fmla="*/ 16943476 w 58051775"/>
                <a:gd name="connsiteY8515" fmla="*/ 28548100 h 57949372"/>
                <a:gd name="connsiteX8516" fmla="*/ 17024032 w 58051775"/>
                <a:gd name="connsiteY8516" fmla="*/ 28497416 h 57949372"/>
                <a:gd name="connsiteX8517" fmla="*/ 17084776 w 58051775"/>
                <a:gd name="connsiteY8517" fmla="*/ 28454656 h 57949372"/>
                <a:gd name="connsiteX8518" fmla="*/ 17166248 w 58051775"/>
                <a:gd name="connsiteY8518" fmla="*/ 28403272 h 57949372"/>
                <a:gd name="connsiteX8519" fmla="*/ 17245120 w 58051775"/>
                <a:gd name="connsiteY8519" fmla="*/ 28361544 h 57949372"/>
                <a:gd name="connsiteX8520" fmla="*/ 17310112 w 58051775"/>
                <a:gd name="connsiteY8520" fmla="*/ 28321486 h 57949372"/>
                <a:gd name="connsiteX8521" fmla="*/ 17373180 w 58051775"/>
                <a:gd name="connsiteY8521" fmla="*/ 28283516 h 57949372"/>
                <a:gd name="connsiteX8522" fmla="*/ 17450032 w 58051775"/>
                <a:gd name="connsiteY8522" fmla="*/ 28232284 h 57949372"/>
                <a:gd name="connsiteX8523" fmla="*/ 17517344 w 58051775"/>
                <a:gd name="connsiteY8523" fmla="*/ 28187956 h 57949372"/>
                <a:gd name="connsiteX8524" fmla="*/ 17610748 w 58051775"/>
                <a:gd name="connsiteY8524" fmla="*/ 28136572 h 57949372"/>
                <a:gd name="connsiteX8525" fmla="*/ 17689624 w 58051775"/>
                <a:gd name="connsiteY8525" fmla="*/ 28094846 h 57949372"/>
                <a:gd name="connsiteX8526" fmla="*/ 17754612 w 58051775"/>
                <a:gd name="connsiteY8526" fmla="*/ 28054784 h 57949372"/>
                <a:gd name="connsiteX8527" fmla="*/ 17817680 w 58051775"/>
                <a:gd name="connsiteY8527" fmla="*/ 28016816 h 57949372"/>
                <a:gd name="connsiteX8528" fmla="*/ 17894528 w 58051775"/>
                <a:gd name="connsiteY8528" fmla="*/ 27965584 h 57949372"/>
                <a:gd name="connsiteX8529" fmla="*/ 18023684 w 58051775"/>
                <a:gd name="connsiteY8529" fmla="*/ 27911474 h 57949372"/>
                <a:gd name="connsiteX8530" fmla="*/ 18057144 w 58051775"/>
                <a:gd name="connsiteY8530" fmla="*/ 27876596 h 57949372"/>
                <a:gd name="connsiteX8531" fmla="*/ 18127236 w 58051775"/>
                <a:gd name="connsiteY8531" fmla="*/ 27829424 h 57949372"/>
                <a:gd name="connsiteX8532" fmla="*/ 18198768 w 58051775"/>
                <a:gd name="connsiteY8532" fmla="*/ 27788728 h 57949372"/>
                <a:gd name="connsiteX8533" fmla="*/ 18262736 w 58051775"/>
                <a:gd name="connsiteY8533" fmla="*/ 27749968 h 57949372"/>
                <a:gd name="connsiteX8534" fmla="*/ 18332288 w 58051775"/>
                <a:gd name="connsiteY8534" fmla="*/ 27699524 h 57949372"/>
                <a:gd name="connsiteX8535" fmla="*/ 18407084 w 58051775"/>
                <a:gd name="connsiteY8535" fmla="*/ 27654324 h 57949372"/>
                <a:gd name="connsiteX8536" fmla="*/ 18490096 w 58051775"/>
                <a:gd name="connsiteY8536" fmla="*/ 27609084 h 57949372"/>
                <a:gd name="connsiteX8537" fmla="*/ 18542808 w 58051775"/>
                <a:gd name="connsiteY8537" fmla="*/ 27572200 h 57949372"/>
                <a:gd name="connsiteX8538" fmla="*/ 18612700 w 58051775"/>
                <a:gd name="connsiteY8538" fmla="*/ 27527752 h 57949372"/>
                <a:gd name="connsiteX8539" fmla="*/ 18694828 w 58051775"/>
                <a:gd name="connsiteY8539" fmla="*/ 27483302 h 57949372"/>
                <a:gd name="connsiteX8540" fmla="*/ 18748380 w 58051775"/>
                <a:gd name="connsiteY8540" fmla="*/ 27452464 h 57949372"/>
                <a:gd name="connsiteX8541" fmla="*/ 18859484 w 58051775"/>
                <a:gd name="connsiteY8541" fmla="*/ 27386582 h 57949372"/>
                <a:gd name="connsiteX8542" fmla="*/ 18929160 w 58051775"/>
                <a:gd name="connsiteY8542" fmla="*/ 27348468 h 57949372"/>
                <a:gd name="connsiteX8543" fmla="*/ 18990508 w 58051775"/>
                <a:gd name="connsiteY8543" fmla="*/ 27300950 h 57949372"/>
                <a:gd name="connsiteX8544" fmla="*/ 19054048 w 58051775"/>
                <a:gd name="connsiteY8544" fmla="*/ 27250084 h 57949372"/>
                <a:gd name="connsiteX8545" fmla="*/ 19116972 w 58051775"/>
                <a:gd name="connsiteY8545" fmla="*/ 27210056 h 57949372"/>
                <a:gd name="connsiteX8546" fmla="*/ 19210948 w 58051775"/>
                <a:gd name="connsiteY8546" fmla="*/ 27158670 h 57949372"/>
                <a:gd name="connsiteX8547" fmla="*/ 19289824 w 58051775"/>
                <a:gd name="connsiteY8547" fmla="*/ 27116946 h 57949372"/>
                <a:gd name="connsiteX8548" fmla="*/ 19354812 w 58051775"/>
                <a:gd name="connsiteY8548" fmla="*/ 27076886 h 57949372"/>
                <a:gd name="connsiteX8549" fmla="*/ 19417880 w 58051775"/>
                <a:gd name="connsiteY8549" fmla="*/ 27038916 h 57949372"/>
                <a:gd name="connsiteX8550" fmla="*/ 19494728 w 58051775"/>
                <a:gd name="connsiteY8550" fmla="*/ 26987686 h 57949372"/>
                <a:gd name="connsiteX8551" fmla="*/ 19562044 w 58051775"/>
                <a:gd name="connsiteY8551" fmla="*/ 26943356 h 57949372"/>
                <a:gd name="connsiteX8552" fmla="*/ 19655448 w 58051775"/>
                <a:gd name="connsiteY8552" fmla="*/ 26891972 h 57949372"/>
                <a:gd name="connsiteX8553" fmla="*/ 19734320 w 58051775"/>
                <a:gd name="connsiteY8553" fmla="*/ 26850246 h 57949372"/>
                <a:gd name="connsiteX8554" fmla="*/ 19799312 w 58051775"/>
                <a:gd name="connsiteY8554" fmla="*/ 26810186 h 57949372"/>
                <a:gd name="connsiteX8555" fmla="*/ 19860832 w 58051775"/>
                <a:gd name="connsiteY8555" fmla="*/ 26772631 h 57949372"/>
                <a:gd name="connsiteX8556" fmla="*/ 19942720 w 58051775"/>
                <a:gd name="connsiteY8556" fmla="*/ 26722012 h 57949372"/>
                <a:gd name="connsiteX8557" fmla="*/ 20026076 w 58051775"/>
                <a:gd name="connsiteY8557" fmla="*/ 26670995 h 57949372"/>
                <a:gd name="connsiteX8558" fmla="*/ 20095536 w 58051775"/>
                <a:gd name="connsiteY8558" fmla="*/ 26627651 h 57949372"/>
                <a:gd name="connsiteX8559" fmla="*/ 20172912 w 58051775"/>
                <a:gd name="connsiteY8559" fmla="*/ 26583190 h 57949372"/>
                <a:gd name="connsiteX8560" fmla="*/ 20251408 w 58051775"/>
                <a:gd name="connsiteY8560" fmla="*/ 26537022 h 57949372"/>
                <a:gd name="connsiteX8561" fmla="*/ 20302416 w 58051775"/>
                <a:gd name="connsiteY8561" fmla="*/ 26505401 h 57949372"/>
                <a:gd name="connsiteX8562" fmla="*/ 20383504 w 58051775"/>
                <a:gd name="connsiteY8562" fmla="*/ 26443939 h 57949372"/>
                <a:gd name="connsiteX8563" fmla="*/ 20473716 w 58051775"/>
                <a:gd name="connsiteY8563" fmla="*/ 26403802 h 57949372"/>
                <a:gd name="connsiteX8564" fmla="*/ 20527096 w 58051775"/>
                <a:gd name="connsiteY8564" fmla="*/ 26360264 h 57949372"/>
                <a:gd name="connsiteX8565" fmla="*/ 20595104 w 58051775"/>
                <a:gd name="connsiteY8565" fmla="*/ 26314719 h 57949372"/>
                <a:gd name="connsiteX8566" fmla="*/ 20668228 w 58051775"/>
                <a:gd name="connsiteY8566" fmla="*/ 26275707 h 57949372"/>
                <a:gd name="connsiteX8567" fmla="*/ 20740284 w 58051775"/>
                <a:gd name="connsiteY8567" fmla="*/ 26238701 h 57949372"/>
                <a:gd name="connsiteX8568" fmla="*/ 20818456 w 58051775"/>
                <a:gd name="connsiteY8568" fmla="*/ 26194553 h 57949372"/>
                <a:gd name="connsiteX8569" fmla="*/ 20898884 w 58051775"/>
                <a:gd name="connsiteY8569" fmla="*/ 26136761 h 57949372"/>
                <a:gd name="connsiteX8570" fmla="*/ 20959592 w 58051775"/>
                <a:gd name="connsiteY8570" fmla="*/ 26093559 h 57949372"/>
                <a:gd name="connsiteX8571" fmla="*/ 21024184 w 58051775"/>
                <a:gd name="connsiteY8571" fmla="*/ 26055515 h 57949372"/>
                <a:gd name="connsiteX8572" fmla="*/ 21097144 w 58051775"/>
                <a:gd name="connsiteY8572" fmla="*/ 26009515 h 57949372"/>
                <a:gd name="connsiteX8573" fmla="*/ 21163768 w 58051775"/>
                <a:gd name="connsiteY8573" fmla="*/ 25965457 h 57949372"/>
                <a:gd name="connsiteX8574" fmla="*/ 21226028 w 58051775"/>
                <a:gd name="connsiteY8574" fmla="*/ 25954473 h 57949372"/>
                <a:gd name="connsiteX8575" fmla="*/ 21257776 w 58051775"/>
                <a:gd name="connsiteY8575" fmla="*/ 25914573 h 57949372"/>
                <a:gd name="connsiteX8576" fmla="*/ 21316952 w 58051775"/>
                <a:gd name="connsiteY8576" fmla="*/ 25861644 h 57949372"/>
                <a:gd name="connsiteX8577" fmla="*/ 21403192 w 58051775"/>
                <a:gd name="connsiteY8577" fmla="*/ 25819186 h 57949372"/>
                <a:gd name="connsiteX8578" fmla="*/ 21465192 w 58051775"/>
                <a:gd name="connsiteY8578" fmla="*/ 25794201 h 57949372"/>
                <a:gd name="connsiteX8579" fmla="*/ 21533676 w 58051775"/>
                <a:gd name="connsiteY8579" fmla="*/ 25749752 h 57949372"/>
                <a:gd name="connsiteX8580" fmla="*/ 21619992 w 58051775"/>
                <a:gd name="connsiteY8580" fmla="*/ 25705302 h 57949372"/>
                <a:gd name="connsiteX8581" fmla="*/ 21710232 w 58051775"/>
                <a:gd name="connsiteY8581" fmla="*/ 25643130 h 57949372"/>
                <a:gd name="connsiteX8582" fmla="*/ 21774356 w 58051775"/>
                <a:gd name="connsiteY8582" fmla="*/ 25604976 h 57949372"/>
                <a:gd name="connsiteX8583" fmla="*/ 21851608 w 58051775"/>
                <a:gd name="connsiteY8583" fmla="*/ 25559122 h 57949372"/>
                <a:gd name="connsiteX8584" fmla="*/ 21895224 w 58051775"/>
                <a:gd name="connsiteY8584" fmla="*/ 25527502 h 57949372"/>
                <a:gd name="connsiteX8585" fmla="*/ 21978096 w 58051775"/>
                <a:gd name="connsiteY8585" fmla="*/ 25475270 h 57949372"/>
                <a:gd name="connsiteX8586" fmla="*/ 22050048 w 58051775"/>
                <a:gd name="connsiteY8586" fmla="*/ 25430323 h 57949372"/>
                <a:gd name="connsiteX8587" fmla="*/ 22129152 w 58051775"/>
                <a:gd name="connsiteY8587" fmla="*/ 25380328 h 57949372"/>
                <a:gd name="connsiteX8588" fmla="*/ 22196632 w 58051775"/>
                <a:gd name="connsiteY8588" fmla="*/ 25336486 h 57949372"/>
                <a:gd name="connsiteX8589" fmla="*/ 22262960 w 58051775"/>
                <a:gd name="connsiteY8589" fmla="*/ 25302553 h 57949372"/>
                <a:gd name="connsiteX8590" fmla="*/ 22341892 w 58051775"/>
                <a:gd name="connsiteY8590" fmla="*/ 25258807 h 57949372"/>
                <a:gd name="connsiteX8591" fmla="*/ 22436028 w 58051775"/>
                <a:gd name="connsiteY8591" fmla="*/ 25202928 h 57949372"/>
                <a:gd name="connsiteX8592" fmla="*/ 22510008 w 58051775"/>
                <a:gd name="connsiteY8592" fmla="*/ 25159202 h 57949372"/>
                <a:gd name="connsiteX8593" fmla="*/ 22571796 w 58051775"/>
                <a:gd name="connsiteY8593" fmla="*/ 25116209 h 57949372"/>
                <a:gd name="connsiteX8594" fmla="*/ 22635412 w 58051775"/>
                <a:gd name="connsiteY8594" fmla="*/ 25070638 h 57949372"/>
                <a:gd name="connsiteX8595" fmla="*/ 22705264 w 58051775"/>
                <a:gd name="connsiteY8595" fmla="*/ 25026542 h 57949372"/>
                <a:gd name="connsiteX8596" fmla="*/ 22793296 w 58051775"/>
                <a:gd name="connsiteY8596" fmla="*/ 24982644 h 57949372"/>
                <a:gd name="connsiteX8597" fmla="*/ 22866100 w 58051775"/>
                <a:gd name="connsiteY8597" fmla="*/ 24943790 h 57949372"/>
                <a:gd name="connsiteX8598" fmla="*/ 22924804 w 58051775"/>
                <a:gd name="connsiteY8598" fmla="*/ 24898567 h 57949372"/>
                <a:gd name="connsiteX8599" fmla="*/ 23002300 w 58051775"/>
                <a:gd name="connsiteY8599" fmla="*/ 24853831 h 57949372"/>
                <a:gd name="connsiteX8600" fmla="*/ 23077416 w 58051775"/>
                <a:gd name="connsiteY8600" fmla="*/ 24809620 h 57949372"/>
                <a:gd name="connsiteX8601" fmla="*/ 23141148 w 58051775"/>
                <a:gd name="connsiteY8601" fmla="*/ 24765860 h 57949372"/>
                <a:gd name="connsiteX8602" fmla="*/ 23229504 w 58051775"/>
                <a:gd name="connsiteY8602" fmla="*/ 24722092 h 57949372"/>
                <a:gd name="connsiteX8603" fmla="*/ 23310832 w 58051775"/>
                <a:gd name="connsiteY8603" fmla="*/ 24676645 h 57949372"/>
                <a:gd name="connsiteX8604" fmla="*/ 23378352 w 58051775"/>
                <a:gd name="connsiteY8604" fmla="*/ 24626435 h 57949372"/>
                <a:gd name="connsiteX8605" fmla="*/ 23453280 w 58051775"/>
                <a:gd name="connsiteY8605" fmla="*/ 24582788 h 57949372"/>
                <a:gd name="connsiteX8606" fmla="*/ 23519056 w 58051775"/>
                <a:gd name="connsiteY8606" fmla="*/ 24543548 h 57949372"/>
                <a:gd name="connsiteX8607" fmla="*/ 23588308 w 58051775"/>
                <a:gd name="connsiteY8607" fmla="*/ 24496468 h 57949372"/>
                <a:gd name="connsiteX8608" fmla="*/ 23674736 w 58051775"/>
                <a:gd name="connsiteY8608" fmla="*/ 24451639 h 57949372"/>
                <a:gd name="connsiteX8609" fmla="*/ 23751696 w 58051775"/>
                <a:gd name="connsiteY8609" fmla="*/ 24409314 h 57949372"/>
                <a:gd name="connsiteX8610" fmla="*/ 23824208 w 58051775"/>
                <a:gd name="connsiteY8610" fmla="*/ 24359370 h 57949372"/>
                <a:gd name="connsiteX8611" fmla="*/ 23895696 w 58051775"/>
                <a:gd name="connsiteY8611" fmla="*/ 24315452 h 57949372"/>
                <a:gd name="connsiteX8612" fmla="*/ 23960196 w 58051775"/>
                <a:gd name="connsiteY8612" fmla="*/ 24277082 h 57949372"/>
                <a:gd name="connsiteX8613" fmla="*/ 24019912 w 58051775"/>
                <a:gd name="connsiteY8613" fmla="*/ 24224781 h 57949372"/>
                <a:gd name="connsiteX8614" fmla="*/ 24091304 w 58051775"/>
                <a:gd name="connsiteY8614" fmla="*/ 24179063 h 57949372"/>
                <a:gd name="connsiteX8615" fmla="*/ 24173856 w 58051775"/>
                <a:gd name="connsiteY8615" fmla="*/ 24136274 h 57949372"/>
                <a:gd name="connsiteX8616" fmla="*/ 24231604 w 58051775"/>
                <a:gd name="connsiteY8616" fmla="*/ 24086108 h 57949372"/>
                <a:gd name="connsiteX8617" fmla="*/ 24301456 w 58051775"/>
                <a:gd name="connsiteY8617" fmla="*/ 24041513 h 57949372"/>
                <a:gd name="connsiteX8618" fmla="*/ 24384004 w 58051775"/>
                <a:gd name="connsiteY8618" fmla="*/ 23996992 h 57949372"/>
                <a:gd name="connsiteX8619" fmla="*/ 24474616 w 58051775"/>
                <a:gd name="connsiteY8619" fmla="*/ 23951229 h 57949372"/>
                <a:gd name="connsiteX8620" fmla="*/ 24554416 w 58051775"/>
                <a:gd name="connsiteY8620" fmla="*/ 23914602 h 57949372"/>
                <a:gd name="connsiteX8621" fmla="*/ 24632500 w 58051775"/>
                <a:gd name="connsiteY8621" fmla="*/ 23870152 h 57949372"/>
                <a:gd name="connsiteX8622" fmla="*/ 24695136 w 58051775"/>
                <a:gd name="connsiteY8622" fmla="*/ 23825702 h 57949372"/>
                <a:gd name="connsiteX8623" fmla="*/ 24755472 w 58051775"/>
                <a:gd name="connsiteY8623" fmla="*/ 23788692 h 57949372"/>
                <a:gd name="connsiteX8624" fmla="*/ 24845264 w 58051775"/>
                <a:gd name="connsiteY8624" fmla="*/ 23742743 h 57949372"/>
                <a:gd name="connsiteX8625" fmla="*/ 24911588 w 58051775"/>
                <a:gd name="connsiteY8625" fmla="*/ 23697672 h 57949372"/>
                <a:gd name="connsiteX8626" fmla="*/ 24978552 w 58051775"/>
                <a:gd name="connsiteY8626" fmla="*/ 23648535 h 57949372"/>
                <a:gd name="connsiteX8627" fmla="*/ 25053480 w 58051775"/>
                <a:gd name="connsiteY8627" fmla="*/ 23604888 h 57949372"/>
                <a:gd name="connsiteX8628" fmla="*/ 25119256 w 58051775"/>
                <a:gd name="connsiteY8628" fmla="*/ 23565648 h 57949372"/>
                <a:gd name="connsiteX8629" fmla="*/ 25188508 w 58051775"/>
                <a:gd name="connsiteY8629" fmla="*/ 23518570 h 57949372"/>
                <a:gd name="connsiteX8630" fmla="*/ 25278124 w 58051775"/>
                <a:gd name="connsiteY8630" fmla="*/ 23473379 h 57949372"/>
                <a:gd name="connsiteX8631" fmla="*/ 25356200 w 58051775"/>
                <a:gd name="connsiteY8631" fmla="*/ 23430755 h 57949372"/>
                <a:gd name="connsiteX8632" fmla="*/ 25424808 w 58051775"/>
                <a:gd name="connsiteY8632" fmla="*/ 23381363 h 57949372"/>
                <a:gd name="connsiteX8633" fmla="*/ 25498336 w 58051775"/>
                <a:gd name="connsiteY8633" fmla="*/ 23338023 h 57949372"/>
                <a:gd name="connsiteX8634" fmla="*/ 25563280 w 58051775"/>
                <a:gd name="connsiteY8634" fmla="*/ 23299054 h 57949372"/>
                <a:gd name="connsiteX8635" fmla="*/ 25644108 w 58051775"/>
                <a:gd name="connsiteY8635" fmla="*/ 23246675 h 57949372"/>
                <a:gd name="connsiteX8636" fmla="*/ 25714448 w 58051775"/>
                <a:gd name="connsiteY8636" fmla="*/ 23203402 h 57949372"/>
                <a:gd name="connsiteX8637" fmla="*/ 25779856 w 58051775"/>
                <a:gd name="connsiteY8637" fmla="*/ 23166531 h 57949372"/>
                <a:gd name="connsiteX8638" fmla="*/ 25868776 w 58051775"/>
                <a:gd name="connsiteY8638" fmla="*/ 23113339 h 57949372"/>
                <a:gd name="connsiteX8639" fmla="*/ 25941640 w 58051775"/>
                <a:gd name="connsiteY8639" fmla="*/ 23068959 h 57949372"/>
                <a:gd name="connsiteX8640" fmla="*/ 26002616 w 58051775"/>
                <a:gd name="connsiteY8640" fmla="*/ 23032910 h 57949372"/>
                <a:gd name="connsiteX8641" fmla="*/ 26078852 w 58051775"/>
                <a:gd name="connsiteY8641" fmla="*/ 22980811 h 57949372"/>
                <a:gd name="connsiteX8642" fmla="*/ 26149528 w 58051775"/>
                <a:gd name="connsiteY8642" fmla="*/ 22936703 h 57949372"/>
                <a:gd name="connsiteX8643" fmla="*/ 26231008 w 58051775"/>
                <a:gd name="connsiteY8643" fmla="*/ 22892252 h 57949372"/>
                <a:gd name="connsiteX8644" fmla="*/ 26298904 w 58051775"/>
                <a:gd name="connsiteY8644" fmla="*/ 22847802 h 57949372"/>
                <a:gd name="connsiteX8645" fmla="*/ 26358036 w 58051775"/>
                <a:gd name="connsiteY8645" fmla="*/ 22810555 h 57949372"/>
                <a:gd name="connsiteX8646" fmla="*/ 26442884 w 58051775"/>
                <a:gd name="connsiteY8646" fmla="*/ 22765003 h 57949372"/>
                <a:gd name="connsiteX8647" fmla="*/ 26518420 w 58051775"/>
                <a:gd name="connsiteY8647" fmla="*/ 22719656 h 57949372"/>
                <a:gd name="connsiteX8648" fmla="*/ 26601880 w 58051775"/>
                <a:gd name="connsiteY8648" fmla="*/ 22668242 h 57949372"/>
                <a:gd name="connsiteX8649" fmla="*/ 26678228 w 58051775"/>
                <a:gd name="connsiteY8649" fmla="*/ 22624476 h 57949372"/>
                <a:gd name="connsiteX8650" fmla="*/ 26740892 w 58051775"/>
                <a:gd name="connsiteY8650" fmla="*/ 22580759 h 57949372"/>
                <a:gd name="connsiteX8651" fmla="*/ 26778356 w 58051775"/>
                <a:gd name="connsiteY8651" fmla="*/ 22551543 h 57949372"/>
                <a:gd name="connsiteX8652" fmla="*/ 26876372 w 58051775"/>
                <a:gd name="connsiteY8652" fmla="*/ 22486421 h 57949372"/>
                <a:gd name="connsiteX8653" fmla="*/ 26952704 w 58051775"/>
                <a:gd name="connsiteY8653" fmla="*/ 22445475 h 57949372"/>
                <a:gd name="connsiteX8654" fmla="*/ 27016344 w 58051775"/>
                <a:gd name="connsiteY8654" fmla="*/ 22396318 h 57949372"/>
                <a:gd name="connsiteX8655" fmla="*/ 27096644 w 58051775"/>
                <a:gd name="connsiteY8655" fmla="*/ 22350494 h 57949372"/>
                <a:gd name="connsiteX8656" fmla="*/ 27182368 w 58051775"/>
                <a:gd name="connsiteY8656" fmla="*/ 22313329 h 57949372"/>
                <a:gd name="connsiteX8657" fmla="*/ 27228804 w 58051775"/>
                <a:gd name="connsiteY8657" fmla="*/ 22288406 h 57949372"/>
                <a:gd name="connsiteX8658" fmla="*/ 27329148 w 58051775"/>
                <a:gd name="connsiteY8658" fmla="*/ 22225502 h 57949372"/>
                <a:gd name="connsiteX8659" fmla="*/ 27403932 w 58051775"/>
                <a:gd name="connsiteY8659" fmla="*/ 22182731 h 57949372"/>
                <a:gd name="connsiteX8660" fmla="*/ 27474484 w 58051775"/>
                <a:gd name="connsiteY8660" fmla="*/ 22131460 h 57949372"/>
                <a:gd name="connsiteX8661" fmla="*/ 27543166 w 58051775"/>
                <a:gd name="connsiteY8661" fmla="*/ 22093257 h 57949372"/>
                <a:gd name="connsiteX8662" fmla="*/ 27606330 w 58051775"/>
                <a:gd name="connsiteY8662" fmla="*/ 22054815 h 57949372"/>
                <a:gd name="connsiteX8663" fmla="*/ 27678094 w 58051775"/>
                <a:gd name="connsiteY8663" fmla="*/ 22004168 h 57949372"/>
                <a:gd name="connsiteX8664" fmla="*/ 27761314 w 58051775"/>
                <a:gd name="connsiteY8664" fmla="*/ 21954067 h 57949372"/>
                <a:gd name="connsiteX8665" fmla="*/ 27832676 w 58051775"/>
                <a:gd name="connsiteY8665" fmla="*/ 21915188 h 57949372"/>
                <a:gd name="connsiteX8666" fmla="*/ 27891278 w 58051775"/>
                <a:gd name="connsiteY8666" fmla="*/ 21871082 h 57949372"/>
                <a:gd name="connsiteX8667" fmla="*/ 27973436 w 58051775"/>
                <a:gd name="connsiteY8667" fmla="*/ 21819332 h 57949372"/>
                <a:gd name="connsiteX8668" fmla="*/ 28053236 w 58051775"/>
                <a:gd name="connsiteY8668" fmla="*/ 21781002 h 57949372"/>
                <a:gd name="connsiteX8669" fmla="*/ 28121972 w 58051775"/>
                <a:gd name="connsiteY8669" fmla="*/ 21738284 h 57949372"/>
                <a:gd name="connsiteX8670" fmla="*/ 28205814 w 58051775"/>
                <a:gd name="connsiteY8670" fmla="*/ 21687367 h 57949372"/>
                <a:gd name="connsiteX8671" fmla="*/ 28277174 w 58051775"/>
                <a:gd name="connsiteY8671" fmla="*/ 21648488 h 57949372"/>
                <a:gd name="connsiteX8672" fmla="*/ 28335780 w 58051775"/>
                <a:gd name="connsiteY8672" fmla="*/ 21604382 h 57949372"/>
                <a:gd name="connsiteX8673" fmla="*/ 28417938 w 58051775"/>
                <a:gd name="connsiteY8673" fmla="*/ 21552631 h 57949372"/>
                <a:gd name="connsiteX8674" fmla="*/ 28498866 w 58051775"/>
                <a:gd name="connsiteY8674" fmla="*/ 21514302 h 57949372"/>
                <a:gd name="connsiteX8675" fmla="*/ 28563870 w 58051775"/>
                <a:gd name="connsiteY8675" fmla="*/ 21476804 h 57949372"/>
                <a:gd name="connsiteX8676" fmla="*/ 28630928 w 58051775"/>
                <a:gd name="connsiteY8676" fmla="*/ 21414663 h 57949372"/>
                <a:gd name="connsiteX8677" fmla="*/ 28700844 w 58051775"/>
                <a:gd name="connsiteY8677" fmla="*/ 21369557 h 57949372"/>
                <a:gd name="connsiteX8678" fmla="*/ 28780006 w 58051775"/>
                <a:gd name="connsiteY8678" fmla="*/ 21336017 h 57949372"/>
                <a:gd name="connsiteX8679" fmla="*/ 28837040 w 58051775"/>
                <a:gd name="connsiteY8679" fmla="*/ 21288446 h 57949372"/>
                <a:gd name="connsiteX8680" fmla="*/ 28928022 w 58051775"/>
                <a:gd name="connsiteY8680" fmla="*/ 21241446 h 57949372"/>
                <a:gd name="connsiteX8681" fmla="*/ 28997874 w 58051775"/>
                <a:gd name="connsiteY8681" fmla="*/ 21203189 h 57949372"/>
                <a:gd name="connsiteX8682" fmla="*/ 29057604 w 58051775"/>
                <a:gd name="connsiteY8682" fmla="*/ 21144222 h 57949372"/>
                <a:gd name="connsiteX8683" fmla="*/ 29150122 w 58051775"/>
                <a:gd name="connsiteY8683" fmla="*/ 21099735 h 57949372"/>
                <a:gd name="connsiteX8684" fmla="*/ 29223792 w 58051775"/>
                <a:gd name="connsiteY8684" fmla="*/ 21069802 h 57949372"/>
                <a:gd name="connsiteX8685" fmla="*/ 29283676 w 58051775"/>
                <a:gd name="connsiteY8685" fmla="*/ 21019690 h 57949372"/>
                <a:gd name="connsiteX8686" fmla="*/ 29367812 w 58051775"/>
                <a:gd name="connsiteY8686" fmla="*/ 20965715 h 57949372"/>
                <a:gd name="connsiteX8687" fmla="*/ 29444872 w 58051775"/>
                <a:gd name="connsiteY8687" fmla="*/ 20930411 h 57949372"/>
                <a:gd name="connsiteX8688" fmla="*/ 29526116 w 58051775"/>
                <a:gd name="connsiteY8688" fmla="*/ 20883325 h 57949372"/>
                <a:gd name="connsiteX8689" fmla="*/ 29605548 w 58051775"/>
                <a:gd name="connsiteY8689" fmla="*/ 20835392 h 57949372"/>
                <a:gd name="connsiteX8690" fmla="*/ 29661130 w 58051775"/>
                <a:gd name="connsiteY8690" fmla="*/ 20803102 h 57949372"/>
                <a:gd name="connsiteX8691" fmla="*/ 29724012 w 58051775"/>
                <a:gd name="connsiteY8691" fmla="*/ 20760226 h 57949372"/>
                <a:gd name="connsiteX8692" fmla="*/ 29806994 w 58051775"/>
                <a:gd name="connsiteY8692" fmla="*/ 20709312 h 57949372"/>
                <a:gd name="connsiteX8693" fmla="*/ 29877374 w 58051775"/>
                <a:gd name="connsiteY8693" fmla="*/ 20670588 h 57949372"/>
                <a:gd name="connsiteX8694" fmla="*/ 29935978 w 58051775"/>
                <a:gd name="connsiteY8694" fmla="*/ 20626483 h 57949372"/>
                <a:gd name="connsiteX8695" fmla="*/ 30018136 w 58051775"/>
                <a:gd name="connsiteY8695" fmla="*/ 20574731 h 57949372"/>
                <a:gd name="connsiteX8696" fmla="*/ 30098800 w 58051775"/>
                <a:gd name="connsiteY8696" fmla="*/ 20536403 h 57949372"/>
                <a:gd name="connsiteX8697" fmla="*/ 30168708 w 58051775"/>
                <a:gd name="connsiteY8697" fmla="*/ 20493271 h 57949372"/>
                <a:gd name="connsiteX8698" fmla="*/ 30242380 w 58051775"/>
                <a:gd name="connsiteY8698" fmla="*/ 20435119 h 57949372"/>
                <a:gd name="connsiteX8699" fmla="*/ 30323712 w 58051775"/>
                <a:gd name="connsiteY8699" fmla="*/ 20389349 h 57949372"/>
                <a:gd name="connsiteX8700" fmla="*/ 30382838 w 58051775"/>
                <a:gd name="connsiteY8700" fmla="*/ 20358602 h 57949372"/>
                <a:gd name="connsiteX8701" fmla="*/ 30454604 w 58051775"/>
                <a:gd name="connsiteY8701" fmla="*/ 20314152 h 57949372"/>
                <a:gd name="connsiteX8702" fmla="*/ 30545296 w 58051775"/>
                <a:gd name="connsiteY8702" fmla="*/ 20269702 h 57949372"/>
                <a:gd name="connsiteX8703" fmla="*/ 30598072 w 58051775"/>
                <a:gd name="connsiteY8703" fmla="*/ 20225289 h 57949372"/>
                <a:gd name="connsiteX8704" fmla="*/ 30657804 w 58051775"/>
                <a:gd name="connsiteY8704" fmla="*/ 20166608 h 57949372"/>
                <a:gd name="connsiteX8705" fmla="*/ 30741544 w 58051775"/>
                <a:gd name="connsiteY8705" fmla="*/ 20127995 h 57949372"/>
                <a:gd name="connsiteX8706" fmla="*/ 30827120 w 58051775"/>
                <a:gd name="connsiteY8706" fmla="*/ 20090870 h 57949372"/>
                <a:gd name="connsiteX8707" fmla="*/ 30881806 w 58051775"/>
                <a:gd name="connsiteY8707" fmla="*/ 20043722 h 57949372"/>
                <a:gd name="connsiteX8708" fmla="*/ 30972720 w 58051775"/>
                <a:gd name="connsiteY8708" fmla="*/ 19996846 h 57949372"/>
                <a:gd name="connsiteX8709" fmla="*/ 31042572 w 58051775"/>
                <a:gd name="connsiteY8709" fmla="*/ 19958589 h 57949372"/>
                <a:gd name="connsiteX8710" fmla="*/ 31102304 w 58051775"/>
                <a:gd name="connsiteY8710" fmla="*/ 19899622 h 57949372"/>
                <a:gd name="connsiteX8711" fmla="*/ 31194822 w 58051775"/>
                <a:gd name="connsiteY8711" fmla="*/ 19855135 h 57949372"/>
                <a:gd name="connsiteX8712" fmla="*/ 31268928 w 58051775"/>
                <a:gd name="connsiteY8712" fmla="*/ 19825202 h 57949372"/>
                <a:gd name="connsiteX8713" fmla="*/ 31334324 w 58051775"/>
                <a:gd name="connsiteY8713" fmla="*/ 19780752 h 57949372"/>
                <a:gd name="connsiteX8714" fmla="*/ 31408404 w 58051775"/>
                <a:gd name="connsiteY8714" fmla="*/ 19736303 h 57949372"/>
                <a:gd name="connsiteX8715" fmla="*/ 31502856 w 58051775"/>
                <a:gd name="connsiteY8715" fmla="*/ 19684533 h 57949372"/>
                <a:gd name="connsiteX8716" fmla="*/ 31567280 w 58051775"/>
                <a:gd name="connsiteY8716" fmla="*/ 19639947 h 57949372"/>
                <a:gd name="connsiteX8717" fmla="*/ 31645548 w 58051775"/>
                <a:gd name="connsiteY8717" fmla="*/ 19594928 h 57949372"/>
                <a:gd name="connsiteX8718" fmla="*/ 31702768 w 58051775"/>
                <a:gd name="connsiteY8718" fmla="*/ 19558502 h 57949372"/>
                <a:gd name="connsiteX8719" fmla="*/ 31760992 w 58051775"/>
                <a:gd name="connsiteY8719" fmla="*/ 19508318 h 57949372"/>
                <a:gd name="connsiteX8720" fmla="*/ 31847420 w 58051775"/>
                <a:gd name="connsiteY8720" fmla="*/ 19456300 h 57949372"/>
                <a:gd name="connsiteX8721" fmla="*/ 31933242 w 58051775"/>
                <a:gd name="connsiteY8721" fmla="*/ 19417081 h 57949372"/>
                <a:gd name="connsiteX8722" fmla="*/ 31983850 w 58051775"/>
                <a:gd name="connsiteY8722" fmla="*/ 19380209 h 57949372"/>
                <a:gd name="connsiteX8723" fmla="*/ 32054804 w 58051775"/>
                <a:gd name="connsiteY8723" fmla="*/ 19335770 h 57949372"/>
                <a:gd name="connsiteX8724" fmla="*/ 32144260 w 58051775"/>
                <a:gd name="connsiteY8724" fmla="*/ 19291306 h 57949372"/>
                <a:gd name="connsiteX8725" fmla="*/ 32214416 w 58051775"/>
                <a:gd name="connsiteY8725" fmla="*/ 19246861 h 57949372"/>
                <a:gd name="connsiteX8726" fmla="*/ 32316308 w 58051775"/>
                <a:gd name="connsiteY8726" fmla="*/ 19183246 h 57949372"/>
                <a:gd name="connsiteX8727" fmla="*/ 32381888 w 58051775"/>
                <a:gd name="connsiteY8727" fmla="*/ 19147032 h 57949372"/>
                <a:gd name="connsiteX8728" fmla="*/ 32433748 w 58051775"/>
                <a:gd name="connsiteY8728" fmla="*/ 19109483 h 57949372"/>
                <a:gd name="connsiteX8729" fmla="*/ 32511484 w 58051775"/>
                <a:gd name="connsiteY8729" fmla="*/ 19063216 h 57949372"/>
                <a:gd name="connsiteX8730" fmla="*/ 32582792 w 58051775"/>
                <a:gd name="connsiteY8730" fmla="*/ 19024604 h 57949372"/>
                <a:gd name="connsiteX8731" fmla="*/ 32664404 w 58051775"/>
                <a:gd name="connsiteY8731" fmla="*/ 18973807 h 57949372"/>
                <a:gd name="connsiteX8732" fmla="*/ 32737724 w 58051775"/>
                <a:gd name="connsiteY8732" fmla="*/ 18923016 h 57949372"/>
                <a:gd name="connsiteX8733" fmla="*/ 32797754 w 58051775"/>
                <a:gd name="connsiteY8733" fmla="*/ 18884904 h 57949372"/>
                <a:gd name="connsiteX8734" fmla="*/ 32864714 w 58051775"/>
                <a:gd name="connsiteY8734" fmla="*/ 18846811 h 57949372"/>
                <a:gd name="connsiteX8735" fmla="*/ 32934524 w 58051775"/>
                <a:gd name="connsiteY8735" fmla="*/ 18802353 h 57949372"/>
                <a:gd name="connsiteX8736" fmla="*/ 33016496 w 58051775"/>
                <a:gd name="connsiteY8736" fmla="*/ 18757902 h 57949372"/>
                <a:gd name="connsiteX8737" fmla="*/ 33108904 w 58051775"/>
                <a:gd name="connsiteY8737" fmla="*/ 18707111 h 57949372"/>
                <a:gd name="connsiteX8738" fmla="*/ 33182224 w 58051775"/>
                <a:gd name="connsiteY8738" fmla="*/ 18656314 h 57949372"/>
                <a:gd name="connsiteX8739" fmla="*/ 33242256 w 58051775"/>
                <a:gd name="connsiteY8739" fmla="*/ 18618202 h 57949372"/>
                <a:gd name="connsiteX8740" fmla="*/ 33309592 w 58051775"/>
                <a:gd name="connsiteY8740" fmla="*/ 18580109 h 57949372"/>
                <a:gd name="connsiteX8741" fmla="*/ 33373892 w 58051775"/>
                <a:gd name="connsiteY8741" fmla="*/ 18530533 h 57949372"/>
                <a:gd name="connsiteX8742" fmla="*/ 33466912 w 58051775"/>
                <a:gd name="connsiteY8742" fmla="*/ 18473099 h 57949372"/>
                <a:gd name="connsiteX8743" fmla="*/ 33534360 w 58051775"/>
                <a:gd name="connsiteY8743" fmla="*/ 18440390 h 57949372"/>
                <a:gd name="connsiteX8744" fmla="*/ 33606032 w 58051775"/>
                <a:gd name="connsiteY8744" fmla="*/ 18396590 h 57949372"/>
                <a:gd name="connsiteX8745" fmla="*/ 33695084 w 58051775"/>
                <a:gd name="connsiteY8745" fmla="*/ 18345540 h 57949372"/>
                <a:gd name="connsiteX8746" fmla="*/ 33746288 w 58051775"/>
                <a:gd name="connsiteY8746" fmla="*/ 18313413 h 57949372"/>
                <a:gd name="connsiteX8747" fmla="*/ 33805692 w 58051775"/>
                <a:gd name="connsiteY8747" fmla="*/ 18263628 h 57949372"/>
                <a:gd name="connsiteX8748" fmla="*/ 33942000 w 58051775"/>
                <a:gd name="connsiteY8748" fmla="*/ 18197685 h 57949372"/>
                <a:gd name="connsiteX8749" fmla="*/ 33982180 w 58051775"/>
                <a:gd name="connsiteY8749" fmla="*/ 18168924 h 57949372"/>
                <a:gd name="connsiteX8750" fmla="*/ 34035960 w 58051775"/>
                <a:gd name="connsiteY8750" fmla="*/ 18131166 h 57949372"/>
                <a:gd name="connsiteX8751" fmla="*/ 34109732 w 58051775"/>
                <a:gd name="connsiteY8751" fmla="*/ 18084918 h 57949372"/>
                <a:gd name="connsiteX8752" fmla="*/ 34179508 w 58051775"/>
                <a:gd name="connsiteY8752" fmla="*/ 18046711 h 57949372"/>
                <a:gd name="connsiteX8753" fmla="*/ 34254348 w 58051775"/>
                <a:gd name="connsiteY8753" fmla="*/ 18008118 h 57949372"/>
                <a:gd name="connsiteX8754" fmla="*/ 34474460 w 58051775"/>
                <a:gd name="connsiteY8754" fmla="*/ 17863338 h 57949372"/>
                <a:gd name="connsiteX8755" fmla="*/ 34544344 w 58051775"/>
                <a:gd name="connsiteY8755" fmla="*/ 17817640 h 57949372"/>
                <a:gd name="connsiteX8756" fmla="*/ 34615220 w 58051775"/>
                <a:gd name="connsiteY8756" fmla="*/ 17780009 h 57949372"/>
                <a:gd name="connsiteX8757" fmla="*/ 34709104 w 58051775"/>
                <a:gd name="connsiteY8757" fmla="*/ 17729218 h 57949372"/>
                <a:gd name="connsiteX8758" fmla="*/ 34777480 w 58051775"/>
                <a:gd name="connsiteY8758" fmla="*/ 17678402 h 57949372"/>
                <a:gd name="connsiteX8759" fmla="*/ 34834944 w 58051775"/>
                <a:gd name="connsiteY8759" fmla="*/ 17645693 h 57949372"/>
                <a:gd name="connsiteX8760" fmla="*/ 34921640 w 58051775"/>
                <a:gd name="connsiteY8760" fmla="*/ 17599761 h 57949372"/>
                <a:gd name="connsiteX8761" fmla="*/ 34969448 w 58051775"/>
                <a:gd name="connsiteY8761" fmla="*/ 17586570 h 57949372"/>
                <a:gd name="connsiteX8762" fmla="*/ 34933772 w 58051775"/>
                <a:gd name="connsiteY8762" fmla="*/ 17559460 h 57949372"/>
                <a:gd name="connsiteX8763" fmla="*/ 34871596 w 58051775"/>
                <a:gd name="connsiteY8763" fmla="*/ 17510137 h 57949372"/>
                <a:gd name="connsiteX8764" fmla="*/ 34795504 w 58051775"/>
                <a:gd name="connsiteY8764" fmla="*/ 17487905 h 57949372"/>
                <a:gd name="connsiteX8765" fmla="*/ 34698932 w 58051775"/>
                <a:gd name="connsiteY8765" fmla="*/ 17438449 h 57949372"/>
                <a:gd name="connsiteX8766" fmla="*/ 34590316 w 58051775"/>
                <a:gd name="connsiteY8766" fmla="*/ 17389392 h 57949372"/>
                <a:gd name="connsiteX8767" fmla="*/ 34495068 w 58051775"/>
                <a:gd name="connsiteY8767" fmla="*/ 17350685 h 57949372"/>
                <a:gd name="connsiteX8768" fmla="*/ 34404304 w 58051775"/>
                <a:gd name="connsiteY8768" fmla="*/ 17297041 h 57949372"/>
                <a:gd name="connsiteX8769" fmla="*/ 34315404 w 58051775"/>
                <a:gd name="connsiteY8769" fmla="*/ 17253039 h 57949372"/>
                <a:gd name="connsiteX8770" fmla="*/ 34240172 w 58051775"/>
                <a:gd name="connsiteY8770" fmla="*/ 17216458 h 57949372"/>
                <a:gd name="connsiteX8771" fmla="*/ 34161512 w 58051775"/>
                <a:gd name="connsiteY8771" fmla="*/ 17170817 h 57949372"/>
                <a:gd name="connsiteX8772" fmla="*/ 34069300 w 58051775"/>
                <a:gd name="connsiteY8772" fmla="*/ 17132319 h 57949372"/>
                <a:gd name="connsiteX8773" fmla="*/ 33919216 w 58051775"/>
                <a:gd name="connsiteY8773" fmla="*/ 17074879 h 57949372"/>
                <a:gd name="connsiteX8774" fmla="*/ 33824816 w 58051775"/>
                <a:gd name="connsiteY8774" fmla="*/ 17043410 h 57949372"/>
                <a:gd name="connsiteX8775" fmla="*/ 33719904 w 58051775"/>
                <a:gd name="connsiteY8775" fmla="*/ 17004798 h 57949372"/>
                <a:gd name="connsiteX8776" fmla="*/ 33597416 w 58051775"/>
                <a:gd name="connsiteY8776" fmla="*/ 16952603 h 57949372"/>
                <a:gd name="connsiteX8777" fmla="*/ 33475904 w 58051775"/>
                <a:gd name="connsiteY8777" fmla="*/ 16902312 h 57949372"/>
                <a:gd name="connsiteX8778" fmla="*/ 33376144 w 58051775"/>
                <a:gd name="connsiteY8778" fmla="*/ 16865617 h 57949372"/>
                <a:gd name="connsiteX8779" fmla="*/ 33274668 w 58051775"/>
                <a:gd name="connsiteY8779" fmla="*/ 16826189 h 57949372"/>
                <a:gd name="connsiteX8780" fmla="*/ 33138860 w 58051775"/>
                <a:gd name="connsiteY8780" fmla="*/ 16769603 h 57949372"/>
                <a:gd name="connsiteX8781" fmla="*/ 33024924 w 58051775"/>
                <a:gd name="connsiteY8781" fmla="*/ 16758215 h 57949372"/>
                <a:gd name="connsiteX8782" fmla="*/ 32962856 w 58051775"/>
                <a:gd name="connsiteY8782" fmla="*/ 16725917 h 57949372"/>
                <a:gd name="connsiteX8783" fmla="*/ 32862600 w 58051775"/>
                <a:gd name="connsiteY8783" fmla="*/ 16687805 h 57949372"/>
                <a:gd name="connsiteX8784" fmla="*/ 32686762 w 58051775"/>
                <a:gd name="connsiteY8784" fmla="*/ 16627790 h 57949372"/>
                <a:gd name="connsiteX8785" fmla="*/ 32541872 w 58051775"/>
                <a:gd name="connsiteY8785" fmla="*/ 16591911 h 57949372"/>
                <a:gd name="connsiteX8786" fmla="*/ 32402260 w 58051775"/>
                <a:gd name="connsiteY8786" fmla="*/ 16550636 h 57949372"/>
                <a:gd name="connsiteX8787" fmla="*/ 32285658 w 58051775"/>
                <a:gd name="connsiteY8787" fmla="*/ 16503116 h 57949372"/>
                <a:gd name="connsiteX8788" fmla="*/ 32154104 w 58051775"/>
                <a:gd name="connsiteY8788" fmla="*/ 16492272 h 57949372"/>
                <a:gd name="connsiteX8789" fmla="*/ 32067404 w 58051775"/>
                <a:gd name="connsiteY8789" fmla="*/ 16454723 h 57949372"/>
                <a:gd name="connsiteX8790" fmla="*/ 31898256 w 58051775"/>
                <a:gd name="connsiteY8790" fmla="*/ 16413998 h 57949372"/>
                <a:gd name="connsiteX8791" fmla="*/ 31716364 w 58051775"/>
                <a:gd name="connsiteY8791" fmla="*/ 16403502 h 57949372"/>
                <a:gd name="connsiteX8792" fmla="*/ 31623312 w 58051775"/>
                <a:gd name="connsiteY8792" fmla="*/ 16366162 h 57949372"/>
                <a:gd name="connsiteX8793" fmla="*/ 31460104 w 58051775"/>
                <a:gd name="connsiteY8793" fmla="*/ 16325557 h 57949372"/>
                <a:gd name="connsiteX8794" fmla="*/ 31220818 w 58051775"/>
                <a:gd name="connsiteY8794" fmla="*/ 16279410 h 57949372"/>
                <a:gd name="connsiteX8795" fmla="*/ 30914068 w 58051775"/>
                <a:gd name="connsiteY8795" fmla="*/ 16234889 h 57949372"/>
                <a:gd name="connsiteX8796" fmla="*/ 30547578 w 58051775"/>
                <a:gd name="connsiteY8796" fmla="*/ 16179366 h 57949372"/>
                <a:gd name="connsiteX8797" fmla="*/ 30198328 w 58051775"/>
                <a:gd name="connsiteY8797" fmla="*/ 16142823 h 57949372"/>
                <a:gd name="connsiteX8798" fmla="*/ 29673554 w 58051775"/>
                <a:gd name="connsiteY8798" fmla="*/ 16129613 h 57949372"/>
                <a:gd name="connsiteX8799" fmla="*/ 29388312 w 58051775"/>
                <a:gd name="connsiteY8799" fmla="*/ 16091412 h 57949372"/>
                <a:gd name="connsiteX8800" fmla="*/ 28853690 w 58051775"/>
                <a:gd name="connsiteY8800" fmla="*/ 16065517 h 57949372"/>
                <a:gd name="connsiteX8801" fmla="*/ 17008652 w 58051775"/>
                <a:gd name="connsiteY8801" fmla="*/ 15987863 h 57949372"/>
                <a:gd name="connsiteX8802" fmla="*/ 17112344 w 58051775"/>
                <a:gd name="connsiteY8802" fmla="*/ 16009260 h 57949372"/>
                <a:gd name="connsiteX8803" fmla="*/ 17117064 w 58051775"/>
                <a:gd name="connsiteY8803" fmla="*/ 16228069 h 57949372"/>
                <a:gd name="connsiteX8804" fmla="*/ 16898260 w 58051775"/>
                <a:gd name="connsiteY8804" fmla="*/ 16223343 h 57949372"/>
                <a:gd name="connsiteX8805" fmla="*/ 16903704 w 58051775"/>
                <a:gd name="connsiteY8805" fmla="*/ 16014701 h 57949372"/>
                <a:gd name="connsiteX8806" fmla="*/ 17008652 w 58051775"/>
                <a:gd name="connsiteY8806" fmla="*/ 15987863 h 57949372"/>
                <a:gd name="connsiteX8807" fmla="*/ 19851888 w 58051775"/>
                <a:gd name="connsiteY8807" fmla="*/ 15984997 h 57949372"/>
                <a:gd name="connsiteX8808" fmla="*/ 20035676 w 58051775"/>
                <a:gd name="connsiteY8808" fmla="*/ 16017042 h 57949372"/>
                <a:gd name="connsiteX8809" fmla="*/ 20071616 w 58051775"/>
                <a:gd name="connsiteY8809" fmla="*/ 16291279 h 57949372"/>
                <a:gd name="connsiteX8810" fmla="*/ 19925188 w 58051775"/>
                <a:gd name="connsiteY8810" fmla="*/ 16421103 h 57949372"/>
                <a:gd name="connsiteX8811" fmla="*/ 19807112 w 58051775"/>
                <a:gd name="connsiteY8811" fmla="*/ 16394594 h 57949372"/>
                <a:gd name="connsiteX8812" fmla="*/ 19735800 w 58051775"/>
                <a:gd name="connsiteY8812" fmla="*/ 16176911 h 57949372"/>
                <a:gd name="connsiteX8813" fmla="*/ 19802616 w 58051775"/>
                <a:gd name="connsiteY8813" fmla="*/ 15991311 h 57949372"/>
                <a:gd name="connsiteX8814" fmla="*/ 19851888 w 58051775"/>
                <a:gd name="connsiteY8814" fmla="*/ 15984997 h 57949372"/>
                <a:gd name="connsiteX8815" fmla="*/ 21993772 w 58051775"/>
                <a:gd name="connsiteY8815" fmla="*/ 15816359 h 57949372"/>
                <a:gd name="connsiteX8816" fmla="*/ 22024532 w 58051775"/>
                <a:gd name="connsiteY8816" fmla="*/ 15818143 h 57949372"/>
                <a:gd name="connsiteX8817" fmla="*/ 22119952 w 58051775"/>
                <a:gd name="connsiteY8817" fmla="*/ 15950466 h 57949372"/>
                <a:gd name="connsiteX8818" fmla="*/ 22001008 w 58051775"/>
                <a:gd name="connsiteY8818" fmla="*/ 16065517 h 57949372"/>
                <a:gd name="connsiteX8819" fmla="*/ 21869400 w 58051775"/>
                <a:gd name="connsiteY8819" fmla="*/ 15983118 h 57949372"/>
                <a:gd name="connsiteX8820" fmla="*/ 21931416 w 58051775"/>
                <a:gd name="connsiteY8820" fmla="*/ 15837958 h 57949372"/>
                <a:gd name="connsiteX8821" fmla="*/ 21993772 w 58051775"/>
                <a:gd name="connsiteY8821" fmla="*/ 15816359 h 57949372"/>
                <a:gd name="connsiteX8822" fmla="*/ 23500360 w 58051775"/>
                <a:gd name="connsiteY8822" fmla="*/ 15816264 h 57949372"/>
                <a:gd name="connsiteX8823" fmla="*/ 23531424 w 58051775"/>
                <a:gd name="connsiteY8823" fmla="*/ 15818206 h 57949372"/>
                <a:gd name="connsiteX8824" fmla="*/ 23621540 w 58051775"/>
                <a:gd name="connsiteY8824" fmla="*/ 15852788 h 57949372"/>
                <a:gd name="connsiteX8825" fmla="*/ 23680368 w 58051775"/>
                <a:gd name="connsiteY8825" fmla="*/ 15895436 h 57949372"/>
                <a:gd name="connsiteX8826" fmla="*/ 23704552 w 58051775"/>
                <a:gd name="connsiteY8826" fmla="*/ 16024286 h 57949372"/>
                <a:gd name="connsiteX8827" fmla="*/ 23679152 w 58051775"/>
                <a:gd name="connsiteY8827" fmla="*/ 16167535 h 57949372"/>
                <a:gd name="connsiteX8828" fmla="*/ 23501260 w 58051775"/>
                <a:gd name="connsiteY8828" fmla="*/ 16243310 h 57949372"/>
                <a:gd name="connsiteX8829" fmla="*/ 23354804 w 58051775"/>
                <a:gd name="connsiteY8829" fmla="*/ 16179309 h 57949372"/>
                <a:gd name="connsiteX8830" fmla="*/ 23285624 w 58051775"/>
                <a:gd name="connsiteY8830" fmla="*/ 16042779 h 57949372"/>
                <a:gd name="connsiteX8831" fmla="*/ 23348600 w 58051775"/>
                <a:gd name="connsiteY8831" fmla="*/ 15913227 h 57949372"/>
                <a:gd name="connsiteX8832" fmla="*/ 23432984 w 58051775"/>
                <a:gd name="connsiteY8832" fmla="*/ 15855888 h 57949372"/>
                <a:gd name="connsiteX8833" fmla="*/ 23500360 w 58051775"/>
                <a:gd name="connsiteY8833" fmla="*/ 15816264 h 57949372"/>
                <a:gd name="connsiteX8834" fmla="*/ 35404348 w 58051775"/>
                <a:gd name="connsiteY8834" fmla="*/ 15805692 h 57949372"/>
                <a:gd name="connsiteX8835" fmla="*/ 35546220 w 58051775"/>
                <a:gd name="connsiteY8835" fmla="*/ 15896746 h 57949372"/>
                <a:gd name="connsiteX8836" fmla="*/ 35560002 w 58051775"/>
                <a:gd name="connsiteY8836" fmla="*/ 16027563 h 57949372"/>
                <a:gd name="connsiteX8837" fmla="*/ 35424312 w 58051775"/>
                <a:gd name="connsiteY8837" fmla="*/ 16147916 h 57949372"/>
                <a:gd name="connsiteX8838" fmla="*/ 35295992 w 58051775"/>
                <a:gd name="connsiteY8838" fmla="*/ 16139824 h 57949372"/>
                <a:gd name="connsiteX8839" fmla="*/ 35221682 w 58051775"/>
                <a:gd name="connsiteY8839" fmla="*/ 16016928 h 57949372"/>
                <a:gd name="connsiteX8840" fmla="*/ 35231340 w 58051775"/>
                <a:gd name="connsiteY8840" fmla="*/ 15914524 h 57949372"/>
                <a:gd name="connsiteX8841" fmla="*/ 35356802 w 58051775"/>
                <a:gd name="connsiteY8841" fmla="*/ 15807900 h 57949372"/>
                <a:gd name="connsiteX8842" fmla="*/ 35404348 w 58051775"/>
                <a:gd name="connsiteY8842" fmla="*/ 15805692 h 57949372"/>
                <a:gd name="connsiteX8843" fmla="*/ 36355476 w 58051775"/>
                <a:gd name="connsiteY8843" fmla="*/ 15805110 h 57949372"/>
                <a:gd name="connsiteX8844" fmla="*/ 36451548 w 58051775"/>
                <a:gd name="connsiteY8844" fmla="*/ 15826469 h 57949372"/>
                <a:gd name="connsiteX8845" fmla="*/ 36537904 w 58051775"/>
                <a:gd name="connsiteY8845" fmla="*/ 15975526 h 57949372"/>
                <a:gd name="connsiteX8846" fmla="*/ 36510726 w 58051775"/>
                <a:gd name="connsiteY8846" fmla="*/ 16053762 h 57949372"/>
                <a:gd name="connsiteX8847" fmla="*/ 36316724 w 58051775"/>
                <a:gd name="connsiteY8847" fmla="*/ 16041001 h 57949372"/>
                <a:gd name="connsiteX8848" fmla="*/ 36312478 w 58051775"/>
                <a:gd name="connsiteY8848" fmla="*/ 15818877 h 57949372"/>
                <a:gd name="connsiteX8849" fmla="*/ 36355476 w 58051775"/>
                <a:gd name="connsiteY8849" fmla="*/ 15805110 h 57949372"/>
                <a:gd name="connsiteX8850" fmla="*/ 41367476 w 58051775"/>
                <a:gd name="connsiteY8850" fmla="*/ 15779993 h 57949372"/>
                <a:gd name="connsiteX8851" fmla="*/ 41311368 w 58051775"/>
                <a:gd name="connsiteY8851" fmla="*/ 15822584 h 57949372"/>
                <a:gd name="connsiteX8852" fmla="*/ 41255528 w 58051775"/>
                <a:gd name="connsiteY8852" fmla="*/ 15895373 h 57949372"/>
                <a:gd name="connsiteX8853" fmla="*/ 41173400 w 58051775"/>
                <a:gd name="connsiteY8853" fmla="*/ 16033605 h 57949372"/>
                <a:gd name="connsiteX8854" fmla="*/ 41122474 w 58051775"/>
                <a:gd name="connsiteY8854" fmla="*/ 16122704 h 57949372"/>
                <a:gd name="connsiteX8855" fmla="*/ 41078152 w 58051775"/>
                <a:gd name="connsiteY8855" fmla="*/ 16179809 h 57949372"/>
                <a:gd name="connsiteX8856" fmla="*/ 41032184 w 58051775"/>
                <a:gd name="connsiteY8856" fmla="*/ 16237445 h 57949372"/>
                <a:gd name="connsiteX8857" fmla="*/ 40996088 w 58051775"/>
                <a:gd name="connsiteY8857" fmla="*/ 16292304 h 57949372"/>
                <a:gd name="connsiteX8858" fmla="*/ 40945620 w 58051775"/>
                <a:gd name="connsiteY8858" fmla="*/ 16375867 h 57949372"/>
                <a:gd name="connsiteX8859" fmla="*/ 40899864 w 58051775"/>
                <a:gd name="connsiteY8859" fmla="*/ 16448719 h 57949372"/>
                <a:gd name="connsiteX8860" fmla="*/ 40861788 w 58051775"/>
                <a:gd name="connsiteY8860" fmla="*/ 16505128 h 57949372"/>
                <a:gd name="connsiteX8861" fmla="*/ 40817426 w 58051775"/>
                <a:gd name="connsiteY8861" fmla="*/ 16568300 h 57949372"/>
                <a:gd name="connsiteX8862" fmla="*/ 40777490 w 58051775"/>
                <a:gd name="connsiteY8862" fmla="*/ 16625487 h 57949372"/>
                <a:gd name="connsiteX8863" fmla="*/ 40728386 w 58051775"/>
                <a:gd name="connsiteY8863" fmla="*/ 16692360 h 57949372"/>
                <a:gd name="connsiteX8864" fmla="*/ 40672430 w 58051775"/>
                <a:gd name="connsiteY8864" fmla="*/ 16773747 h 57949372"/>
                <a:gd name="connsiteX8865" fmla="*/ 40640000 w 58051775"/>
                <a:gd name="connsiteY8865" fmla="*/ 16828688 h 57949372"/>
                <a:gd name="connsiteX8866" fmla="*/ 40603616 w 58051775"/>
                <a:gd name="connsiteY8866" fmla="*/ 16889399 h 57949372"/>
                <a:gd name="connsiteX8867" fmla="*/ 40539858 w 58051775"/>
                <a:gd name="connsiteY8867" fmla="*/ 16977049 h 57949372"/>
                <a:gd name="connsiteX8868" fmla="*/ 40499592 w 58051775"/>
                <a:gd name="connsiteY8868" fmla="*/ 17030706 h 57949372"/>
                <a:gd name="connsiteX8869" fmla="*/ 40462582 w 58051775"/>
                <a:gd name="connsiteY8869" fmla="*/ 17086963 h 57949372"/>
                <a:gd name="connsiteX8870" fmla="*/ 40413572 w 58051775"/>
                <a:gd name="connsiteY8870" fmla="*/ 17156544 h 57949372"/>
                <a:gd name="connsiteX8871" fmla="*/ 40365532 w 58051775"/>
                <a:gd name="connsiteY8871" fmla="*/ 17255772 h 57949372"/>
                <a:gd name="connsiteX8872" fmla="*/ 40415608 w 58051775"/>
                <a:gd name="connsiteY8872" fmla="*/ 17236678 h 57949372"/>
                <a:gd name="connsiteX8873" fmla="*/ 40534094 w 58051775"/>
                <a:gd name="connsiteY8873" fmla="*/ 17222519 h 57949372"/>
                <a:gd name="connsiteX8874" fmla="*/ 40640000 w 58051775"/>
                <a:gd name="connsiteY8874" fmla="*/ 17380484 h 57949372"/>
                <a:gd name="connsiteX8875" fmla="*/ 40578876 w 58051775"/>
                <a:gd name="connsiteY8875" fmla="*/ 17562674 h 57949372"/>
                <a:gd name="connsiteX8876" fmla="*/ 40471884 w 58051775"/>
                <a:gd name="connsiteY8876" fmla="*/ 17570285 h 57949372"/>
                <a:gd name="connsiteX8877" fmla="*/ 40399020 w 58051775"/>
                <a:gd name="connsiteY8877" fmla="*/ 17576808 h 57949372"/>
                <a:gd name="connsiteX8878" fmla="*/ 40360896 w 58051775"/>
                <a:gd name="connsiteY8878" fmla="*/ 17522841 h 57949372"/>
                <a:gd name="connsiteX8879" fmla="*/ 40313744 w 58051775"/>
                <a:gd name="connsiteY8879" fmla="*/ 17362744 h 57949372"/>
                <a:gd name="connsiteX8880" fmla="*/ 40341584 w 58051775"/>
                <a:gd name="connsiteY8880" fmla="*/ 17294232 h 57949372"/>
                <a:gd name="connsiteX8881" fmla="*/ 40330820 w 58051775"/>
                <a:gd name="connsiteY8881" fmla="*/ 17284704 h 57949372"/>
                <a:gd name="connsiteX8882" fmla="*/ 40271700 w 58051775"/>
                <a:gd name="connsiteY8882" fmla="*/ 17344156 h 57949372"/>
                <a:gd name="connsiteX8883" fmla="*/ 40233600 w 58051775"/>
                <a:gd name="connsiteY8883" fmla="*/ 17397003 h 57949372"/>
                <a:gd name="connsiteX8884" fmla="*/ 40195500 w 58051775"/>
                <a:gd name="connsiteY8884" fmla="*/ 17463016 h 57949372"/>
                <a:gd name="connsiteX8885" fmla="*/ 40151568 w 58051775"/>
                <a:gd name="connsiteY8885" fmla="*/ 17534400 h 57949372"/>
                <a:gd name="connsiteX8886" fmla="*/ 40093432 w 58051775"/>
                <a:gd name="connsiteY8886" fmla="*/ 17622670 h 57949372"/>
                <a:gd name="connsiteX8887" fmla="*/ 40060896 w 58051775"/>
                <a:gd name="connsiteY8887" fmla="*/ 17665717 h 57949372"/>
                <a:gd name="connsiteX8888" fmla="*/ 39998970 w 58051775"/>
                <a:gd name="connsiteY8888" fmla="*/ 17756081 h 57949372"/>
                <a:gd name="connsiteX8889" fmla="*/ 39960322 w 58051775"/>
                <a:gd name="connsiteY8889" fmla="*/ 17818241 h 57949372"/>
                <a:gd name="connsiteX8890" fmla="*/ 39915072 w 58051775"/>
                <a:gd name="connsiteY8890" fmla="*/ 17867564 h 57949372"/>
                <a:gd name="connsiteX8891" fmla="*/ 39866840 w 58051775"/>
                <a:gd name="connsiteY8891" fmla="*/ 17942023 h 57949372"/>
                <a:gd name="connsiteX8892" fmla="*/ 39738300 w 58051775"/>
                <a:gd name="connsiteY8892" fmla="*/ 18148280 h 57949372"/>
                <a:gd name="connsiteX8893" fmla="*/ 39703376 w 58051775"/>
                <a:gd name="connsiteY8893" fmla="*/ 18181514 h 57949372"/>
                <a:gd name="connsiteX8894" fmla="*/ 39666402 w 58051775"/>
                <a:gd name="connsiteY8894" fmla="*/ 18209459 h 57949372"/>
                <a:gd name="connsiteX8895" fmla="*/ 39612040 w 58051775"/>
                <a:gd name="connsiteY8895" fmla="*/ 18357472 h 57949372"/>
                <a:gd name="connsiteX8896" fmla="*/ 39549756 w 58051775"/>
                <a:gd name="connsiteY8896" fmla="*/ 18420891 h 57949372"/>
                <a:gd name="connsiteX8897" fmla="*/ 39510640 w 58051775"/>
                <a:gd name="connsiteY8897" fmla="*/ 18465817 h 57949372"/>
                <a:gd name="connsiteX8898" fmla="*/ 39482540 w 58051775"/>
                <a:gd name="connsiteY8898" fmla="*/ 18517481 h 57949372"/>
                <a:gd name="connsiteX8899" fmla="*/ 39440130 w 58051775"/>
                <a:gd name="connsiteY8899" fmla="*/ 18577806 h 57949372"/>
                <a:gd name="connsiteX8900" fmla="*/ 39366702 w 58051775"/>
                <a:gd name="connsiteY8900" fmla="*/ 18656314 h 57949372"/>
                <a:gd name="connsiteX8901" fmla="*/ 39320202 w 58051775"/>
                <a:gd name="connsiteY8901" fmla="*/ 18726167 h 57949372"/>
                <a:gd name="connsiteX8902" fmla="*/ 39421492 w 58051775"/>
                <a:gd name="connsiteY8902" fmla="*/ 18739510 h 57949372"/>
                <a:gd name="connsiteX8903" fmla="*/ 39570494 w 58051775"/>
                <a:gd name="connsiteY8903" fmla="*/ 18868809 h 57949372"/>
                <a:gd name="connsiteX8904" fmla="*/ 39550928 w 58051775"/>
                <a:gd name="connsiteY8904" fmla="*/ 18973092 h 57949372"/>
                <a:gd name="connsiteX8905" fmla="*/ 39403794 w 58051775"/>
                <a:gd name="connsiteY8905" fmla="*/ 19003264 h 57949372"/>
                <a:gd name="connsiteX8906" fmla="*/ 39243000 w 58051775"/>
                <a:gd name="connsiteY8906" fmla="*/ 18934904 h 57949372"/>
                <a:gd name="connsiteX8907" fmla="*/ 39203624 w 58051775"/>
                <a:gd name="connsiteY8907" fmla="*/ 18921213 h 57949372"/>
                <a:gd name="connsiteX8908" fmla="*/ 39160634 w 58051775"/>
                <a:gd name="connsiteY8908" fmla="*/ 18978868 h 57949372"/>
                <a:gd name="connsiteX8909" fmla="*/ 39116348 w 58051775"/>
                <a:gd name="connsiteY8909" fmla="*/ 19042597 h 57949372"/>
                <a:gd name="connsiteX8910" fmla="*/ 39077400 w 58051775"/>
                <a:gd name="connsiteY8910" fmla="*/ 19094615 h 57949372"/>
                <a:gd name="connsiteX8911" fmla="*/ 39039476 w 58051775"/>
                <a:gd name="connsiteY8911" fmla="*/ 19152821 h 57949372"/>
                <a:gd name="connsiteX8912" fmla="*/ 38988806 w 58051775"/>
                <a:gd name="connsiteY8912" fmla="*/ 19236327 h 57949372"/>
                <a:gd name="connsiteX8913" fmla="*/ 38937828 w 58051775"/>
                <a:gd name="connsiteY8913" fmla="*/ 19311482 h 57949372"/>
                <a:gd name="connsiteX8914" fmla="*/ 38899600 w 58051775"/>
                <a:gd name="connsiteY8914" fmla="*/ 19361330 h 57949372"/>
                <a:gd name="connsiteX8915" fmla="*/ 38861816 w 58051775"/>
                <a:gd name="connsiteY8915" fmla="*/ 19418998 h 57949372"/>
                <a:gd name="connsiteX8916" fmla="*/ 38815598 w 58051775"/>
                <a:gd name="connsiteY8916" fmla="*/ 19499328 h 57949372"/>
                <a:gd name="connsiteX8917" fmla="*/ 38782832 w 58051775"/>
                <a:gd name="connsiteY8917" fmla="*/ 19530211 h 57949372"/>
                <a:gd name="connsiteX8918" fmla="*/ 38960208 w 58051775"/>
                <a:gd name="connsiteY8918" fmla="*/ 19712582 h 57949372"/>
                <a:gd name="connsiteX8919" fmla="*/ 38966522 w 58051775"/>
                <a:gd name="connsiteY8919" fmla="*/ 19646888 h 57949372"/>
                <a:gd name="connsiteX8920" fmla="*/ 38990332 w 58051775"/>
                <a:gd name="connsiteY8920" fmla="*/ 19570380 h 57949372"/>
                <a:gd name="connsiteX8921" fmla="*/ 39202510 w 58051775"/>
                <a:gd name="connsiteY8921" fmla="*/ 19547377 h 57949372"/>
                <a:gd name="connsiteX8922" fmla="*/ 39299964 w 58051775"/>
                <a:gd name="connsiteY8922" fmla="*/ 19686250 h 57949372"/>
                <a:gd name="connsiteX8923" fmla="*/ 39148736 w 58051775"/>
                <a:gd name="connsiteY8923" fmla="*/ 19798361 h 57949372"/>
                <a:gd name="connsiteX8924" fmla="*/ 39062026 w 58051775"/>
                <a:gd name="connsiteY8924" fmla="*/ 19847749 h 57949372"/>
                <a:gd name="connsiteX8925" fmla="*/ 39302740 w 58051775"/>
                <a:gd name="connsiteY8925" fmla="*/ 20108020 h 57949372"/>
                <a:gd name="connsiteX8926" fmla="*/ 39346264 w 58051775"/>
                <a:gd name="connsiteY8926" fmla="*/ 20167257 h 57949372"/>
                <a:gd name="connsiteX8927" fmla="*/ 39451912 w 58051775"/>
                <a:gd name="connsiteY8927" fmla="*/ 20298279 h 57949372"/>
                <a:gd name="connsiteX8928" fmla="*/ 39508324 w 58051775"/>
                <a:gd name="connsiteY8928" fmla="*/ 20276262 h 57949372"/>
                <a:gd name="connsiteX8929" fmla="*/ 39726404 w 58051775"/>
                <a:gd name="connsiteY8929" fmla="*/ 20178771 h 57949372"/>
                <a:gd name="connsiteX8930" fmla="*/ 39913820 w 58051775"/>
                <a:gd name="connsiteY8930" fmla="*/ 20336710 h 57949372"/>
                <a:gd name="connsiteX8931" fmla="*/ 39774262 w 58051775"/>
                <a:gd name="connsiteY8931" fmla="*/ 20511798 h 57949372"/>
                <a:gd name="connsiteX8932" fmla="*/ 39664576 w 58051775"/>
                <a:gd name="connsiteY8932" fmla="*/ 20539288 h 57949372"/>
                <a:gd name="connsiteX8933" fmla="*/ 39685036 w 58051775"/>
                <a:gd name="connsiteY8933" fmla="*/ 20567370 h 57949372"/>
                <a:gd name="connsiteX8934" fmla="*/ 39839900 w 58051775"/>
                <a:gd name="connsiteY8934" fmla="*/ 20746283 h 57949372"/>
                <a:gd name="connsiteX8935" fmla="*/ 39870560 w 58051775"/>
                <a:gd name="connsiteY8935" fmla="*/ 20787276 h 57949372"/>
                <a:gd name="connsiteX8936" fmla="*/ 39920786 w 58051775"/>
                <a:gd name="connsiteY8936" fmla="*/ 20858225 h 57949372"/>
                <a:gd name="connsiteX8937" fmla="*/ 39960964 w 58051775"/>
                <a:gd name="connsiteY8937" fmla="*/ 20912969 h 57949372"/>
                <a:gd name="connsiteX8938" fmla="*/ 40013824 w 58051775"/>
                <a:gd name="connsiteY8938" fmla="*/ 20988991 h 57949372"/>
                <a:gd name="connsiteX8939" fmla="*/ 40057740 w 58051775"/>
                <a:gd name="connsiteY8939" fmla="*/ 21057103 h 57949372"/>
                <a:gd name="connsiteX8940" fmla="*/ 40092704 w 58051775"/>
                <a:gd name="connsiteY8940" fmla="*/ 21111464 h 57949372"/>
                <a:gd name="connsiteX8941" fmla="*/ 40146984 w 58051775"/>
                <a:gd name="connsiteY8941" fmla="*/ 21179937 h 57949372"/>
                <a:gd name="connsiteX8942" fmla="*/ 40193664 w 58051775"/>
                <a:gd name="connsiteY8942" fmla="*/ 21246487 h 57949372"/>
                <a:gd name="connsiteX8943" fmla="*/ 40228164 w 58051775"/>
                <a:gd name="connsiteY8943" fmla="*/ 21308187 h 57949372"/>
                <a:gd name="connsiteX8944" fmla="*/ 40266318 w 58051775"/>
                <a:gd name="connsiteY8944" fmla="*/ 21371992 h 57949372"/>
                <a:gd name="connsiteX8945" fmla="*/ 40316548 w 58051775"/>
                <a:gd name="connsiteY8945" fmla="*/ 21440594 h 57949372"/>
                <a:gd name="connsiteX8946" fmla="*/ 40355308 w 58051775"/>
                <a:gd name="connsiteY8946" fmla="*/ 21479535 h 57949372"/>
                <a:gd name="connsiteX8947" fmla="*/ 40398316 w 58051775"/>
                <a:gd name="connsiteY8947" fmla="*/ 21544284 h 57949372"/>
                <a:gd name="connsiteX8948" fmla="*/ 40442894 w 58051775"/>
                <a:gd name="connsiteY8948" fmla="*/ 21615903 h 57949372"/>
                <a:gd name="connsiteX8949" fmla="*/ 40480656 w 58051775"/>
                <a:gd name="connsiteY8949" fmla="*/ 21679404 h 57949372"/>
                <a:gd name="connsiteX8950" fmla="*/ 40541936 w 58051775"/>
                <a:gd name="connsiteY8950" fmla="*/ 21762170 h 57949372"/>
                <a:gd name="connsiteX8951" fmla="*/ 40607456 w 58051775"/>
                <a:gd name="connsiteY8951" fmla="*/ 21843759 h 57949372"/>
                <a:gd name="connsiteX8952" fmla="*/ 40640000 w 58051775"/>
                <a:gd name="connsiteY8952" fmla="*/ 21896543 h 57949372"/>
                <a:gd name="connsiteX8953" fmla="*/ 40663436 w 58051775"/>
                <a:gd name="connsiteY8953" fmla="*/ 21948303 h 57949372"/>
                <a:gd name="connsiteX8954" fmla="*/ 40748562 w 58051775"/>
                <a:gd name="connsiteY8954" fmla="*/ 22104853 h 57949372"/>
                <a:gd name="connsiteX8955" fmla="*/ 40810252 w 58051775"/>
                <a:gd name="connsiteY8955" fmla="*/ 22231853 h 57949372"/>
                <a:gd name="connsiteX8956" fmla="*/ 40820932 w 58051775"/>
                <a:gd name="connsiteY8956" fmla="*/ 22155653 h 57949372"/>
                <a:gd name="connsiteX8957" fmla="*/ 40970052 w 58051775"/>
                <a:gd name="connsiteY8957" fmla="*/ 22047703 h 57949372"/>
                <a:gd name="connsiteX8958" fmla="*/ 41075180 w 58051775"/>
                <a:gd name="connsiteY8958" fmla="*/ 22166737 h 57949372"/>
                <a:gd name="connsiteX8959" fmla="*/ 40970948 w 58051775"/>
                <a:gd name="connsiteY8959" fmla="*/ 22299503 h 57949372"/>
                <a:gd name="connsiteX8960" fmla="*/ 40881300 w 58051775"/>
                <a:gd name="connsiteY8960" fmla="*/ 22322817 h 57949372"/>
                <a:gd name="connsiteX8961" fmla="*/ 40948108 w 58051775"/>
                <a:gd name="connsiteY8961" fmla="*/ 22431892 h 57949372"/>
                <a:gd name="connsiteX8962" fmla="*/ 40993944 w 58051775"/>
                <a:gd name="connsiteY8962" fmla="*/ 22504382 h 57949372"/>
                <a:gd name="connsiteX8963" fmla="*/ 41028608 w 58051775"/>
                <a:gd name="connsiteY8963" fmla="*/ 22572333 h 57949372"/>
                <a:gd name="connsiteX8964" fmla="*/ 41072764 w 58051775"/>
                <a:gd name="connsiteY8964" fmla="*/ 22658914 h 57949372"/>
                <a:gd name="connsiteX8965" fmla="*/ 41123342 w 58051775"/>
                <a:gd name="connsiteY8965" fmla="*/ 22753224 h 57949372"/>
                <a:gd name="connsiteX8966" fmla="*/ 41167792 w 58051775"/>
                <a:gd name="connsiteY8966" fmla="*/ 22842125 h 57949372"/>
                <a:gd name="connsiteX8967" fmla="*/ 41212242 w 58051775"/>
                <a:gd name="connsiteY8967" fmla="*/ 22931024 h 57949372"/>
                <a:gd name="connsiteX8968" fmla="*/ 41256692 w 58051775"/>
                <a:gd name="connsiteY8968" fmla="*/ 23019924 h 57949372"/>
                <a:gd name="connsiteX8969" fmla="*/ 41300324 w 58051775"/>
                <a:gd name="connsiteY8969" fmla="*/ 23108082 h 57949372"/>
                <a:gd name="connsiteX8970" fmla="*/ 41345958 w 58051775"/>
                <a:gd name="connsiteY8970" fmla="*/ 23194038 h 57949372"/>
                <a:gd name="connsiteX8971" fmla="*/ 41396436 w 58051775"/>
                <a:gd name="connsiteY8971" fmla="*/ 23301016 h 57949372"/>
                <a:gd name="connsiteX8972" fmla="*/ 41434390 w 58051775"/>
                <a:gd name="connsiteY8972" fmla="*/ 23413669 h 57949372"/>
                <a:gd name="connsiteX8973" fmla="*/ 41479688 w 58051775"/>
                <a:gd name="connsiteY8973" fmla="*/ 23509263 h 57949372"/>
                <a:gd name="connsiteX8974" fmla="*/ 41516300 w 58051775"/>
                <a:gd name="connsiteY8974" fmla="*/ 23572976 h 57949372"/>
                <a:gd name="connsiteX8975" fmla="*/ 41571244 w 58051775"/>
                <a:gd name="connsiteY8975" fmla="*/ 23709784 h 57949372"/>
                <a:gd name="connsiteX8976" fmla="*/ 41612828 w 58051775"/>
                <a:gd name="connsiteY8976" fmla="*/ 23815369 h 57949372"/>
                <a:gd name="connsiteX8977" fmla="*/ 41624448 w 58051775"/>
                <a:gd name="connsiteY8977" fmla="*/ 23874136 h 57949372"/>
                <a:gd name="connsiteX8978" fmla="*/ 41687056 w 58051775"/>
                <a:gd name="connsiteY8978" fmla="*/ 23762780 h 57949372"/>
                <a:gd name="connsiteX8979" fmla="*/ 41767374 w 58051775"/>
                <a:gd name="connsiteY8979" fmla="*/ 23741133 h 57949372"/>
                <a:gd name="connsiteX8980" fmla="*/ 41857620 w 58051775"/>
                <a:gd name="connsiteY8980" fmla="*/ 23760622 h 57949372"/>
                <a:gd name="connsiteX8981" fmla="*/ 41884600 w 58051775"/>
                <a:gd name="connsiteY8981" fmla="*/ 23919398 h 57949372"/>
                <a:gd name="connsiteX8982" fmla="*/ 41776446 w 58051775"/>
                <a:gd name="connsiteY8982" fmla="*/ 24074967 h 57949372"/>
                <a:gd name="connsiteX8983" fmla="*/ 41706800 w 58051775"/>
                <a:gd name="connsiteY8983" fmla="*/ 24092899 h 57949372"/>
                <a:gd name="connsiteX8984" fmla="*/ 41739088 w 58051775"/>
                <a:gd name="connsiteY8984" fmla="*/ 24148938 h 57949372"/>
                <a:gd name="connsiteX8985" fmla="*/ 41795700 w 58051775"/>
                <a:gd name="connsiteY8985" fmla="*/ 24305878 h 57949372"/>
                <a:gd name="connsiteX8986" fmla="*/ 41903892 w 58051775"/>
                <a:gd name="connsiteY8986" fmla="*/ 24330912 h 57949372"/>
                <a:gd name="connsiteX8987" fmla="*/ 41939832 w 58051775"/>
                <a:gd name="connsiteY8987" fmla="*/ 24287847 h 57949372"/>
                <a:gd name="connsiteX8988" fmla="*/ 42002702 w 58051775"/>
                <a:gd name="connsiteY8988" fmla="*/ 24227068 h 57949372"/>
                <a:gd name="connsiteX8989" fmla="*/ 42038272 w 58051775"/>
                <a:gd name="connsiteY8989" fmla="*/ 24174953 h 57949372"/>
                <a:gd name="connsiteX8990" fmla="*/ 42123920 w 58051775"/>
                <a:gd name="connsiteY8990" fmla="*/ 24174953 h 57949372"/>
                <a:gd name="connsiteX8991" fmla="*/ 42240760 w 58051775"/>
                <a:gd name="connsiteY8991" fmla="*/ 24197600 h 57949372"/>
                <a:gd name="connsiteX8992" fmla="*/ 42380800 w 58051775"/>
                <a:gd name="connsiteY8992" fmla="*/ 24296516 h 57949372"/>
                <a:gd name="connsiteX8993" fmla="*/ 42408842 w 58051775"/>
                <a:gd name="connsiteY8993" fmla="*/ 24391766 h 57949372"/>
                <a:gd name="connsiteX8994" fmla="*/ 42366436 w 58051775"/>
                <a:gd name="connsiteY8994" fmla="*/ 24533957 h 57949372"/>
                <a:gd name="connsiteX8995" fmla="*/ 42296156 w 58051775"/>
                <a:gd name="connsiteY8995" fmla="*/ 24608187 h 57949372"/>
                <a:gd name="connsiteX8996" fmla="*/ 42075774 w 58051775"/>
                <a:gd name="connsiteY8996" fmla="*/ 24604783 h 57949372"/>
                <a:gd name="connsiteX8997" fmla="*/ 41884582 w 58051775"/>
                <a:gd name="connsiteY8997" fmla="*/ 24594053 h 57949372"/>
                <a:gd name="connsiteX8998" fmla="*/ 41890942 w 58051775"/>
                <a:gd name="connsiteY8998" fmla="*/ 24621569 h 57949372"/>
                <a:gd name="connsiteX8999" fmla="*/ 41931916 w 58051775"/>
                <a:gd name="connsiteY8999" fmla="*/ 24674299 h 57949372"/>
                <a:gd name="connsiteX9000" fmla="*/ 41964460 w 58051775"/>
                <a:gd name="connsiteY9000" fmla="*/ 24792835 h 57949372"/>
                <a:gd name="connsiteX9001" fmla="*/ 42008116 w 58051775"/>
                <a:gd name="connsiteY9001" fmla="*/ 24926906 h 57949372"/>
                <a:gd name="connsiteX9002" fmla="*/ 42059804 w 58051775"/>
                <a:gd name="connsiteY9002" fmla="*/ 25070644 h 57949372"/>
                <a:gd name="connsiteX9003" fmla="*/ 42102182 w 58051775"/>
                <a:gd name="connsiteY9003" fmla="*/ 25200554 h 57949372"/>
                <a:gd name="connsiteX9004" fmla="*/ 42138600 w 58051775"/>
                <a:gd name="connsiteY9004" fmla="*/ 25273351 h 57949372"/>
                <a:gd name="connsiteX9005" fmla="*/ 42226844 w 58051775"/>
                <a:gd name="connsiteY9005" fmla="*/ 25341063 h 57949372"/>
                <a:gd name="connsiteX9006" fmla="*/ 42322556 w 58051775"/>
                <a:gd name="connsiteY9006" fmla="*/ 25455385 h 57949372"/>
                <a:gd name="connsiteX9007" fmla="*/ 42259232 w 58051775"/>
                <a:gd name="connsiteY9007" fmla="*/ 25581327 h 57949372"/>
                <a:gd name="connsiteX9008" fmla="*/ 42232434 w 58051775"/>
                <a:gd name="connsiteY9008" fmla="*/ 25746742 h 57949372"/>
                <a:gd name="connsiteX9009" fmla="*/ 42268000 w 58051775"/>
                <a:gd name="connsiteY9009" fmla="*/ 25867392 h 57949372"/>
                <a:gd name="connsiteX9010" fmla="*/ 42328760 w 58051775"/>
                <a:gd name="connsiteY9010" fmla="*/ 26113520 h 57949372"/>
                <a:gd name="connsiteX9011" fmla="*/ 42356748 w 58051775"/>
                <a:gd name="connsiteY9011" fmla="*/ 26311731 h 57949372"/>
                <a:gd name="connsiteX9012" fmla="*/ 42404932 w 58051775"/>
                <a:gd name="connsiteY9012" fmla="*/ 26537153 h 57949372"/>
                <a:gd name="connsiteX9013" fmla="*/ 42449190 w 58051775"/>
                <a:gd name="connsiteY9013" fmla="*/ 26772103 h 57949372"/>
                <a:gd name="connsiteX9014" fmla="*/ 42495556 w 58051775"/>
                <a:gd name="connsiteY9014" fmla="*/ 27083252 h 57949372"/>
                <a:gd name="connsiteX9015" fmla="*/ 42563264 w 58051775"/>
                <a:gd name="connsiteY9015" fmla="*/ 27520646 h 57949372"/>
                <a:gd name="connsiteX9016" fmla="*/ 42587640 w 58051775"/>
                <a:gd name="connsiteY9016" fmla="*/ 27686224 h 57949372"/>
                <a:gd name="connsiteX9017" fmla="*/ 42600484 w 58051775"/>
                <a:gd name="connsiteY9017" fmla="*/ 27823504 h 57949372"/>
                <a:gd name="connsiteX9018" fmla="*/ 42658644 w 58051775"/>
                <a:gd name="connsiteY9018" fmla="*/ 27838902 h 57949372"/>
                <a:gd name="connsiteX9019" fmla="*/ 42737268 w 58051775"/>
                <a:gd name="connsiteY9019" fmla="*/ 27863180 h 57949372"/>
                <a:gd name="connsiteX9020" fmla="*/ 42771738 w 58051775"/>
                <a:gd name="connsiteY9020" fmla="*/ 27996756 h 57949372"/>
                <a:gd name="connsiteX9021" fmla="*/ 42662622 w 58051775"/>
                <a:gd name="connsiteY9021" fmla="*/ 28165258 h 57949372"/>
                <a:gd name="connsiteX9022" fmla="*/ 42589452 w 58051775"/>
                <a:gd name="connsiteY9022" fmla="*/ 28162752 h 57949372"/>
                <a:gd name="connsiteX9023" fmla="*/ 42575944 w 58051775"/>
                <a:gd name="connsiteY9023" fmla="*/ 30308552 h 57949372"/>
                <a:gd name="connsiteX9024" fmla="*/ 42494220 w 58051775"/>
                <a:gd name="connsiteY9024" fmla="*/ 30473652 h 57949372"/>
                <a:gd name="connsiteX9025" fmla="*/ 42493284 w 58051775"/>
                <a:gd name="connsiteY9025" fmla="*/ 30695900 h 57949372"/>
                <a:gd name="connsiteX9026" fmla="*/ 42459422 w 58051775"/>
                <a:gd name="connsiteY9026" fmla="*/ 31086280 h 57949372"/>
                <a:gd name="connsiteX9027" fmla="*/ 42430816 w 58051775"/>
                <a:gd name="connsiteY9027" fmla="*/ 31223092 h 57949372"/>
                <a:gd name="connsiteX9028" fmla="*/ 42481088 w 58051775"/>
                <a:gd name="connsiteY9028" fmla="*/ 31242000 h 57949372"/>
                <a:gd name="connsiteX9029" fmla="*/ 42538216 w 58051775"/>
                <a:gd name="connsiteY9029" fmla="*/ 31266925 h 57949372"/>
                <a:gd name="connsiteX9030" fmla="*/ 42600512 w 58051775"/>
                <a:gd name="connsiteY9030" fmla="*/ 31300077 h 57949372"/>
                <a:gd name="connsiteX9031" fmla="*/ 42662476 w 58051775"/>
                <a:gd name="connsiteY9031" fmla="*/ 31334730 h 57949372"/>
                <a:gd name="connsiteX9032" fmla="*/ 42666590 w 58051775"/>
                <a:gd name="connsiteY9032" fmla="*/ 31504698 h 57949372"/>
                <a:gd name="connsiteX9033" fmla="*/ 42604556 w 58051775"/>
                <a:gd name="connsiteY9033" fmla="*/ 31588076 h 57949372"/>
                <a:gd name="connsiteX9034" fmla="*/ 42494452 w 58051775"/>
                <a:gd name="connsiteY9034" fmla="*/ 31648400 h 57949372"/>
                <a:gd name="connsiteX9035" fmla="*/ 42390848 w 58051775"/>
                <a:gd name="connsiteY9035" fmla="*/ 31626296 h 57949372"/>
                <a:gd name="connsiteX9036" fmla="*/ 42325966 w 58051775"/>
                <a:gd name="connsiteY9036" fmla="*/ 31777744 h 57949372"/>
                <a:gd name="connsiteX9037" fmla="*/ 42279768 w 58051775"/>
                <a:gd name="connsiteY9037" fmla="*/ 31953728 h 57949372"/>
                <a:gd name="connsiteX9038" fmla="*/ 42240200 w 58051775"/>
                <a:gd name="connsiteY9038" fmla="*/ 32048136 h 57949372"/>
                <a:gd name="connsiteX9039" fmla="*/ 42256076 w 58051775"/>
                <a:gd name="connsiteY9039" fmla="*/ 32107930 h 57949372"/>
                <a:gd name="connsiteX9040" fmla="*/ 42300526 w 58051775"/>
                <a:gd name="connsiteY9040" fmla="*/ 32134898 h 57949372"/>
                <a:gd name="connsiteX9041" fmla="*/ 42329100 w 58051775"/>
                <a:gd name="connsiteY9041" fmla="*/ 32246824 h 57949372"/>
                <a:gd name="connsiteX9042" fmla="*/ 42210680 w 58051775"/>
                <a:gd name="connsiteY9042" fmla="*/ 32351032 h 57949372"/>
                <a:gd name="connsiteX9043" fmla="*/ 42144952 w 58051775"/>
                <a:gd name="connsiteY9043" fmla="*/ 32340552 h 57949372"/>
                <a:gd name="connsiteX9044" fmla="*/ 42142760 w 58051775"/>
                <a:gd name="connsiteY9044" fmla="*/ 32588822 h 57949372"/>
                <a:gd name="connsiteX9045" fmla="*/ 42056052 w 58051775"/>
                <a:gd name="connsiteY9045" fmla="*/ 32653295 h 57949372"/>
                <a:gd name="connsiteX9046" fmla="*/ 42043352 w 58051775"/>
                <a:gd name="connsiteY9046" fmla="*/ 33026090 h 57949372"/>
                <a:gd name="connsiteX9047" fmla="*/ 42005252 w 58051775"/>
                <a:gd name="connsiteY9047" fmla="*/ 33044054 h 57949372"/>
                <a:gd name="connsiteX9048" fmla="*/ 41954646 w 58051775"/>
                <a:gd name="connsiteY9048" fmla="*/ 33143826 h 57949372"/>
                <a:gd name="connsiteX9049" fmla="*/ 41944926 w 58051775"/>
                <a:gd name="connsiteY9049" fmla="*/ 33191854 h 57949372"/>
                <a:gd name="connsiteX9050" fmla="*/ 41883832 w 58051775"/>
                <a:gd name="connsiteY9050" fmla="*/ 33324299 h 57949372"/>
                <a:gd name="connsiteX9051" fmla="*/ 41835732 w 58051775"/>
                <a:gd name="connsiteY9051" fmla="*/ 33457890 h 57949372"/>
                <a:gd name="connsiteX9052" fmla="*/ 41795700 w 58051775"/>
                <a:gd name="connsiteY9052" fmla="*/ 33564330 h 57949372"/>
                <a:gd name="connsiteX9053" fmla="*/ 41763706 w 58051775"/>
                <a:gd name="connsiteY9053" fmla="*/ 33655230 h 57949372"/>
                <a:gd name="connsiteX9054" fmla="*/ 41735384 w 58051775"/>
                <a:gd name="connsiteY9054" fmla="*/ 33696304 h 57949372"/>
                <a:gd name="connsiteX9055" fmla="*/ 41824860 w 58051775"/>
                <a:gd name="connsiteY9055" fmla="*/ 33710418 h 57949372"/>
                <a:gd name="connsiteX9056" fmla="*/ 41965288 w 58051775"/>
                <a:gd name="connsiteY9056" fmla="*/ 33871474 h 57949372"/>
                <a:gd name="connsiteX9057" fmla="*/ 41954732 w 58051775"/>
                <a:gd name="connsiteY9057" fmla="*/ 34018307 h 57949372"/>
                <a:gd name="connsiteX9058" fmla="*/ 41781274 w 58051775"/>
                <a:gd name="connsiteY9058" fmla="*/ 34047030 h 57949372"/>
                <a:gd name="connsiteX9059" fmla="*/ 41611048 w 58051775"/>
                <a:gd name="connsiteY9059" fmla="*/ 34055426 h 57949372"/>
                <a:gd name="connsiteX9060" fmla="*/ 41599046 w 58051775"/>
                <a:gd name="connsiteY9060" fmla="*/ 34104174 h 57949372"/>
                <a:gd name="connsiteX9061" fmla="*/ 41568958 w 58051775"/>
                <a:gd name="connsiteY9061" fmla="*/ 34181874 h 57949372"/>
                <a:gd name="connsiteX9062" fmla="*/ 41518064 w 58051775"/>
                <a:gd name="connsiteY9062" fmla="*/ 34278803 h 57949372"/>
                <a:gd name="connsiteX9063" fmla="*/ 41471758 w 58051775"/>
                <a:gd name="connsiteY9063" fmla="*/ 34362435 h 57949372"/>
                <a:gd name="connsiteX9064" fmla="*/ 41550256 w 58051775"/>
                <a:gd name="connsiteY9064" fmla="*/ 34513504 h 57949372"/>
                <a:gd name="connsiteX9065" fmla="*/ 41608288 w 58051775"/>
                <a:gd name="connsiteY9065" fmla="*/ 34650680 h 57949372"/>
                <a:gd name="connsiteX9066" fmla="*/ 41493988 w 58051775"/>
                <a:gd name="connsiteY9066" fmla="*/ 34759902 h 57949372"/>
                <a:gd name="connsiteX9067" fmla="*/ 41363116 w 58051775"/>
                <a:gd name="connsiteY9067" fmla="*/ 34674341 h 57949372"/>
                <a:gd name="connsiteX9068" fmla="*/ 41347340 w 58051775"/>
                <a:gd name="connsiteY9068" fmla="*/ 34613850 h 57949372"/>
                <a:gd name="connsiteX9069" fmla="*/ 41329000 w 58051775"/>
                <a:gd name="connsiteY9069" fmla="*/ 34658303 h 57949372"/>
                <a:gd name="connsiteX9070" fmla="*/ 41292550 w 58051775"/>
                <a:gd name="connsiteY9070" fmla="*/ 34732082 h 57949372"/>
                <a:gd name="connsiteX9071" fmla="*/ 41330688 w 58051775"/>
                <a:gd name="connsiteY9071" fmla="*/ 34785302 h 57949372"/>
                <a:gd name="connsiteX9072" fmla="*/ 41431820 w 58051775"/>
                <a:gd name="connsiteY9072" fmla="*/ 34949930 h 57949372"/>
                <a:gd name="connsiteX9073" fmla="*/ 41395496 w 58051775"/>
                <a:gd name="connsiteY9073" fmla="*/ 35115503 h 57949372"/>
                <a:gd name="connsiteX9074" fmla="*/ 41315948 w 58051775"/>
                <a:gd name="connsiteY9074" fmla="*/ 35179003 h 57949372"/>
                <a:gd name="connsiteX9075" fmla="*/ 41188278 w 58051775"/>
                <a:gd name="connsiteY9075" fmla="*/ 35191702 h 57949372"/>
                <a:gd name="connsiteX9076" fmla="*/ 41065452 w 58051775"/>
                <a:gd name="connsiteY9076" fmla="*/ 35198050 h 57949372"/>
                <a:gd name="connsiteX9077" fmla="*/ 41052752 w 58051775"/>
                <a:gd name="connsiteY9077" fmla="*/ 35236358 h 57949372"/>
                <a:gd name="connsiteX9078" fmla="*/ 41013140 w 58051775"/>
                <a:gd name="connsiteY9078" fmla="*/ 35312558 h 57949372"/>
                <a:gd name="connsiteX9079" fmla="*/ 40976760 w 58051775"/>
                <a:gd name="connsiteY9079" fmla="*/ 35382202 h 57949372"/>
                <a:gd name="connsiteX9080" fmla="*/ 40938020 w 58051775"/>
                <a:gd name="connsiteY9080" fmla="*/ 35453574 h 57949372"/>
                <a:gd name="connsiteX9081" fmla="*/ 40909764 w 58051775"/>
                <a:gd name="connsiteY9081" fmla="*/ 35628927 h 57949372"/>
                <a:gd name="connsiteX9082" fmla="*/ 40958988 w 58051775"/>
                <a:gd name="connsiteY9082" fmla="*/ 35662872 h 57949372"/>
                <a:gd name="connsiteX9083" fmla="*/ 40986864 w 58051775"/>
                <a:gd name="connsiteY9083" fmla="*/ 35777172 h 57949372"/>
                <a:gd name="connsiteX9084" fmla="*/ 40967960 w 58051775"/>
                <a:gd name="connsiteY9084" fmla="*/ 35921950 h 57949372"/>
                <a:gd name="connsiteX9085" fmla="*/ 40887616 w 58051775"/>
                <a:gd name="connsiteY9085" fmla="*/ 35989290 h 57949372"/>
                <a:gd name="connsiteX9086" fmla="*/ 40727242 w 58051775"/>
                <a:gd name="connsiteY9086" fmla="*/ 36004626 h 57949372"/>
                <a:gd name="connsiteX9087" fmla="*/ 40591734 w 58051775"/>
                <a:gd name="connsiteY9087" fmla="*/ 36042023 h 57949372"/>
                <a:gd name="connsiteX9088" fmla="*/ 40537800 w 58051775"/>
                <a:gd name="connsiteY9088" fmla="*/ 36115586 h 57949372"/>
                <a:gd name="connsiteX9089" fmla="*/ 40492332 w 58051775"/>
                <a:gd name="connsiteY9089" fmla="*/ 36198618 h 57949372"/>
                <a:gd name="connsiteX9090" fmla="*/ 40462200 w 58051775"/>
                <a:gd name="connsiteY9090" fmla="*/ 36323278 h 57949372"/>
                <a:gd name="connsiteX9091" fmla="*/ 40414130 w 58051775"/>
                <a:gd name="connsiteY9091" fmla="*/ 36442722 h 57949372"/>
                <a:gd name="connsiteX9092" fmla="*/ 40283656 w 58051775"/>
                <a:gd name="connsiteY9092" fmla="*/ 36536818 h 57949372"/>
                <a:gd name="connsiteX9093" fmla="*/ 40226746 w 58051775"/>
                <a:gd name="connsiteY9093" fmla="*/ 36612022 h 57949372"/>
                <a:gd name="connsiteX9094" fmla="*/ 40181300 w 58051775"/>
                <a:gd name="connsiteY9094" fmla="*/ 36654946 h 57949372"/>
                <a:gd name="connsiteX9095" fmla="*/ 40130388 w 58051775"/>
                <a:gd name="connsiteY9095" fmla="*/ 36715702 h 57949372"/>
                <a:gd name="connsiteX9096" fmla="*/ 40096828 w 58051775"/>
                <a:gd name="connsiteY9096" fmla="*/ 36897960 h 57949372"/>
                <a:gd name="connsiteX9097" fmla="*/ 40182456 w 58051775"/>
                <a:gd name="connsiteY9097" fmla="*/ 37105910 h 57949372"/>
                <a:gd name="connsiteX9098" fmla="*/ 40167044 w 58051775"/>
                <a:gd name="connsiteY9098" fmla="*/ 37290308 h 57949372"/>
                <a:gd name="connsiteX9099" fmla="*/ 39955228 w 58051775"/>
                <a:gd name="connsiteY9099" fmla="*/ 37342106 h 57949372"/>
                <a:gd name="connsiteX9100" fmla="*/ 39851164 w 58051775"/>
                <a:gd name="connsiteY9100" fmla="*/ 37285386 h 57949372"/>
                <a:gd name="connsiteX9101" fmla="*/ 39792916 w 58051775"/>
                <a:gd name="connsiteY9101" fmla="*/ 37236402 h 57949372"/>
                <a:gd name="connsiteX9102" fmla="*/ 39649400 w 58051775"/>
                <a:gd name="connsiteY9102" fmla="*/ 37386240 h 57949372"/>
                <a:gd name="connsiteX9103" fmla="*/ 39609158 w 58051775"/>
                <a:gd name="connsiteY9103" fmla="*/ 37439598 h 57949372"/>
                <a:gd name="connsiteX9104" fmla="*/ 39549228 w 58051775"/>
                <a:gd name="connsiteY9104" fmla="*/ 37733704 h 57949372"/>
                <a:gd name="connsiteX9105" fmla="*/ 39518742 w 58051775"/>
                <a:gd name="connsiteY9105" fmla="*/ 37769624 h 57949372"/>
                <a:gd name="connsiteX9106" fmla="*/ 39401752 w 58051775"/>
                <a:gd name="connsiteY9106" fmla="*/ 37776890 h 57949372"/>
                <a:gd name="connsiteX9107" fmla="*/ 39287206 w 58051775"/>
                <a:gd name="connsiteY9107" fmla="*/ 37821376 h 57949372"/>
                <a:gd name="connsiteX9108" fmla="*/ 39249108 w 58051775"/>
                <a:gd name="connsiteY9108" fmla="*/ 37861122 h 57949372"/>
                <a:gd name="connsiteX9109" fmla="*/ 39204476 w 58051775"/>
                <a:gd name="connsiteY9109" fmla="*/ 37910530 h 57949372"/>
                <a:gd name="connsiteX9110" fmla="*/ 39160128 w 58051775"/>
                <a:gd name="connsiteY9110" fmla="*/ 37965694 h 57949372"/>
                <a:gd name="connsiteX9111" fmla="*/ 39122794 w 58051775"/>
                <a:gd name="connsiteY9111" fmla="*/ 38009702 h 57949372"/>
                <a:gd name="connsiteX9112" fmla="*/ 39077216 w 58051775"/>
                <a:gd name="connsiteY9112" fmla="*/ 38047536 h 57949372"/>
                <a:gd name="connsiteX9113" fmla="*/ 39024968 w 58051775"/>
                <a:gd name="connsiteY9113" fmla="*/ 38077174 h 57949372"/>
                <a:gd name="connsiteX9114" fmla="*/ 38973924 w 58051775"/>
                <a:gd name="connsiteY9114" fmla="*/ 38131750 h 57949372"/>
                <a:gd name="connsiteX9115" fmla="*/ 38794262 w 58051775"/>
                <a:gd name="connsiteY9115" fmla="*/ 38330250 h 57949372"/>
                <a:gd name="connsiteX9116" fmla="*/ 38710764 w 58051775"/>
                <a:gd name="connsiteY9116" fmla="*/ 38423850 h 57949372"/>
                <a:gd name="connsiteX9117" fmla="*/ 38647592 w 58051775"/>
                <a:gd name="connsiteY9117" fmla="*/ 38516044 h 57949372"/>
                <a:gd name="connsiteX9118" fmla="*/ 38570732 w 58051775"/>
                <a:gd name="connsiteY9118" fmla="*/ 38594876 h 57949372"/>
                <a:gd name="connsiteX9119" fmla="*/ 38499198 w 58051775"/>
                <a:gd name="connsiteY9119" fmla="*/ 38733606 h 57949372"/>
                <a:gd name="connsiteX9120" fmla="*/ 38339800 w 58051775"/>
                <a:gd name="connsiteY9120" fmla="*/ 38852930 h 57949372"/>
                <a:gd name="connsiteX9121" fmla="*/ 38227260 w 58051775"/>
                <a:gd name="connsiteY9121" fmla="*/ 38890350 h 57949372"/>
                <a:gd name="connsiteX9122" fmla="*/ 38185916 w 58051775"/>
                <a:gd name="connsiteY9122" fmla="*/ 38937338 h 57949372"/>
                <a:gd name="connsiteX9123" fmla="*/ 38139096 w 58051775"/>
                <a:gd name="connsiteY9123" fmla="*/ 38980030 h 57949372"/>
                <a:gd name="connsiteX9124" fmla="*/ 38090016 w 58051775"/>
                <a:gd name="connsiteY9124" fmla="*/ 39025974 h 57949372"/>
                <a:gd name="connsiteX9125" fmla="*/ 38038306 w 58051775"/>
                <a:gd name="connsiteY9125" fmla="*/ 39072664 h 57949372"/>
                <a:gd name="connsiteX9126" fmla="*/ 37992206 w 58051775"/>
                <a:gd name="connsiteY9126" fmla="*/ 39115942 h 57949372"/>
                <a:gd name="connsiteX9127" fmla="*/ 38080952 w 58051775"/>
                <a:gd name="connsiteY9127" fmla="*/ 39231598 h 57949372"/>
                <a:gd name="connsiteX9128" fmla="*/ 38127776 w 58051775"/>
                <a:gd name="connsiteY9128" fmla="*/ 39306662 h 57949372"/>
                <a:gd name="connsiteX9129" fmla="*/ 38048924 w 58051775"/>
                <a:gd name="connsiteY9129" fmla="*/ 39563676 h 57949372"/>
                <a:gd name="connsiteX9130" fmla="*/ 37975894 w 58051775"/>
                <a:gd name="connsiteY9130" fmla="*/ 39649402 h 57949372"/>
                <a:gd name="connsiteX9131" fmla="*/ 37899224 w 58051775"/>
                <a:gd name="connsiteY9131" fmla="*/ 39649402 h 57949372"/>
                <a:gd name="connsiteX9132" fmla="*/ 37780300 w 58051775"/>
                <a:gd name="connsiteY9132" fmla="*/ 39613086 h 57949372"/>
                <a:gd name="connsiteX9133" fmla="*/ 37702020 w 58051775"/>
                <a:gd name="connsiteY9133" fmla="*/ 39561390 h 57949372"/>
                <a:gd name="connsiteX9134" fmla="*/ 37638520 w 58051775"/>
                <a:gd name="connsiteY9134" fmla="*/ 39502532 h 57949372"/>
                <a:gd name="connsiteX9135" fmla="*/ 37602124 w 58051775"/>
                <a:gd name="connsiteY9135" fmla="*/ 39465332 h 57949372"/>
                <a:gd name="connsiteX9136" fmla="*/ 37562248 w 58051775"/>
                <a:gd name="connsiteY9136" fmla="*/ 39485702 h 57949372"/>
                <a:gd name="connsiteX9137" fmla="*/ 37517472 w 58051775"/>
                <a:gd name="connsiteY9137" fmla="*/ 39530152 h 57949372"/>
                <a:gd name="connsiteX9138" fmla="*/ 37478464 w 58051775"/>
                <a:gd name="connsiteY9138" fmla="*/ 39560502 h 57949372"/>
                <a:gd name="connsiteX9139" fmla="*/ 37294400 w 58051775"/>
                <a:gd name="connsiteY9139" fmla="*/ 39694998 h 57949372"/>
                <a:gd name="connsiteX9140" fmla="*/ 37249100 w 58051775"/>
                <a:gd name="connsiteY9140" fmla="*/ 39829906 h 57949372"/>
                <a:gd name="connsiteX9141" fmla="*/ 37191848 w 58051775"/>
                <a:gd name="connsiteY9141" fmla="*/ 39965638 h 57949372"/>
                <a:gd name="connsiteX9142" fmla="*/ 37134596 w 58051775"/>
                <a:gd name="connsiteY9142" fmla="*/ 40018414 h 57949372"/>
                <a:gd name="connsiteX9143" fmla="*/ 36850366 w 58051775"/>
                <a:gd name="connsiteY9143" fmla="*/ 40014050 h 57949372"/>
                <a:gd name="connsiteX9144" fmla="*/ 36817034 w 58051775"/>
                <a:gd name="connsiteY9144" fmla="*/ 40053974 h 57949372"/>
                <a:gd name="connsiteX9145" fmla="*/ 36762892 w 58051775"/>
                <a:gd name="connsiteY9145" fmla="*/ 40093902 h 57949372"/>
                <a:gd name="connsiteX9146" fmla="*/ 36579734 w 58051775"/>
                <a:gd name="connsiteY9146" fmla="*/ 40215940 h 57949372"/>
                <a:gd name="connsiteX9147" fmla="*/ 36489692 w 58051775"/>
                <a:gd name="connsiteY9147" fmla="*/ 40270600 h 57949372"/>
                <a:gd name="connsiteX9148" fmla="*/ 36433992 w 58051775"/>
                <a:gd name="connsiteY9148" fmla="*/ 40316148 h 57949372"/>
                <a:gd name="connsiteX9149" fmla="*/ 36361552 w 58051775"/>
                <a:gd name="connsiteY9149" fmla="*/ 40360890 h 57949372"/>
                <a:gd name="connsiteX9150" fmla="*/ 36271200 w 58051775"/>
                <a:gd name="connsiteY9150" fmla="*/ 40404690 h 57949372"/>
                <a:gd name="connsiteX9151" fmla="*/ 36205190 w 58051775"/>
                <a:gd name="connsiteY9151" fmla="*/ 40449026 h 57949372"/>
                <a:gd name="connsiteX9152" fmla="*/ 36128990 w 58051775"/>
                <a:gd name="connsiteY9152" fmla="*/ 40493202 h 57949372"/>
                <a:gd name="connsiteX9153" fmla="*/ 36046200 w 58051775"/>
                <a:gd name="connsiteY9153" fmla="*/ 40537282 h 57949372"/>
                <a:gd name="connsiteX9154" fmla="*/ 35983414 w 58051775"/>
                <a:gd name="connsiteY9154" fmla="*/ 40589230 h 57949372"/>
                <a:gd name="connsiteX9155" fmla="*/ 35924896 w 58051775"/>
                <a:gd name="connsiteY9155" fmla="*/ 40634398 h 57949372"/>
                <a:gd name="connsiteX9156" fmla="*/ 35841632 w 58051775"/>
                <a:gd name="connsiteY9156" fmla="*/ 40671348 h 57949372"/>
                <a:gd name="connsiteX9157" fmla="*/ 35760690 w 58051775"/>
                <a:gd name="connsiteY9157" fmla="*/ 40715444 h 57949372"/>
                <a:gd name="connsiteX9158" fmla="*/ 35684490 w 58051775"/>
                <a:gd name="connsiteY9158" fmla="*/ 40759902 h 57949372"/>
                <a:gd name="connsiteX9159" fmla="*/ 35601308 w 58051775"/>
                <a:gd name="connsiteY9159" fmla="*/ 40804056 h 57949372"/>
                <a:gd name="connsiteX9160" fmla="*/ 35541452 w 58051775"/>
                <a:gd name="connsiteY9160" fmla="*/ 40854930 h 57949372"/>
                <a:gd name="connsiteX9161" fmla="*/ 35444762 w 58051775"/>
                <a:gd name="connsiteY9161" fmla="*/ 40906702 h 57949372"/>
                <a:gd name="connsiteX9162" fmla="*/ 35374512 w 58051775"/>
                <a:gd name="connsiteY9162" fmla="*/ 40944058 h 57949372"/>
                <a:gd name="connsiteX9163" fmla="*/ 35277752 w 58051775"/>
                <a:gd name="connsiteY9163" fmla="*/ 40995024 h 57949372"/>
                <a:gd name="connsiteX9164" fmla="*/ 35178844 w 58051775"/>
                <a:gd name="connsiteY9164" fmla="*/ 41046568 h 57949372"/>
                <a:gd name="connsiteX9165" fmla="*/ 35096452 w 58051775"/>
                <a:gd name="connsiteY9165" fmla="*/ 41084502 h 57949372"/>
                <a:gd name="connsiteX9166" fmla="*/ 35012112 w 58051775"/>
                <a:gd name="connsiteY9166" fmla="*/ 41124518 h 57949372"/>
                <a:gd name="connsiteX9167" fmla="*/ 34910158 w 58051775"/>
                <a:gd name="connsiteY9167" fmla="*/ 41170738 h 57949372"/>
                <a:gd name="connsiteX9168" fmla="*/ 34825136 w 58051775"/>
                <a:gd name="connsiteY9168" fmla="*/ 41212578 h 57949372"/>
                <a:gd name="connsiteX9169" fmla="*/ 34772768 w 58051775"/>
                <a:gd name="connsiteY9169" fmla="*/ 41248734 h 57949372"/>
                <a:gd name="connsiteX9170" fmla="*/ 34620200 w 58051775"/>
                <a:gd name="connsiteY9170" fmla="*/ 41325364 h 57949372"/>
                <a:gd name="connsiteX9171" fmla="*/ 34555860 w 58051775"/>
                <a:gd name="connsiteY9171" fmla="*/ 41346162 h 57949372"/>
                <a:gd name="connsiteX9172" fmla="*/ 34445428 w 58051775"/>
                <a:gd name="connsiteY9172" fmla="*/ 41408844 h 57949372"/>
                <a:gd name="connsiteX9173" fmla="*/ 34365770 w 58051775"/>
                <a:gd name="connsiteY9173" fmla="*/ 41428886 h 57949372"/>
                <a:gd name="connsiteX9174" fmla="*/ 34258252 w 58051775"/>
                <a:gd name="connsiteY9174" fmla="*/ 41466178 h 57949372"/>
                <a:gd name="connsiteX9175" fmla="*/ 34144568 w 58051775"/>
                <a:gd name="connsiteY9175" fmla="*/ 41522730 h 57949372"/>
                <a:gd name="connsiteX9176" fmla="*/ 34033886 w 58051775"/>
                <a:gd name="connsiteY9176" fmla="*/ 41573284 h 57949372"/>
                <a:gd name="connsiteX9177" fmla="*/ 33938016 w 58051775"/>
                <a:gd name="connsiteY9177" fmla="*/ 41604690 h 57949372"/>
                <a:gd name="connsiteX9178" fmla="*/ 33781006 w 58051775"/>
                <a:gd name="connsiteY9178" fmla="*/ 41665138 h 57949372"/>
                <a:gd name="connsiteX9179" fmla="*/ 33660820 w 58051775"/>
                <a:gd name="connsiteY9179" fmla="*/ 41705978 h 57949372"/>
                <a:gd name="connsiteX9180" fmla="*/ 33541452 w 58051775"/>
                <a:gd name="connsiteY9180" fmla="*/ 41750532 h 57949372"/>
                <a:gd name="connsiteX9181" fmla="*/ 33413056 w 58051775"/>
                <a:gd name="connsiteY9181" fmla="*/ 41794944 h 57949372"/>
                <a:gd name="connsiteX9182" fmla="*/ 33281792 w 58051775"/>
                <a:gd name="connsiteY9182" fmla="*/ 41851856 h 57949372"/>
                <a:gd name="connsiteX9183" fmla="*/ 33172432 w 58051775"/>
                <a:gd name="connsiteY9183" fmla="*/ 41883882 h 57949372"/>
                <a:gd name="connsiteX9184" fmla="*/ 33027528 w 58051775"/>
                <a:gd name="connsiteY9184" fmla="*/ 41941180 h 57949372"/>
                <a:gd name="connsiteX9185" fmla="*/ 32887770 w 58051775"/>
                <a:gd name="connsiteY9185" fmla="*/ 41973438 h 57949372"/>
                <a:gd name="connsiteX9186" fmla="*/ 32716134 w 58051775"/>
                <a:gd name="connsiteY9186" fmla="*/ 42017054 h 57949372"/>
                <a:gd name="connsiteX9187" fmla="*/ 32545928 w 58051775"/>
                <a:gd name="connsiteY9187" fmla="*/ 42061700 h 57949372"/>
                <a:gd name="connsiteX9188" fmla="*/ 32303944 w 58051775"/>
                <a:gd name="connsiteY9188" fmla="*/ 42122540 h 57949372"/>
                <a:gd name="connsiteX9189" fmla="*/ 32190492 w 58051775"/>
                <a:gd name="connsiteY9189" fmla="*/ 42144766 h 57949372"/>
                <a:gd name="connsiteX9190" fmla="*/ 32029178 w 58051775"/>
                <a:gd name="connsiteY9190" fmla="*/ 42205530 h 57949372"/>
                <a:gd name="connsiteX9191" fmla="*/ 31855036 w 58051775"/>
                <a:gd name="connsiteY9191" fmla="*/ 42232242 h 57949372"/>
                <a:gd name="connsiteX9192" fmla="*/ 31676040 w 58051775"/>
                <a:gd name="connsiteY9192" fmla="*/ 42269836 h 57949372"/>
                <a:gd name="connsiteX9193" fmla="*/ 31392054 w 58051775"/>
                <a:gd name="connsiteY9193" fmla="*/ 42322446 h 57949372"/>
                <a:gd name="connsiteX9194" fmla="*/ 31129878 w 58051775"/>
                <a:gd name="connsiteY9194" fmla="*/ 42371222 h 57949372"/>
                <a:gd name="connsiteX9195" fmla="*/ 30818728 w 58051775"/>
                <a:gd name="connsiteY9195" fmla="*/ 42405302 h 57949372"/>
                <a:gd name="connsiteX9196" fmla="*/ 30537152 w 58051775"/>
                <a:gd name="connsiteY9196" fmla="*/ 42411650 h 57949372"/>
                <a:gd name="connsiteX9197" fmla="*/ 30424720 w 58051775"/>
                <a:gd name="connsiteY9197" fmla="*/ 42487850 h 57949372"/>
                <a:gd name="connsiteX9198" fmla="*/ 29102988 w 58051775"/>
                <a:gd name="connsiteY9198" fmla="*/ 42491922 h 57949372"/>
                <a:gd name="connsiteX9199" fmla="*/ 27435384 w 58051775"/>
                <a:gd name="connsiteY9199" fmla="*/ 42451614 h 57949372"/>
                <a:gd name="connsiteX9200" fmla="*/ 27389136 w 58051775"/>
                <a:gd name="connsiteY9200" fmla="*/ 42411650 h 57949372"/>
                <a:gd name="connsiteX9201" fmla="*/ 26822028 w 58051775"/>
                <a:gd name="connsiteY9201" fmla="*/ 42398950 h 57949372"/>
                <a:gd name="connsiteX9202" fmla="*/ 26761376 w 58051775"/>
                <a:gd name="connsiteY9202" fmla="*/ 42322750 h 57949372"/>
                <a:gd name="connsiteX9203" fmla="*/ 26579164 w 58051775"/>
                <a:gd name="connsiteY9203" fmla="*/ 42315450 h 57949372"/>
                <a:gd name="connsiteX9204" fmla="*/ 26335112 w 58051775"/>
                <a:gd name="connsiteY9204" fmla="*/ 42277934 h 57949372"/>
                <a:gd name="connsiteX9205" fmla="*/ 26125560 w 58051775"/>
                <a:gd name="connsiteY9205" fmla="*/ 42232146 h 57949372"/>
                <a:gd name="connsiteX9206" fmla="*/ 25976424 w 58051775"/>
                <a:gd name="connsiteY9206" fmla="*/ 42222038 h 57949372"/>
                <a:gd name="connsiteX9207" fmla="*/ 25927052 w 58051775"/>
                <a:gd name="connsiteY9207" fmla="*/ 42189402 h 57949372"/>
                <a:gd name="connsiteX9208" fmla="*/ 25792784 w 58051775"/>
                <a:gd name="connsiteY9208" fmla="*/ 42151302 h 57949372"/>
                <a:gd name="connsiteX9209" fmla="*/ 25600816 w 58051775"/>
                <a:gd name="connsiteY9209" fmla="*/ 42091834 h 57949372"/>
                <a:gd name="connsiteX9210" fmla="*/ 25446668 w 58051775"/>
                <a:gd name="connsiteY9210" fmla="*/ 42062562 h 57949372"/>
                <a:gd name="connsiteX9211" fmla="*/ 25244496 w 58051775"/>
                <a:gd name="connsiteY9211" fmla="*/ 42001214 h 57949372"/>
                <a:gd name="connsiteX9212" fmla="*/ 25082960 w 58051775"/>
                <a:gd name="connsiteY9212" fmla="*/ 41968178 h 57949372"/>
                <a:gd name="connsiteX9213" fmla="*/ 24908264 w 58051775"/>
                <a:gd name="connsiteY9213" fmla="*/ 41914240 h 57949372"/>
                <a:gd name="connsiteX9214" fmla="*/ 24787580 w 58051775"/>
                <a:gd name="connsiteY9214" fmla="*/ 41874688 h 57949372"/>
                <a:gd name="connsiteX9215" fmla="*/ 24660580 w 58051775"/>
                <a:gd name="connsiteY9215" fmla="*/ 41831280 h 57949372"/>
                <a:gd name="connsiteX9216" fmla="*/ 24537380 w 58051775"/>
                <a:gd name="connsiteY9216" fmla="*/ 41785382 h 57949372"/>
                <a:gd name="connsiteX9217" fmla="*/ 24419960 w 58051775"/>
                <a:gd name="connsiteY9217" fmla="*/ 41749198 h 57949372"/>
                <a:gd name="connsiteX9218" fmla="*/ 24304952 w 58051775"/>
                <a:gd name="connsiteY9218" fmla="*/ 41705518 h 57949372"/>
                <a:gd name="connsiteX9219" fmla="*/ 24198416 w 58051775"/>
                <a:gd name="connsiteY9219" fmla="*/ 41661850 h 57949372"/>
                <a:gd name="connsiteX9220" fmla="*/ 24073400 w 58051775"/>
                <a:gd name="connsiteY9220" fmla="*/ 41617954 h 57949372"/>
                <a:gd name="connsiteX9221" fmla="*/ 23935408 w 58051775"/>
                <a:gd name="connsiteY9221" fmla="*/ 41563494 h 57949372"/>
                <a:gd name="connsiteX9222" fmla="*/ 23821884 w 58051775"/>
                <a:gd name="connsiteY9222" fmla="*/ 41518638 h 57949372"/>
                <a:gd name="connsiteX9223" fmla="*/ 23706216 w 58051775"/>
                <a:gd name="connsiteY9223" fmla="*/ 41481366 h 57949372"/>
                <a:gd name="connsiteX9224" fmla="*/ 23602056 w 58051775"/>
                <a:gd name="connsiteY9224" fmla="*/ 41435598 h 57949372"/>
                <a:gd name="connsiteX9225" fmla="*/ 23507052 w 58051775"/>
                <a:gd name="connsiteY9225" fmla="*/ 41390638 h 57949372"/>
                <a:gd name="connsiteX9226" fmla="*/ 23411328 w 58051775"/>
                <a:gd name="connsiteY9226" fmla="*/ 41338630 h 57949372"/>
                <a:gd name="connsiteX9227" fmla="*/ 23322892 w 58051775"/>
                <a:gd name="connsiteY9227" fmla="*/ 41294690 h 57949372"/>
                <a:gd name="connsiteX9228" fmla="*/ 23233104 w 58051775"/>
                <a:gd name="connsiteY9228" fmla="*/ 41257786 h 57949372"/>
                <a:gd name="connsiteX9229" fmla="*/ 23142608 w 58051775"/>
                <a:gd name="connsiteY9229" fmla="*/ 41213122 h 57949372"/>
                <a:gd name="connsiteX9230" fmla="*/ 23055312 w 58051775"/>
                <a:gd name="connsiteY9230" fmla="*/ 41170090 h 57949372"/>
                <a:gd name="connsiteX9231" fmla="*/ 22955972 w 58051775"/>
                <a:gd name="connsiteY9231" fmla="*/ 41118536 h 57949372"/>
                <a:gd name="connsiteX9232" fmla="*/ 22860000 w 58051775"/>
                <a:gd name="connsiteY9232" fmla="*/ 41066518 h 57949372"/>
                <a:gd name="connsiteX9233" fmla="*/ 22776728 w 58051775"/>
                <a:gd name="connsiteY9233" fmla="*/ 41026132 h 57949372"/>
                <a:gd name="connsiteX9234" fmla="*/ 22687880 w 58051775"/>
                <a:gd name="connsiteY9234" fmla="*/ 40985964 h 57949372"/>
                <a:gd name="connsiteX9235" fmla="*/ 22587000 w 58051775"/>
                <a:gd name="connsiteY9235" fmla="*/ 40938554 h 57949372"/>
                <a:gd name="connsiteX9236" fmla="*/ 22502080 w 58051775"/>
                <a:gd name="connsiteY9236" fmla="*/ 40896094 h 57949372"/>
                <a:gd name="connsiteX9237" fmla="*/ 22428416 w 58051775"/>
                <a:gd name="connsiteY9237" fmla="*/ 40856206 h 57949372"/>
                <a:gd name="connsiteX9238" fmla="*/ 22353380 w 58051775"/>
                <a:gd name="connsiteY9238" fmla="*/ 40805474 h 57949372"/>
                <a:gd name="connsiteX9239" fmla="*/ 22282672 w 58051775"/>
                <a:gd name="connsiteY9239" fmla="*/ 40767578 h 57949372"/>
                <a:gd name="connsiteX9240" fmla="*/ 22199600 w 58051775"/>
                <a:gd name="connsiteY9240" fmla="*/ 40722550 h 57949372"/>
                <a:gd name="connsiteX9241" fmla="*/ 22117624 w 58051775"/>
                <a:gd name="connsiteY9241" fmla="*/ 40678738 h 57949372"/>
                <a:gd name="connsiteX9242" fmla="*/ 22049456 w 58051775"/>
                <a:gd name="connsiteY9242" fmla="*/ 40632606 h 57949372"/>
                <a:gd name="connsiteX9243" fmla="*/ 21969288 w 58051775"/>
                <a:gd name="connsiteY9243" fmla="*/ 40574296 h 57949372"/>
                <a:gd name="connsiteX9244" fmla="*/ 21909480 w 58051775"/>
                <a:gd name="connsiteY9244" fmla="*/ 40538402 h 57949372"/>
                <a:gd name="connsiteX9245" fmla="*/ 21847692 w 58051775"/>
                <a:gd name="connsiteY9245" fmla="*/ 40502286 h 57949372"/>
                <a:gd name="connsiteX9246" fmla="*/ 21767800 w 58051775"/>
                <a:gd name="connsiteY9246" fmla="*/ 40449198 h 57949372"/>
                <a:gd name="connsiteX9247" fmla="*/ 21691600 w 58051775"/>
                <a:gd name="connsiteY9247" fmla="*/ 40398138 h 57949372"/>
                <a:gd name="connsiteX9248" fmla="*/ 21613628 w 58051775"/>
                <a:gd name="connsiteY9248" fmla="*/ 40355886 h 57949372"/>
                <a:gd name="connsiteX9249" fmla="*/ 21547384 w 58051775"/>
                <a:gd name="connsiteY9249" fmla="*/ 40317166 h 57949372"/>
                <a:gd name="connsiteX9250" fmla="*/ 21479308 w 58051775"/>
                <a:gd name="connsiteY9250" fmla="*/ 40271466 h 57949372"/>
                <a:gd name="connsiteX9251" fmla="*/ 21399500 w 58051775"/>
                <a:gd name="connsiteY9251" fmla="*/ 40226586 h 57949372"/>
                <a:gd name="connsiteX9252" fmla="*/ 21328332 w 58051775"/>
                <a:gd name="connsiteY9252" fmla="*/ 40184082 h 57949372"/>
                <a:gd name="connsiteX9253" fmla="*/ 21267760 w 58051775"/>
                <a:gd name="connsiteY9253" fmla="*/ 40139024 h 57949372"/>
                <a:gd name="connsiteX9254" fmla="*/ 21199224 w 58051775"/>
                <a:gd name="connsiteY9254" fmla="*/ 40081166 h 57949372"/>
                <a:gd name="connsiteX9255" fmla="*/ 20900400 w 58051775"/>
                <a:gd name="connsiteY9255" fmla="*/ 39857654 h 57949372"/>
                <a:gd name="connsiteX9256" fmla="*/ 20819536 w 58051775"/>
                <a:gd name="connsiteY9256" fmla="*/ 39796950 h 57949372"/>
                <a:gd name="connsiteX9257" fmla="*/ 20779316 w 58051775"/>
                <a:gd name="connsiteY9257" fmla="*/ 39775638 h 57949372"/>
                <a:gd name="connsiteX9258" fmla="*/ 20779316 w 58051775"/>
                <a:gd name="connsiteY9258" fmla="*/ 39835740 h 57949372"/>
                <a:gd name="connsiteX9259" fmla="*/ 20648356 w 58051775"/>
                <a:gd name="connsiteY9259" fmla="*/ 39919746 h 57949372"/>
                <a:gd name="connsiteX9260" fmla="*/ 20535900 w 58051775"/>
                <a:gd name="connsiteY9260" fmla="*/ 39839094 h 57949372"/>
                <a:gd name="connsiteX9261" fmla="*/ 20650200 w 58051775"/>
                <a:gd name="connsiteY9261" fmla="*/ 39751002 h 57949372"/>
                <a:gd name="connsiteX9262" fmla="*/ 20745452 w 58051775"/>
                <a:gd name="connsiteY9262" fmla="*/ 39744650 h 57949372"/>
                <a:gd name="connsiteX9263" fmla="*/ 20659176 w 58051775"/>
                <a:gd name="connsiteY9263" fmla="*/ 39685338 h 57949372"/>
                <a:gd name="connsiteX9264" fmla="*/ 20547128 w 58051775"/>
                <a:gd name="connsiteY9264" fmla="*/ 39593262 h 57949372"/>
                <a:gd name="connsiteX9265" fmla="*/ 20503668 w 58051775"/>
                <a:gd name="connsiteY9265" fmla="*/ 39560502 h 57949372"/>
                <a:gd name="connsiteX9266" fmla="*/ 20447000 w 58051775"/>
                <a:gd name="connsiteY9266" fmla="*/ 39522402 h 57949372"/>
                <a:gd name="connsiteX9267" fmla="*/ 20390276 w 58051775"/>
                <a:gd name="connsiteY9267" fmla="*/ 39484302 h 57949372"/>
                <a:gd name="connsiteX9268" fmla="*/ 20345264 w 58051775"/>
                <a:gd name="connsiteY9268" fmla="*/ 39446010 h 57949372"/>
                <a:gd name="connsiteX9269" fmla="*/ 20277724 w 58051775"/>
                <a:gd name="connsiteY9269" fmla="*/ 39383724 h 57949372"/>
                <a:gd name="connsiteX9270" fmla="*/ 20153676 w 58051775"/>
                <a:gd name="connsiteY9270" fmla="*/ 39279142 h 57949372"/>
                <a:gd name="connsiteX9271" fmla="*/ 20007624 w 58051775"/>
                <a:gd name="connsiteY9271" fmla="*/ 39143734 h 57949372"/>
                <a:gd name="connsiteX9272" fmla="*/ 19851740 w 58051775"/>
                <a:gd name="connsiteY9272" fmla="*/ 38979364 h 57949372"/>
                <a:gd name="connsiteX9273" fmla="*/ 19793320 w 58051775"/>
                <a:gd name="connsiteY9273" fmla="*/ 38985698 h 57949372"/>
                <a:gd name="connsiteX9274" fmla="*/ 19678652 w 58051775"/>
                <a:gd name="connsiteY9274" fmla="*/ 39026732 h 57949372"/>
                <a:gd name="connsiteX9275" fmla="*/ 19553896 w 58051775"/>
                <a:gd name="connsiteY9275" fmla="*/ 38978046 h 57949372"/>
                <a:gd name="connsiteX9276" fmla="*/ 19580188 w 58051775"/>
                <a:gd name="connsiteY9276" fmla="*/ 38808546 h 57949372"/>
                <a:gd name="connsiteX9277" fmla="*/ 19612248 w 58051775"/>
                <a:gd name="connsiteY9277" fmla="*/ 38786846 h 57949372"/>
                <a:gd name="connsiteX9278" fmla="*/ 19551976 w 58051775"/>
                <a:gd name="connsiteY9278" fmla="*/ 38732346 h 57949372"/>
                <a:gd name="connsiteX9279" fmla="*/ 19445476 w 58051775"/>
                <a:gd name="connsiteY9279" fmla="*/ 38632494 h 57949372"/>
                <a:gd name="connsiteX9280" fmla="*/ 19322012 w 58051775"/>
                <a:gd name="connsiteY9280" fmla="*/ 38564462 h 57949372"/>
                <a:gd name="connsiteX9281" fmla="*/ 19219832 w 58051775"/>
                <a:gd name="connsiteY9281" fmla="*/ 38576056 h 57949372"/>
                <a:gd name="connsiteX9282" fmla="*/ 19100176 w 58051775"/>
                <a:gd name="connsiteY9282" fmla="*/ 38467002 h 57949372"/>
                <a:gd name="connsiteX9283" fmla="*/ 19110064 w 58051775"/>
                <a:gd name="connsiteY9283" fmla="*/ 38360374 h 57949372"/>
                <a:gd name="connsiteX9284" fmla="*/ 19102200 w 58051775"/>
                <a:gd name="connsiteY9284" fmla="*/ 38287524 h 57949372"/>
                <a:gd name="connsiteX9285" fmla="*/ 19047860 w 58051775"/>
                <a:gd name="connsiteY9285" fmla="*/ 38232672 h 57949372"/>
                <a:gd name="connsiteX9286" fmla="*/ 19024600 w 58051775"/>
                <a:gd name="connsiteY9286" fmla="*/ 38214648 h 57949372"/>
                <a:gd name="connsiteX9287" fmla="*/ 18980152 w 58051775"/>
                <a:gd name="connsiteY9287" fmla="*/ 38150802 h 57949372"/>
                <a:gd name="connsiteX9288" fmla="*/ 18935700 w 58051775"/>
                <a:gd name="connsiteY9288" fmla="*/ 38086098 h 57949372"/>
                <a:gd name="connsiteX9289" fmla="*/ 18883992 w 58051775"/>
                <a:gd name="connsiteY9289" fmla="*/ 38022894 h 57949372"/>
                <a:gd name="connsiteX9290" fmla="*/ 18769256 w 58051775"/>
                <a:gd name="connsiteY9290" fmla="*/ 37961218 h 57949372"/>
                <a:gd name="connsiteX9291" fmla="*/ 18665596 w 58051775"/>
                <a:gd name="connsiteY9291" fmla="*/ 37840442 h 57949372"/>
                <a:gd name="connsiteX9292" fmla="*/ 18570092 w 58051775"/>
                <a:gd name="connsiteY9292" fmla="*/ 37693942 h 57949372"/>
                <a:gd name="connsiteX9293" fmla="*/ 18464856 w 58051775"/>
                <a:gd name="connsiteY9293" fmla="*/ 37579302 h 57949372"/>
                <a:gd name="connsiteX9294" fmla="*/ 18418152 w 58051775"/>
                <a:gd name="connsiteY9294" fmla="*/ 37515802 h 57949372"/>
                <a:gd name="connsiteX9295" fmla="*/ 18313400 w 58051775"/>
                <a:gd name="connsiteY9295" fmla="*/ 37371128 h 57949372"/>
                <a:gd name="connsiteX9296" fmla="*/ 18263632 w 58051775"/>
                <a:gd name="connsiteY9296" fmla="*/ 37307258 h 57949372"/>
                <a:gd name="connsiteX9297" fmla="*/ 18133808 w 58051775"/>
                <a:gd name="connsiteY9297" fmla="*/ 37244358 h 57949372"/>
                <a:gd name="connsiteX9298" fmla="*/ 18030056 w 58051775"/>
                <a:gd name="connsiteY9298" fmla="*/ 37082450 h 57949372"/>
                <a:gd name="connsiteX9299" fmla="*/ 18039256 w 58051775"/>
                <a:gd name="connsiteY9299" fmla="*/ 36998350 h 57949372"/>
                <a:gd name="connsiteX9300" fmla="*/ 17992176 w 58051775"/>
                <a:gd name="connsiteY9300" fmla="*/ 36953950 h 57949372"/>
                <a:gd name="connsiteX9301" fmla="*/ 17945100 w 58051775"/>
                <a:gd name="connsiteY9301" fmla="*/ 36888466 h 57949372"/>
                <a:gd name="connsiteX9302" fmla="*/ 17900328 w 58051775"/>
                <a:gd name="connsiteY9302" fmla="*/ 36820116 h 57949372"/>
                <a:gd name="connsiteX9303" fmla="*/ 17780000 w 58051775"/>
                <a:gd name="connsiteY9303" fmla="*/ 36659928 h 57949372"/>
                <a:gd name="connsiteX9304" fmla="*/ 17729200 w 58051775"/>
                <a:gd name="connsiteY9304" fmla="*/ 36595050 h 57949372"/>
                <a:gd name="connsiteX9305" fmla="*/ 17678400 w 58051775"/>
                <a:gd name="connsiteY9305" fmla="*/ 36521908 h 57949372"/>
                <a:gd name="connsiteX9306" fmla="*/ 17635316 w 58051775"/>
                <a:gd name="connsiteY9306" fmla="*/ 36457810 h 57949372"/>
                <a:gd name="connsiteX9307" fmla="*/ 17589760 w 58051775"/>
                <a:gd name="connsiteY9307" fmla="*/ 36381890 h 57949372"/>
                <a:gd name="connsiteX9308" fmla="*/ 17551112 w 58051775"/>
                <a:gd name="connsiteY9308" fmla="*/ 36319778 h 57949372"/>
                <a:gd name="connsiteX9309" fmla="*/ 17506568 w 58051775"/>
                <a:gd name="connsiteY9309" fmla="*/ 36243522 h 57949372"/>
                <a:gd name="connsiteX9310" fmla="*/ 17468308 w 58051775"/>
                <a:gd name="connsiteY9310" fmla="*/ 36174430 h 57949372"/>
                <a:gd name="connsiteX9311" fmla="*/ 17409608 w 58051775"/>
                <a:gd name="connsiteY9311" fmla="*/ 36089198 h 57949372"/>
                <a:gd name="connsiteX9312" fmla="*/ 17358152 w 58051775"/>
                <a:gd name="connsiteY9312" fmla="*/ 36006754 h 57949372"/>
                <a:gd name="connsiteX9313" fmla="*/ 17335500 w 58051775"/>
                <a:gd name="connsiteY9313" fmla="*/ 35964018 h 57949372"/>
                <a:gd name="connsiteX9314" fmla="*/ 17286176 w 58051775"/>
                <a:gd name="connsiteY9314" fmla="*/ 35891915 h 57949372"/>
                <a:gd name="connsiteX9315" fmla="*/ 17227556 w 58051775"/>
                <a:gd name="connsiteY9315" fmla="*/ 35801302 h 57949372"/>
                <a:gd name="connsiteX9316" fmla="*/ 17163904 w 58051775"/>
                <a:gd name="connsiteY9316" fmla="*/ 35737803 h 57949372"/>
                <a:gd name="connsiteX9317" fmla="*/ 17093432 w 58051775"/>
                <a:gd name="connsiteY9317" fmla="*/ 35714334 h 57949372"/>
                <a:gd name="connsiteX9318" fmla="*/ 17058668 w 58051775"/>
                <a:gd name="connsiteY9318" fmla="*/ 35580705 h 57949372"/>
                <a:gd name="connsiteX9319" fmla="*/ 17018620 w 58051775"/>
                <a:gd name="connsiteY9319" fmla="*/ 35446142 h 57949372"/>
                <a:gd name="connsiteX9320" fmla="*/ 16961872 w 58051775"/>
                <a:gd name="connsiteY9320" fmla="*/ 35360694 h 57949372"/>
                <a:gd name="connsiteX9321" fmla="*/ 16918656 w 58051775"/>
                <a:gd name="connsiteY9321" fmla="*/ 35276707 h 57949372"/>
                <a:gd name="connsiteX9322" fmla="*/ 16884936 w 58051775"/>
                <a:gd name="connsiteY9322" fmla="*/ 35184267 h 57949372"/>
                <a:gd name="connsiteX9323" fmla="*/ 16845524 w 58051775"/>
                <a:gd name="connsiteY9323" fmla="*/ 35173382 h 57949372"/>
                <a:gd name="connsiteX9324" fmla="*/ 16794380 w 58051775"/>
                <a:gd name="connsiteY9324" fmla="*/ 35256634 h 57949372"/>
                <a:gd name="connsiteX9325" fmla="*/ 16659284 w 58051775"/>
                <a:gd name="connsiteY9325" fmla="*/ 35293302 h 57949372"/>
                <a:gd name="connsiteX9326" fmla="*/ 16559320 w 58051775"/>
                <a:gd name="connsiteY9326" fmla="*/ 35293302 h 57949372"/>
                <a:gd name="connsiteX9327" fmla="*/ 16501084 w 58051775"/>
                <a:gd name="connsiteY9327" fmla="*/ 35238274 h 57949372"/>
                <a:gd name="connsiteX9328" fmla="*/ 16443964 w 58051775"/>
                <a:gd name="connsiteY9328" fmla="*/ 35104247 h 57949372"/>
                <a:gd name="connsiteX9329" fmla="*/ 16516576 w 58051775"/>
                <a:gd name="connsiteY9329" fmla="*/ 34954888 h 57949372"/>
                <a:gd name="connsiteX9330" fmla="*/ 16641108 w 58051775"/>
                <a:gd name="connsiteY9330" fmla="*/ 34869752 h 57949372"/>
                <a:gd name="connsiteX9331" fmla="*/ 16704532 w 58051775"/>
                <a:gd name="connsiteY9331" fmla="*/ 34819460 h 57949372"/>
                <a:gd name="connsiteX9332" fmla="*/ 16669132 w 58051775"/>
                <a:gd name="connsiteY9332" fmla="*/ 34742010 h 57949372"/>
                <a:gd name="connsiteX9333" fmla="*/ 16612676 w 58051775"/>
                <a:gd name="connsiteY9333" fmla="*/ 34632535 h 57949372"/>
                <a:gd name="connsiteX9334" fmla="*/ 16568700 w 58051775"/>
                <a:gd name="connsiteY9334" fmla="*/ 34540738 h 57949372"/>
                <a:gd name="connsiteX9335" fmla="*/ 16535400 w 58051775"/>
                <a:gd name="connsiteY9335" fmla="*/ 34466842 h 57949372"/>
                <a:gd name="connsiteX9336" fmla="*/ 16481424 w 58051775"/>
                <a:gd name="connsiteY9336" fmla="*/ 34388478 h 57949372"/>
                <a:gd name="connsiteX9337" fmla="*/ 16427452 w 58051775"/>
                <a:gd name="connsiteY9337" fmla="*/ 34359754 h 57949372"/>
                <a:gd name="connsiteX9338" fmla="*/ 16426832 w 58051775"/>
                <a:gd name="connsiteY9338" fmla="*/ 34267916 h 57949372"/>
                <a:gd name="connsiteX9339" fmla="*/ 16389800 w 58051775"/>
                <a:gd name="connsiteY9339" fmla="*/ 34138071 h 57949372"/>
                <a:gd name="connsiteX9340" fmla="*/ 16341384 w 58051775"/>
                <a:gd name="connsiteY9340" fmla="*/ 34020408 h 57949372"/>
                <a:gd name="connsiteX9341" fmla="*/ 16294468 w 58051775"/>
                <a:gd name="connsiteY9341" fmla="*/ 33902650 h 57949372"/>
                <a:gd name="connsiteX9342" fmla="*/ 16252040 w 58051775"/>
                <a:gd name="connsiteY9342" fmla="*/ 33783479 h 57949372"/>
                <a:gd name="connsiteX9343" fmla="*/ 16215876 w 58051775"/>
                <a:gd name="connsiteY9343" fmla="*/ 33671896 h 57949372"/>
                <a:gd name="connsiteX9344" fmla="*/ 16173984 w 58051775"/>
                <a:gd name="connsiteY9344" fmla="*/ 33575170 h 57949372"/>
                <a:gd name="connsiteX9345" fmla="*/ 16160752 w 58051775"/>
                <a:gd name="connsiteY9345" fmla="*/ 33508952 h 57949372"/>
                <a:gd name="connsiteX9346" fmla="*/ 16100536 w 58051775"/>
                <a:gd name="connsiteY9346" fmla="*/ 33508610 h 57949372"/>
                <a:gd name="connsiteX9347" fmla="*/ 15963768 w 58051775"/>
                <a:gd name="connsiteY9347" fmla="*/ 33352802 h 57949372"/>
                <a:gd name="connsiteX9348" fmla="*/ 15935148 w 58051775"/>
                <a:gd name="connsiteY9348" fmla="*/ 33247458 h 57949372"/>
                <a:gd name="connsiteX9349" fmla="*/ 15963376 w 58051775"/>
                <a:gd name="connsiteY9349" fmla="*/ 33217412 h 57949372"/>
                <a:gd name="connsiteX9350" fmla="*/ 15987224 w 58051775"/>
                <a:gd name="connsiteY9350" fmla="*/ 33164651 h 57949372"/>
                <a:gd name="connsiteX9351" fmla="*/ 15646352 w 58051775"/>
                <a:gd name="connsiteY9351" fmla="*/ 33131753 h 57949372"/>
                <a:gd name="connsiteX9352" fmla="*/ 14878900 w 58051775"/>
                <a:gd name="connsiteY9352" fmla="*/ 33132462 h 57949372"/>
                <a:gd name="connsiteX9353" fmla="*/ 14562248 w 58051775"/>
                <a:gd name="connsiteY9353" fmla="*/ 33142773 h 57949372"/>
                <a:gd name="connsiteX9354" fmla="*/ 14521636 w 58051775"/>
                <a:gd name="connsiteY9354" fmla="*/ 33229551 h 57949372"/>
                <a:gd name="connsiteX9355" fmla="*/ 14420564 w 58051775"/>
                <a:gd name="connsiteY9355" fmla="*/ 33229551 h 57949372"/>
                <a:gd name="connsiteX9356" fmla="*/ 14306076 w 58051775"/>
                <a:gd name="connsiteY9356" fmla="*/ 33194042 h 57949372"/>
                <a:gd name="connsiteX9357" fmla="*/ 14292664 w 58051775"/>
                <a:gd name="connsiteY9357" fmla="*/ 33158534 h 57949372"/>
                <a:gd name="connsiteX9358" fmla="*/ 13627616 w 58051775"/>
                <a:gd name="connsiteY9358" fmla="*/ 33158534 h 57949372"/>
                <a:gd name="connsiteX9359" fmla="*/ 12952768 w 58051775"/>
                <a:gd name="connsiteY9359" fmla="*/ 33174395 h 57949372"/>
                <a:gd name="connsiteX9360" fmla="*/ 12949604 w 58051775"/>
                <a:gd name="connsiteY9360" fmla="*/ 33223439 h 57949372"/>
                <a:gd name="connsiteX9361" fmla="*/ 12882440 w 58051775"/>
                <a:gd name="connsiteY9361" fmla="*/ 33380759 h 57949372"/>
                <a:gd name="connsiteX9362" fmla="*/ 12683744 w 58051775"/>
                <a:gd name="connsiteY9362" fmla="*/ 33414622 h 57949372"/>
                <a:gd name="connsiteX9363" fmla="*/ 12608772 w 58051775"/>
                <a:gd name="connsiteY9363" fmla="*/ 33241478 h 57949372"/>
                <a:gd name="connsiteX9364" fmla="*/ 12610168 w 58051775"/>
                <a:gd name="connsiteY9364" fmla="*/ 33159702 h 57949372"/>
                <a:gd name="connsiteX9365" fmla="*/ 12401832 w 58051775"/>
                <a:gd name="connsiteY9365" fmla="*/ 33159702 h 57949372"/>
                <a:gd name="connsiteX9366" fmla="*/ 12186572 w 58051775"/>
                <a:gd name="connsiteY9366" fmla="*/ 33170910 h 57949372"/>
                <a:gd name="connsiteX9367" fmla="*/ 12204872 w 58051775"/>
                <a:gd name="connsiteY9367" fmla="*/ 33214189 h 57949372"/>
                <a:gd name="connsiteX9368" fmla="*/ 12230100 w 58051775"/>
                <a:gd name="connsiteY9368" fmla="*/ 33323190 h 57949372"/>
                <a:gd name="connsiteX9369" fmla="*/ 12182496 w 58051775"/>
                <a:gd name="connsiteY9369" fmla="*/ 33441834 h 57949372"/>
                <a:gd name="connsiteX9370" fmla="*/ 12122172 w 58051775"/>
                <a:gd name="connsiteY9370" fmla="*/ 33492882 h 57949372"/>
                <a:gd name="connsiteX9371" fmla="*/ 11856632 w 58051775"/>
                <a:gd name="connsiteY9371" fmla="*/ 33503050 h 57949372"/>
                <a:gd name="connsiteX9372" fmla="*/ 11799836 w 58051775"/>
                <a:gd name="connsiteY9372" fmla="*/ 33321254 h 57949372"/>
                <a:gd name="connsiteX9373" fmla="*/ 11835224 w 58051775"/>
                <a:gd name="connsiteY9373" fmla="*/ 33205404 h 57949372"/>
                <a:gd name="connsiteX9374" fmla="*/ 11842400 w 58051775"/>
                <a:gd name="connsiteY9374" fmla="*/ 33167675 h 57949372"/>
                <a:gd name="connsiteX9375" fmla="*/ 11616288 w 58051775"/>
                <a:gd name="connsiteY9375" fmla="*/ 33153546 h 57949372"/>
                <a:gd name="connsiteX9376" fmla="*/ 11409752 w 58051775"/>
                <a:gd name="connsiteY9376" fmla="*/ 33220886 h 57949372"/>
                <a:gd name="connsiteX9377" fmla="*/ 11430000 w 58051775"/>
                <a:gd name="connsiteY9377" fmla="*/ 33344057 h 57949372"/>
                <a:gd name="connsiteX9378" fmla="*/ 11476752 w 58051775"/>
                <a:gd name="connsiteY9378" fmla="*/ 33504178 h 57949372"/>
                <a:gd name="connsiteX9379" fmla="*/ 11517760 w 58051775"/>
                <a:gd name="connsiteY9379" fmla="*/ 33668362 h 57949372"/>
                <a:gd name="connsiteX9380" fmla="*/ 11563472 w 58051775"/>
                <a:gd name="connsiteY9380" fmla="*/ 33827586 h 57949372"/>
                <a:gd name="connsiteX9381" fmla="*/ 11601184 w 58051775"/>
                <a:gd name="connsiteY9381" fmla="*/ 33955501 h 57949372"/>
                <a:gd name="connsiteX9382" fmla="*/ 11663636 w 58051775"/>
                <a:gd name="connsiteY9382" fmla="*/ 34136510 h 57949372"/>
                <a:gd name="connsiteX9383" fmla="*/ 11682928 w 58051775"/>
                <a:gd name="connsiteY9383" fmla="*/ 34198966 h 57949372"/>
                <a:gd name="connsiteX9384" fmla="*/ 11748328 w 58051775"/>
                <a:gd name="connsiteY9384" fmla="*/ 34449790 h 57949372"/>
                <a:gd name="connsiteX9385" fmla="*/ 11785600 w 58051775"/>
                <a:gd name="connsiteY9385" fmla="*/ 34549006 h 57949372"/>
                <a:gd name="connsiteX9386" fmla="*/ 11841276 w 58051775"/>
                <a:gd name="connsiteY9386" fmla="*/ 34712822 h 57949372"/>
                <a:gd name="connsiteX9387" fmla="*/ 11874500 w 58051775"/>
                <a:gd name="connsiteY9387" fmla="*/ 34796596 h 57949372"/>
                <a:gd name="connsiteX9388" fmla="*/ 11930536 w 58051775"/>
                <a:gd name="connsiteY9388" fmla="*/ 34939095 h 57949372"/>
                <a:gd name="connsiteX9389" fmla="*/ 11965328 w 58051775"/>
                <a:gd name="connsiteY9389" fmla="*/ 35056224 h 57949372"/>
                <a:gd name="connsiteX9390" fmla="*/ 12009796 w 58051775"/>
                <a:gd name="connsiteY9390" fmla="*/ 35194974 h 57949372"/>
                <a:gd name="connsiteX9391" fmla="*/ 12058444 w 58051775"/>
                <a:gd name="connsiteY9391" fmla="*/ 35316914 h 57949372"/>
                <a:gd name="connsiteX9392" fmla="*/ 12102428 w 58051775"/>
                <a:gd name="connsiteY9392" fmla="*/ 35430298 h 57949372"/>
                <a:gd name="connsiteX9393" fmla="*/ 12146444 w 58051775"/>
                <a:gd name="connsiteY9393" fmla="*/ 35557619 h 57949372"/>
                <a:gd name="connsiteX9394" fmla="*/ 12192736 w 58051775"/>
                <a:gd name="connsiteY9394" fmla="*/ 35674827 h 57949372"/>
                <a:gd name="connsiteX9395" fmla="*/ 12230100 w 58051775"/>
                <a:gd name="connsiteY9395" fmla="*/ 35771672 h 57949372"/>
                <a:gd name="connsiteX9396" fmla="*/ 12270192 w 58051775"/>
                <a:gd name="connsiteY9396" fmla="*/ 35879363 h 57949372"/>
                <a:gd name="connsiteX9397" fmla="*/ 12320348 w 58051775"/>
                <a:gd name="connsiteY9397" fmla="*/ 35980470 h 57949372"/>
                <a:gd name="connsiteX9398" fmla="*/ 12369156 w 58051775"/>
                <a:gd name="connsiteY9398" fmla="*/ 36088258 h 57949372"/>
                <a:gd name="connsiteX9399" fmla="*/ 12407900 w 58051775"/>
                <a:gd name="connsiteY9399" fmla="*/ 36162866 h 57949372"/>
                <a:gd name="connsiteX9400" fmla="*/ 12459416 w 58051775"/>
                <a:gd name="connsiteY9400" fmla="*/ 36287590 h 57949372"/>
                <a:gd name="connsiteX9401" fmla="*/ 12496800 w 58051775"/>
                <a:gd name="connsiteY9401" fmla="*/ 36366138 h 57949372"/>
                <a:gd name="connsiteX9402" fmla="*/ 12537884 w 58051775"/>
                <a:gd name="connsiteY9402" fmla="*/ 36476974 h 57949372"/>
                <a:gd name="connsiteX9403" fmla="*/ 12579156 w 58051775"/>
                <a:gd name="connsiteY9403" fmla="*/ 36572182 h 57949372"/>
                <a:gd name="connsiteX9404" fmla="*/ 12630152 w 58051775"/>
                <a:gd name="connsiteY9404" fmla="*/ 36672114 h 57949372"/>
                <a:gd name="connsiteX9405" fmla="*/ 12674600 w 58051775"/>
                <a:gd name="connsiteY9405" fmla="*/ 36756770 h 57949372"/>
                <a:gd name="connsiteX9406" fmla="*/ 12719052 w 58051775"/>
                <a:gd name="connsiteY9406" fmla="*/ 36848238 h 57949372"/>
                <a:gd name="connsiteX9407" fmla="*/ 12763500 w 58051775"/>
                <a:gd name="connsiteY9407" fmla="*/ 36939690 h 57949372"/>
                <a:gd name="connsiteX9408" fmla="*/ 12807952 w 58051775"/>
                <a:gd name="connsiteY9408" fmla="*/ 37029782 h 57949372"/>
                <a:gd name="connsiteX9409" fmla="*/ 12852400 w 58051775"/>
                <a:gd name="connsiteY9409" fmla="*/ 37120370 h 57949372"/>
                <a:gd name="connsiteX9410" fmla="*/ 12896852 w 58051775"/>
                <a:gd name="connsiteY9410" fmla="*/ 37205514 h 57949372"/>
                <a:gd name="connsiteX9411" fmla="*/ 12941300 w 58051775"/>
                <a:gd name="connsiteY9411" fmla="*/ 37295486 h 57949372"/>
                <a:gd name="connsiteX9412" fmla="*/ 12985752 w 58051775"/>
                <a:gd name="connsiteY9412" fmla="*/ 37377786 h 57949372"/>
                <a:gd name="connsiteX9413" fmla="*/ 13030200 w 58051775"/>
                <a:gd name="connsiteY9413" fmla="*/ 37448042 h 57949372"/>
                <a:gd name="connsiteX9414" fmla="*/ 13082740 w 58051775"/>
                <a:gd name="connsiteY9414" fmla="*/ 37554830 h 57949372"/>
                <a:gd name="connsiteX9415" fmla="*/ 13149120 w 58051775"/>
                <a:gd name="connsiteY9415" fmla="*/ 37539248 h 57949372"/>
                <a:gd name="connsiteX9416" fmla="*/ 13357668 w 58051775"/>
                <a:gd name="connsiteY9416" fmla="*/ 37445998 h 57949372"/>
                <a:gd name="connsiteX9417" fmla="*/ 13477184 w 58051775"/>
                <a:gd name="connsiteY9417" fmla="*/ 37470794 h 57949372"/>
                <a:gd name="connsiteX9418" fmla="*/ 13569188 w 58051775"/>
                <a:gd name="connsiteY9418" fmla="*/ 37707644 h 57949372"/>
                <a:gd name="connsiteX9419" fmla="*/ 13569188 w 58051775"/>
                <a:gd name="connsiteY9419" fmla="*/ 37844618 h 57949372"/>
                <a:gd name="connsiteX9420" fmla="*/ 13510520 w 58051775"/>
                <a:gd name="connsiteY9420" fmla="*/ 37902460 h 57949372"/>
                <a:gd name="connsiteX9421" fmla="*/ 13380724 w 58051775"/>
                <a:gd name="connsiteY9421" fmla="*/ 37960302 h 57949372"/>
                <a:gd name="connsiteX9422" fmla="*/ 13309600 w 58051775"/>
                <a:gd name="connsiteY9422" fmla="*/ 37982962 h 57949372"/>
                <a:gd name="connsiteX9423" fmla="*/ 13345520 w 58051775"/>
                <a:gd name="connsiteY9423" fmla="*/ 38026842 h 57949372"/>
                <a:gd name="connsiteX9424" fmla="*/ 13397032 w 58051775"/>
                <a:gd name="connsiteY9424" fmla="*/ 38100102 h 57949372"/>
                <a:gd name="connsiteX9425" fmla="*/ 13430964 w 58051775"/>
                <a:gd name="connsiteY9425" fmla="*/ 38159182 h 57949372"/>
                <a:gd name="connsiteX9426" fmla="*/ 13449300 w 58051775"/>
                <a:gd name="connsiteY9426" fmla="*/ 38183910 h 57949372"/>
                <a:gd name="connsiteX9427" fmla="*/ 13556344 w 58051775"/>
                <a:gd name="connsiteY9427" fmla="*/ 38252402 h 57949372"/>
                <a:gd name="connsiteX9428" fmla="*/ 13631008 w 58051775"/>
                <a:gd name="connsiteY9428" fmla="*/ 38270822 h 57949372"/>
                <a:gd name="connsiteX9429" fmla="*/ 13658280 w 58051775"/>
                <a:gd name="connsiteY9429" fmla="*/ 38447822 h 57949372"/>
                <a:gd name="connsiteX9430" fmla="*/ 13702084 w 58051775"/>
                <a:gd name="connsiteY9430" fmla="*/ 38594650 h 57949372"/>
                <a:gd name="connsiteX9431" fmla="*/ 13738884 w 58051775"/>
                <a:gd name="connsiteY9431" fmla="*/ 38655402 h 57949372"/>
                <a:gd name="connsiteX9432" fmla="*/ 13791916 w 58051775"/>
                <a:gd name="connsiteY9432" fmla="*/ 38741078 h 57949372"/>
                <a:gd name="connsiteX9433" fmla="*/ 13830300 w 58051775"/>
                <a:gd name="connsiteY9433" fmla="*/ 38813576 h 57949372"/>
                <a:gd name="connsiteX9434" fmla="*/ 13892076 w 58051775"/>
                <a:gd name="connsiteY9434" fmla="*/ 38900102 h 57949372"/>
                <a:gd name="connsiteX9435" fmla="*/ 13924048 w 58051775"/>
                <a:gd name="connsiteY9435" fmla="*/ 38955090 h 57949372"/>
                <a:gd name="connsiteX9436" fmla="*/ 13982928 w 58051775"/>
                <a:gd name="connsiteY9436" fmla="*/ 39046368 h 57949372"/>
                <a:gd name="connsiteX9437" fmla="*/ 14020800 w 58051775"/>
                <a:gd name="connsiteY9437" fmla="*/ 39097112 h 57949372"/>
                <a:gd name="connsiteX9438" fmla="*/ 14051528 w 58051775"/>
                <a:gd name="connsiteY9438" fmla="*/ 39140442 h 57949372"/>
                <a:gd name="connsiteX9439" fmla="*/ 14096816 w 58051775"/>
                <a:gd name="connsiteY9439" fmla="*/ 39204458 h 57949372"/>
                <a:gd name="connsiteX9440" fmla="*/ 14142000 w 58051775"/>
                <a:gd name="connsiteY9440" fmla="*/ 39255992 h 57949372"/>
                <a:gd name="connsiteX9441" fmla="*/ 14193940 w 58051775"/>
                <a:gd name="connsiteY9441" fmla="*/ 39328208 h 57949372"/>
                <a:gd name="connsiteX9442" fmla="*/ 14237784 w 58051775"/>
                <a:gd name="connsiteY9442" fmla="*/ 39399810 h 57949372"/>
                <a:gd name="connsiteX9443" fmla="*/ 14269056 w 58051775"/>
                <a:gd name="connsiteY9443" fmla="*/ 39450442 h 57949372"/>
                <a:gd name="connsiteX9444" fmla="*/ 14318732 w 58051775"/>
                <a:gd name="connsiteY9444" fmla="*/ 39516516 h 57949372"/>
                <a:gd name="connsiteX9445" fmla="*/ 14374472 w 58051775"/>
                <a:gd name="connsiteY9445" fmla="*/ 39597166 h 57949372"/>
                <a:gd name="connsiteX9446" fmla="*/ 14420940 w 58051775"/>
                <a:gd name="connsiteY9446" fmla="*/ 39667342 h 57949372"/>
                <a:gd name="connsiteX9447" fmla="*/ 14452600 w 58051775"/>
                <a:gd name="connsiteY9447" fmla="*/ 39707206 h 57949372"/>
                <a:gd name="connsiteX9448" fmla="*/ 14576424 w 58051775"/>
                <a:gd name="connsiteY9448" fmla="*/ 39858282 h 57949372"/>
                <a:gd name="connsiteX9449" fmla="*/ 14624112 w 58051775"/>
                <a:gd name="connsiteY9449" fmla="*/ 39917326 h 57949372"/>
                <a:gd name="connsiteX9450" fmla="*/ 14667596 w 58051775"/>
                <a:gd name="connsiteY9450" fmla="*/ 39976078 h 57949372"/>
                <a:gd name="connsiteX9451" fmla="*/ 14725540 w 58051775"/>
                <a:gd name="connsiteY9451" fmla="*/ 40055454 h 57949372"/>
                <a:gd name="connsiteX9452" fmla="*/ 14786620 w 58051775"/>
                <a:gd name="connsiteY9452" fmla="*/ 40039926 h 57949372"/>
                <a:gd name="connsiteX9453" fmla="*/ 14877288 w 58051775"/>
                <a:gd name="connsiteY9453" fmla="*/ 39934652 h 57949372"/>
                <a:gd name="connsiteX9454" fmla="*/ 14937824 w 58051775"/>
                <a:gd name="connsiteY9454" fmla="*/ 39888354 h 57949372"/>
                <a:gd name="connsiteX9455" fmla="*/ 15010844 w 58051775"/>
                <a:gd name="connsiteY9455" fmla="*/ 39860700 h 57949372"/>
                <a:gd name="connsiteX9456" fmla="*/ 15091960 w 58051775"/>
                <a:gd name="connsiteY9456" fmla="*/ 39883170 h 57949372"/>
                <a:gd name="connsiteX9457" fmla="*/ 15180328 w 58051775"/>
                <a:gd name="connsiteY9457" fmla="*/ 39936446 h 57949372"/>
                <a:gd name="connsiteX9458" fmla="*/ 15265400 w 58051775"/>
                <a:gd name="connsiteY9458" fmla="*/ 40094654 h 57949372"/>
                <a:gd name="connsiteX9459" fmla="*/ 15199444 w 58051775"/>
                <a:gd name="connsiteY9459" fmla="*/ 40211302 h 57949372"/>
                <a:gd name="connsiteX9460" fmla="*/ 15021644 w 58051775"/>
                <a:gd name="connsiteY9460" fmla="*/ 40271526 h 57949372"/>
                <a:gd name="connsiteX9461" fmla="*/ 14909800 w 58051775"/>
                <a:gd name="connsiteY9461" fmla="*/ 40290958 h 57949372"/>
                <a:gd name="connsiteX9462" fmla="*/ 14954252 w 58051775"/>
                <a:gd name="connsiteY9462" fmla="*/ 40346138 h 57949372"/>
                <a:gd name="connsiteX9463" fmla="*/ 14998700 w 58051775"/>
                <a:gd name="connsiteY9463" fmla="*/ 40412316 h 57949372"/>
                <a:gd name="connsiteX9464" fmla="*/ 15036644 w 58051775"/>
                <a:gd name="connsiteY9464" fmla="*/ 40458908 h 57949372"/>
                <a:gd name="connsiteX9465" fmla="*/ 15081096 w 58051775"/>
                <a:gd name="connsiteY9465" fmla="*/ 40500292 h 57949372"/>
                <a:gd name="connsiteX9466" fmla="*/ 15119240 w 58051775"/>
                <a:gd name="connsiteY9466" fmla="*/ 40551092 h 57949372"/>
                <a:gd name="connsiteX9467" fmla="*/ 15278100 w 58051775"/>
                <a:gd name="connsiteY9467" fmla="*/ 40726914 h 57949372"/>
                <a:gd name="connsiteX9468" fmla="*/ 15300328 w 58051775"/>
                <a:gd name="connsiteY9468" fmla="*/ 40742510 h 57949372"/>
                <a:gd name="connsiteX9469" fmla="*/ 15410920 w 58051775"/>
                <a:gd name="connsiteY9469" fmla="*/ 40860454 h 57949372"/>
                <a:gd name="connsiteX9470" fmla="*/ 15503528 w 58051775"/>
                <a:gd name="connsiteY9470" fmla="*/ 40969962 h 57949372"/>
                <a:gd name="connsiteX9471" fmla="*/ 15645724 w 58051775"/>
                <a:gd name="connsiteY9471" fmla="*/ 41117810 h 57949372"/>
                <a:gd name="connsiteX9472" fmla="*/ 15866592 w 58051775"/>
                <a:gd name="connsiteY9472" fmla="*/ 41351202 h 57949372"/>
                <a:gd name="connsiteX9473" fmla="*/ 16054948 w 58051775"/>
                <a:gd name="connsiteY9473" fmla="*/ 41570706 h 57949372"/>
                <a:gd name="connsiteX9474" fmla="*/ 16110608 w 58051775"/>
                <a:gd name="connsiteY9474" fmla="*/ 41633212 h 57949372"/>
                <a:gd name="connsiteX9475" fmla="*/ 16149324 w 58051775"/>
                <a:gd name="connsiteY9475" fmla="*/ 41675600 h 57949372"/>
                <a:gd name="connsiteX9476" fmla="*/ 16188200 w 58051775"/>
                <a:gd name="connsiteY9476" fmla="*/ 41720598 h 57949372"/>
                <a:gd name="connsiteX9477" fmla="*/ 16237812 w 58051775"/>
                <a:gd name="connsiteY9477" fmla="*/ 41771970 h 57949372"/>
                <a:gd name="connsiteX9478" fmla="*/ 16292284 w 58051775"/>
                <a:gd name="connsiteY9478" fmla="*/ 41814350 h 57949372"/>
                <a:gd name="connsiteX9479" fmla="*/ 16369304 w 58051775"/>
                <a:gd name="connsiteY9479" fmla="*/ 41872558 h 57949372"/>
                <a:gd name="connsiteX9480" fmla="*/ 16421700 w 58051775"/>
                <a:gd name="connsiteY9480" fmla="*/ 41922702 h 57949372"/>
                <a:gd name="connsiteX9481" fmla="*/ 16427624 w 58051775"/>
                <a:gd name="connsiteY9481" fmla="*/ 41862376 h 57949372"/>
                <a:gd name="connsiteX9482" fmla="*/ 16493588 w 58051775"/>
                <a:gd name="connsiteY9482" fmla="*/ 41732328 h 57949372"/>
                <a:gd name="connsiteX9483" fmla="*/ 16544544 w 58051775"/>
                <a:gd name="connsiteY9483" fmla="*/ 41680938 h 57949372"/>
                <a:gd name="connsiteX9484" fmla="*/ 16633824 w 58051775"/>
                <a:gd name="connsiteY9484" fmla="*/ 41641930 h 57949372"/>
                <a:gd name="connsiteX9485" fmla="*/ 16706852 w 58051775"/>
                <a:gd name="connsiteY9485" fmla="*/ 41690836 h 57949372"/>
                <a:gd name="connsiteX9486" fmla="*/ 16757652 w 58051775"/>
                <a:gd name="connsiteY9486" fmla="*/ 41738362 h 57949372"/>
                <a:gd name="connsiteX9487" fmla="*/ 16757652 w 58051775"/>
                <a:gd name="connsiteY9487" fmla="*/ 41868178 h 57949372"/>
                <a:gd name="connsiteX9488" fmla="*/ 16650484 w 58051775"/>
                <a:gd name="connsiteY9488" fmla="*/ 42054430 h 57949372"/>
                <a:gd name="connsiteX9489" fmla="*/ 16569944 w 58051775"/>
                <a:gd name="connsiteY9489" fmla="*/ 42063894 h 57949372"/>
                <a:gd name="connsiteX9490" fmla="*/ 16630652 w 58051775"/>
                <a:gd name="connsiteY9490" fmla="*/ 42119362 h 57949372"/>
                <a:gd name="connsiteX9491" fmla="*/ 16886648 w 58051775"/>
                <a:gd name="connsiteY9491" fmla="*/ 42353934 h 57949372"/>
                <a:gd name="connsiteX9492" fmla="*/ 17000948 w 58051775"/>
                <a:gd name="connsiteY9492" fmla="*/ 42449966 h 57949372"/>
                <a:gd name="connsiteX9493" fmla="*/ 17119096 w 58051775"/>
                <a:gd name="connsiteY9493" fmla="*/ 42574098 h 57949372"/>
                <a:gd name="connsiteX9494" fmla="*/ 17171976 w 58051775"/>
                <a:gd name="connsiteY9494" fmla="*/ 42617070 h 57949372"/>
                <a:gd name="connsiteX9495" fmla="*/ 17228428 w 58051775"/>
                <a:gd name="connsiteY9495" fmla="*/ 42661000 h 57949372"/>
                <a:gd name="connsiteX9496" fmla="*/ 17266348 w 58051775"/>
                <a:gd name="connsiteY9496" fmla="*/ 42697402 h 57949372"/>
                <a:gd name="connsiteX9497" fmla="*/ 17358096 w 58051775"/>
                <a:gd name="connsiteY9497" fmla="*/ 42770544 h 57949372"/>
                <a:gd name="connsiteX9498" fmla="*/ 17468852 w 58051775"/>
                <a:gd name="connsiteY9498" fmla="*/ 42867766 h 57949372"/>
                <a:gd name="connsiteX9499" fmla="*/ 17637232 w 58051775"/>
                <a:gd name="connsiteY9499" fmla="*/ 43018076 h 57949372"/>
                <a:gd name="connsiteX9500" fmla="*/ 17704276 w 58051775"/>
                <a:gd name="connsiteY9500" fmla="*/ 43065702 h 57949372"/>
                <a:gd name="connsiteX9501" fmla="*/ 17755912 w 58051775"/>
                <a:gd name="connsiteY9501" fmla="*/ 43091510 h 57949372"/>
                <a:gd name="connsiteX9502" fmla="*/ 17859800 w 58051775"/>
                <a:gd name="connsiteY9502" fmla="*/ 43180410 h 57949372"/>
                <a:gd name="connsiteX9503" fmla="*/ 17945032 w 58051775"/>
                <a:gd name="connsiteY9503" fmla="*/ 43243502 h 57949372"/>
                <a:gd name="connsiteX9504" fmla="*/ 18007112 w 58051775"/>
                <a:gd name="connsiteY9504" fmla="*/ 43294302 h 57949372"/>
                <a:gd name="connsiteX9505" fmla="*/ 18075992 w 58051775"/>
                <a:gd name="connsiteY9505" fmla="*/ 43345102 h 57949372"/>
                <a:gd name="connsiteX9506" fmla="*/ 18115384 w 58051775"/>
                <a:gd name="connsiteY9506" fmla="*/ 43376850 h 57949372"/>
                <a:gd name="connsiteX9507" fmla="*/ 18154848 w 58051775"/>
                <a:gd name="connsiteY9507" fmla="*/ 43408602 h 57949372"/>
                <a:gd name="connsiteX9508" fmla="*/ 18202176 w 58051775"/>
                <a:gd name="connsiteY9508" fmla="*/ 43441670 h 57949372"/>
                <a:gd name="connsiteX9509" fmla="*/ 18282880 w 58051775"/>
                <a:gd name="connsiteY9509" fmla="*/ 43499420 h 57949372"/>
                <a:gd name="connsiteX9510" fmla="*/ 18362636 w 58051775"/>
                <a:gd name="connsiteY9510" fmla="*/ 43561602 h 57949372"/>
                <a:gd name="connsiteX9511" fmla="*/ 18415988 w 58051775"/>
                <a:gd name="connsiteY9511" fmla="*/ 43599102 h 57949372"/>
                <a:gd name="connsiteX9512" fmla="*/ 18463232 w 58051775"/>
                <a:gd name="connsiteY9512" fmla="*/ 43622682 h 57949372"/>
                <a:gd name="connsiteX9513" fmla="*/ 18535492 w 58051775"/>
                <a:gd name="connsiteY9513" fmla="*/ 43675364 h 57949372"/>
                <a:gd name="connsiteX9514" fmla="*/ 18612520 w 58051775"/>
                <a:gd name="connsiteY9514" fmla="*/ 43731164 h 57949372"/>
                <a:gd name="connsiteX9515" fmla="*/ 18791112 w 58051775"/>
                <a:gd name="connsiteY9515" fmla="*/ 43865804 h 57949372"/>
                <a:gd name="connsiteX9516" fmla="*/ 18828860 w 58051775"/>
                <a:gd name="connsiteY9516" fmla="*/ 43897460 h 57949372"/>
                <a:gd name="connsiteX9517" fmla="*/ 18899036 w 58051775"/>
                <a:gd name="connsiteY9517" fmla="*/ 43943932 h 57949372"/>
                <a:gd name="connsiteX9518" fmla="*/ 18980832 w 58051775"/>
                <a:gd name="connsiteY9518" fmla="*/ 44001172 h 57949372"/>
                <a:gd name="connsiteX9519" fmla="*/ 19042512 w 58051775"/>
                <a:gd name="connsiteY9519" fmla="*/ 44043604 h 57949372"/>
                <a:gd name="connsiteX9520" fmla="*/ 19121240 w 58051775"/>
                <a:gd name="connsiteY9520" fmla="*/ 44081580 h 57949372"/>
                <a:gd name="connsiteX9521" fmla="*/ 19192776 w 58051775"/>
                <a:gd name="connsiteY9521" fmla="*/ 44126028 h 57949372"/>
                <a:gd name="connsiteX9522" fmla="*/ 19248660 w 58051775"/>
                <a:gd name="connsiteY9522" fmla="*/ 44170384 h 57949372"/>
                <a:gd name="connsiteX9523" fmla="*/ 19323712 w 58051775"/>
                <a:gd name="connsiteY9523" fmla="*/ 44216012 h 57949372"/>
                <a:gd name="connsiteX9524" fmla="*/ 19400100 w 58051775"/>
                <a:gd name="connsiteY9524" fmla="*/ 44260388 h 57949372"/>
                <a:gd name="connsiteX9525" fmla="*/ 19477644 w 58051775"/>
                <a:gd name="connsiteY9525" fmla="*/ 44311020 h 57949372"/>
                <a:gd name="connsiteX9526" fmla="*/ 19532576 w 58051775"/>
                <a:gd name="connsiteY9526" fmla="*/ 44348356 h 57949372"/>
                <a:gd name="connsiteX9527" fmla="*/ 19608680 w 58051775"/>
                <a:gd name="connsiteY9527" fmla="*/ 44392812 h 57949372"/>
                <a:gd name="connsiteX9528" fmla="*/ 19672300 w 58051775"/>
                <a:gd name="connsiteY9528" fmla="*/ 44423228 h 57949372"/>
                <a:gd name="connsiteX9529" fmla="*/ 19765668 w 58051775"/>
                <a:gd name="connsiteY9529" fmla="*/ 44488100 h 57949372"/>
                <a:gd name="connsiteX9530" fmla="*/ 19843944 w 58051775"/>
                <a:gd name="connsiteY9530" fmla="*/ 44526404 h 57949372"/>
                <a:gd name="connsiteX9531" fmla="*/ 19925696 w 58051775"/>
                <a:gd name="connsiteY9531" fmla="*/ 44571988 h 57949372"/>
                <a:gd name="connsiteX9532" fmla="*/ 20006600 w 58051775"/>
                <a:gd name="connsiteY9532" fmla="*/ 44612968 h 57949372"/>
                <a:gd name="connsiteX9533" fmla="*/ 20089148 w 58051775"/>
                <a:gd name="connsiteY9533" fmla="*/ 44668156 h 57949372"/>
                <a:gd name="connsiteX9534" fmla="*/ 20311396 w 58051775"/>
                <a:gd name="connsiteY9534" fmla="*/ 44801012 h 57949372"/>
                <a:gd name="connsiteX9535" fmla="*/ 20397248 w 58051775"/>
                <a:gd name="connsiteY9535" fmla="*/ 44843700 h 57949372"/>
                <a:gd name="connsiteX9536" fmla="*/ 20463000 w 58051775"/>
                <a:gd name="connsiteY9536" fmla="*/ 44864168 h 57949372"/>
                <a:gd name="connsiteX9537" fmla="*/ 20563844 w 58051775"/>
                <a:gd name="connsiteY9537" fmla="*/ 44932600 h 57949372"/>
                <a:gd name="connsiteX9538" fmla="*/ 20651872 w 58051775"/>
                <a:gd name="connsiteY9538" fmla="*/ 44977048 h 57949372"/>
                <a:gd name="connsiteX9539" fmla="*/ 20749500 w 58051775"/>
                <a:gd name="connsiteY9539" fmla="*/ 45021500 h 57949372"/>
                <a:gd name="connsiteX9540" fmla="*/ 20837280 w 58051775"/>
                <a:gd name="connsiteY9540" fmla="*/ 45065948 h 57949372"/>
                <a:gd name="connsiteX9541" fmla="*/ 20926476 w 58051775"/>
                <a:gd name="connsiteY9541" fmla="*/ 45110400 h 57949372"/>
                <a:gd name="connsiteX9542" fmla="*/ 21015092 w 58051775"/>
                <a:gd name="connsiteY9542" fmla="*/ 45153008 h 57949372"/>
                <a:gd name="connsiteX9543" fmla="*/ 21106520 w 58051775"/>
                <a:gd name="connsiteY9543" fmla="*/ 45204036 h 57949372"/>
                <a:gd name="connsiteX9544" fmla="*/ 21166576 w 58051775"/>
                <a:gd name="connsiteY9544" fmla="*/ 45231748 h 57949372"/>
                <a:gd name="connsiteX9545" fmla="*/ 21288584 w 58051775"/>
                <a:gd name="connsiteY9545" fmla="*/ 45288200 h 57949372"/>
                <a:gd name="connsiteX9546" fmla="*/ 21370680 w 58051775"/>
                <a:gd name="connsiteY9546" fmla="*/ 45332648 h 57949372"/>
                <a:gd name="connsiteX9547" fmla="*/ 21466520 w 58051775"/>
                <a:gd name="connsiteY9547" fmla="*/ 45377100 h 57949372"/>
                <a:gd name="connsiteX9548" fmla="*/ 21568984 w 58051775"/>
                <a:gd name="connsiteY9548" fmla="*/ 45413636 h 57949372"/>
                <a:gd name="connsiteX9549" fmla="*/ 21669996 w 58051775"/>
                <a:gd name="connsiteY9549" fmla="*/ 45464032 h 57949372"/>
                <a:gd name="connsiteX9550" fmla="*/ 21748652 w 58051775"/>
                <a:gd name="connsiteY9550" fmla="*/ 45503992 h 57949372"/>
                <a:gd name="connsiteX9551" fmla="*/ 21836712 w 58051775"/>
                <a:gd name="connsiteY9551" fmla="*/ 45543932 h 57949372"/>
                <a:gd name="connsiteX9552" fmla="*/ 21934040 w 58051775"/>
                <a:gd name="connsiteY9552" fmla="*/ 45588392 h 57949372"/>
                <a:gd name="connsiteX9553" fmla="*/ 22088816 w 58051775"/>
                <a:gd name="connsiteY9553" fmla="*/ 45643800 h 57949372"/>
                <a:gd name="connsiteX9554" fmla="*/ 22168696 w 58051775"/>
                <a:gd name="connsiteY9554" fmla="*/ 45688248 h 57949372"/>
                <a:gd name="connsiteX9555" fmla="*/ 22282132 w 58051775"/>
                <a:gd name="connsiteY9555" fmla="*/ 45732700 h 57949372"/>
                <a:gd name="connsiteX9556" fmla="*/ 22396100 w 58051775"/>
                <a:gd name="connsiteY9556" fmla="*/ 45772196 h 57949372"/>
                <a:gd name="connsiteX9557" fmla="*/ 22517244 w 58051775"/>
                <a:gd name="connsiteY9557" fmla="*/ 45820668 h 57949372"/>
                <a:gd name="connsiteX9558" fmla="*/ 22621928 w 58051775"/>
                <a:gd name="connsiteY9558" fmla="*/ 45856184 h 57949372"/>
                <a:gd name="connsiteX9559" fmla="*/ 22749692 w 58051775"/>
                <a:gd name="connsiteY9559" fmla="*/ 45903200 h 57949372"/>
                <a:gd name="connsiteX9560" fmla="*/ 22878372 w 58051775"/>
                <a:gd name="connsiteY9560" fmla="*/ 45957904 h 57949372"/>
                <a:gd name="connsiteX9561" fmla="*/ 23004900 w 58051775"/>
                <a:gd name="connsiteY9561" fmla="*/ 46000068 h 57949372"/>
                <a:gd name="connsiteX9562" fmla="*/ 23139400 w 58051775"/>
                <a:gd name="connsiteY9562" fmla="*/ 46043848 h 57949372"/>
                <a:gd name="connsiteX9563" fmla="*/ 23271880 w 58051775"/>
                <a:gd name="connsiteY9563" fmla="*/ 46087464 h 57949372"/>
                <a:gd name="connsiteX9564" fmla="*/ 23406100 w 58051775"/>
                <a:gd name="connsiteY9564" fmla="*/ 46132748 h 57949372"/>
                <a:gd name="connsiteX9565" fmla="*/ 23540320 w 58051775"/>
                <a:gd name="connsiteY9565" fmla="*/ 46178032 h 57949372"/>
                <a:gd name="connsiteX9566" fmla="*/ 23673800 w 58051775"/>
                <a:gd name="connsiteY9566" fmla="*/ 46222608 h 57949372"/>
                <a:gd name="connsiteX9567" fmla="*/ 23824972 w 58051775"/>
                <a:gd name="connsiteY9567" fmla="*/ 46267376 h 57949372"/>
                <a:gd name="connsiteX9568" fmla="*/ 23998476 w 58051775"/>
                <a:gd name="connsiteY9568" fmla="*/ 46310948 h 57949372"/>
                <a:gd name="connsiteX9569" fmla="*/ 24158672 w 58051775"/>
                <a:gd name="connsiteY9569" fmla="*/ 46355288 h 57949372"/>
                <a:gd name="connsiteX9570" fmla="*/ 24290136 w 58051775"/>
                <a:gd name="connsiteY9570" fmla="*/ 46394444 h 57949372"/>
                <a:gd name="connsiteX9571" fmla="*/ 24461088 w 58051775"/>
                <a:gd name="connsiteY9571" fmla="*/ 46438576 h 57949372"/>
                <a:gd name="connsiteX9572" fmla="*/ 24622192 w 58051775"/>
                <a:gd name="connsiteY9572" fmla="*/ 46471612 h 57949372"/>
                <a:gd name="connsiteX9573" fmla="*/ 24809448 w 58051775"/>
                <a:gd name="connsiteY9573" fmla="*/ 46526712 h 57949372"/>
                <a:gd name="connsiteX9574" fmla="*/ 25018300 w 58051775"/>
                <a:gd name="connsiteY9574" fmla="*/ 46569844 h 57949372"/>
                <a:gd name="connsiteX9575" fmla="*/ 25230824 w 58051775"/>
                <a:gd name="connsiteY9575" fmla="*/ 46621896 h 57949372"/>
                <a:gd name="connsiteX9576" fmla="*/ 25402976 w 58051775"/>
                <a:gd name="connsiteY9576" fmla="*/ 46660204 h 57949372"/>
                <a:gd name="connsiteX9577" fmla="*/ 25641300 w 58051775"/>
                <a:gd name="connsiteY9577" fmla="*/ 46698220 h 57949372"/>
                <a:gd name="connsiteX9578" fmla="*/ 25908000 w 58051775"/>
                <a:gd name="connsiteY9578" fmla="*/ 46743440 h 57949372"/>
                <a:gd name="connsiteX9579" fmla="*/ 26200100 w 58051775"/>
                <a:gd name="connsiteY9579" fmla="*/ 46786896 h 57949372"/>
                <a:gd name="connsiteX9580" fmla="*/ 26454100 w 58051775"/>
                <a:gd name="connsiteY9580" fmla="*/ 46818288 h 57949372"/>
                <a:gd name="connsiteX9581" fmla="*/ 26828752 w 58051775"/>
                <a:gd name="connsiteY9581" fmla="*/ 46876660 h 57949372"/>
                <a:gd name="connsiteX9582" fmla="*/ 27349452 w 58051775"/>
                <a:gd name="connsiteY9582" fmla="*/ 46933628 h 57949372"/>
                <a:gd name="connsiteX9583" fmla="*/ 27990800 w 58051775"/>
                <a:gd name="connsiteY9583" fmla="*/ 46967920 h 57949372"/>
                <a:gd name="connsiteX9584" fmla="*/ 28938790 w 58051775"/>
                <a:gd name="connsiteY9584" fmla="*/ 46987052 h 57949372"/>
                <a:gd name="connsiteX9585" fmla="*/ 29345190 w 58051775"/>
                <a:gd name="connsiteY9585" fmla="*/ 46985352 h 57949372"/>
                <a:gd name="connsiteX9586" fmla="*/ 29991052 w 58051775"/>
                <a:gd name="connsiteY9586" fmla="*/ 46966300 h 57949372"/>
                <a:gd name="connsiteX9587" fmla="*/ 30636258 w 58051775"/>
                <a:gd name="connsiteY9587" fmla="*/ 46934676 h 57949372"/>
                <a:gd name="connsiteX9588" fmla="*/ 30716650 w 58051775"/>
                <a:gd name="connsiteY9588" fmla="*/ 46917232 h 57949372"/>
                <a:gd name="connsiteX9589" fmla="*/ 30788992 w 58051775"/>
                <a:gd name="connsiteY9589" fmla="*/ 46904812 h 57949372"/>
                <a:gd name="connsiteX9590" fmla="*/ 31083252 w 58051775"/>
                <a:gd name="connsiteY9590" fmla="*/ 46876768 h 57949372"/>
                <a:gd name="connsiteX9591" fmla="*/ 31410804 w 58051775"/>
                <a:gd name="connsiteY9591" fmla="*/ 46839256 h 57949372"/>
                <a:gd name="connsiteX9592" fmla="*/ 31711792 w 58051775"/>
                <a:gd name="connsiteY9592" fmla="*/ 46801876 h 57949372"/>
                <a:gd name="connsiteX9593" fmla="*/ 31968440 w 58051775"/>
                <a:gd name="connsiteY9593" fmla="*/ 46760000 h 57949372"/>
                <a:gd name="connsiteX9594" fmla="*/ 32280000 w 58051775"/>
                <a:gd name="connsiteY9594" fmla="*/ 46705248 h 57949372"/>
                <a:gd name="connsiteX9595" fmla="*/ 32508600 w 58051775"/>
                <a:gd name="connsiteY9595" fmla="*/ 46670464 h 57949372"/>
                <a:gd name="connsiteX9596" fmla="*/ 32554824 w 58051775"/>
                <a:gd name="connsiteY9596" fmla="*/ 46634584 h 57949372"/>
                <a:gd name="connsiteX9597" fmla="*/ 32713572 w 58051775"/>
                <a:gd name="connsiteY9597" fmla="*/ 46614884 h 57949372"/>
                <a:gd name="connsiteX9598" fmla="*/ 32931100 w 58051775"/>
                <a:gd name="connsiteY9598" fmla="*/ 46570104 h 57949372"/>
                <a:gd name="connsiteX9599" fmla="*/ 33115558 w 58051775"/>
                <a:gd name="connsiteY9599" fmla="*/ 46532800 h 57949372"/>
                <a:gd name="connsiteX9600" fmla="*/ 33331748 w 58051775"/>
                <a:gd name="connsiteY9600" fmla="*/ 46486764 h 57949372"/>
                <a:gd name="connsiteX9601" fmla="*/ 33519804 w 58051775"/>
                <a:gd name="connsiteY9601" fmla="*/ 46434708 h 57949372"/>
                <a:gd name="connsiteX9602" fmla="*/ 33661392 w 58051775"/>
                <a:gd name="connsiteY9602" fmla="*/ 46400700 h 57949372"/>
                <a:gd name="connsiteX9603" fmla="*/ 33821440 w 58051775"/>
                <a:gd name="connsiteY9603" fmla="*/ 46353088 h 57949372"/>
                <a:gd name="connsiteX9604" fmla="*/ 33982300 w 58051775"/>
                <a:gd name="connsiteY9604" fmla="*/ 46300884 h 57949372"/>
                <a:gd name="connsiteX9605" fmla="*/ 34012244 w 58051775"/>
                <a:gd name="connsiteY9605" fmla="*/ 46259748 h 57949372"/>
                <a:gd name="connsiteX9606" fmla="*/ 34133834 w 58051775"/>
                <a:gd name="connsiteY9606" fmla="*/ 46259048 h 57949372"/>
                <a:gd name="connsiteX9607" fmla="*/ 34284124 w 58051775"/>
                <a:gd name="connsiteY9607" fmla="*/ 46222352 h 57949372"/>
                <a:gd name="connsiteX9608" fmla="*/ 34416886 w 58051775"/>
                <a:gd name="connsiteY9608" fmla="*/ 46177208 h 57949372"/>
                <a:gd name="connsiteX9609" fmla="*/ 34551900 w 58051775"/>
                <a:gd name="connsiteY9609" fmla="*/ 46134680 h 57949372"/>
                <a:gd name="connsiteX9610" fmla="*/ 34708106 w 58051775"/>
                <a:gd name="connsiteY9610" fmla="*/ 46078212 h 57949372"/>
                <a:gd name="connsiteX9611" fmla="*/ 34818280 w 58051775"/>
                <a:gd name="connsiteY9611" fmla="*/ 46043612 h 57949372"/>
                <a:gd name="connsiteX9612" fmla="*/ 34950894 w 58051775"/>
                <a:gd name="connsiteY9612" fmla="*/ 46000080 h 57949372"/>
                <a:gd name="connsiteX9613" fmla="*/ 35084336 w 58051775"/>
                <a:gd name="connsiteY9613" fmla="*/ 45955516 h 57949372"/>
                <a:gd name="connsiteX9614" fmla="*/ 35187664 w 58051775"/>
                <a:gd name="connsiteY9614" fmla="*/ 45907356 h 57949372"/>
                <a:gd name="connsiteX9615" fmla="*/ 35350676 w 58051775"/>
                <a:gd name="connsiteY9615" fmla="*/ 45858984 h 57949372"/>
                <a:gd name="connsiteX9616" fmla="*/ 35454280 w 58051775"/>
                <a:gd name="connsiteY9616" fmla="*/ 45809332 h 57949372"/>
                <a:gd name="connsiteX9617" fmla="*/ 35567152 w 58051775"/>
                <a:gd name="connsiteY9617" fmla="*/ 45770164 h 57949372"/>
                <a:gd name="connsiteX9618" fmla="*/ 35676676 w 58051775"/>
                <a:gd name="connsiteY9618" fmla="*/ 45732700 h 57949372"/>
                <a:gd name="connsiteX9619" fmla="*/ 35784828 w 58051775"/>
                <a:gd name="connsiteY9619" fmla="*/ 45688248 h 57949372"/>
                <a:gd name="connsiteX9620" fmla="*/ 35872272 w 58051775"/>
                <a:gd name="connsiteY9620" fmla="*/ 45643800 h 57949372"/>
                <a:gd name="connsiteX9621" fmla="*/ 36017816 w 58051775"/>
                <a:gd name="connsiteY9621" fmla="*/ 45588080 h 57949372"/>
                <a:gd name="connsiteX9622" fmla="*/ 36115710 w 58051775"/>
                <a:gd name="connsiteY9622" fmla="*/ 45550160 h 57949372"/>
                <a:gd name="connsiteX9623" fmla="*/ 36212208 w 58051775"/>
                <a:gd name="connsiteY9623" fmla="*/ 45503920 h 57949372"/>
                <a:gd name="connsiteX9624" fmla="*/ 36296102 w 58051775"/>
                <a:gd name="connsiteY9624" fmla="*/ 45466000 h 57949372"/>
                <a:gd name="connsiteX9625" fmla="*/ 36417852 w 58051775"/>
                <a:gd name="connsiteY9625" fmla="*/ 45413300 h 57949372"/>
                <a:gd name="connsiteX9626" fmla="*/ 36519804 w 58051775"/>
                <a:gd name="connsiteY9626" fmla="*/ 45364972 h 57949372"/>
                <a:gd name="connsiteX9627" fmla="*/ 36607904 w 58051775"/>
                <a:gd name="connsiteY9627" fmla="*/ 45326140 h 57949372"/>
                <a:gd name="connsiteX9628" fmla="*/ 36686292 w 58051775"/>
                <a:gd name="connsiteY9628" fmla="*/ 45288200 h 57949372"/>
                <a:gd name="connsiteX9629" fmla="*/ 36777530 w 58051775"/>
                <a:gd name="connsiteY9629" fmla="*/ 45243748 h 57949372"/>
                <a:gd name="connsiteX9630" fmla="*/ 36865264 w 58051775"/>
                <a:gd name="connsiteY9630" fmla="*/ 45199300 h 57949372"/>
                <a:gd name="connsiteX9631" fmla="*/ 36957000 w 58051775"/>
                <a:gd name="connsiteY9631" fmla="*/ 45154848 h 57949372"/>
                <a:gd name="connsiteX9632" fmla="*/ 37047068 w 58051775"/>
                <a:gd name="connsiteY9632" fmla="*/ 45110400 h 57949372"/>
                <a:gd name="connsiteX9633" fmla="*/ 37133130 w 58051775"/>
                <a:gd name="connsiteY9633" fmla="*/ 45065948 h 57949372"/>
                <a:gd name="connsiteX9634" fmla="*/ 37222030 w 58051775"/>
                <a:gd name="connsiteY9634" fmla="*/ 45021500 h 57949372"/>
                <a:gd name="connsiteX9635" fmla="*/ 37310930 w 58051775"/>
                <a:gd name="connsiteY9635" fmla="*/ 44977048 h 57949372"/>
                <a:gd name="connsiteX9636" fmla="*/ 37399830 w 58051775"/>
                <a:gd name="connsiteY9636" fmla="*/ 44932600 h 57949372"/>
                <a:gd name="connsiteX9637" fmla="*/ 37488730 w 58051775"/>
                <a:gd name="connsiteY9637" fmla="*/ 44888148 h 57949372"/>
                <a:gd name="connsiteX9638" fmla="*/ 37577792 w 58051775"/>
                <a:gd name="connsiteY9638" fmla="*/ 44843700 h 57949372"/>
                <a:gd name="connsiteX9639" fmla="*/ 37633400 w 58051775"/>
                <a:gd name="connsiteY9639" fmla="*/ 44810532 h 57949372"/>
                <a:gd name="connsiteX9640" fmla="*/ 37745900 w 58051775"/>
                <a:gd name="connsiteY9640" fmla="*/ 44754800 h 57949372"/>
                <a:gd name="connsiteX9641" fmla="*/ 37817938 w 58051775"/>
                <a:gd name="connsiteY9641" fmla="*/ 44717244 h 57949372"/>
                <a:gd name="connsiteX9642" fmla="*/ 37891632 w 58051775"/>
                <a:gd name="connsiteY9642" fmla="*/ 44659772 h 57949372"/>
                <a:gd name="connsiteX9643" fmla="*/ 37973302 w 58051775"/>
                <a:gd name="connsiteY9643" fmla="*/ 44608432 h 57949372"/>
                <a:gd name="connsiteX9644" fmla="*/ 38032328 w 58051775"/>
                <a:gd name="connsiteY9644" fmla="*/ 44577004 h 57949372"/>
                <a:gd name="connsiteX9645" fmla="*/ 38111030 w 58051775"/>
                <a:gd name="connsiteY9645" fmla="*/ 44532548 h 57949372"/>
                <a:gd name="connsiteX9646" fmla="*/ 38199320 w 58051775"/>
                <a:gd name="connsiteY9646" fmla="*/ 44488100 h 57949372"/>
                <a:gd name="connsiteX9647" fmla="*/ 38271556 w 58051775"/>
                <a:gd name="connsiteY9647" fmla="*/ 44444640 h 57949372"/>
                <a:gd name="connsiteX9648" fmla="*/ 38355248 w 58051775"/>
                <a:gd name="connsiteY9648" fmla="*/ 44392640 h 57949372"/>
                <a:gd name="connsiteX9649" fmla="*/ 38425386 w 58051775"/>
                <a:gd name="connsiteY9649" fmla="*/ 44354196 h 57949372"/>
                <a:gd name="connsiteX9650" fmla="*/ 38489240 w 58051775"/>
                <a:gd name="connsiteY9650" fmla="*/ 44309676 h 57949372"/>
                <a:gd name="connsiteX9651" fmla="*/ 38547528 w 58051775"/>
                <a:gd name="connsiteY9651" fmla="*/ 44264284 h 57949372"/>
                <a:gd name="connsiteX9652" fmla="*/ 38639658 w 58051775"/>
                <a:gd name="connsiteY9652" fmla="*/ 44205836 h 57949372"/>
                <a:gd name="connsiteX9653" fmla="*/ 38700746 w 58051775"/>
                <a:gd name="connsiteY9653" fmla="*/ 44173628 h 57949372"/>
                <a:gd name="connsiteX9654" fmla="*/ 38757992 w 58051775"/>
                <a:gd name="connsiteY9654" fmla="*/ 44121292 h 57949372"/>
                <a:gd name="connsiteX9655" fmla="*/ 38829290 w 58051775"/>
                <a:gd name="connsiteY9655" fmla="*/ 44070636 h 57949372"/>
                <a:gd name="connsiteX9656" fmla="*/ 38909092 w 58051775"/>
                <a:gd name="connsiteY9656" fmla="*/ 44043604 h 57949372"/>
                <a:gd name="connsiteX9657" fmla="*/ 38976372 w 58051775"/>
                <a:gd name="connsiteY9657" fmla="*/ 44001880 h 57949372"/>
                <a:gd name="connsiteX9658" fmla="*/ 39057544 w 58051775"/>
                <a:gd name="connsiteY9658" fmla="*/ 43945036 h 57949372"/>
                <a:gd name="connsiteX9659" fmla="*/ 39121892 w 58051775"/>
                <a:gd name="connsiteY9659" fmla="*/ 43905348 h 57949372"/>
                <a:gd name="connsiteX9660" fmla="*/ 39170468 w 58051775"/>
                <a:gd name="connsiteY9660" fmla="*/ 43863316 h 57949372"/>
                <a:gd name="connsiteX9661" fmla="*/ 39234688 w 58051775"/>
                <a:gd name="connsiteY9661" fmla="*/ 43816636 h 57949372"/>
                <a:gd name="connsiteX9662" fmla="*/ 39293032 w 58051775"/>
                <a:gd name="connsiteY9662" fmla="*/ 43775268 h 57949372"/>
                <a:gd name="connsiteX9663" fmla="*/ 39354548 w 58051775"/>
                <a:gd name="connsiteY9663" fmla="*/ 43727108 h 57949372"/>
                <a:gd name="connsiteX9664" fmla="*/ 39426476 w 58051775"/>
                <a:gd name="connsiteY9664" fmla="*/ 43682612 h 57949372"/>
                <a:gd name="connsiteX9665" fmla="*/ 39492308 w 58051775"/>
                <a:gd name="connsiteY9665" fmla="*/ 43642806 h 57949372"/>
                <a:gd name="connsiteX9666" fmla="*/ 39543510 w 58051775"/>
                <a:gd name="connsiteY9666" fmla="*/ 43603798 h 57949372"/>
                <a:gd name="connsiteX9667" fmla="*/ 39606336 w 58051775"/>
                <a:gd name="connsiteY9667" fmla="*/ 43553962 h 57949372"/>
                <a:gd name="connsiteX9668" fmla="*/ 39673902 w 58051775"/>
                <a:gd name="connsiteY9668" fmla="*/ 43504050 h 57949372"/>
                <a:gd name="connsiteX9669" fmla="*/ 39745244 w 58051775"/>
                <a:gd name="connsiteY9669" fmla="*/ 43458784 h 57949372"/>
                <a:gd name="connsiteX9670" fmla="*/ 39810080 w 58051775"/>
                <a:gd name="connsiteY9670" fmla="*/ 43421302 h 57949372"/>
                <a:gd name="connsiteX9671" fmla="*/ 39865300 w 58051775"/>
                <a:gd name="connsiteY9671" fmla="*/ 43352322 h 57949372"/>
                <a:gd name="connsiteX9672" fmla="*/ 39811326 w 58051775"/>
                <a:gd name="connsiteY9672" fmla="*/ 43273410 h 57949372"/>
                <a:gd name="connsiteX9673" fmla="*/ 39757352 w 58051775"/>
                <a:gd name="connsiteY9673" fmla="*/ 43214342 h 57949372"/>
                <a:gd name="connsiteX9674" fmla="*/ 39757352 w 58051775"/>
                <a:gd name="connsiteY9674" fmla="*/ 43112818 h 57949372"/>
                <a:gd name="connsiteX9675" fmla="*/ 39794270 w 58051775"/>
                <a:gd name="connsiteY9675" fmla="*/ 42984522 h 57949372"/>
                <a:gd name="connsiteX9676" fmla="*/ 39881096 w 58051775"/>
                <a:gd name="connsiteY9676" fmla="*/ 42921302 h 57949372"/>
                <a:gd name="connsiteX9677" fmla="*/ 39982240 w 58051775"/>
                <a:gd name="connsiteY9677" fmla="*/ 42891724 h 57949372"/>
                <a:gd name="connsiteX9678" fmla="*/ 40066860 w 58051775"/>
                <a:gd name="connsiteY9678" fmla="*/ 42929948 h 57949372"/>
                <a:gd name="connsiteX9679" fmla="*/ 40134896 w 58051775"/>
                <a:gd name="connsiteY9679" fmla="*/ 42976168 h 57949372"/>
                <a:gd name="connsiteX9680" fmla="*/ 40184532 w 58051775"/>
                <a:gd name="connsiteY9680" fmla="*/ 43041066 h 57949372"/>
                <a:gd name="connsiteX9681" fmla="*/ 40204268 w 58051775"/>
                <a:gd name="connsiteY9681" fmla="*/ 43091102 h 57949372"/>
                <a:gd name="connsiteX9682" fmla="*/ 40309656 w 58051775"/>
                <a:gd name="connsiteY9682" fmla="*/ 43021638 h 57949372"/>
                <a:gd name="connsiteX9683" fmla="*/ 40353746 w 58051775"/>
                <a:gd name="connsiteY9683" fmla="*/ 42976994 h 57949372"/>
                <a:gd name="connsiteX9684" fmla="*/ 40557912 w 58051775"/>
                <a:gd name="connsiteY9684" fmla="*/ 42794262 h 57949372"/>
                <a:gd name="connsiteX9685" fmla="*/ 40758214 w 58051775"/>
                <a:gd name="connsiteY9685" fmla="*/ 42608782 h 57949372"/>
                <a:gd name="connsiteX9686" fmla="*/ 40826610 w 58051775"/>
                <a:gd name="connsiteY9686" fmla="*/ 42563138 h 57949372"/>
                <a:gd name="connsiteX9687" fmla="*/ 40886608 w 58051775"/>
                <a:gd name="connsiteY9687" fmla="*/ 42532302 h 57949372"/>
                <a:gd name="connsiteX9688" fmla="*/ 40926032 w 58051775"/>
                <a:gd name="connsiteY9688" fmla="*/ 42493654 h 57949372"/>
                <a:gd name="connsiteX9689" fmla="*/ 40977316 w 58051775"/>
                <a:gd name="connsiteY9689" fmla="*/ 42443110 h 57949372"/>
                <a:gd name="connsiteX9690" fmla="*/ 41022556 w 58051775"/>
                <a:gd name="connsiteY9690" fmla="*/ 42400606 h 57949372"/>
                <a:gd name="connsiteX9691" fmla="*/ 41067040 w 58051775"/>
                <a:gd name="connsiteY9691" fmla="*/ 42356090 h 57949372"/>
                <a:gd name="connsiteX9692" fmla="*/ 41112128 w 58051775"/>
                <a:gd name="connsiteY9692" fmla="*/ 42310238 h 57949372"/>
                <a:gd name="connsiteX9693" fmla="*/ 41137236 w 58051775"/>
                <a:gd name="connsiteY9693" fmla="*/ 42278302 h 57949372"/>
                <a:gd name="connsiteX9694" fmla="*/ 41235780 w 58051775"/>
                <a:gd name="connsiteY9694" fmla="*/ 42179876 h 57949372"/>
                <a:gd name="connsiteX9695" fmla="*/ 41563886 w 58051775"/>
                <a:gd name="connsiteY9695" fmla="*/ 41897400 h 57949372"/>
                <a:gd name="connsiteX9696" fmla="*/ 41613352 w 58051775"/>
                <a:gd name="connsiteY9696" fmla="*/ 41844414 h 57949372"/>
                <a:gd name="connsiteX9697" fmla="*/ 41662460 w 58051775"/>
                <a:gd name="connsiteY9697" fmla="*/ 41795276 h 57949372"/>
                <a:gd name="connsiteX9698" fmla="*/ 41706800 w 58051775"/>
                <a:gd name="connsiteY9698" fmla="*/ 41668320 h 57949372"/>
                <a:gd name="connsiteX9699" fmla="*/ 41713152 w 58051775"/>
                <a:gd name="connsiteY9699" fmla="*/ 41560838 h 57949372"/>
                <a:gd name="connsiteX9700" fmla="*/ 41765108 w 58051775"/>
                <a:gd name="connsiteY9700" fmla="*/ 41545770 h 57949372"/>
                <a:gd name="connsiteX9701" fmla="*/ 41838428 w 58051775"/>
                <a:gd name="connsiteY9701" fmla="*/ 41498102 h 57949372"/>
                <a:gd name="connsiteX9702" fmla="*/ 41937500 w 58051775"/>
                <a:gd name="connsiteY9702" fmla="*/ 41479322 h 57949372"/>
                <a:gd name="connsiteX9703" fmla="*/ 42016040 w 58051775"/>
                <a:gd name="connsiteY9703" fmla="*/ 41419336 h 57949372"/>
                <a:gd name="connsiteX9704" fmla="*/ 42116376 w 58051775"/>
                <a:gd name="connsiteY9704" fmla="*/ 41311118 h 57949372"/>
                <a:gd name="connsiteX9705" fmla="*/ 42164000 w 58051775"/>
                <a:gd name="connsiteY9705" fmla="*/ 41263730 h 57949372"/>
                <a:gd name="connsiteX9706" fmla="*/ 42110026 w 58051775"/>
                <a:gd name="connsiteY9706" fmla="*/ 41235598 h 57949372"/>
                <a:gd name="connsiteX9707" fmla="*/ 42024300 w 58051775"/>
                <a:gd name="connsiteY9707" fmla="*/ 41196210 h 57949372"/>
                <a:gd name="connsiteX9708" fmla="*/ 41948100 w 58051775"/>
                <a:gd name="connsiteY9708" fmla="*/ 41143620 h 57949372"/>
                <a:gd name="connsiteX9709" fmla="*/ 41902988 w 58051775"/>
                <a:gd name="connsiteY9709" fmla="*/ 40952058 h 57949372"/>
                <a:gd name="connsiteX9710" fmla="*/ 42025936 w 58051775"/>
                <a:gd name="connsiteY9710" fmla="*/ 40794042 h 57949372"/>
                <a:gd name="connsiteX9711" fmla="*/ 42298520 w 58051775"/>
                <a:gd name="connsiteY9711" fmla="*/ 40804422 h 57949372"/>
                <a:gd name="connsiteX9712" fmla="*/ 42360572 w 58051775"/>
                <a:gd name="connsiteY9712" fmla="*/ 40843202 h 57949372"/>
                <a:gd name="connsiteX9713" fmla="*/ 42418000 w 58051775"/>
                <a:gd name="connsiteY9713" fmla="*/ 40941276 h 57949372"/>
                <a:gd name="connsiteX9714" fmla="*/ 42421176 w 58051775"/>
                <a:gd name="connsiteY9714" fmla="*/ 40976490 h 57949372"/>
                <a:gd name="connsiteX9715" fmla="*/ 42478326 w 58051775"/>
                <a:gd name="connsiteY9715" fmla="*/ 40932686 h 57949372"/>
                <a:gd name="connsiteX9716" fmla="*/ 42532300 w 58051775"/>
                <a:gd name="connsiteY9716" fmla="*/ 40882370 h 57949372"/>
                <a:gd name="connsiteX9717" fmla="*/ 42576752 w 58051775"/>
                <a:gd name="connsiteY9717" fmla="*/ 40824998 h 57949372"/>
                <a:gd name="connsiteX9718" fmla="*/ 42621200 w 58051775"/>
                <a:gd name="connsiteY9718" fmla="*/ 40769462 h 57949372"/>
                <a:gd name="connsiteX9719" fmla="*/ 42653204 w 58051775"/>
                <a:gd name="connsiteY9719" fmla="*/ 40743796 h 57949372"/>
                <a:gd name="connsiteX9720" fmla="*/ 42697604 w 58051775"/>
                <a:gd name="connsiteY9720" fmla="*/ 40696624 h 57949372"/>
                <a:gd name="connsiteX9721" fmla="*/ 42835728 w 58051775"/>
                <a:gd name="connsiteY9721" fmla="*/ 40551102 h 57949372"/>
                <a:gd name="connsiteX9722" fmla="*/ 42862412 w 58051775"/>
                <a:gd name="connsiteY9722" fmla="*/ 40497126 h 57949372"/>
                <a:gd name="connsiteX9723" fmla="*/ 42999604 w 58051775"/>
                <a:gd name="connsiteY9723" fmla="*/ 40316150 h 57949372"/>
                <a:gd name="connsiteX9724" fmla="*/ 43064512 w 58051775"/>
                <a:gd name="connsiteY9724" fmla="*/ 40244262 h 57949372"/>
                <a:gd name="connsiteX9725" fmla="*/ 43110648 w 58051775"/>
                <a:gd name="connsiteY9725" fmla="*/ 40202694 h 57949372"/>
                <a:gd name="connsiteX9726" fmla="*/ 43141900 w 58051775"/>
                <a:gd name="connsiteY9726" fmla="*/ 40163766 h 57949372"/>
                <a:gd name="connsiteX9727" fmla="*/ 43186352 w 58051775"/>
                <a:gd name="connsiteY9727" fmla="*/ 40104868 h 57949372"/>
                <a:gd name="connsiteX9728" fmla="*/ 43230800 w 58051775"/>
                <a:gd name="connsiteY9728" fmla="*/ 40046478 h 57949372"/>
                <a:gd name="connsiteX9729" fmla="*/ 43367328 w 58051775"/>
                <a:gd name="connsiteY9729" fmla="*/ 39873490 h 57949372"/>
                <a:gd name="connsiteX9730" fmla="*/ 43421300 w 58051775"/>
                <a:gd name="connsiteY9730" fmla="*/ 39811912 h 57949372"/>
                <a:gd name="connsiteX9731" fmla="*/ 43458432 w 58051775"/>
                <a:gd name="connsiteY9731" fmla="*/ 39764392 h 57949372"/>
                <a:gd name="connsiteX9732" fmla="*/ 43503984 w 58051775"/>
                <a:gd name="connsiteY9732" fmla="*/ 39699596 h 57949372"/>
                <a:gd name="connsiteX9733" fmla="*/ 43541980 w 58051775"/>
                <a:gd name="connsiteY9733" fmla="*/ 39641866 h 57949372"/>
                <a:gd name="connsiteX9734" fmla="*/ 43591204 w 58051775"/>
                <a:gd name="connsiteY9734" fmla="*/ 39573366 h 57949372"/>
                <a:gd name="connsiteX9735" fmla="*/ 43639904 w 58051775"/>
                <a:gd name="connsiteY9735" fmla="*/ 39500976 h 57949372"/>
                <a:gd name="connsiteX9736" fmla="*/ 43673180 w 58051775"/>
                <a:gd name="connsiteY9736" fmla="*/ 39446082 h 57949372"/>
                <a:gd name="connsiteX9737" fmla="*/ 43713576 w 58051775"/>
                <a:gd name="connsiteY9737" fmla="*/ 39376350 h 57949372"/>
                <a:gd name="connsiteX9738" fmla="*/ 43764560 w 58051775"/>
                <a:gd name="connsiteY9738" fmla="*/ 39310240 h 57949372"/>
                <a:gd name="connsiteX9739" fmla="*/ 43822584 w 58051775"/>
                <a:gd name="connsiteY9739" fmla="*/ 39249270 h 57949372"/>
                <a:gd name="connsiteX9740" fmla="*/ 43865800 w 58051775"/>
                <a:gd name="connsiteY9740" fmla="*/ 39197190 h 57949372"/>
                <a:gd name="connsiteX9741" fmla="*/ 43896640 w 58051775"/>
                <a:gd name="connsiteY9741" fmla="*/ 39137510 h 57949372"/>
                <a:gd name="connsiteX9742" fmla="*/ 43942520 w 58051775"/>
                <a:gd name="connsiteY9742" fmla="*/ 39068174 h 57949372"/>
                <a:gd name="connsiteX9743" fmla="*/ 43985864 w 58051775"/>
                <a:gd name="connsiteY9743" fmla="*/ 39017134 h 57949372"/>
                <a:gd name="connsiteX9744" fmla="*/ 44036076 w 58051775"/>
                <a:gd name="connsiteY9744" fmla="*/ 38896380 h 57949372"/>
                <a:gd name="connsiteX9745" fmla="*/ 44142920 w 58051775"/>
                <a:gd name="connsiteY9745" fmla="*/ 38649868 h 57949372"/>
                <a:gd name="connsiteX9746" fmla="*/ 44273792 w 58051775"/>
                <a:gd name="connsiteY9746" fmla="*/ 38587058 h 57949372"/>
                <a:gd name="connsiteX9747" fmla="*/ 44302260 w 58051775"/>
                <a:gd name="connsiteY9747" fmla="*/ 38533146 h 57949372"/>
                <a:gd name="connsiteX9748" fmla="*/ 44354648 w 58051775"/>
                <a:gd name="connsiteY9748" fmla="*/ 38450190 h 57949372"/>
                <a:gd name="connsiteX9749" fmla="*/ 44399200 w 58051775"/>
                <a:gd name="connsiteY9749" fmla="*/ 38393202 h 57949372"/>
                <a:gd name="connsiteX9750" fmla="*/ 44436436 w 58051775"/>
                <a:gd name="connsiteY9750" fmla="*/ 38323338 h 57949372"/>
                <a:gd name="connsiteX9751" fmla="*/ 44481992 w 58051775"/>
                <a:gd name="connsiteY9751" fmla="*/ 38238614 h 57949372"/>
                <a:gd name="connsiteX9752" fmla="*/ 44517780 w 58051775"/>
                <a:gd name="connsiteY9752" fmla="*/ 38172890 h 57949372"/>
                <a:gd name="connsiteX9753" fmla="*/ 44570456 w 58051775"/>
                <a:gd name="connsiteY9753" fmla="*/ 38079282 h 57949372"/>
                <a:gd name="connsiteX9754" fmla="*/ 44621452 w 58051775"/>
                <a:gd name="connsiteY9754" fmla="*/ 38005614 h 57949372"/>
                <a:gd name="connsiteX9755" fmla="*/ 44665900 w 58051775"/>
                <a:gd name="connsiteY9755" fmla="*/ 37935456 h 57949372"/>
                <a:gd name="connsiteX9756" fmla="*/ 44710352 w 58051775"/>
                <a:gd name="connsiteY9756" fmla="*/ 37846002 h 57949372"/>
                <a:gd name="connsiteX9757" fmla="*/ 44754800 w 58051775"/>
                <a:gd name="connsiteY9757" fmla="*/ 37769462 h 57949372"/>
                <a:gd name="connsiteX9758" fmla="*/ 44791180 w 58051775"/>
                <a:gd name="connsiteY9758" fmla="*/ 37720226 h 57949372"/>
                <a:gd name="connsiteX9759" fmla="*/ 44828452 w 58051775"/>
                <a:gd name="connsiteY9759" fmla="*/ 37633636 h 57949372"/>
                <a:gd name="connsiteX9760" fmla="*/ 44902912 w 58051775"/>
                <a:gd name="connsiteY9760" fmla="*/ 37531676 h 57949372"/>
                <a:gd name="connsiteX9761" fmla="*/ 44932600 w 58051775"/>
                <a:gd name="connsiteY9761" fmla="*/ 37469078 h 57949372"/>
                <a:gd name="connsiteX9762" fmla="*/ 44977052 w 58051775"/>
                <a:gd name="connsiteY9762" fmla="*/ 37381638 h 57949372"/>
                <a:gd name="connsiteX9763" fmla="*/ 45021500 w 58051775"/>
                <a:gd name="connsiteY9763" fmla="*/ 37281998 h 57949372"/>
                <a:gd name="connsiteX9764" fmla="*/ 45052480 w 58051775"/>
                <a:gd name="connsiteY9764" fmla="*/ 37211296 h 57949372"/>
                <a:gd name="connsiteX9765" fmla="*/ 45110400 w 58051775"/>
                <a:gd name="connsiteY9765" fmla="*/ 37106222 h 57949372"/>
                <a:gd name="connsiteX9766" fmla="*/ 45154852 w 58051775"/>
                <a:gd name="connsiteY9766" fmla="*/ 37023922 h 57949372"/>
                <a:gd name="connsiteX9767" fmla="*/ 45199300 w 58051775"/>
                <a:gd name="connsiteY9767" fmla="*/ 36939342 h 57949372"/>
                <a:gd name="connsiteX9768" fmla="*/ 45243752 w 58051775"/>
                <a:gd name="connsiteY9768" fmla="*/ 36853668 h 57949372"/>
                <a:gd name="connsiteX9769" fmla="*/ 45288200 w 58051775"/>
                <a:gd name="connsiteY9769" fmla="*/ 36752086 h 57949372"/>
                <a:gd name="connsiteX9770" fmla="*/ 45324764 w 58051775"/>
                <a:gd name="connsiteY9770" fmla="*/ 36672048 h 57949372"/>
                <a:gd name="connsiteX9771" fmla="*/ 45377100 w 58051775"/>
                <a:gd name="connsiteY9771" fmla="*/ 36491696 h 57949372"/>
                <a:gd name="connsiteX9772" fmla="*/ 45414848 w 58051775"/>
                <a:gd name="connsiteY9772" fmla="*/ 36336894 h 57949372"/>
                <a:gd name="connsiteX9773" fmla="*/ 45465960 w 58051775"/>
                <a:gd name="connsiteY9773" fmla="*/ 36264077 h 57949372"/>
                <a:gd name="connsiteX9774" fmla="*/ 45517116 w 58051775"/>
                <a:gd name="connsiteY9774" fmla="*/ 36211471 h 57949372"/>
                <a:gd name="connsiteX9775" fmla="*/ 45554900 w 58051775"/>
                <a:gd name="connsiteY9775" fmla="*/ 36158447 h 57949372"/>
                <a:gd name="connsiteX9776" fmla="*/ 45594056 w 58051775"/>
                <a:gd name="connsiteY9776" fmla="*/ 36075090 h 57949372"/>
                <a:gd name="connsiteX9777" fmla="*/ 45642540 w 58051775"/>
                <a:gd name="connsiteY9777" fmla="*/ 35961760 h 57949372"/>
                <a:gd name="connsiteX9778" fmla="*/ 45685936 w 58051775"/>
                <a:gd name="connsiteY9778" fmla="*/ 35852538 h 57949372"/>
                <a:gd name="connsiteX9779" fmla="*/ 45713724 w 58051775"/>
                <a:gd name="connsiteY9779" fmla="*/ 35797152 h 57949372"/>
                <a:gd name="connsiteX9780" fmla="*/ 45782956 w 58051775"/>
                <a:gd name="connsiteY9780" fmla="*/ 35611310 h 57949372"/>
                <a:gd name="connsiteX9781" fmla="*/ 45821600 w 58051775"/>
                <a:gd name="connsiteY9781" fmla="*/ 35517246 h 57949372"/>
                <a:gd name="connsiteX9782" fmla="*/ 45859368 w 58051775"/>
                <a:gd name="connsiteY9782" fmla="*/ 35416270 h 57949372"/>
                <a:gd name="connsiteX9783" fmla="*/ 45899064 w 58051775"/>
                <a:gd name="connsiteY9783" fmla="*/ 35292002 h 57949372"/>
                <a:gd name="connsiteX9784" fmla="*/ 45944140 w 58051775"/>
                <a:gd name="connsiteY9784" fmla="*/ 35178093 h 57949372"/>
                <a:gd name="connsiteX9785" fmla="*/ 45992252 w 58051775"/>
                <a:gd name="connsiteY9785" fmla="*/ 35070138 h 57949372"/>
                <a:gd name="connsiteX9786" fmla="*/ 46042752 w 58051775"/>
                <a:gd name="connsiteY9786" fmla="*/ 34926886 h 57949372"/>
                <a:gd name="connsiteX9787" fmla="*/ 46088300 w 58051775"/>
                <a:gd name="connsiteY9787" fmla="*/ 34785744 h 57949372"/>
                <a:gd name="connsiteX9788" fmla="*/ 46120596 w 58051775"/>
                <a:gd name="connsiteY9788" fmla="*/ 34680270 h 57949372"/>
                <a:gd name="connsiteX9789" fmla="*/ 46177200 w 58051775"/>
                <a:gd name="connsiteY9789" fmla="*/ 34514880 h 57949372"/>
                <a:gd name="connsiteX9790" fmla="*/ 46226968 w 58051775"/>
                <a:gd name="connsiteY9790" fmla="*/ 34391602 h 57949372"/>
                <a:gd name="connsiteX9791" fmla="*/ 46240456 w 58051775"/>
                <a:gd name="connsiteY9791" fmla="*/ 34363026 h 57949372"/>
                <a:gd name="connsiteX9792" fmla="*/ 46259216 w 58051775"/>
                <a:gd name="connsiteY9792" fmla="*/ 34234642 h 57949372"/>
                <a:gd name="connsiteX9793" fmla="*/ 46312068 w 58051775"/>
                <a:gd name="connsiteY9793" fmla="*/ 34105679 h 57949372"/>
                <a:gd name="connsiteX9794" fmla="*/ 46346892 w 58051775"/>
                <a:gd name="connsiteY9794" fmla="*/ 33957832 h 57949372"/>
                <a:gd name="connsiteX9795" fmla="*/ 46345140 w 58051775"/>
                <a:gd name="connsiteY9795" fmla="*/ 33839150 h 57949372"/>
                <a:gd name="connsiteX9796" fmla="*/ 46395288 w 58051775"/>
                <a:gd name="connsiteY9796" fmla="*/ 33796990 h 57949372"/>
                <a:gd name="connsiteX9797" fmla="*/ 46435140 w 58051775"/>
                <a:gd name="connsiteY9797" fmla="*/ 33720790 h 57949372"/>
                <a:gd name="connsiteX9798" fmla="*/ 46297852 w 58051775"/>
                <a:gd name="connsiteY9798" fmla="*/ 33680402 h 57949372"/>
                <a:gd name="connsiteX9799" fmla="*/ 46148756 w 58051775"/>
                <a:gd name="connsiteY9799" fmla="*/ 33664151 h 57949372"/>
                <a:gd name="connsiteX9800" fmla="*/ 46088300 w 58051775"/>
                <a:gd name="connsiteY9800" fmla="*/ 33478127 h 57949372"/>
                <a:gd name="connsiteX9801" fmla="*/ 46116876 w 58051775"/>
                <a:gd name="connsiteY9801" fmla="*/ 33348002 h 57949372"/>
                <a:gd name="connsiteX9802" fmla="*/ 46172812 w 58051775"/>
                <a:gd name="connsiteY9802" fmla="*/ 33287386 h 57949372"/>
                <a:gd name="connsiteX9803" fmla="*/ 46322108 w 58051775"/>
                <a:gd name="connsiteY9803" fmla="*/ 33256863 h 57949372"/>
                <a:gd name="connsiteX9804" fmla="*/ 46480400 w 58051775"/>
                <a:gd name="connsiteY9804" fmla="*/ 33297690 h 57949372"/>
                <a:gd name="connsiteX9805" fmla="*/ 46524780 w 58051775"/>
                <a:gd name="connsiteY9805" fmla="*/ 33328590 h 57949372"/>
                <a:gd name="connsiteX9806" fmla="*/ 46532800 w 58051775"/>
                <a:gd name="connsiteY9806" fmla="*/ 33252426 h 57949372"/>
                <a:gd name="connsiteX9807" fmla="*/ 46582464 w 58051775"/>
                <a:gd name="connsiteY9807" fmla="*/ 33096203 h 57949372"/>
                <a:gd name="connsiteX9808" fmla="*/ 46609732 w 58051775"/>
                <a:gd name="connsiteY9808" fmla="*/ 33042696 h 57949372"/>
                <a:gd name="connsiteX9809" fmla="*/ 46597348 w 58051775"/>
                <a:gd name="connsiteY9809" fmla="*/ 32967496 h 57949372"/>
                <a:gd name="connsiteX9810" fmla="*/ 46548504 w 58051775"/>
                <a:gd name="connsiteY9810" fmla="*/ 32934214 h 57949372"/>
                <a:gd name="connsiteX9811" fmla="*/ 46534028 w 58051775"/>
                <a:gd name="connsiteY9811" fmla="*/ 32869266 h 57949372"/>
                <a:gd name="connsiteX9812" fmla="*/ 46643332 w 58051775"/>
                <a:gd name="connsiteY9812" fmla="*/ 32714048 h 57949372"/>
                <a:gd name="connsiteX9813" fmla="*/ 46704180 w 58051775"/>
                <a:gd name="connsiteY9813" fmla="*/ 32480168 h 57949372"/>
                <a:gd name="connsiteX9814" fmla="*/ 46764012 w 58051775"/>
                <a:gd name="connsiteY9814" fmla="*/ 32248872 h 57949372"/>
                <a:gd name="connsiteX9815" fmla="*/ 46799500 w 58051775"/>
                <a:gd name="connsiteY9815" fmla="*/ 32010352 h 57949372"/>
                <a:gd name="connsiteX9816" fmla="*/ 46836272 w 58051775"/>
                <a:gd name="connsiteY9816" fmla="*/ 31770468 h 57949372"/>
                <a:gd name="connsiteX9817" fmla="*/ 46875452 w 58051775"/>
                <a:gd name="connsiteY9817" fmla="*/ 31413452 h 57949372"/>
                <a:gd name="connsiteX9818" fmla="*/ 46941228 w 58051775"/>
                <a:gd name="connsiteY9818" fmla="*/ 31093796 h 57949372"/>
                <a:gd name="connsiteX9819" fmla="*/ 46970860 w 58051775"/>
                <a:gd name="connsiteY9819" fmla="*/ 30870464 h 57949372"/>
                <a:gd name="connsiteX9820" fmla="*/ 46959348 w 58051775"/>
                <a:gd name="connsiteY9820" fmla="*/ 30667022 h 57949372"/>
                <a:gd name="connsiteX9821" fmla="*/ 46912892 w 58051775"/>
                <a:gd name="connsiteY9821" fmla="*/ 30662428 h 57949372"/>
                <a:gd name="connsiteX9822" fmla="*/ 46752700 w 58051775"/>
                <a:gd name="connsiteY9822" fmla="*/ 30604722 h 57949372"/>
                <a:gd name="connsiteX9823" fmla="*/ 46710600 w 58051775"/>
                <a:gd name="connsiteY9823" fmla="*/ 30463112 h 57949372"/>
                <a:gd name="connsiteX9824" fmla="*/ 46710600 w 58051775"/>
                <a:gd name="connsiteY9824" fmla="*/ 30362306 h 57949372"/>
                <a:gd name="connsiteX9825" fmla="*/ 46773388 w 58051775"/>
                <a:gd name="connsiteY9825" fmla="*/ 30300504 h 57949372"/>
                <a:gd name="connsiteX9826" fmla="*/ 46912048 w 58051775"/>
                <a:gd name="connsiteY9826" fmla="*/ 30238700 h 57949372"/>
                <a:gd name="connsiteX9827" fmla="*/ 47022196 w 58051775"/>
                <a:gd name="connsiteY9827" fmla="*/ 30157968 h 57949372"/>
                <a:gd name="connsiteX9828" fmla="*/ 47034452 w 58051775"/>
                <a:gd name="connsiteY9828" fmla="*/ 30010100 h 57949372"/>
                <a:gd name="connsiteX9829" fmla="*/ 47059404 w 58051775"/>
                <a:gd name="connsiteY9829" fmla="*/ 28942644 h 57949372"/>
                <a:gd name="connsiteX9830" fmla="*/ 47045616 w 58051775"/>
                <a:gd name="connsiteY9830" fmla="*/ 27844096 h 57949372"/>
                <a:gd name="connsiteX9831" fmla="*/ 47002532 w 58051775"/>
                <a:gd name="connsiteY9831" fmla="*/ 27686502 h 57949372"/>
                <a:gd name="connsiteX9832" fmla="*/ 46968036 w 58051775"/>
                <a:gd name="connsiteY9832" fmla="*/ 27116872 h 57949372"/>
                <a:gd name="connsiteX9833" fmla="*/ 46916176 w 58051775"/>
                <a:gd name="connsiteY9833" fmla="*/ 26734558 h 57949372"/>
                <a:gd name="connsiteX9834" fmla="*/ 46885920 w 58051775"/>
                <a:gd name="connsiteY9834" fmla="*/ 26550572 h 57949372"/>
                <a:gd name="connsiteX9835" fmla="*/ 46882868 w 58051775"/>
                <a:gd name="connsiteY9835" fmla="*/ 26407697 h 57949372"/>
                <a:gd name="connsiteX9836" fmla="*/ 46821776 w 58051775"/>
                <a:gd name="connsiteY9836" fmla="*/ 26391103 h 57949372"/>
                <a:gd name="connsiteX9837" fmla="*/ 46704424 w 58051775"/>
                <a:gd name="connsiteY9837" fmla="*/ 26241159 h 57949372"/>
                <a:gd name="connsiteX9838" fmla="*/ 46782252 w 58051775"/>
                <a:gd name="connsiteY9838" fmla="*/ 26060131 h 57949372"/>
                <a:gd name="connsiteX9839" fmla="*/ 46837600 w 58051775"/>
                <a:gd name="connsiteY9839" fmla="*/ 26025680 h 57949372"/>
                <a:gd name="connsiteX9840" fmla="*/ 46812604 w 58051775"/>
                <a:gd name="connsiteY9840" fmla="*/ 25983955 h 57949372"/>
                <a:gd name="connsiteX9841" fmla="*/ 46793556 w 58051775"/>
                <a:gd name="connsiteY9841" fmla="*/ 25874203 h 57949372"/>
                <a:gd name="connsiteX9842" fmla="*/ 46738980 w 58051775"/>
                <a:gd name="connsiteY9842" fmla="*/ 25603841 h 57949372"/>
                <a:gd name="connsiteX9843" fmla="*/ 46710008 w 58051775"/>
                <a:gd name="connsiteY9843" fmla="*/ 25418548 h 57949372"/>
                <a:gd name="connsiteX9844" fmla="*/ 46658472 w 58051775"/>
                <a:gd name="connsiteY9844" fmla="*/ 25183460 h 57949372"/>
                <a:gd name="connsiteX9845" fmla="*/ 46609628 w 58051775"/>
                <a:gd name="connsiteY9845" fmla="*/ 24972909 h 57949372"/>
                <a:gd name="connsiteX9846" fmla="*/ 46580428 w 58051775"/>
                <a:gd name="connsiteY9846" fmla="*/ 24824199 h 57949372"/>
                <a:gd name="connsiteX9847" fmla="*/ 46558200 w 58051775"/>
                <a:gd name="connsiteY9847" fmla="*/ 24762207 h 57949372"/>
                <a:gd name="connsiteX9848" fmla="*/ 46453652 w 58051775"/>
                <a:gd name="connsiteY9848" fmla="*/ 24702004 h 57949372"/>
                <a:gd name="connsiteX9849" fmla="*/ 46278720 w 58051775"/>
                <a:gd name="connsiteY9849" fmla="*/ 24631941 h 57949372"/>
                <a:gd name="connsiteX9850" fmla="*/ 46266100 w 58051775"/>
                <a:gd name="connsiteY9850" fmla="*/ 24460170 h 57949372"/>
                <a:gd name="connsiteX9851" fmla="*/ 46377228 w 58051775"/>
                <a:gd name="connsiteY9851" fmla="*/ 24222935 h 57949372"/>
                <a:gd name="connsiteX9852" fmla="*/ 46397736 w 58051775"/>
                <a:gd name="connsiteY9852" fmla="*/ 24103314 h 57949372"/>
                <a:gd name="connsiteX9853" fmla="*/ 46354600 w 58051775"/>
                <a:gd name="connsiteY9853" fmla="*/ 23962256 h 57949372"/>
                <a:gd name="connsiteX9854" fmla="*/ 46305180 w 58051775"/>
                <a:gd name="connsiteY9854" fmla="*/ 23793451 h 57949372"/>
                <a:gd name="connsiteX9855" fmla="*/ 46218140 w 58051775"/>
                <a:gd name="connsiteY9855" fmla="*/ 23704932 h 57949372"/>
                <a:gd name="connsiteX9856" fmla="*/ 46170852 w 58051775"/>
                <a:gd name="connsiteY9856" fmla="*/ 23679087 h 57949372"/>
                <a:gd name="connsiteX9857" fmla="*/ 46169820 w 58051775"/>
                <a:gd name="connsiteY9857" fmla="*/ 23546021 h 57949372"/>
                <a:gd name="connsiteX9858" fmla="*/ 46172996 w 58051775"/>
                <a:gd name="connsiteY9858" fmla="*/ 23345024 h 57949372"/>
                <a:gd name="connsiteX9859" fmla="*/ 46137692 w 58051775"/>
                <a:gd name="connsiteY9859" fmla="*/ 23240188 h 57949372"/>
                <a:gd name="connsiteX9860" fmla="*/ 46087276 w 58051775"/>
                <a:gd name="connsiteY9860" fmla="*/ 23106012 h 57949372"/>
                <a:gd name="connsiteX9861" fmla="*/ 46038628 w 58051775"/>
                <a:gd name="connsiteY9861" fmla="*/ 22969548 h 57949372"/>
                <a:gd name="connsiteX9862" fmla="*/ 45987540 w 58051775"/>
                <a:gd name="connsiteY9862" fmla="*/ 22847803 h 57949372"/>
                <a:gd name="connsiteX9863" fmla="*/ 45980448 w 58051775"/>
                <a:gd name="connsiteY9863" fmla="*/ 22763824 h 57949372"/>
                <a:gd name="connsiteX9864" fmla="*/ 45950408 w 58051775"/>
                <a:gd name="connsiteY9864" fmla="*/ 22716727 h 57949372"/>
                <a:gd name="connsiteX9865" fmla="*/ 45905384 w 58051775"/>
                <a:gd name="connsiteY9865" fmla="*/ 22585830 h 57949372"/>
                <a:gd name="connsiteX9866" fmla="*/ 45859128 w 58051775"/>
                <a:gd name="connsiteY9866" fmla="*/ 22457860 h 57949372"/>
                <a:gd name="connsiteX9867" fmla="*/ 45821600 w 58051775"/>
                <a:gd name="connsiteY9867" fmla="*/ 22357158 h 57949372"/>
                <a:gd name="connsiteX9868" fmla="*/ 45783388 w 58051775"/>
                <a:gd name="connsiteY9868" fmla="*/ 22263501 h 57949372"/>
                <a:gd name="connsiteX9869" fmla="*/ 45732588 w 58051775"/>
                <a:gd name="connsiteY9869" fmla="*/ 22161423 h 57949372"/>
                <a:gd name="connsiteX9870" fmla="*/ 45720000 w 58051775"/>
                <a:gd name="connsiteY9870" fmla="*/ 22090641 h 57949372"/>
                <a:gd name="connsiteX9871" fmla="*/ 45636036 w 58051775"/>
                <a:gd name="connsiteY9871" fmla="*/ 22005123 h 57949372"/>
                <a:gd name="connsiteX9872" fmla="*/ 45552068 w 58051775"/>
                <a:gd name="connsiteY9872" fmla="*/ 21924000 h 57949372"/>
                <a:gd name="connsiteX9873" fmla="*/ 45542484 w 58051775"/>
                <a:gd name="connsiteY9873" fmla="*/ 21792177 h 57949372"/>
                <a:gd name="connsiteX9874" fmla="*/ 45537548 w 58051775"/>
                <a:gd name="connsiteY9874" fmla="*/ 21652574 h 57949372"/>
                <a:gd name="connsiteX9875" fmla="*/ 45505784 w 58051775"/>
                <a:gd name="connsiteY9875" fmla="*/ 21598972 h 57949372"/>
                <a:gd name="connsiteX9876" fmla="*/ 45461340 w 58051775"/>
                <a:gd name="connsiteY9876" fmla="*/ 21502956 h 57949372"/>
                <a:gd name="connsiteX9877" fmla="*/ 45417196 w 58051775"/>
                <a:gd name="connsiteY9877" fmla="*/ 21410511 h 57949372"/>
                <a:gd name="connsiteX9878" fmla="*/ 45366336 w 58051775"/>
                <a:gd name="connsiteY9878" fmla="*/ 21311867 h 57949372"/>
                <a:gd name="connsiteX9879" fmla="*/ 45321464 w 58051775"/>
                <a:gd name="connsiteY9879" fmla="*/ 21222967 h 57949372"/>
                <a:gd name="connsiteX9880" fmla="*/ 45275700 w 58051775"/>
                <a:gd name="connsiteY9880" fmla="*/ 21139654 h 57949372"/>
                <a:gd name="connsiteX9881" fmla="*/ 45232544 w 58051775"/>
                <a:gd name="connsiteY9881" fmla="*/ 21044403 h 57949372"/>
                <a:gd name="connsiteX9882" fmla="*/ 45197612 w 58051775"/>
                <a:gd name="connsiteY9882" fmla="*/ 20980926 h 57949372"/>
                <a:gd name="connsiteX9883" fmla="*/ 45134432 w 58051775"/>
                <a:gd name="connsiteY9883" fmla="*/ 20941755 h 57949372"/>
                <a:gd name="connsiteX9884" fmla="*/ 45043620 w 58051775"/>
                <a:gd name="connsiteY9884" fmla="*/ 20871883 h 57949372"/>
                <a:gd name="connsiteX9885" fmla="*/ 45007488 w 58051775"/>
                <a:gd name="connsiteY9885" fmla="*/ 20720554 h 57949372"/>
                <a:gd name="connsiteX9886" fmla="*/ 44971472 w 58051775"/>
                <a:gd name="connsiteY9886" fmla="*/ 20518052 h 57949372"/>
                <a:gd name="connsiteX9887" fmla="*/ 44939208 w 58051775"/>
                <a:gd name="connsiteY9887" fmla="*/ 20461368 h 57949372"/>
                <a:gd name="connsiteX9888" fmla="*/ 44887688 w 58051775"/>
                <a:gd name="connsiteY9888" fmla="*/ 20365199 h 57949372"/>
                <a:gd name="connsiteX9889" fmla="*/ 44843700 w 58051775"/>
                <a:gd name="connsiteY9889" fmla="*/ 20278673 h 57949372"/>
                <a:gd name="connsiteX9890" fmla="*/ 44794396 w 58051775"/>
                <a:gd name="connsiteY9890" fmla="*/ 20204709 h 57949372"/>
                <a:gd name="connsiteX9891" fmla="*/ 44679504 w 58051775"/>
                <a:gd name="connsiteY9891" fmla="*/ 20155403 h 57949372"/>
                <a:gd name="connsiteX9892" fmla="*/ 44585936 w 58051775"/>
                <a:gd name="connsiteY9892" fmla="*/ 20109302 h 57949372"/>
                <a:gd name="connsiteX9893" fmla="*/ 44523024 w 58051775"/>
                <a:gd name="connsiteY9893" fmla="*/ 20031062 h 57949372"/>
                <a:gd name="connsiteX9894" fmla="*/ 44488100 w 58051775"/>
                <a:gd name="connsiteY9894" fmla="*/ 19933212 h 57949372"/>
                <a:gd name="connsiteX9895" fmla="*/ 44526200 w 58051775"/>
                <a:gd name="connsiteY9895" fmla="*/ 19833554 h 57949372"/>
                <a:gd name="connsiteX9896" fmla="*/ 44564300 w 58051775"/>
                <a:gd name="connsiteY9896" fmla="*/ 19780539 h 57949372"/>
                <a:gd name="connsiteX9897" fmla="*/ 44526200 w 58051775"/>
                <a:gd name="connsiteY9897" fmla="*/ 19721603 h 57949372"/>
                <a:gd name="connsiteX9898" fmla="*/ 44488100 w 58051775"/>
                <a:gd name="connsiteY9898" fmla="*/ 19659965 h 57949372"/>
                <a:gd name="connsiteX9899" fmla="*/ 44446824 w 58051775"/>
                <a:gd name="connsiteY9899" fmla="*/ 19585937 h 57949372"/>
                <a:gd name="connsiteX9900" fmla="*/ 44383888 w 58051775"/>
                <a:gd name="connsiteY9900" fmla="*/ 19504326 h 57949372"/>
                <a:gd name="connsiteX9901" fmla="*/ 44368016 w 58051775"/>
                <a:gd name="connsiteY9901" fmla="*/ 19522170 h 57949372"/>
                <a:gd name="connsiteX9902" fmla="*/ 44351568 w 58051775"/>
                <a:gd name="connsiteY9902" fmla="*/ 19595848 h 57949372"/>
                <a:gd name="connsiteX9903" fmla="*/ 44234212 w 58051775"/>
                <a:gd name="connsiteY9903" fmla="*/ 19613131 h 57949372"/>
                <a:gd name="connsiteX9904" fmla="*/ 44132284 w 58051775"/>
                <a:gd name="connsiteY9904" fmla="*/ 19501827 h 57949372"/>
                <a:gd name="connsiteX9905" fmla="*/ 44242724 w 58051775"/>
                <a:gd name="connsiteY9905" fmla="*/ 19380519 h 57949372"/>
                <a:gd name="connsiteX9906" fmla="*/ 44266792 w 58051775"/>
                <a:gd name="connsiteY9906" fmla="*/ 19296051 h 57949372"/>
                <a:gd name="connsiteX9907" fmla="*/ 44221400 w 58051775"/>
                <a:gd name="connsiteY9907" fmla="*/ 19220156 h 57949372"/>
                <a:gd name="connsiteX9908" fmla="*/ 44178972 w 58051775"/>
                <a:gd name="connsiteY9908" fmla="*/ 19158635 h 57949372"/>
                <a:gd name="connsiteX9909" fmla="*/ 44121452 w 58051775"/>
                <a:gd name="connsiteY9909" fmla="*/ 19075901 h 57949372"/>
                <a:gd name="connsiteX9910" fmla="*/ 44082224 w 58051775"/>
                <a:gd name="connsiteY9910" fmla="*/ 19008629 h 57949372"/>
                <a:gd name="connsiteX9911" fmla="*/ 44049344 w 58051775"/>
                <a:gd name="connsiteY9911" fmla="*/ 18956864 h 57949372"/>
                <a:gd name="connsiteX9912" fmla="*/ 43999668 w 58051775"/>
                <a:gd name="connsiteY9912" fmla="*/ 18890788 h 57949372"/>
                <a:gd name="connsiteX9913" fmla="*/ 43943572 w 58051775"/>
                <a:gd name="connsiteY9913" fmla="*/ 18808952 h 57949372"/>
                <a:gd name="connsiteX9914" fmla="*/ 43903432 w 58051775"/>
                <a:gd name="connsiteY9914" fmla="*/ 18744970 h 57949372"/>
                <a:gd name="connsiteX9915" fmla="*/ 43860852 w 58051775"/>
                <a:gd name="connsiteY9915" fmla="*/ 18689447 h 57949372"/>
                <a:gd name="connsiteX9916" fmla="*/ 43734560 w 58051775"/>
                <a:gd name="connsiteY9916" fmla="*/ 18528717 h 57949372"/>
                <a:gd name="connsiteX9917" fmla="*/ 43685696 w 58051775"/>
                <a:gd name="connsiteY9917" fmla="*/ 18444281 h 57949372"/>
                <a:gd name="connsiteX9918" fmla="*/ 43538776 w 58051775"/>
                <a:gd name="connsiteY9918" fmla="*/ 18240637 h 57949372"/>
                <a:gd name="connsiteX9919" fmla="*/ 43497500 w 58051775"/>
                <a:gd name="connsiteY9919" fmla="*/ 18179654 h 57949372"/>
                <a:gd name="connsiteX9920" fmla="*/ 43455992 w 58051775"/>
                <a:gd name="connsiteY9920" fmla="*/ 18127212 h 57949372"/>
                <a:gd name="connsiteX9921" fmla="*/ 43389320 w 58051775"/>
                <a:gd name="connsiteY9921" fmla="*/ 18051494 h 57949372"/>
                <a:gd name="connsiteX9922" fmla="*/ 43336104 w 58051775"/>
                <a:gd name="connsiteY9922" fmla="*/ 17966849 h 57949372"/>
                <a:gd name="connsiteX9923" fmla="*/ 43282384 w 58051775"/>
                <a:gd name="connsiteY9923" fmla="*/ 17903911 h 57949372"/>
                <a:gd name="connsiteX9924" fmla="*/ 43237724 w 58051775"/>
                <a:gd name="connsiteY9924" fmla="*/ 17840486 h 57949372"/>
                <a:gd name="connsiteX9925" fmla="*/ 43188392 w 58051775"/>
                <a:gd name="connsiteY9925" fmla="*/ 17771183 h 57949372"/>
                <a:gd name="connsiteX9926" fmla="*/ 43137744 w 58051775"/>
                <a:gd name="connsiteY9926" fmla="*/ 17708049 h 57949372"/>
                <a:gd name="connsiteX9927" fmla="*/ 43097920 w 58051775"/>
                <a:gd name="connsiteY9927" fmla="*/ 17661301 h 57949372"/>
                <a:gd name="connsiteX9928" fmla="*/ 43078400 w 58051775"/>
                <a:gd name="connsiteY9928" fmla="*/ 17633356 h 57949372"/>
                <a:gd name="connsiteX9929" fmla="*/ 43024426 w 58051775"/>
                <a:gd name="connsiteY9929" fmla="*/ 17557967 h 57949372"/>
                <a:gd name="connsiteX9930" fmla="*/ 42913300 w 58051775"/>
                <a:gd name="connsiteY9930" fmla="*/ 17436722 h 57949372"/>
                <a:gd name="connsiteX9931" fmla="*/ 42811700 w 58051775"/>
                <a:gd name="connsiteY9931" fmla="*/ 17318887 h 57949372"/>
                <a:gd name="connsiteX9932" fmla="*/ 42728716 w 58051775"/>
                <a:gd name="connsiteY9932" fmla="*/ 17228428 h 57949372"/>
                <a:gd name="connsiteX9933" fmla="*/ 42621392 w 58051775"/>
                <a:gd name="connsiteY9933" fmla="*/ 17064946 h 57949372"/>
                <a:gd name="connsiteX9934" fmla="*/ 42597896 w 58051775"/>
                <a:gd name="connsiteY9934" fmla="*/ 17040601 h 57949372"/>
                <a:gd name="connsiteX9935" fmla="*/ 42576544 w 58051775"/>
                <a:gd name="connsiteY9935" fmla="*/ 17107974 h 57949372"/>
                <a:gd name="connsiteX9936" fmla="*/ 42538444 w 58051775"/>
                <a:gd name="connsiteY9936" fmla="*/ 17216616 h 57949372"/>
                <a:gd name="connsiteX9937" fmla="*/ 42490528 w 58051775"/>
                <a:gd name="connsiteY9937" fmla="*/ 17283293 h 57949372"/>
                <a:gd name="connsiteX9938" fmla="*/ 42344476 w 58051775"/>
                <a:gd name="connsiteY9938" fmla="*/ 17303583 h 57949372"/>
                <a:gd name="connsiteX9939" fmla="*/ 42187410 w 58051775"/>
                <a:gd name="connsiteY9939" fmla="*/ 17296073 h 57949372"/>
                <a:gd name="connsiteX9940" fmla="*/ 42125324 w 58051775"/>
                <a:gd name="connsiteY9940" fmla="*/ 17243998 h 57949372"/>
                <a:gd name="connsiteX9941" fmla="*/ 42084834 w 58051775"/>
                <a:gd name="connsiteY9941" fmla="*/ 17104235 h 57949372"/>
                <a:gd name="connsiteX9942" fmla="*/ 42110444 w 58051775"/>
                <a:gd name="connsiteY9942" fmla="*/ 16975512 h 57949372"/>
                <a:gd name="connsiteX9943" fmla="*/ 42202972 w 58051775"/>
                <a:gd name="connsiteY9943" fmla="*/ 16891006 h 57949372"/>
                <a:gd name="connsiteX9944" fmla="*/ 42264234 w 58051775"/>
                <a:gd name="connsiteY9944" fmla="*/ 16843385 h 57949372"/>
                <a:gd name="connsiteX9945" fmla="*/ 42329420 w 58051775"/>
                <a:gd name="connsiteY9945" fmla="*/ 16788697 h 57949372"/>
                <a:gd name="connsiteX9946" fmla="*/ 42296640 w 58051775"/>
                <a:gd name="connsiteY9946" fmla="*/ 16725196 h 57949372"/>
                <a:gd name="connsiteX9947" fmla="*/ 42198892 w 58051775"/>
                <a:gd name="connsiteY9947" fmla="*/ 16630656 h 57949372"/>
                <a:gd name="connsiteX9948" fmla="*/ 41975620 w 58051775"/>
                <a:gd name="connsiteY9948" fmla="*/ 16369673 h 57949372"/>
                <a:gd name="connsiteX9949" fmla="*/ 41960556 w 58051775"/>
                <a:gd name="connsiteY9949" fmla="*/ 16344904 h 57949372"/>
                <a:gd name="connsiteX9950" fmla="*/ 41822532 w 58051775"/>
                <a:gd name="connsiteY9950" fmla="*/ 16214732 h 57949372"/>
                <a:gd name="connsiteX9951" fmla="*/ 41611840 w 58051775"/>
                <a:gd name="connsiteY9951" fmla="*/ 16064201 h 57949372"/>
                <a:gd name="connsiteX9952" fmla="*/ 41432812 w 58051775"/>
                <a:gd name="connsiteY9952" fmla="*/ 16141659 h 57949372"/>
                <a:gd name="connsiteX9953" fmla="*/ 41278568 w 58051775"/>
                <a:gd name="connsiteY9953" fmla="*/ 16029436 h 57949372"/>
                <a:gd name="connsiteX9954" fmla="*/ 41271538 w 58051775"/>
                <a:gd name="connsiteY9954" fmla="*/ 15951921 h 57949372"/>
                <a:gd name="connsiteX9955" fmla="*/ 41338784 w 58051775"/>
                <a:gd name="connsiteY9955" fmla="*/ 15889774 h 57949372"/>
                <a:gd name="connsiteX9956" fmla="*/ 41367476 w 58051775"/>
                <a:gd name="connsiteY9956" fmla="*/ 15779993 h 57949372"/>
                <a:gd name="connsiteX9957" fmla="*/ 17936272 w 58051775"/>
                <a:gd name="connsiteY9957" fmla="*/ 15648973 h 57949372"/>
                <a:gd name="connsiteX9958" fmla="*/ 18112608 w 58051775"/>
                <a:gd name="connsiteY9958" fmla="*/ 15745544 h 57949372"/>
                <a:gd name="connsiteX9959" fmla="*/ 18169132 w 58051775"/>
                <a:gd name="connsiteY9959" fmla="*/ 15818478 h 57949372"/>
                <a:gd name="connsiteX9960" fmla="*/ 18199104 w 58051775"/>
                <a:gd name="connsiteY9960" fmla="*/ 15937768 h 57949372"/>
                <a:gd name="connsiteX9961" fmla="*/ 18199104 w 58051775"/>
                <a:gd name="connsiteY9961" fmla="*/ 16027082 h 57949372"/>
                <a:gd name="connsiteX9962" fmla="*/ 18149312 w 58051775"/>
                <a:gd name="connsiteY9962" fmla="*/ 16058526 h 57949372"/>
                <a:gd name="connsiteX9963" fmla="*/ 18091784 w 58051775"/>
                <a:gd name="connsiteY9963" fmla="*/ 16114315 h 57949372"/>
                <a:gd name="connsiteX9964" fmla="*/ 17931644 w 58051775"/>
                <a:gd name="connsiteY9964" fmla="*/ 16154401 h 57949372"/>
                <a:gd name="connsiteX9965" fmla="*/ 17770088 w 58051775"/>
                <a:gd name="connsiteY9965" fmla="*/ 16076032 h 57949372"/>
                <a:gd name="connsiteX9966" fmla="*/ 17717512 w 58051775"/>
                <a:gd name="connsiteY9966" fmla="*/ 15983662 h 57949372"/>
                <a:gd name="connsiteX9967" fmla="*/ 17814000 w 58051775"/>
                <a:gd name="connsiteY9967" fmla="*/ 15714733 h 57949372"/>
                <a:gd name="connsiteX9968" fmla="*/ 17889300 w 58051775"/>
                <a:gd name="connsiteY9968" fmla="*/ 15670313 h 57949372"/>
                <a:gd name="connsiteX9969" fmla="*/ 17936272 w 58051775"/>
                <a:gd name="connsiteY9969" fmla="*/ 15648973 h 57949372"/>
                <a:gd name="connsiteX9970" fmla="*/ 18964156 w 58051775"/>
                <a:gd name="connsiteY9970" fmla="*/ 15646411 h 57949372"/>
                <a:gd name="connsiteX9971" fmla="*/ 19145252 w 58051775"/>
                <a:gd name="connsiteY9971" fmla="*/ 15734991 h 57949372"/>
                <a:gd name="connsiteX9972" fmla="*/ 19218276 w 58051775"/>
                <a:gd name="connsiteY9972" fmla="*/ 15807723 h 57949372"/>
                <a:gd name="connsiteX9973" fmla="*/ 19265904 w 58051775"/>
                <a:gd name="connsiteY9973" fmla="*/ 15937528 h 57949372"/>
                <a:gd name="connsiteX9974" fmla="*/ 19228748 w 58051775"/>
                <a:gd name="connsiteY9974" fmla="*/ 16046328 h 57949372"/>
                <a:gd name="connsiteX9975" fmla="*/ 19164744 w 58051775"/>
                <a:gd name="connsiteY9975" fmla="*/ 16114207 h 57949372"/>
                <a:gd name="connsiteX9976" fmla="*/ 19137896 w 58051775"/>
                <a:gd name="connsiteY9976" fmla="*/ 16156571 h 57949372"/>
                <a:gd name="connsiteX9977" fmla="*/ 18986796 w 58051775"/>
                <a:gd name="connsiteY9977" fmla="*/ 16145961 h 57949372"/>
                <a:gd name="connsiteX9978" fmla="*/ 18795148 w 58051775"/>
                <a:gd name="connsiteY9978" fmla="*/ 16097258 h 57949372"/>
                <a:gd name="connsiteX9979" fmla="*/ 18731504 w 58051775"/>
                <a:gd name="connsiteY9979" fmla="*/ 16008355 h 57949372"/>
                <a:gd name="connsiteX9980" fmla="*/ 18688704 w 58051775"/>
                <a:gd name="connsiteY9980" fmla="*/ 15947929 h 57949372"/>
                <a:gd name="connsiteX9981" fmla="*/ 18669000 w 58051775"/>
                <a:gd name="connsiteY9981" fmla="*/ 15889502 h 57949372"/>
                <a:gd name="connsiteX9982" fmla="*/ 18799944 w 58051775"/>
                <a:gd name="connsiteY9982" fmla="*/ 15710937 h 57949372"/>
                <a:gd name="connsiteX9983" fmla="*/ 18870760 w 58051775"/>
                <a:gd name="connsiteY9983" fmla="*/ 15667188 h 57949372"/>
                <a:gd name="connsiteX9984" fmla="*/ 18964156 w 58051775"/>
                <a:gd name="connsiteY9984" fmla="*/ 15646411 h 57949372"/>
                <a:gd name="connsiteX9985" fmla="*/ 22610556 w 58051775"/>
                <a:gd name="connsiteY9985" fmla="*/ 15639205 h 57949372"/>
                <a:gd name="connsiteX9986" fmla="*/ 22641520 w 58051775"/>
                <a:gd name="connsiteY9986" fmla="*/ 15640755 h 57949372"/>
                <a:gd name="connsiteX9987" fmla="*/ 22717320 w 58051775"/>
                <a:gd name="connsiteY9987" fmla="*/ 15683403 h 57949372"/>
                <a:gd name="connsiteX9988" fmla="*/ 22770704 w 58051775"/>
                <a:gd name="connsiteY9988" fmla="*/ 15731037 h 57949372"/>
                <a:gd name="connsiteX9989" fmla="*/ 22820592 w 58051775"/>
                <a:gd name="connsiteY9989" fmla="*/ 15815163 h 57949372"/>
                <a:gd name="connsiteX9990" fmla="*/ 22816744 w 58051775"/>
                <a:gd name="connsiteY9990" fmla="*/ 15929461 h 57949372"/>
                <a:gd name="connsiteX9991" fmla="*/ 22749176 w 58051775"/>
                <a:gd name="connsiteY9991" fmla="*/ 16008355 h 57949372"/>
                <a:gd name="connsiteX9992" fmla="*/ 22598060 w 58051775"/>
                <a:gd name="connsiteY9992" fmla="*/ 16046461 h 57949372"/>
                <a:gd name="connsiteX9993" fmla="*/ 22447864 w 58051775"/>
                <a:gd name="connsiteY9993" fmla="*/ 16002598 h 57949372"/>
                <a:gd name="connsiteX9994" fmla="*/ 22402800 w 58051775"/>
                <a:gd name="connsiteY9994" fmla="*/ 15885731 h 57949372"/>
                <a:gd name="connsiteX9995" fmla="*/ 22452376 w 58051775"/>
                <a:gd name="connsiteY9995" fmla="*/ 15742058 h 57949372"/>
                <a:gd name="connsiteX9996" fmla="*/ 22529820 w 58051775"/>
                <a:gd name="connsiteY9996" fmla="*/ 15685352 h 57949372"/>
                <a:gd name="connsiteX9997" fmla="*/ 22610556 w 58051775"/>
                <a:gd name="connsiteY9997" fmla="*/ 15639205 h 57949372"/>
                <a:gd name="connsiteX9998" fmla="*/ 49194244 w 58051775"/>
                <a:gd name="connsiteY9998" fmla="*/ 15521528 h 57949372"/>
                <a:gd name="connsiteX9999" fmla="*/ 49228839 w 58051775"/>
                <a:gd name="connsiteY9999" fmla="*/ 15525046 h 57949372"/>
                <a:gd name="connsiteX10000" fmla="*/ 49346218 w 58051775"/>
                <a:gd name="connsiteY10000" fmla="*/ 15598695 h 57949372"/>
                <a:gd name="connsiteX10001" fmla="*/ 49398035 w 58051775"/>
                <a:gd name="connsiteY10001" fmla="*/ 15693292 h 57949372"/>
                <a:gd name="connsiteX10002" fmla="*/ 49434820 w 58051775"/>
                <a:gd name="connsiteY10002" fmla="*/ 15750441 h 57949372"/>
                <a:gd name="connsiteX10003" fmla="*/ 49496872 w 58051775"/>
                <a:gd name="connsiteY10003" fmla="*/ 15891368 h 57949372"/>
                <a:gd name="connsiteX10004" fmla="*/ 49542290 w 58051775"/>
                <a:gd name="connsiteY10004" fmla="*/ 15987591 h 57949372"/>
                <a:gd name="connsiteX10005" fmla="*/ 49588119 w 58051775"/>
                <a:gd name="connsiteY10005" fmla="*/ 16071325 h 57949372"/>
                <a:gd name="connsiteX10006" fmla="*/ 49620890 w 58051775"/>
                <a:gd name="connsiteY10006" fmla="*/ 16138742 h 57949372"/>
                <a:gd name="connsiteX10007" fmla="*/ 49665538 w 58051775"/>
                <a:gd name="connsiteY10007" fmla="*/ 16226247 h 57949372"/>
                <a:gd name="connsiteX10008" fmla="*/ 49716003 w 58051775"/>
                <a:gd name="connsiteY10008" fmla="*/ 16306558 h 57949372"/>
                <a:gd name="connsiteX10009" fmla="*/ 49760373 w 58051775"/>
                <a:gd name="connsiteY10009" fmla="*/ 16373621 h 57949372"/>
                <a:gd name="connsiteX10010" fmla="*/ 49779543 w 58051775"/>
                <a:gd name="connsiteY10010" fmla="*/ 16483035 h 57949372"/>
                <a:gd name="connsiteX10011" fmla="*/ 49613644 w 58051775"/>
                <a:gd name="connsiteY10011" fmla="*/ 16505071 h 57949372"/>
                <a:gd name="connsiteX10012" fmla="*/ 49573398 w 58051775"/>
                <a:gd name="connsiteY10012" fmla="*/ 16465877 h 57949372"/>
                <a:gd name="connsiteX10013" fmla="*/ 49415321 w 58051775"/>
                <a:gd name="connsiteY10013" fmla="*/ 16406621 h 57949372"/>
                <a:gd name="connsiteX10014" fmla="*/ 49179295 w 58051775"/>
                <a:gd name="connsiteY10014" fmla="*/ 16465991 h 57949372"/>
                <a:gd name="connsiteX10015" fmla="*/ 49110006 w 58051775"/>
                <a:gd name="connsiteY10015" fmla="*/ 16508772 h 57949372"/>
                <a:gd name="connsiteX10016" fmla="*/ 49032718 w 58051775"/>
                <a:gd name="connsiteY10016" fmla="*/ 16554008 h 57949372"/>
                <a:gd name="connsiteX10017" fmla="*/ 48963082 w 58051775"/>
                <a:gd name="connsiteY10017" fmla="*/ 16592044 h 57949372"/>
                <a:gd name="connsiteX10018" fmla="*/ 48885908 w 58051775"/>
                <a:gd name="connsiteY10018" fmla="*/ 16637843 h 57949372"/>
                <a:gd name="connsiteX10019" fmla="*/ 48804034 w 58051775"/>
                <a:gd name="connsiteY10019" fmla="*/ 16689931 h 57949372"/>
                <a:gd name="connsiteX10020" fmla="*/ 48737703 w 58051775"/>
                <a:gd name="connsiteY10020" fmla="*/ 16731820 h 57949372"/>
                <a:gd name="connsiteX10021" fmla="*/ 48667732 w 58051775"/>
                <a:gd name="connsiteY10021" fmla="*/ 16774810 h 57949372"/>
                <a:gd name="connsiteX10022" fmla="*/ 48580730 w 58051775"/>
                <a:gd name="connsiteY10022" fmla="*/ 16813200 h 57949372"/>
                <a:gd name="connsiteX10023" fmla="*/ 48500356 w 58051775"/>
                <a:gd name="connsiteY10023" fmla="*/ 16857000 h 57949372"/>
                <a:gd name="connsiteX10024" fmla="*/ 48437771 w 58051775"/>
                <a:gd name="connsiteY10024" fmla="*/ 16910119 h 57949372"/>
                <a:gd name="connsiteX10025" fmla="*/ 48362514 w 58051775"/>
                <a:gd name="connsiteY10025" fmla="*/ 16944125 h 57949372"/>
                <a:gd name="connsiteX10026" fmla="*/ 48277539 w 58051775"/>
                <a:gd name="connsiteY10026" fmla="*/ 16987931 h 57949372"/>
                <a:gd name="connsiteX10027" fmla="*/ 48196186 w 58051775"/>
                <a:gd name="connsiteY10027" fmla="*/ 17042056 h 57949372"/>
                <a:gd name="connsiteX10028" fmla="*/ 48108799 w 58051775"/>
                <a:gd name="connsiteY10028" fmla="*/ 17079510 h 57949372"/>
                <a:gd name="connsiteX10029" fmla="*/ 48053884 w 58051775"/>
                <a:gd name="connsiteY10029" fmla="*/ 17119286 h 57949372"/>
                <a:gd name="connsiteX10030" fmla="*/ 48009872 w 58051775"/>
                <a:gd name="connsiteY10030" fmla="*/ 17171184 h 57949372"/>
                <a:gd name="connsiteX10031" fmla="*/ 47968336 w 58051775"/>
                <a:gd name="connsiteY10031" fmla="*/ 17202381 h 57949372"/>
                <a:gd name="connsiteX10032" fmla="*/ 47840899 w 58051775"/>
                <a:gd name="connsiteY10032" fmla="*/ 17347427 h 57949372"/>
                <a:gd name="connsiteX10033" fmla="*/ 47802799 w 58051775"/>
                <a:gd name="connsiteY10033" fmla="*/ 17411700 h 57949372"/>
                <a:gd name="connsiteX10034" fmla="*/ 47764699 w 58051775"/>
                <a:gd name="connsiteY10034" fmla="*/ 17568520 h 57949372"/>
                <a:gd name="connsiteX10035" fmla="*/ 47802799 w 58051775"/>
                <a:gd name="connsiteY10035" fmla="*/ 17722866 h 57949372"/>
                <a:gd name="connsiteX10036" fmla="*/ 47840899 w 58051775"/>
                <a:gd name="connsiteY10036" fmla="*/ 17794250 h 57949372"/>
                <a:gd name="connsiteX10037" fmla="*/ 47898406 w 58051775"/>
                <a:gd name="connsiteY10037" fmla="*/ 17935146 h 57949372"/>
                <a:gd name="connsiteX10038" fmla="*/ 47923775 w 58051775"/>
                <a:gd name="connsiteY10038" fmla="*/ 17987354 h 57949372"/>
                <a:gd name="connsiteX10039" fmla="*/ 48066116 w 58051775"/>
                <a:gd name="connsiteY10039" fmla="*/ 18135601 h 57949372"/>
                <a:gd name="connsiteX10040" fmla="*/ 48126649 w 58051775"/>
                <a:gd name="connsiteY10040" fmla="*/ 18173707 h 57949372"/>
                <a:gd name="connsiteX10041" fmla="*/ 48343854 w 58051775"/>
                <a:gd name="connsiteY10041" fmla="*/ 18211800 h 57949372"/>
                <a:gd name="connsiteX10042" fmla="*/ 48555268 w 58051775"/>
                <a:gd name="connsiteY10042" fmla="*/ 18174795 h 57949372"/>
                <a:gd name="connsiteX10043" fmla="*/ 48646096 w 58051775"/>
                <a:gd name="connsiteY10043" fmla="*/ 18128648 h 57949372"/>
                <a:gd name="connsiteX10044" fmla="*/ 48728209 w 58051775"/>
                <a:gd name="connsiteY10044" fmla="*/ 18078572 h 57949372"/>
                <a:gd name="connsiteX10045" fmla="*/ 48815897 w 58051775"/>
                <a:gd name="connsiteY10045" fmla="*/ 18035190 h 57949372"/>
                <a:gd name="connsiteX10046" fmla="*/ 48904797 w 58051775"/>
                <a:gd name="connsiteY10046" fmla="*/ 17990549 h 57949372"/>
                <a:gd name="connsiteX10047" fmla="*/ 48988069 w 58051775"/>
                <a:gd name="connsiteY10047" fmla="*/ 17945509 h 57949372"/>
                <a:gd name="connsiteX10048" fmla="*/ 49069543 w 58051775"/>
                <a:gd name="connsiteY10048" fmla="*/ 17905790 h 57949372"/>
                <a:gd name="connsiteX10049" fmla="*/ 49139862 w 58051775"/>
                <a:gd name="connsiteY10049" fmla="*/ 17868918 h 57949372"/>
                <a:gd name="connsiteX10050" fmla="*/ 49218037 w 58051775"/>
                <a:gd name="connsiteY10050" fmla="*/ 17824454 h 57949372"/>
                <a:gd name="connsiteX10051" fmla="*/ 49299960 w 58051775"/>
                <a:gd name="connsiteY10051" fmla="*/ 17780009 h 57949372"/>
                <a:gd name="connsiteX10052" fmla="*/ 49403033 w 58051775"/>
                <a:gd name="connsiteY10052" fmla="*/ 17722765 h 57949372"/>
                <a:gd name="connsiteX10053" fmla="*/ 49526173 w 58051775"/>
                <a:gd name="connsiteY10053" fmla="*/ 17663952 h 57949372"/>
                <a:gd name="connsiteX10054" fmla="*/ 49561693 w 58051775"/>
                <a:gd name="connsiteY10054" fmla="*/ 17640486 h 57949372"/>
                <a:gd name="connsiteX10055" fmla="*/ 49630368 w 58051775"/>
                <a:gd name="connsiteY10055" fmla="*/ 17596275 h 57949372"/>
                <a:gd name="connsiteX10056" fmla="*/ 49720890 w 58051775"/>
                <a:gd name="connsiteY10056" fmla="*/ 17544643 h 57949372"/>
                <a:gd name="connsiteX10057" fmla="*/ 49773023 w 58051775"/>
                <a:gd name="connsiteY10057" fmla="*/ 17513313 h 57949372"/>
                <a:gd name="connsiteX10058" fmla="*/ 49840107 w 58051775"/>
                <a:gd name="connsiteY10058" fmla="*/ 17459340 h 57949372"/>
                <a:gd name="connsiteX10059" fmla="*/ 49949859 w 58051775"/>
                <a:gd name="connsiteY10059" fmla="*/ 17357189 h 57949372"/>
                <a:gd name="connsiteX10060" fmla="*/ 50007086 w 58051775"/>
                <a:gd name="connsiteY10060" fmla="*/ 17265648 h 57949372"/>
                <a:gd name="connsiteX10061" fmla="*/ 49972586 w 58051775"/>
                <a:gd name="connsiteY10061" fmla="*/ 17162687 h 57949372"/>
                <a:gd name="connsiteX10062" fmla="*/ 49960243 w 58051775"/>
                <a:gd name="connsiteY10062" fmla="*/ 17056285 h 57949372"/>
                <a:gd name="connsiteX10063" fmla="*/ 50006730 w 58051775"/>
                <a:gd name="connsiteY10063" fmla="*/ 16994707 h 57949372"/>
                <a:gd name="connsiteX10064" fmla="*/ 50156203 w 58051775"/>
                <a:gd name="connsiteY10064" fmla="*/ 17050015 h 57949372"/>
                <a:gd name="connsiteX10065" fmla="*/ 50207803 w 58051775"/>
                <a:gd name="connsiteY10065" fmla="*/ 17131098 h 57949372"/>
                <a:gd name="connsiteX10066" fmla="*/ 50241199 w 58051775"/>
                <a:gd name="connsiteY10066" fmla="*/ 17186754 h 57949372"/>
                <a:gd name="connsiteX10067" fmla="*/ 50285323 w 58051775"/>
                <a:gd name="connsiteY10067" fmla="*/ 17253469 h 57949372"/>
                <a:gd name="connsiteX10068" fmla="*/ 50335469 w 58051775"/>
                <a:gd name="connsiteY10068" fmla="*/ 17343884 h 57949372"/>
                <a:gd name="connsiteX10069" fmla="*/ 50380242 w 58051775"/>
                <a:gd name="connsiteY10069" fmla="*/ 17424891 h 57949372"/>
                <a:gd name="connsiteX10070" fmla="*/ 50418999 w 58051775"/>
                <a:gd name="connsiteY10070" fmla="*/ 17472468 h 57949372"/>
                <a:gd name="connsiteX10071" fmla="*/ 50463936 w 58051775"/>
                <a:gd name="connsiteY10071" fmla="*/ 17537576 h 57949372"/>
                <a:gd name="connsiteX10072" fmla="*/ 50520450 w 58051775"/>
                <a:gd name="connsiteY10072" fmla="*/ 17658441 h 57949372"/>
                <a:gd name="connsiteX10073" fmla="*/ 50540210 w 58051775"/>
                <a:gd name="connsiteY10073" fmla="*/ 17742808 h 57949372"/>
                <a:gd name="connsiteX10074" fmla="*/ 50431132 w 58051775"/>
                <a:gd name="connsiteY10074" fmla="*/ 17843510 h 57949372"/>
                <a:gd name="connsiteX10075" fmla="*/ 50271854 w 58051775"/>
                <a:gd name="connsiteY10075" fmla="*/ 17700185 h 57949372"/>
                <a:gd name="connsiteX10076" fmla="*/ 50258060 w 58051775"/>
                <a:gd name="connsiteY10076" fmla="*/ 17659365 h 57949372"/>
                <a:gd name="connsiteX10077" fmla="*/ 50166800 w 58051775"/>
                <a:gd name="connsiteY10077" fmla="*/ 17661997 h 57949372"/>
                <a:gd name="connsiteX10078" fmla="*/ 50047242 w 58051775"/>
                <a:gd name="connsiteY10078" fmla="*/ 17696876 h 57949372"/>
                <a:gd name="connsiteX10079" fmla="*/ 49974499 w 58051775"/>
                <a:gd name="connsiteY10079" fmla="*/ 17743681 h 57949372"/>
                <a:gd name="connsiteX10080" fmla="*/ 49894681 w 58051775"/>
                <a:gd name="connsiteY10080" fmla="*/ 17800868 h 57949372"/>
                <a:gd name="connsiteX10081" fmla="*/ 49828449 w 58051775"/>
                <a:gd name="connsiteY10081" fmla="*/ 17843510 h 57949372"/>
                <a:gd name="connsiteX10082" fmla="*/ 49755657 w 58051775"/>
                <a:gd name="connsiteY10082" fmla="*/ 17880325 h 57949372"/>
                <a:gd name="connsiteX10083" fmla="*/ 49662165 w 58051775"/>
                <a:gd name="connsiteY10083" fmla="*/ 17931021 h 57949372"/>
                <a:gd name="connsiteX10084" fmla="*/ 49594125 w 58051775"/>
                <a:gd name="connsiteY10084" fmla="*/ 17975681 h 57949372"/>
                <a:gd name="connsiteX10085" fmla="*/ 49544302 w 58051775"/>
                <a:gd name="connsiteY10085" fmla="*/ 18007359 h 57949372"/>
                <a:gd name="connsiteX10086" fmla="*/ 49424632 w 58051775"/>
                <a:gd name="connsiteY10086" fmla="*/ 18053455 h 57949372"/>
                <a:gd name="connsiteX10087" fmla="*/ 49350069 w 58051775"/>
                <a:gd name="connsiteY10087" fmla="*/ 18105505 h 57949372"/>
                <a:gd name="connsiteX10088" fmla="*/ 49274697 w 58051775"/>
                <a:gd name="connsiteY10088" fmla="*/ 18156049 h 57949372"/>
                <a:gd name="connsiteX10089" fmla="*/ 49194485 w 58051775"/>
                <a:gd name="connsiteY10089" fmla="*/ 18200532 h 57949372"/>
                <a:gd name="connsiteX10090" fmla="*/ 49101141 w 58051775"/>
                <a:gd name="connsiteY10090" fmla="*/ 18251190 h 57949372"/>
                <a:gd name="connsiteX10091" fmla="*/ 49031685 w 58051775"/>
                <a:gd name="connsiteY10091" fmla="*/ 18288005 h 57949372"/>
                <a:gd name="connsiteX10092" fmla="*/ 48965054 w 58051775"/>
                <a:gd name="connsiteY10092" fmla="*/ 18325921 h 57949372"/>
                <a:gd name="connsiteX10093" fmla="*/ 48857159 w 58051775"/>
                <a:gd name="connsiteY10093" fmla="*/ 18376851 h 57949372"/>
                <a:gd name="connsiteX10094" fmla="*/ 48702158 w 58051775"/>
                <a:gd name="connsiteY10094" fmla="*/ 18445173 h 57949372"/>
                <a:gd name="connsiteX10095" fmla="*/ 48532739 w 58051775"/>
                <a:gd name="connsiteY10095" fmla="*/ 18465817 h 57949372"/>
                <a:gd name="connsiteX10096" fmla="*/ 48384708 w 58051775"/>
                <a:gd name="connsiteY10096" fmla="*/ 18465817 h 57949372"/>
                <a:gd name="connsiteX10097" fmla="*/ 48351274 w 58051775"/>
                <a:gd name="connsiteY10097" fmla="*/ 18503910 h 57949372"/>
                <a:gd name="connsiteX10098" fmla="*/ 48191262 w 58051775"/>
                <a:gd name="connsiteY10098" fmla="*/ 18499108 h 57949372"/>
                <a:gd name="connsiteX10099" fmla="*/ 48088549 w 58051775"/>
                <a:gd name="connsiteY10099" fmla="*/ 18447400 h 57949372"/>
                <a:gd name="connsiteX10100" fmla="*/ 48018699 w 58051775"/>
                <a:gd name="connsiteY10100" fmla="*/ 18409288 h 57949372"/>
                <a:gd name="connsiteX10101" fmla="*/ 47945454 w 58051775"/>
                <a:gd name="connsiteY10101" fmla="*/ 18371024 h 57949372"/>
                <a:gd name="connsiteX10102" fmla="*/ 47884896 w 58051775"/>
                <a:gd name="connsiteY10102" fmla="*/ 18325244 h 57949372"/>
                <a:gd name="connsiteX10103" fmla="*/ 47834986 w 58051775"/>
                <a:gd name="connsiteY10103" fmla="*/ 18280628 h 57949372"/>
                <a:gd name="connsiteX10104" fmla="*/ 47783746 w 58051775"/>
                <a:gd name="connsiteY10104" fmla="*/ 18241763 h 57949372"/>
                <a:gd name="connsiteX10105" fmla="*/ 47733135 w 58051775"/>
                <a:gd name="connsiteY10105" fmla="*/ 18196875 h 57949372"/>
                <a:gd name="connsiteX10106" fmla="*/ 47687615 w 58051775"/>
                <a:gd name="connsiteY10106" fmla="*/ 18146173 h 57949372"/>
                <a:gd name="connsiteX10107" fmla="*/ 47648790 w 58051775"/>
                <a:gd name="connsiteY10107" fmla="*/ 18096654 h 57949372"/>
                <a:gd name="connsiteX10108" fmla="*/ 47598213 w 58051775"/>
                <a:gd name="connsiteY10108" fmla="*/ 18036816 h 57949372"/>
                <a:gd name="connsiteX10109" fmla="*/ 47540880 w 58051775"/>
                <a:gd name="connsiteY10109" fmla="*/ 17964154 h 57949372"/>
                <a:gd name="connsiteX10110" fmla="*/ 47505633 w 58051775"/>
                <a:gd name="connsiteY10110" fmla="*/ 17883153 h 57949372"/>
                <a:gd name="connsiteX10111" fmla="*/ 47458057 w 58051775"/>
                <a:gd name="connsiteY10111" fmla="*/ 17792289 h 57949372"/>
                <a:gd name="connsiteX10112" fmla="*/ 47415449 w 58051775"/>
                <a:gd name="connsiteY10112" fmla="*/ 17757043 h 57949372"/>
                <a:gd name="connsiteX10113" fmla="*/ 47418022 w 58051775"/>
                <a:gd name="connsiteY10113" fmla="*/ 17431806 h 57949372"/>
                <a:gd name="connsiteX10114" fmla="*/ 47451490 w 58051775"/>
                <a:gd name="connsiteY10114" fmla="*/ 17065465 h 57949372"/>
                <a:gd name="connsiteX10115" fmla="*/ 47491838 w 58051775"/>
                <a:gd name="connsiteY10115" fmla="*/ 16992600 h 57949372"/>
                <a:gd name="connsiteX10116" fmla="*/ 47653574 w 58051775"/>
                <a:gd name="connsiteY10116" fmla="*/ 16802141 h 57949372"/>
                <a:gd name="connsiteX10117" fmla="*/ 47713899 w 58051775"/>
                <a:gd name="connsiteY10117" fmla="*/ 16740127 h 57949372"/>
                <a:gd name="connsiteX10118" fmla="*/ 47769868 w 58051775"/>
                <a:gd name="connsiteY10118" fmla="*/ 16706627 h 57949372"/>
                <a:gd name="connsiteX10119" fmla="*/ 47851227 w 58051775"/>
                <a:gd name="connsiteY10119" fmla="*/ 16656064 h 57949372"/>
                <a:gd name="connsiteX10120" fmla="*/ 47916132 w 58051775"/>
                <a:gd name="connsiteY10120" fmla="*/ 16618167 h 57949372"/>
                <a:gd name="connsiteX10121" fmla="*/ 47974556 w 58051775"/>
                <a:gd name="connsiteY10121" fmla="*/ 16572912 h 57949372"/>
                <a:gd name="connsiteX10122" fmla="*/ 48041749 w 58051775"/>
                <a:gd name="connsiteY10122" fmla="*/ 16523336 h 57949372"/>
                <a:gd name="connsiteX10123" fmla="*/ 48116678 w 58051775"/>
                <a:gd name="connsiteY10123" fmla="*/ 16479688 h 57949372"/>
                <a:gd name="connsiteX10124" fmla="*/ 48183049 w 58051775"/>
                <a:gd name="connsiteY10124" fmla="*/ 16440317 h 57949372"/>
                <a:gd name="connsiteX10125" fmla="*/ 48249011 w 58051775"/>
                <a:gd name="connsiteY10125" fmla="*/ 16396106 h 57949372"/>
                <a:gd name="connsiteX10126" fmla="*/ 48334146 w 58051775"/>
                <a:gd name="connsiteY10126" fmla="*/ 16353983 h 57949372"/>
                <a:gd name="connsiteX10127" fmla="*/ 48399547 w 58051775"/>
                <a:gd name="connsiteY10127" fmla="*/ 16318661 h 57949372"/>
                <a:gd name="connsiteX10128" fmla="*/ 48506784 w 58051775"/>
                <a:gd name="connsiteY10128" fmla="*/ 16256014 h 57949372"/>
                <a:gd name="connsiteX10129" fmla="*/ 48576808 w 58051775"/>
                <a:gd name="connsiteY10129" fmla="*/ 16218870 h 57949372"/>
                <a:gd name="connsiteX10130" fmla="*/ 48639387 w 58051775"/>
                <a:gd name="connsiteY10130" fmla="*/ 16173805 h 57949372"/>
                <a:gd name="connsiteX10131" fmla="*/ 48710623 w 58051775"/>
                <a:gd name="connsiteY10131" fmla="*/ 16129246 h 57949372"/>
                <a:gd name="connsiteX10132" fmla="*/ 48793991 w 58051775"/>
                <a:gd name="connsiteY10132" fmla="*/ 16084453 h 57949372"/>
                <a:gd name="connsiteX10133" fmla="*/ 48887052 w 58051775"/>
                <a:gd name="connsiteY10133" fmla="*/ 16032808 h 57949372"/>
                <a:gd name="connsiteX10134" fmla="*/ 48953380 w 58051775"/>
                <a:gd name="connsiteY10134" fmla="*/ 15989312 h 57949372"/>
                <a:gd name="connsiteX10135" fmla="*/ 49142423 w 58051775"/>
                <a:gd name="connsiteY10135" fmla="*/ 15852674 h 57949372"/>
                <a:gd name="connsiteX10136" fmla="*/ 49173934 w 58051775"/>
                <a:gd name="connsiteY10136" fmla="*/ 15806293 h 57949372"/>
                <a:gd name="connsiteX10137" fmla="*/ 49145970 w 58051775"/>
                <a:gd name="connsiteY10137" fmla="*/ 15776532 h 57949372"/>
                <a:gd name="connsiteX10138" fmla="*/ 49113097 w 58051775"/>
                <a:gd name="connsiteY10138" fmla="*/ 15659849 h 57949372"/>
                <a:gd name="connsiteX10139" fmla="*/ 49136386 w 58051775"/>
                <a:gd name="connsiteY10139" fmla="*/ 15544722 h 57949372"/>
                <a:gd name="connsiteX10140" fmla="*/ 49194244 w 58051775"/>
                <a:gd name="connsiteY10140" fmla="*/ 15521528 h 57949372"/>
                <a:gd name="connsiteX10141" fmla="*/ 21087736 w 58051775"/>
                <a:gd name="connsiteY10141" fmla="*/ 15468618 h 57949372"/>
                <a:gd name="connsiteX10142" fmla="*/ 21227576 w 58051775"/>
                <a:gd name="connsiteY10142" fmla="*/ 15540717 h 57949372"/>
                <a:gd name="connsiteX10143" fmla="*/ 21307544 w 58051775"/>
                <a:gd name="connsiteY10143" fmla="*/ 15788281 h 57949372"/>
                <a:gd name="connsiteX10144" fmla="*/ 21253092 w 58051775"/>
                <a:gd name="connsiteY10144" fmla="*/ 15913461 h 57949372"/>
                <a:gd name="connsiteX10145" fmla="*/ 21116352 w 58051775"/>
                <a:gd name="connsiteY10145" fmla="*/ 15973242 h 57949372"/>
                <a:gd name="connsiteX10146" fmla="*/ 20975608 w 58051775"/>
                <a:gd name="connsiteY10146" fmla="*/ 15971148 h 57949372"/>
                <a:gd name="connsiteX10147" fmla="*/ 20887384 w 58051775"/>
                <a:gd name="connsiteY10147" fmla="*/ 15902845 h 57949372"/>
                <a:gd name="connsiteX10148" fmla="*/ 20829964 w 58051775"/>
                <a:gd name="connsiteY10148" fmla="*/ 15800213 h 57949372"/>
                <a:gd name="connsiteX10149" fmla="*/ 20802600 w 58051775"/>
                <a:gd name="connsiteY10149" fmla="*/ 15720326 h 57949372"/>
                <a:gd name="connsiteX10150" fmla="*/ 20941800 w 58051775"/>
                <a:gd name="connsiteY10150" fmla="*/ 15532100 h 57949372"/>
                <a:gd name="connsiteX10151" fmla="*/ 20993104 w 58051775"/>
                <a:gd name="connsiteY10151" fmla="*/ 15500359 h 57949372"/>
                <a:gd name="connsiteX10152" fmla="*/ 21087736 w 58051775"/>
                <a:gd name="connsiteY10152" fmla="*/ 15468618 h 57949372"/>
                <a:gd name="connsiteX10153" fmla="*/ 37611688 w 58051775"/>
                <a:gd name="connsiteY10153" fmla="*/ 15449853 h 57949372"/>
                <a:gd name="connsiteX10154" fmla="*/ 37687058 w 58051775"/>
                <a:gd name="connsiteY10154" fmla="*/ 15569567 h 57949372"/>
                <a:gd name="connsiteX10155" fmla="*/ 37590608 w 58051775"/>
                <a:gd name="connsiteY10155" fmla="*/ 15698872 h 57949372"/>
                <a:gd name="connsiteX10156" fmla="*/ 37448432 w 58051775"/>
                <a:gd name="connsiteY10156" fmla="*/ 15618251 h 57949372"/>
                <a:gd name="connsiteX10157" fmla="*/ 37524668 w 58051775"/>
                <a:gd name="connsiteY10157" fmla="*/ 15470807 h 57949372"/>
                <a:gd name="connsiteX10158" fmla="*/ 37611688 w 58051775"/>
                <a:gd name="connsiteY10158" fmla="*/ 15449853 h 57949372"/>
                <a:gd name="connsiteX10159" fmla="*/ 19603764 w 58051775"/>
                <a:gd name="connsiteY10159" fmla="*/ 15447797 h 57949372"/>
                <a:gd name="connsiteX10160" fmla="*/ 19672060 w 58051775"/>
                <a:gd name="connsiteY10160" fmla="*/ 15454307 h 57949372"/>
                <a:gd name="connsiteX10161" fmla="*/ 19799304 w 58051775"/>
                <a:gd name="connsiteY10161" fmla="*/ 15595462 h 57949372"/>
                <a:gd name="connsiteX10162" fmla="*/ 19678712 w 58051775"/>
                <a:gd name="connsiteY10162" fmla="*/ 15707603 h 57949372"/>
                <a:gd name="connsiteX10163" fmla="*/ 19572092 w 58051775"/>
                <a:gd name="connsiteY10163" fmla="*/ 15685896 h 57949372"/>
                <a:gd name="connsiteX10164" fmla="*/ 19579308 w 58051775"/>
                <a:gd name="connsiteY10164" fmla="*/ 15459748 h 57949372"/>
                <a:gd name="connsiteX10165" fmla="*/ 19603764 w 58051775"/>
                <a:gd name="connsiteY10165" fmla="*/ 15447797 h 57949372"/>
                <a:gd name="connsiteX10166" fmla="*/ 34993284 w 58051775"/>
                <a:gd name="connsiteY10166" fmla="*/ 15379709 h 57949372"/>
                <a:gd name="connsiteX10167" fmla="*/ 35095592 w 58051775"/>
                <a:gd name="connsiteY10167" fmla="*/ 15424154 h 57949372"/>
                <a:gd name="connsiteX10168" fmla="*/ 35143728 w 58051775"/>
                <a:gd name="connsiteY10168" fmla="*/ 15468618 h 57949372"/>
                <a:gd name="connsiteX10169" fmla="*/ 35181180 w 58051775"/>
                <a:gd name="connsiteY10169" fmla="*/ 15489629 h 57949372"/>
                <a:gd name="connsiteX10170" fmla="*/ 35204404 w 58051775"/>
                <a:gd name="connsiteY10170" fmla="*/ 15671351 h 57949372"/>
                <a:gd name="connsiteX10171" fmla="*/ 35180024 w 58051775"/>
                <a:gd name="connsiteY10171" fmla="*/ 15850352 h 57949372"/>
                <a:gd name="connsiteX10172" fmla="*/ 34529510 w 58051775"/>
                <a:gd name="connsiteY10172" fmla="*/ 15853256 h 57949372"/>
                <a:gd name="connsiteX10173" fmla="*/ 34506836 w 58051775"/>
                <a:gd name="connsiteY10173" fmla="*/ 15747461 h 57949372"/>
                <a:gd name="connsiteX10174" fmla="*/ 34656260 w 58051775"/>
                <a:gd name="connsiteY10174" fmla="*/ 15630575 h 57949372"/>
                <a:gd name="connsiteX10175" fmla="*/ 34791848 w 58051775"/>
                <a:gd name="connsiteY10175" fmla="*/ 15572477 h 57949372"/>
                <a:gd name="connsiteX10176" fmla="*/ 34855282 w 58051775"/>
                <a:gd name="connsiteY10176" fmla="*/ 15459090 h 57949372"/>
                <a:gd name="connsiteX10177" fmla="*/ 34993284 w 58051775"/>
                <a:gd name="connsiteY10177" fmla="*/ 15379709 h 57949372"/>
                <a:gd name="connsiteX10178" fmla="*/ 34006460 w 58051775"/>
                <a:gd name="connsiteY10178" fmla="*/ 15361874 h 57949372"/>
                <a:gd name="connsiteX10179" fmla="*/ 34121384 w 58051775"/>
                <a:gd name="connsiteY10179" fmla="*/ 15381126 h 57949372"/>
                <a:gd name="connsiteX10180" fmla="*/ 34195726 w 58051775"/>
                <a:gd name="connsiteY10180" fmla="*/ 15433979 h 57949372"/>
                <a:gd name="connsiteX10181" fmla="*/ 34224022 w 58051775"/>
                <a:gd name="connsiteY10181" fmla="*/ 15554041 h 57949372"/>
                <a:gd name="connsiteX10182" fmla="*/ 34186152 w 58051775"/>
                <a:gd name="connsiteY10182" fmla="*/ 15667131 h 57949372"/>
                <a:gd name="connsiteX10183" fmla="*/ 34066124 w 58051775"/>
                <a:gd name="connsiteY10183" fmla="*/ 15699878 h 57949372"/>
                <a:gd name="connsiteX10184" fmla="*/ 33861356 w 58051775"/>
                <a:gd name="connsiteY10184" fmla="*/ 15552662 h 57949372"/>
                <a:gd name="connsiteX10185" fmla="*/ 33887366 w 58051775"/>
                <a:gd name="connsiteY10185" fmla="*/ 15434675 h 57949372"/>
                <a:gd name="connsiteX10186" fmla="*/ 33943046 w 58051775"/>
                <a:gd name="connsiteY10186" fmla="*/ 15369276 h 57949372"/>
                <a:gd name="connsiteX10187" fmla="*/ 33973210 w 58051775"/>
                <a:gd name="connsiteY10187" fmla="*/ 15362437 h 57949372"/>
                <a:gd name="connsiteX10188" fmla="*/ 34006460 w 58051775"/>
                <a:gd name="connsiteY10188" fmla="*/ 15361874 h 57949372"/>
                <a:gd name="connsiteX10189" fmla="*/ 25617888 w 58051775"/>
                <a:gd name="connsiteY10189" fmla="*/ 15359919 h 57949372"/>
                <a:gd name="connsiteX10190" fmla="*/ 25658672 w 58051775"/>
                <a:gd name="connsiteY10190" fmla="*/ 15361469 h 57949372"/>
                <a:gd name="connsiteX10191" fmla="*/ 25794372 w 58051775"/>
                <a:gd name="connsiteY10191" fmla="*/ 15415499 h 57949372"/>
                <a:gd name="connsiteX10192" fmla="*/ 25851872 w 58051775"/>
                <a:gd name="connsiteY10192" fmla="*/ 15564303 h 57949372"/>
                <a:gd name="connsiteX10193" fmla="*/ 25644000 w 58051775"/>
                <a:gd name="connsiteY10193" fmla="*/ 15606148 h 57949372"/>
                <a:gd name="connsiteX10194" fmla="*/ 25508144 w 58051775"/>
                <a:gd name="connsiteY10194" fmla="*/ 15517827 h 57949372"/>
                <a:gd name="connsiteX10195" fmla="*/ 25551028 w 58051775"/>
                <a:gd name="connsiteY10195" fmla="*/ 15373091 h 57949372"/>
                <a:gd name="connsiteX10196" fmla="*/ 25617888 w 58051775"/>
                <a:gd name="connsiteY10196" fmla="*/ 15359919 h 57949372"/>
                <a:gd name="connsiteX10197" fmla="*/ 24219472 w 58051775"/>
                <a:gd name="connsiteY10197" fmla="*/ 15290806 h 57949372"/>
                <a:gd name="connsiteX10198" fmla="*/ 24355680 w 58051775"/>
                <a:gd name="connsiteY10198" fmla="*/ 15363538 h 57949372"/>
                <a:gd name="connsiteX10199" fmla="*/ 24428404 w 58051775"/>
                <a:gd name="connsiteY10199" fmla="*/ 15436257 h 57949372"/>
                <a:gd name="connsiteX10200" fmla="*/ 24422080 w 58051775"/>
                <a:gd name="connsiteY10200" fmla="*/ 15513221 h 57949372"/>
                <a:gd name="connsiteX10201" fmla="*/ 24384000 w 58051775"/>
                <a:gd name="connsiteY10201" fmla="*/ 15630069 h 57949372"/>
                <a:gd name="connsiteX10202" fmla="*/ 24174368 w 58051775"/>
                <a:gd name="connsiteY10202" fmla="*/ 15707666 h 57949372"/>
                <a:gd name="connsiteX10203" fmla="*/ 24025088 w 58051775"/>
                <a:gd name="connsiteY10203" fmla="*/ 15673951 h 57949372"/>
                <a:gd name="connsiteX10204" fmla="*/ 23998512 w 58051775"/>
                <a:gd name="connsiteY10204" fmla="*/ 15544102 h 57949372"/>
                <a:gd name="connsiteX10205" fmla="*/ 24064816 w 58051775"/>
                <a:gd name="connsiteY10205" fmla="*/ 15369023 h 57949372"/>
                <a:gd name="connsiteX10206" fmla="*/ 24135244 w 58051775"/>
                <a:gd name="connsiteY10206" fmla="*/ 15322465 h 57949372"/>
                <a:gd name="connsiteX10207" fmla="*/ 24219472 w 58051775"/>
                <a:gd name="connsiteY10207" fmla="*/ 15290806 h 57949372"/>
                <a:gd name="connsiteX10208" fmla="*/ 23559116 w 58051775"/>
                <a:gd name="connsiteY10208" fmla="*/ 15279089 h 57949372"/>
                <a:gd name="connsiteX10209" fmla="*/ 23599888 w 58051775"/>
                <a:gd name="connsiteY10209" fmla="*/ 15281784 h 57949372"/>
                <a:gd name="connsiteX10210" fmla="*/ 23709704 w 58051775"/>
                <a:gd name="connsiteY10210" fmla="*/ 15403668 h 57949372"/>
                <a:gd name="connsiteX10211" fmla="*/ 23598584 w 58051775"/>
                <a:gd name="connsiteY10211" fmla="*/ 15529835 h 57949372"/>
                <a:gd name="connsiteX10212" fmla="*/ 23469600 w 58051775"/>
                <a:gd name="connsiteY10212" fmla="*/ 15410545 h 57949372"/>
                <a:gd name="connsiteX10213" fmla="*/ 23496620 w 58051775"/>
                <a:gd name="connsiteY10213" fmla="*/ 15301884 h 57949372"/>
                <a:gd name="connsiteX10214" fmla="*/ 23559116 w 58051775"/>
                <a:gd name="connsiteY10214" fmla="*/ 15279089 h 57949372"/>
                <a:gd name="connsiteX10215" fmla="*/ 23114744 w 58051775"/>
                <a:gd name="connsiteY10215" fmla="*/ 15190610 h 57949372"/>
                <a:gd name="connsiteX10216" fmla="*/ 23156360 w 58051775"/>
                <a:gd name="connsiteY10216" fmla="*/ 15193995 h 57949372"/>
                <a:gd name="connsiteX10217" fmla="*/ 23245140 w 58051775"/>
                <a:gd name="connsiteY10217" fmla="*/ 15213658 h 57949372"/>
                <a:gd name="connsiteX10218" fmla="*/ 23264244 w 58051775"/>
                <a:gd name="connsiteY10218" fmla="*/ 15371098 h 57949372"/>
                <a:gd name="connsiteX10219" fmla="*/ 23133132 w 58051775"/>
                <a:gd name="connsiteY10219" fmla="*/ 15443210 h 57949372"/>
                <a:gd name="connsiteX10220" fmla="*/ 23025104 w 58051775"/>
                <a:gd name="connsiteY10220" fmla="*/ 15321655 h 57949372"/>
                <a:gd name="connsiteX10221" fmla="*/ 23052140 w 58051775"/>
                <a:gd name="connsiteY10221" fmla="*/ 15212975 h 57949372"/>
                <a:gd name="connsiteX10222" fmla="*/ 23114744 w 58051775"/>
                <a:gd name="connsiteY10222" fmla="*/ 15190610 h 57949372"/>
                <a:gd name="connsiteX10223" fmla="*/ 36900716 w 58051775"/>
                <a:gd name="connsiteY10223" fmla="*/ 15181955 h 57949372"/>
                <a:gd name="connsiteX10224" fmla="*/ 37029124 w 58051775"/>
                <a:gd name="connsiteY10224" fmla="*/ 15209837 h 57949372"/>
                <a:gd name="connsiteX10225" fmla="*/ 37075356 w 58051775"/>
                <a:gd name="connsiteY10225" fmla="*/ 15433530 h 57949372"/>
                <a:gd name="connsiteX10226" fmla="*/ 37026792 w 58051775"/>
                <a:gd name="connsiteY10226" fmla="*/ 15509349 h 57949372"/>
                <a:gd name="connsiteX10227" fmla="*/ 36795180 w 58051775"/>
                <a:gd name="connsiteY10227" fmla="*/ 15512424 h 57949372"/>
                <a:gd name="connsiteX10228" fmla="*/ 36722856 w 58051775"/>
                <a:gd name="connsiteY10228" fmla="*/ 15355718 h 57949372"/>
                <a:gd name="connsiteX10229" fmla="*/ 36746240 w 58051775"/>
                <a:gd name="connsiteY10229" fmla="*/ 15273161 h 57949372"/>
                <a:gd name="connsiteX10230" fmla="*/ 36809740 w 58051775"/>
                <a:gd name="connsiteY10230" fmla="*/ 15226008 h 57949372"/>
                <a:gd name="connsiteX10231" fmla="*/ 36868106 w 58051775"/>
                <a:gd name="connsiteY10231" fmla="*/ 15185593 h 57949372"/>
                <a:gd name="connsiteX10232" fmla="*/ 36900716 w 58051775"/>
                <a:gd name="connsiteY10232" fmla="*/ 15181955 h 57949372"/>
                <a:gd name="connsiteX10233" fmla="*/ 18825720 w 58051775"/>
                <a:gd name="connsiteY10233" fmla="*/ 15108850 h 57949372"/>
                <a:gd name="connsiteX10234" fmla="*/ 18898548 w 58051775"/>
                <a:gd name="connsiteY10234" fmla="*/ 15147247 h 57949372"/>
                <a:gd name="connsiteX10235" fmla="*/ 18910304 w 58051775"/>
                <a:gd name="connsiteY10235" fmla="*/ 15253080 h 57949372"/>
                <a:gd name="connsiteX10236" fmla="*/ 18828588 w 58051775"/>
                <a:gd name="connsiteY10236" fmla="*/ 15354301 h 57949372"/>
                <a:gd name="connsiteX10237" fmla="*/ 18740120 w 58051775"/>
                <a:gd name="connsiteY10237" fmla="*/ 15243185 h 57949372"/>
                <a:gd name="connsiteX10238" fmla="*/ 18793728 w 58051775"/>
                <a:gd name="connsiteY10238" fmla="*/ 15118106 h 57949372"/>
                <a:gd name="connsiteX10239" fmla="*/ 18825720 w 58051775"/>
                <a:gd name="connsiteY10239" fmla="*/ 15108850 h 57949372"/>
                <a:gd name="connsiteX10240" fmla="*/ 33040150 w 58051775"/>
                <a:gd name="connsiteY10240" fmla="*/ 15100309 h 57949372"/>
                <a:gd name="connsiteX10241" fmla="*/ 33186916 w 58051775"/>
                <a:gd name="connsiteY10241" fmla="*/ 15161988 h 57949372"/>
                <a:gd name="connsiteX10242" fmla="*/ 33248602 w 58051775"/>
                <a:gd name="connsiteY10242" fmla="*/ 15300859 h 57949372"/>
                <a:gd name="connsiteX10243" fmla="*/ 33230424 w 58051775"/>
                <a:gd name="connsiteY10243" fmla="*/ 15401112 h 57949372"/>
                <a:gd name="connsiteX10244" fmla="*/ 33173920 w 58051775"/>
                <a:gd name="connsiteY10244" fmla="*/ 15478127 h 57949372"/>
                <a:gd name="connsiteX10245" fmla="*/ 33135598 w 58051775"/>
                <a:gd name="connsiteY10245" fmla="*/ 15532100 h 57949372"/>
                <a:gd name="connsiteX10246" fmla="*/ 33030176 w 58051775"/>
                <a:gd name="connsiteY10246" fmla="*/ 15525748 h 57949372"/>
                <a:gd name="connsiteX10247" fmla="*/ 32811168 w 58051775"/>
                <a:gd name="connsiteY10247" fmla="*/ 15300625 h 57949372"/>
                <a:gd name="connsiteX10248" fmla="*/ 32914512 w 58051775"/>
                <a:gd name="connsiteY10248" fmla="*/ 15129652 h 57949372"/>
                <a:gd name="connsiteX10249" fmla="*/ 33040150 w 58051775"/>
                <a:gd name="connsiteY10249" fmla="*/ 15100309 h 57949372"/>
                <a:gd name="connsiteX10250" fmla="*/ 21565544 w 58051775"/>
                <a:gd name="connsiteY10250" fmla="*/ 15092173 h 57949372"/>
                <a:gd name="connsiteX10251" fmla="*/ 21649460 w 58051775"/>
                <a:gd name="connsiteY10251" fmla="*/ 15096684 h 57949372"/>
                <a:gd name="connsiteX10252" fmla="*/ 21791808 w 58051775"/>
                <a:gd name="connsiteY10252" fmla="*/ 15151163 h 57949372"/>
                <a:gd name="connsiteX10253" fmla="*/ 21837124 w 58051775"/>
                <a:gd name="connsiteY10253" fmla="*/ 15293071 h 57949372"/>
                <a:gd name="connsiteX10254" fmla="*/ 21824800 w 58051775"/>
                <a:gd name="connsiteY10254" fmla="*/ 15409805 h 57949372"/>
                <a:gd name="connsiteX10255" fmla="*/ 21600924 w 58051775"/>
                <a:gd name="connsiteY10255" fmla="*/ 15440945 h 57949372"/>
                <a:gd name="connsiteX10256" fmla="*/ 21474444 w 58051775"/>
                <a:gd name="connsiteY10256" fmla="*/ 15393052 h 57949372"/>
                <a:gd name="connsiteX10257" fmla="*/ 21475116 w 58051775"/>
                <a:gd name="connsiteY10257" fmla="*/ 15208559 h 57949372"/>
                <a:gd name="connsiteX10258" fmla="*/ 21519672 w 58051775"/>
                <a:gd name="connsiteY10258" fmla="*/ 15154858 h 57949372"/>
                <a:gd name="connsiteX10259" fmla="*/ 21537036 w 58051775"/>
                <a:gd name="connsiteY10259" fmla="*/ 15103118 h 57949372"/>
                <a:gd name="connsiteX10260" fmla="*/ 21565544 w 58051775"/>
                <a:gd name="connsiteY10260" fmla="*/ 15092173 h 57949372"/>
                <a:gd name="connsiteX10261" fmla="*/ 25327084 w 58051775"/>
                <a:gd name="connsiteY10261" fmla="*/ 14935100 h 57949372"/>
                <a:gd name="connsiteX10262" fmla="*/ 25392792 w 58051775"/>
                <a:gd name="connsiteY10262" fmla="*/ 14979659 h 57949372"/>
                <a:gd name="connsiteX10263" fmla="*/ 25444376 w 58051775"/>
                <a:gd name="connsiteY10263" fmla="*/ 15024104 h 57949372"/>
                <a:gd name="connsiteX10264" fmla="*/ 25501600 w 58051775"/>
                <a:gd name="connsiteY10264" fmla="*/ 15140629 h 57949372"/>
                <a:gd name="connsiteX10265" fmla="*/ 25463752 w 58051775"/>
                <a:gd name="connsiteY10265" fmla="*/ 15265417 h 57949372"/>
                <a:gd name="connsiteX10266" fmla="*/ 25414236 w 58051775"/>
                <a:gd name="connsiteY10266" fmla="*/ 15302137 h 57949372"/>
                <a:gd name="connsiteX10267" fmla="*/ 25303840 w 58051775"/>
                <a:gd name="connsiteY10267" fmla="*/ 15347525 h 57949372"/>
                <a:gd name="connsiteX10268" fmla="*/ 25108536 w 58051775"/>
                <a:gd name="connsiteY10268" fmla="*/ 15283252 h 57949372"/>
                <a:gd name="connsiteX10269" fmla="*/ 25069800 w 58051775"/>
                <a:gd name="connsiteY10269" fmla="*/ 15177963 h 57949372"/>
                <a:gd name="connsiteX10270" fmla="*/ 25201984 w 58051775"/>
                <a:gd name="connsiteY10270" fmla="*/ 14993413 h 57949372"/>
                <a:gd name="connsiteX10271" fmla="*/ 25269380 w 58051775"/>
                <a:gd name="connsiteY10271" fmla="*/ 14960565 h 57949372"/>
                <a:gd name="connsiteX10272" fmla="*/ 25327084 w 58051775"/>
                <a:gd name="connsiteY10272" fmla="*/ 14935100 h 57949372"/>
                <a:gd name="connsiteX10273" fmla="*/ 27695936 w 58051775"/>
                <a:gd name="connsiteY10273" fmla="*/ 14916955 h 57949372"/>
                <a:gd name="connsiteX10274" fmla="*/ 27888318 w 58051775"/>
                <a:gd name="connsiteY10274" fmla="*/ 15186289 h 57949372"/>
                <a:gd name="connsiteX10275" fmla="*/ 27690078 w 58051775"/>
                <a:gd name="connsiteY10275" fmla="*/ 15265417 h 57949372"/>
                <a:gd name="connsiteX10276" fmla="*/ 27550536 w 58051775"/>
                <a:gd name="connsiteY10276" fmla="*/ 15205250 h 57949372"/>
                <a:gd name="connsiteX10277" fmla="*/ 27487908 w 58051775"/>
                <a:gd name="connsiteY10277" fmla="*/ 15121782 h 57949372"/>
                <a:gd name="connsiteX10278" fmla="*/ 27531792 w 58051775"/>
                <a:gd name="connsiteY10278" fmla="*/ 15024857 h 57949372"/>
                <a:gd name="connsiteX10279" fmla="*/ 27582650 w 58051775"/>
                <a:gd name="connsiteY10279" fmla="*/ 14978425 h 57949372"/>
                <a:gd name="connsiteX10280" fmla="*/ 27619226 w 58051775"/>
                <a:gd name="connsiteY10280" fmla="*/ 14929292 h 57949372"/>
                <a:gd name="connsiteX10281" fmla="*/ 27695936 w 58051775"/>
                <a:gd name="connsiteY10281" fmla="*/ 14916955 h 57949372"/>
                <a:gd name="connsiteX10282" fmla="*/ 38443150 w 58051775"/>
                <a:gd name="connsiteY10282" fmla="*/ 14839073 h 57949372"/>
                <a:gd name="connsiteX10283" fmla="*/ 38575404 w 58051775"/>
                <a:gd name="connsiteY10283" fmla="*/ 14937719 h 57949372"/>
                <a:gd name="connsiteX10284" fmla="*/ 38583392 w 58051775"/>
                <a:gd name="connsiteY10284" fmla="*/ 15155383 h 57949372"/>
                <a:gd name="connsiteX10285" fmla="*/ 38348444 w 58051775"/>
                <a:gd name="connsiteY10285" fmla="*/ 15251587 h 57949372"/>
                <a:gd name="connsiteX10286" fmla="*/ 38246248 w 58051775"/>
                <a:gd name="connsiteY10286" fmla="*/ 15053093 h 57949372"/>
                <a:gd name="connsiteX10287" fmla="*/ 38306948 w 58051775"/>
                <a:gd name="connsiteY10287" fmla="*/ 14928381 h 57949372"/>
                <a:gd name="connsiteX10288" fmla="*/ 38361122 w 58051775"/>
                <a:gd name="connsiteY10288" fmla="*/ 14882917 h 57949372"/>
                <a:gd name="connsiteX10289" fmla="*/ 38443150 w 58051775"/>
                <a:gd name="connsiteY10289" fmla="*/ 14839073 h 57949372"/>
                <a:gd name="connsiteX10290" fmla="*/ 35802556 w 58051775"/>
                <a:gd name="connsiteY10290" fmla="*/ 14828008 h 57949372"/>
                <a:gd name="connsiteX10291" fmla="*/ 35981452 w 58051775"/>
                <a:gd name="connsiteY10291" fmla="*/ 14928868 h 57949372"/>
                <a:gd name="connsiteX10292" fmla="*/ 36093402 w 58051775"/>
                <a:gd name="connsiteY10292" fmla="*/ 15095526 h 57949372"/>
                <a:gd name="connsiteX10293" fmla="*/ 35960898 w 58051775"/>
                <a:gd name="connsiteY10293" fmla="*/ 15292723 h 57949372"/>
                <a:gd name="connsiteX10294" fmla="*/ 35758168 w 58051775"/>
                <a:gd name="connsiteY10294" fmla="*/ 15348822 h 57949372"/>
                <a:gd name="connsiteX10295" fmla="*/ 35675226 w 58051775"/>
                <a:gd name="connsiteY10295" fmla="*/ 15298645 h 57949372"/>
                <a:gd name="connsiteX10296" fmla="*/ 35617464 w 58051775"/>
                <a:gd name="connsiteY10296" fmla="*/ 15242470 h 57949372"/>
                <a:gd name="connsiteX10297" fmla="*/ 35585402 w 58051775"/>
                <a:gd name="connsiteY10297" fmla="*/ 15114082 h 57949372"/>
                <a:gd name="connsiteX10298" fmla="*/ 35585402 w 58051775"/>
                <a:gd name="connsiteY10298" fmla="*/ 15000322 h 57949372"/>
                <a:gd name="connsiteX10299" fmla="*/ 35658588 w 58051775"/>
                <a:gd name="connsiteY10299" fmla="*/ 14924591 h 57949372"/>
                <a:gd name="connsiteX10300" fmla="*/ 35757012 w 58051775"/>
                <a:gd name="connsiteY10300" fmla="*/ 14836068 h 57949372"/>
                <a:gd name="connsiteX10301" fmla="*/ 35802556 w 58051775"/>
                <a:gd name="connsiteY10301" fmla="*/ 14828008 h 57949372"/>
                <a:gd name="connsiteX10302" fmla="*/ 9213428 w 58051775"/>
                <a:gd name="connsiteY10302" fmla="*/ 14827818 h 57949372"/>
                <a:gd name="connsiteX10303" fmla="*/ 9352832 w 58051775"/>
                <a:gd name="connsiteY10303" fmla="*/ 14876660 h 57949372"/>
                <a:gd name="connsiteX10304" fmla="*/ 9423400 w 58051775"/>
                <a:gd name="connsiteY10304" fmla="*/ 14917695 h 57949372"/>
                <a:gd name="connsiteX10305" fmla="*/ 9505952 w 58051775"/>
                <a:gd name="connsiteY10305" fmla="*/ 14960761 h 57949372"/>
                <a:gd name="connsiteX10306" fmla="*/ 9596492 w 58051775"/>
                <a:gd name="connsiteY10306" fmla="*/ 15016727 h 57949372"/>
                <a:gd name="connsiteX10307" fmla="*/ 9671008 w 58051775"/>
                <a:gd name="connsiteY10307" fmla="*/ 15062159 h 57949372"/>
                <a:gd name="connsiteX10308" fmla="*/ 9753872 w 58051775"/>
                <a:gd name="connsiteY10308" fmla="*/ 15106756 h 57949372"/>
                <a:gd name="connsiteX10309" fmla="*/ 9822704 w 58051775"/>
                <a:gd name="connsiteY10309" fmla="*/ 15246924 h 57949372"/>
                <a:gd name="connsiteX10310" fmla="*/ 9696452 w 58051775"/>
                <a:gd name="connsiteY10310" fmla="*/ 15329734 h 57949372"/>
                <a:gd name="connsiteX10311" fmla="*/ 9585824 w 58051775"/>
                <a:gd name="connsiteY10311" fmla="*/ 15337339 h 57949372"/>
                <a:gd name="connsiteX10312" fmla="*/ 9509624 w 58051775"/>
                <a:gd name="connsiteY10312" fmla="*/ 15311583 h 57949372"/>
                <a:gd name="connsiteX10313" fmla="*/ 9339220 w 58051775"/>
                <a:gd name="connsiteY10313" fmla="*/ 15303086 h 57949372"/>
                <a:gd name="connsiteX10314" fmla="*/ 9263528 w 58051775"/>
                <a:gd name="connsiteY10314" fmla="*/ 15354674 h 57949372"/>
                <a:gd name="connsiteX10315" fmla="*/ 9213940 w 58051775"/>
                <a:gd name="connsiteY10315" fmla="*/ 15392122 h 57949372"/>
                <a:gd name="connsiteX10316" fmla="*/ 9169696 w 58051775"/>
                <a:gd name="connsiteY10316" fmla="*/ 15428494 h 57949372"/>
                <a:gd name="connsiteX10317" fmla="*/ 9114020 w 58051775"/>
                <a:gd name="connsiteY10317" fmla="*/ 15477893 h 57949372"/>
                <a:gd name="connsiteX10318" fmla="*/ 9062404 w 58051775"/>
                <a:gd name="connsiteY10318" fmla="*/ 15529367 h 57949372"/>
                <a:gd name="connsiteX10319" fmla="*/ 9029704 w 58051775"/>
                <a:gd name="connsiteY10319" fmla="*/ 15581809 h 57949372"/>
                <a:gd name="connsiteX10320" fmla="*/ 9016168 w 58051775"/>
                <a:gd name="connsiteY10320" fmla="*/ 15654952 h 57949372"/>
                <a:gd name="connsiteX10321" fmla="*/ 9030276 w 58051775"/>
                <a:gd name="connsiteY10321" fmla="*/ 15712930 h 57949372"/>
                <a:gd name="connsiteX10322" fmla="*/ 9080448 w 58051775"/>
                <a:gd name="connsiteY10322" fmla="*/ 15735301 h 57949372"/>
                <a:gd name="connsiteX10323" fmla="*/ 9123060 w 58051775"/>
                <a:gd name="connsiteY10323" fmla="*/ 15765954 h 57949372"/>
                <a:gd name="connsiteX10324" fmla="*/ 9183572 w 58051775"/>
                <a:gd name="connsiteY10324" fmla="*/ 15805477 h 57949372"/>
                <a:gd name="connsiteX10325" fmla="*/ 9272400 w 58051775"/>
                <a:gd name="connsiteY10325" fmla="*/ 15863727 h 57949372"/>
                <a:gd name="connsiteX10326" fmla="*/ 9354680 w 58051775"/>
                <a:gd name="connsiteY10326" fmla="*/ 15913113 h 57949372"/>
                <a:gd name="connsiteX10327" fmla="*/ 9531148 w 58051775"/>
                <a:gd name="connsiteY10327" fmla="*/ 16036933 h 57949372"/>
                <a:gd name="connsiteX10328" fmla="*/ 9621384 w 58051775"/>
                <a:gd name="connsiteY10328" fmla="*/ 16090906 h 57949372"/>
                <a:gd name="connsiteX10329" fmla="*/ 9704472 w 58051775"/>
                <a:gd name="connsiteY10329" fmla="*/ 16135351 h 57949372"/>
                <a:gd name="connsiteX10330" fmla="*/ 9771824 w 58051775"/>
                <a:gd name="connsiteY10330" fmla="*/ 16179809 h 57949372"/>
                <a:gd name="connsiteX10331" fmla="*/ 9815908 w 58051775"/>
                <a:gd name="connsiteY10331" fmla="*/ 16216238 h 57949372"/>
                <a:gd name="connsiteX10332" fmla="*/ 9892756 w 58051775"/>
                <a:gd name="connsiteY10332" fmla="*/ 16260797 h 57949372"/>
                <a:gd name="connsiteX10333" fmla="*/ 9965004 w 58051775"/>
                <a:gd name="connsiteY10333" fmla="*/ 16301503 h 57949372"/>
                <a:gd name="connsiteX10334" fmla="*/ 10035444 w 58051775"/>
                <a:gd name="connsiteY10334" fmla="*/ 16353711 h 57949372"/>
                <a:gd name="connsiteX10335" fmla="*/ 10097080 w 58051775"/>
                <a:gd name="connsiteY10335" fmla="*/ 16396783 h 57949372"/>
                <a:gd name="connsiteX10336" fmla="*/ 10161484 w 58051775"/>
                <a:gd name="connsiteY10336" fmla="*/ 16435749 h 57949372"/>
                <a:gd name="connsiteX10337" fmla="*/ 10231744 w 58051775"/>
                <a:gd name="connsiteY10337" fmla="*/ 16479359 h 57949372"/>
                <a:gd name="connsiteX10338" fmla="*/ 10284448 w 58051775"/>
                <a:gd name="connsiteY10338" fmla="*/ 16517155 h 57949372"/>
                <a:gd name="connsiteX10339" fmla="*/ 10357604 w 58051775"/>
                <a:gd name="connsiteY10339" fmla="*/ 16567370 h 57949372"/>
                <a:gd name="connsiteX10340" fmla="*/ 10445904 w 58051775"/>
                <a:gd name="connsiteY10340" fmla="*/ 16617142 h 57949372"/>
                <a:gd name="connsiteX10341" fmla="*/ 10540400 w 58051775"/>
                <a:gd name="connsiteY10341" fmla="*/ 16656336 h 57949372"/>
                <a:gd name="connsiteX10342" fmla="*/ 10666960 w 58051775"/>
                <a:gd name="connsiteY10342" fmla="*/ 16706032 h 57949372"/>
                <a:gd name="connsiteX10343" fmla="*/ 10769560 w 58051775"/>
                <a:gd name="connsiteY10343" fmla="*/ 16744916 h 57949372"/>
                <a:gd name="connsiteX10344" fmla="*/ 10863376 w 58051775"/>
                <a:gd name="connsiteY10344" fmla="*/ 16725569 h 57949372"/>
                <a:gd name="connsiteX10345" fmla="*/ 10917988 w 58051775"/>
                <a:gd name="connsiteY10345" fmla="*/ 16652812 h 57949372"/>
                <a:gd name="connsiteX10346" fmla="*/ 10956928 w 58051775"/>
                <a:gd name="connsiteY10346" fmla="*/ 16612587 h 57949372"/>
                <a:gd name="connsiteX10347" fmla="*/ 11065388 w 58051775"/>
                <a:gd name="connsiteY10347" fmla="*/ 16721672 h 57949372"/>
                <a:gd name="connsiteX10348" fmla="*/ 11044988 w 58051775"/>
                <a:gd name="connsiteY10348" fmla="*/ 16848794 h 57949372"/>
                <a:gd name="connsiteX10349" fmla="*/ 10982704 w 58051775"/>
                <a:gd name="connsiteY10349" fmla="*/ 16923152 h 57949372"/>
                <a:gd name="connsiteX10350" fmla="*/ 10923728 w 58051775"/>
                <a:gd name="connsiteY10350" fmla="*/ 17010701 h 57949372"/>
                <a:gd name="connsiteX10351" fmla="*/ 10896600 w 58051775"/>
                <a:gd name="connsiteY10351" fmla="*/ 17070577 h 57949372"/>
                <a:gd name="connsiteX10352" fmla="*/ 10854456 w 58051775"/>
                <a:gd name="connsiteY10352" fmla="*/ 17128694 h 57949372"/>
                <a:gd name="connsiteX10353" fmla="*/ 10802864 w 58051775"/>
                <a:gd name="connsiteY10353" fmla="*/ 17209878 h 57949372"/>
                <a:gd name="connsiteX10354" fmla="*/ 10757924 w 58051775"/>
                <a:gd name="connsiteY10354" fmla="*/ 17281939 h 57949372"/>
                <a:gd name="connsiteX10355" fmla="*/ 10714748 w 58051775"/>
                <a:gd name="connsiteY10355" fmla="*/ 17355582 h 57949372"/>
                <a:gd name="connsiteX10356" fmla="*/ 10675132 w 58051775"/>
                <a:gd name="connsiteY10356" fmla="*/ 17436292 h 57949372"/>
                <a:gd name="connsiteX10357" fmla="*/ 10619560 w 58051775"/>
                <a:gd name="connsiteY10357" fmla="*/ 17513680 h 57949372"/>
                <a:gd name="connsiteX10358" fmla="*/ 10483528 w 58051775"/>
                <a:gd name="connsiteY10358" fmla="*/ 17611801 h 57949372"/>
                <a:gd name="connsiteX10359" fmla="*/ 10395640 w 58051775"/>
                <a:gd name="connsiteY10359" fmla="*/ 17575049 h 57949372"/>
                <a:gd name="connsiteX10360" fmla="*/ 10373592 w 58051775"/>
                <a:gd name="connsiteY10360" fmla="*/ 17462959 h 57949372"/>
                <a:gd name="connsiteX10361" fmla="*/ 10418312 w 58051775"/>
                <a:gd name="connsiteY10361" fmla="*/ 17355019 h 57949372"/>
                <a:gd name="connsiteX10362" fmla="*/ 10458208 w 58051775"/>
                <a:gd name="connsiteY10362" fmla="*/ 17229124 h 57949372"/>
                <a:gd name="connsiteX10363" fmla="*/ 10411784 w 58051775"/>
                <a:gd name="connsiteY10363" fmla="*/ 17208505 h 57949372"/>
                <a:gd name="connsiteX10364" fmla="*/ 10285256 w 58051775"/>
                <a:gd name="connsiteY10364" fmla="*/ 17119615 h 57949372"/>
                <a:gd name="connsiteX10365" fmla="*/ 10161120 w 58051775"/>
                <a:gd name="connsiteY10365" fmla="*/ 17030706 h 57949372"/>
                <a:gd name="connsiteX10366" fmla="*/ 10121080 w 58051775"/>
                <a:gd name="connsiteY10366" fmla="*/ 17010663 h 57949372"/>
                <a:gd name="connsiteX10367" fmla="*/ 10043552 w 58051775"/>
                <a:gd name="connsiteY10367" fmla="*/ 16959771 h 57949372"/>
                <a:gd name="connsiteX10368" fmla="*/ 9962448 w 58051775"/>
                <a:gd name="connsiteY10368" fmla="*/ 16898073 h 57949372"/>
                <a:gd name="connsiteX10369" fmla="*/ 9895544 w 58051775"/>
                <a:gd name="connsiteY10369" fmla="*/ 16852369 h 57949372"/>
                <a:gd name="connsiteX10370" fmla="*/ 9817104 w 58051775"/>
                <a:gd name="connsiteY10370" fmla="*/ 16808297 h 57949372"/>
                <a:gd name="connsiteX10371" fmla="*/ 9745064 w 58051775"/>
                <a:gd name="connsiteY10371" fmla="*/ 16766250 h 57949372"/>
                <a:gd name="connsiteX10372" fmla="*/ 9684296 w 58051775"/>
                <a:gd name="connsiteY10372" fmla="*/ 16722178 h 57949372"/>
                <a:gd name="connsiteX10373" fmla="*/ 9616096 w 58051775"/>
                <a:gd name="connsiteY10373" fmla="*/ 16683275 h 57949372"/>
                <a:gd name="connsiteX10374" fmla="*/ 9532596 w 58051775"/>
                <a:gd name="connsiteY10374" fmla="*/ 16638305 h 57949372"/>
                <a:gd name="connsiteX10375" fmla="*/ 9463976 w 58051775"/>
                <a:gd name="connsiteY10375" fmla="*/ 16592721 h 57949372"/>
                <a:gd name="connsiteX10376" fmla="*/ 9388728 w 58051775"/>
                <a:gd name="connsiteY10376" fmla="*/ 16547251 h 57949372"/>
                <a:gd name="connsiteX10377" fmla="*/ 9320856 w 58051775"/>
                <a:gd name="connsiteY10377" fmla="*/ 16510012 h 57949372"/>
                <a:gd name="connsiteX10378" fmla="*/ 9245600 w 58051775"/>
                <a:gd name="connsiteY10378" fmla="*/ 16459215 h 57949372"/>
                <a:gd name="connsiteX10379" fmla="*/ 9171760 w 58051775"/>
                <a:gd name="connsiteY10379" fmla="*/ 16408405 h 57949372"/>
                <a:gd name="connsiteX10380" fmla="*/ 9113248 w 58051775"/>
                <a:gd name="connsiteY10380" fmla="*/ 16376468 h 57949372"/>
                <a:gd name="connsiteX10381" fmla="*/ 9036184 w 58051775"/>
                <a:gd name="connsiteY10381" fmla="*/ 16326734 h 57949372"/>
                <a:gd name="connsiteX10382" fmla="*/ 8972928 w 58051775"/>
                <a:gd name="connsiteY10382" fmla="*/ 16277411 h 57949372"/>
                <a:gd name="connsiteX10383" fmla="*/ 8898920 w 58051775"/>
                <a:gd name="connsiteY10383" fmla="*/ 16230935 h 57949372"/>
                <a:gd name="connsiteX10384" fmla="*/ 8812724 w 58051775"/>
                <a:gd name="connsiteY10384" fmla="*/ 16184731 h 57949372"/>
                <a:gd name="connsiteX10385" fmla="*/ 8733968 w 58051775"/>
                <a:gd name="connsiteY10385" fmla="*/ 16146037 h 57949372"/>
                <a:gd name="connsiteX10386" fmla="*/ 8641944 w 58051775"/>
                <a:gd name="connsiteY10386" fmla="*/ 16187458 h 57949372"/>
                <a:gd name="connsiteX10387" fmla="*/ 8579560 w 58051775"/>
                <a:gd name="connsiteY10387" fmla="*/ 16275323 h 57949372"/>
                <a:gd name="connsiteX10388" fmla="*/ 8529784 w 58051775"/>
                <a:gd name="connsiteY10388" fmla="*/ 16336249 h 57949372"/>
                <a:gd name="connsiteX10389" fmla="*/ 8496304 w 58051775"/>
                <a:gd name="connsiteY10389" fmla="*/ 16524266 h 57949372"/>
                <a:gd name="connsiteX10390" fmla="*/ 8496304 w 58051775"/>
                <a:gd name="connsiteY10390" fmla="*/ 16690361 h 57949372"/>
                <a:gd name="connsiteX10391" fmla="*/ 8543928 w 58051775"/>
                <a:gd name="connsiteY10391" fmla="*/ 16738172 h 57949372"/>
                <a:gd name="connsiteX10392" fmla="*/ 8646132 w 58051775"/>
                <a:gd name="connsiteY10392" fmla="*/ 16801091 h 57949372"/>
                <a:gd name="connsiteX10393" fmla="*/ 8743904 w 58051775"/>
                <a:gd name="connsiteY10393" fmla="*/ 16943429 h 57949372"/>
                <a:gd name="connsiteX10394" fmla="*/ 8728076 w 58051775"/>
                <a:gd name="connsiteY10394" fmla="*/ 17007911 h 57949372"/>
                <a:gd name="connsiteX10395" fmla="*/ 8651360 w 58051775"/>
                <a:gd name="connsiteY10395" fmla="*/ 17042461 h 57949372"/>
                <a:gd name="connsiteX10396" fmla="*/ 8485316 w 58051775"/>
                <a:gd name="connsiteY10396" fmla="*/ 17005494 h 57949372"/>
                <a:gd name="connsiteX10397" fmla="*/ 8419584 w 58051775"/>
                <a:gd name="connsiteY10397" fmla="*/ 16954501 h 57949372"/>
                <a:gd name="connsiteX10398" fmla="*/ 8356600 w 58051775"/>
                <a:gd name="connsiteY10398" fmla="*/ 16903710 h 57949372"/>
                <a:gd name="connsiteX10399" fmla="*/ 8281624 w 58051775"/>
                <a:gd name="connsiteY10399" fmla="*/ 16852913 h 57949372"/>
                <a:gd name="connsiteX10400" fmla="*/ 8239376 w 58051775"/>
                <a:gd name="connsiteY10400" fmla="*/ 16828536 h 57949372"/>
                <a:gd name="connsiteX10401" fmla="*/ 8151640 w 58051775"/>
                <a:gd name="connsiteY10401" fmla="*/ 16772918 h 57949372"/>
                <a:gd name="connsiteX10402" fmla="*/ 8058328 w 58051775"/>
                <a:gd name="connsiteY10402" fmla="*/ 16608525 h 57949372"/>
                <a:gd name="connsiteX10403" fmla="*/ 8102704 w 58051775"/>
                <a:gd name="connsiteY10403" fmla="*/ 16514270 h 57949372"/>
                <a:gd name="connsiteX10404" fmla="*/ 8153968 w 58051775"/>
                <a:gd name="connsiteY10404" fmla="*/ 16431700 h 57949372"/>
                <a:gd name="connsiteX10405" fmla="*/ 8204100 w 58051775"/>
                <a:gd name="connsiteY10405" fmla="*/ 16364017 h 57949372"/>
                <a:gd name="connsiteX10406" fmla="*/ 8243516 w 58051775"/>
                <a:gd name="connsiteY10406" fmla="*/ 16290912 h 57949372"/>
                <a:gd name="connsiteX10407" fmla="*/ 8294888 w 58051775"/>
                <a:gd name="connsiteY10407" fmla="*/ 16195638 h 57949372"/>
                <a:gd name="connsiteX10408" fmla="*/ 8337632 w 58051775"/>
                <a:gd name="connsiteY10408" fmla="*/ 16132150 h 57949372"/>
                <a:gd name="connsiteX10409" fmla="*/ 8374964 w 58051775"/>
                <a:gd name="connsiteY10409" fmla="*/ 16095107 h 57949372"/>
                <a:gd name="connsiteX10410" fmla="*/ 8420848 w 58051775"/>
                <a:gd name="connsiteY10410" fmla="*/ 16025260 h 57949372"/>
                <a:gd name="connsiteX10411" fmla="*/ 8458316 w 58051775"/>
                <a:gd name="connsiteY10411" fmla="*/ 15932150 h 57949372"/>
                <a:gd name="connsiteX10412" fmla="*/ 8508500 w 58051775"/>
                <a:gd name="connsiteY10412" fmla="*/ 15871686 h 57949372"/>
                <a:gd name="connsiteX10413" fmla="*/ 8560596 w 58051775"/>
                <a:gd name="connsiteY10413" fmla="*/ 15830151 h 57949372"/>
                <a:gd name="connsiteX10414" fmla="*/ 8605640 w 58051775"/>
                <a:gd name="connsiteY10414" fmla="*/ 15761247 h 57949372"/>
                <a:gd name="connsiteX10415" fmla="*/ 8638604 w 58051775"/>
                <a:gd name="connsiteY10415" fmla="*/ 15675786 h 57949372"/>
                <a:gd name="connsiteX10416" fmla="*/ 8687296 w 58051775"/>
                <a:gd name="connsiteY10416" fmla="*/ 15605047 h 57949372"/>
                <a:gd name="connsiteX10417" fmla="*/ 8741608 w 58051775"/>
                <a:gd name="connsiteY10417" fmla="*/ 15558394 h 57949372"/>
                <a:gd name="connsiteX10418" fmla="*/ 8788400 w 58051775"/>
                <a:gd name="connsiteY10418" fmla="*/ 15462677 h 57949372"/>
                <a:gd name="connsiteX10419" fmla="*/ 8821212 w 58051775"/>
                <a:gd name="connsiteY10419" fmla="*/ 15399233 h 57949372"/>
                <a:gd name="connsiteX10420" fmla="*/ 8871408 w 58051775"/>
                <a:gd name="connsiteY10420" fmla="*/ 15336124 h 57949372"/>
                <a:gd name="connsiteX10421" fmla="*/ 8921148 w 58051775"/>
                <a:gd name="connsiteY10421" fmla="*/ 15273319 h 57949372"/>
                <a:gd name="connsiteX10422" fmla="*/ 8953504 w 58051775"/>
                <a:gd name="connsiteY10422" fmla="*/ 15220029 h 57949372"/>
                <a:gd name="connsiteX10423" fmla="*/ 8997600 w 58051775"/>
                <a:gd name="connsiteY10423" fmla="*/ 15142546 h 57949372"/>
                <a:gd name="connsiteX10424" fmla="*/ 9043144 w 58051775"/>
                <a:gd name="connsiteY10424" fmla="*/ 15063804 h 57949372"/>
                <a:gd name="connsiteX10425" fmla="*/ 9084720 w 58051775"/>
                <a:gd name="connsiteY10425" fmla="*/ 15008439 h 57949372"/>
                <a:gd name="connsiteX10426" fmla="*/ 9137612 w 58051775"/>
                <a:gd name="connsiteY10426" fmla="*/ 14926255 h 57949372"/>
                <a:gd name="connsiteX10427" fmla="*/ 9175764 w 58051775"/>
                <a:gd name="connsiteY10427" fmla="*/ 14842983 h 57949372"/>
                <a:gd name="connsiteX10428" fmla="*/ 9213428 w 58051775"/>
                <a:gd name="connsiteY10428" fmla="*/ 14827818 h 57949372"/>
                <a:gd name="connsiteX10429" fmla="*/ 31298226 w 58051775"/>
                <a:gd name="connsiteY10429" fmla="*/ 14759224 h 57949372"/>
                <a:gd name="connsiteX10430" fmla="*/ 31341432 w 58051775"/>
                <a:gd name="connsiteY10430" fmla="*/ 14789282 h 57949372"/>
                <a:gd name="connsiteX10431" fmla="*/ 31410666 w 58051775"/>
                <a:gd name="connsiteY10431" fmla="*/ 14839611 h 57949372"/>
                <a:gd name="connsiteX10432" fmla="*/ 31464112 w 58051775"/>
                <a:gd name="connsiteY10432" fmla="*/ 14971181 h 57949372"/>
                <a:gd name="connsiteX10433" fmla="*/ 31456216 w 58051775"/>
                <a:gd name="connsiteY10433" fmla="*/ 15096437 h 57949372"/>
                <a:gd name="connsiteX10434" fmla="*/ 31416360 w 58051775"/>
                <a:gd name="connsiteY10434" fmla="*/ 15163108 h 57949372"/>
                <a:gd name="connsiteX10435" fmla="*/ 31209076 w 58051775"/>
                <a:gd name="connsiteY10435" fmla="*/ 15140610 h 57949372"/>
                <a:gd name="connsiteX10436" fmla="*/ 31118110 w 58051775"/>
                <a:gd name="connsiteY10436" fmla="*/ 14941553 h 57949372"/>
                <a:gd name="connsiteX10437" fmla="*/ 31121352 w 58051775"/>
                <a:gd name="connsiteY10437" fmla="*/ 14839959 h 57949372"/>
                <a:gd name="connsiteX10438" fmla="*/ 31169654 w 58051775"/>
                <a:gd name="connsiteY10438" fmla="*/ 14832753 h 57949372"/>
                <a:gd name="connsiteX10439" fmla="*/ 31249544 w 58051775"/>
                <a:gd name="connsiteY10439" fmla="*/ 14791471 h 57949372"/>
                <a:gd name="connsiteX10440" fmla="*/ 31298226 w 58051775"/>
                <a:gd name="connsiteY10440" fmla="*/ 14759224 h 57949372"/>
                <a:gd name="connsiteX10441" fmla="*/ 18213008 w 58051775"/>
                <a:gd name="connsiteY10441" fmla="*/ 14757402 h 57949372"/>
                <a:gd name="connsiteX10442" fmla="*/ 18364492 w 58051775"/>
                <a:gd name="connsiteY10442" fmla="*/ 14846855 h 57949372"/>
                <a:gd name="connsiteX10443" fmla="*/ 18376904 w 58051775"/>
                <a:gd name="connsiteY10443" fmla="*/ 14973098 h 57949372"/>
                <a:gd name="connsiteX10444" fmla="*/ 18297296 w 58051775"/>
                <a:gd name="connsiteY10444" fmla="*/ 15154105 h 57949372"/>
                <a:gd name="connsiteX10445" fmla="*/ 18040980 w 58051775"/>
                <a:gd name="connsiteY10445" fmla="*/ 15084277 h 57949372"/>
                <a:gd name="connsiteX10446" fmla="*/ 18042008 w 58051775"/>
                <a:gd name="connsiteY10446" fmla="*/ 14878324 h 57949372"/>
                <a:gd name="connsiteX10447" fmla="*/ 18098400 w 58051775"/>
                <a:gd name="connsiteY10447" fmla="*/ 14838118 h 57949372"/>
                <a:gd name="connsiteX10448" fmla="*/ 18166892 w 58051775"/>
                <a:gd name="connsiteY10448" fmla="*/ 14788080 h 57949372"/>
                <a:gd name="connsiteX10449" fmla="*/ 18213008 w 58051775"/>
                <a:gd name="connsiteY10449" fmla="*/ 14757402 h 57949372"/>
                <a:gd name="connsiteX10450" fmla="*/ 19933840 w 58051775"/>
                <a:gd name="connsiteY10450" fmla="*/ 14756111 h 57949372"/>
                <a:gd name="connsiteX10451" fmla="*/ 20022512 w 58051775"/>
                <a:gd name="connsiteY10451" fmla="*/ 14784012 h 57949372"/>
                <a:gd name="connsiteX10452" fmla="*/ 20085052 w 58051775"/>
                <a:gd name="connsiteY10452" fmla="*/ 14830235 h 57949372"/>
                <a:gd name="connsiteX10453" fmla="*/ 20132480 w 58051775"/>
                <a:gd name="connsiteY10453" fmla="*/ 14863950 h 57949372"/>
                <a:gd name="connsiteX10454" fmla="*/ 20148356 w 58051775"/>
                <a:gd name="connsiteY10454" fmla="*/ 15014253 h 57949372"/>
                <a:gd name="connsiteX10455" fmla="*/ 20154900 w 58051775"/>
                <a:gd name="connsiteY10455" fmla="*/ 15150448 h 57949372"/>
                <a:gd name="connsiteX10456" fmla="*/ 20119272 w 58051775"/>
                <a:gd name="connsiteY10456" fmla="*/ 15168878 h 57949372"/>
                <a:gd name="connsiteX10457" fmla="*/ 20068904 w 58051775"/>
                <a:gd name="connsiteY10457" fmla="*/ 15219656 h 57949372"/>
                <a:gd name="connsiteX10458" fmla="*/ 19891304 w 58051775"/>
                <a:gd name="connsiteY10458" fmla="*/ 15262437 h 57949372"/>
                <a:gd name="connsiteX10459" fmla="*/ 19762056 w 58051775"/>
                <a:gd name="connsiteY10459" fmla="*/ 15217277 h 57949372"/>
                <a:gd name="connsiteX10460" fmla="*/ 19643828 w 58051775"/>
                <a:gd name="connsiteY10460" fmla="*/ 15007661 h 57949372"/>
                <a:gd name="connsiteX10461" fmla="*/ 19678084 w 58051775"/>
                <a:gd name="connsiteY10461" fmla="*/ 14893236 h 57949372"/>
                <a:gd name="connsiteX10462" fmla="*/ 19777844 w 58051775"/>
                <a:gd name="connsiteY10462" fmla="*/ 14821934 h 57949372"/>
                <a:gd name="connsiteX10463" fmla="*/ 19848660 w 58051775"/>
                <a:gd name="connsiteY10463" fmla="*/ 14778204 h 57949372"/>
                <a:gd name="connsiteX10464" fmla="*/ 19933840 w 58051775"/>
                <a:gd name="connsiteY10464" fmla="*/ 14756111 h 57949372"/>
                <a:gd name="connsiteX10465" fmla="*/ 34134920 w 58051775"/>
                <a:gd name="connsiteY10465" fmla="*/ 14746501 h 57949372"/>
                <a:gd name="connsiteX10466" fmla="*/ 34277216 w 58051775"/>
                <a:gd name="connsiteY10466" fmla="*/ 14801752 h 57949372"/>
                <a:gd name="connsiteX10467" fmla="*/ 34339346 w 58051775"/>
                <a:gd name="connsiteY10467" fmla="*/ 14841180 h 57949372"/>
                <a:gd name="connsiteX10468" fmla="*/ 34397758 w 58051775"/>
                <a:gd name="connsiteY10468" fmla="*/ 14957857 h 57949372"/>
                <a:gd name="connsiteX10469" fmla="*/ 34404304 w 58051775"/>
                <a:gd name="connsiteY10469" fmla="*/ 15037662 h 57949372"/>
                <a:gd name="connsiteX10470" fmla="*/ 34361204 w 58051775"/>
                <a:gd name="connsiteY10470" fmla="*/ 15063089 h 57949372"/>
                <a:gd name="connsiteX10471" fmla="*/ 34302640 w 58051775"/>
                <a:gd name="connsiteY10471" fmla="*/ 15125850 h 57949372"/>
                <a:gd name="connsiteX10472" fmla="*/ 34143786 w 58051775"/>
                <a:gd name="connsiteY10472" fmla="*/ 15170795 h 57949372"/>
                <a:gd name="connsiteX10473" fmla="*/ 34067808 w 58051775"/>
                <a:gd name="connsiteY10473" fmla="*/ 15125812 h 57949372"/>
                <a:gd name="connsiteX10474" fmla="*/ 34022714 w 58051775"/>
                <a:gd name="connsiteY10474" fmla="*/ 15081076 h 57949372"/>
                <a:gd name="connsiteX10475" fmla="*/ 34024732 w 58051775"/>
                <a:gd name="connsiteY10475" fmla="*/ 14868638 h 57949372"/>
                <a:gd name="connsiteX10476" fmla="*/ 34062776 w 58051775"/>
                <a:gd name="connsiteY10476" fmla="*/ 14809091 h 57949372"/>
                <a:gd name="connsiteX10477" fmla="*/ 34090272 w 58051775"/>
                <a:gd name="connsiteY10477" fmla="*/ 14760578 h 57949372"/>
                <a:gd name="connsiteX10478" fmla="*/ 34134920 w 58051775"/>
                <a:gd name="connsiteY10478" fmla="*/ 14746501 h 57949372"/>
                <a:gd name="connsiteX10479" fmla="*/ 30721488 w 58051775"/>
                <a:gd name="connsiteY10479" fmla="*/ 14744704 h 57949372"/>
                <a:gd name="connsiteX10480" fmla="*/ 30848302 w 58051775"/>
                <a:gd name="connsiteY10480" fmla="*/ 14874528 h 57949372"/>
                <a:gd name="connsiteX10481" fmla="*/ 30720468 w 58051775"/>
                <a:gd name="connsiteY10481" fmla="*/ 14998702 h 57949372"/>
                <a:gd name="connsiteX10482" fmla="*/ 30594302 w 58051775"/>
                <a:gd name="connsiteY10482" fmla="*/ 14878514 h 57949372"/>
                <a:gd name="connsiteX10483" fmla="*/ 30614260 w 58051775"/>
                <a:gd name="connsiteY10483" fmla="*/ 14764665 h 57949372"/>
                <a:gd name="connsiteX10484" fmla="*/ 30721488 w 58051775"/>
                <a:gd name="connsiteY10484" fmla="*/ 14744704 h 57949372"/>
                <a:gd name="connsiteX10485" fmla="*/ 26979404 w 58051775"/>
                <a:gd name="connsiteY10485" fmla="*/ 14744704 h 57949372"/>
                <a:gd name="connsiteX10486" fmla="*/ 27101800 w 58051775"/>
                <a:gd name="connsiteY10486" fmla="*/ 14879583 h 57949372"/>
                <a:gd name="connsiteX10487" fmla="*/ 26975636 w 58051775"/>
                <a:gd name="connsiteY10487" fmla="*/ 14998702 h 57949372"/>
                <a:gd name="connsiteX10488" fmla="*/ 26845928 w 58051775"/>
                <a:gd name="connsiteY10488" fmla="*/ 14854156 h 57949372"/>
                <a:gd name="connsiteX10489" fmla="*/ 26875432 w 58051775"/>
                <a:gd name="connsiteY10489" fmla="*/ 14754226 h 57949372"/>
                <a:gd name="connsiteX10490" fmla="*/ 26979404 w 58051775"/>
                <a:gd name="connsiteY10490" fmla="*/ 14744704 h 57949372"/>
                <a:gd name="connsiteX10491" fmla="*/ 26413484 w 58051775"/>
                <a:gd name="connsiteY10491" fmla="*/ 14736897 h 57949372"/>
                <a:gd name="connsiteX10492" fmla="*/ 26449952 w 58051775"/>
                <a:gd name="connsiteY10492" fmla="*/ 14738548 h 57949372"/>
                <a:gd name="connsiteX10493" fmla="*/ 26578608 w 58051775"/>
                <a:gd name="connsiteY10493" fmla="*/ 14776306 h 57949372"/>
                <a:gd name="connsiteX10494" fmla="*/ 26657304 w 58051775"/>
                <a:gd name="connsiteY10494" fmla="*/ 14979026 h 57949372"/>
                <a:gd name="connsiteX10495" fmla="*/ 26357820 w 58051775"/>
                <a:gd name="connsiteY10495" fmla="*/ 15157376 h 57949372"/>
                <a:gd name="connsiteX10496" fmla="*/ 26297840 w 58051775"/>
                <a:gd name="connsiteY10496" fmla="*/ 15116189 h 57949372"/>
                <a:gd name="connsiteX10497" fmla="*/ 26235724 w 58051775"/>
                <a:gd name="connsiteY10497" fmla="*/ 14944963 h 57949372"/>
                <a:gd name="connsiteX10498" fmla="*/ 26266192 w 58051775"/>
                <a:gd name="connsiteY10498" fmla="*/ 14839959 h 57949372"/>
                <a:gd name="connsiteX10499" fmla="*/ 26313132 w 58051775"/>
                <a:gd name="connsiteY10499" fmla="*/ 14789162 h 57949372"/>
                <a:gd name="connsiteX10500" fmla="*/ 26344936 w 58051775"/>
                <a:gd name="connsiteY10500" fmla="*/ 14741724 h 57949372"/>
                <a:gd name="connsiteX10501" fmla="*/ 26413484 w 58051775"/>
                <a:gd name="connsiteY10501" fmla="*/ 14736897 h 57949372"/>
                <a:gd name="connsiteX10502" fmla="*/ 20762368 w 58051775"/>
                <a:gd name="connsiteY10502" fmla="*/ 14736239 h 57949372"/>
                <a:gd name="connsiteX10503" fmla="*/ 20859752 w 58051775"/>
                <a:gd name="connsiteY10503" fmla="*/ 14776135 h 57949372"/>
                <a:gd name="connsiteX10504" fmla="*/ 20916904 w 58051775"/>
                <a:gd name="connsiteY10504" fmla="*/ 14820093 h 57949372"/>
                <a:gd name="connsiteX10505" fmla="*/ 20948656 w 58051775"/>
                <a:gd name="connsiteY10505" fmla="*/ 14946602 h 57949372"/>
                <a:gd name="connsiteX10506" fmla="*/ 20901472 w 58051775"/>
                <a:gd name="connsiteY10506" fmla="*/ 15109021 h 57949372"/>
                <a:gd name="connsiteX10507" fmla="*/ 20771472 w 58051775"/>
                <a:gd name="connsiteY10507" fmla="*/ 15174167 h 57949372"/>
                <a:gd name="connsiteX10508" fmla="*/ 20553384 w 58051775"/>
                <a:gd name="connsiteY10508" fmla="*/ 15126470 h 57949372"/>
                <a:gd name="connsiteX10509" fmla="*/ 20486424 w 58051775"/>
                <a:gd name="connsiteY10509" fmla="*/ 15066885 h 57949372"/>
                <a:gd name="connsiteX10510" fmla="*/ 20443240 w 58051775"/>
                <a:gd name="connsiteY10510" fmla="*/ 14970719 h 57949372"/>
                <a:gd name="connsiteX10511" fmla="*/ 20552200 w 58051775"/>
                <a:gd name="connsiteY10511" fmla="*/ 14795305 h 57949372"/>
                <a:gd name="connsiteX10512" fmla="*/ 20710952 w 58051775"/>
                <a:gd name="connsiteY10512" fmla="*/ 14738548 h 57949372"/>
                <a:gd name="connsiteX10513" fmla="*/ 20762368 w 58051775"/>
                <a:gd name="connsiteY10513" fmla="*/ 14736239 h 57949372"/>
                <a:gd name="connsiteX10514" fmla="*/ 35039054 w 58051775"/>
                <a:gd name="connsiteY10514" fmla="*/ 14656592 h 57949372"/>
                <a:gd name="connsiteX10515" fmla="*/ 35092272 w 58051775"/>
                <a:gd name="connsiteY10515" fmla="*/ 14676825 h 57949372"/>
                <a:gd name="connsiteX10516" fmla="*/ 35090932 w 58051775"/>
                <a:gd name="connsiteY10516" fmla="*/ 14896659 h 57949372"/>
                <a:gd name="connsiteX10517" fmla="*/ 34974190 w 58051775"/>
                <a:gd name="connsiteY10517" fmla="*/ 14882797 h 57949372"/>
                <a:gd name="connsiteX10518" fmla="*/ 34953872 w 58051775"/>
                <a:gd name="connsiteY10518" fmla="*/ 14772434 h 57949372"/>
                <a:gd name="connsiteX10519" fmla="*/ 34983308 w 58051775"/>
                <a:gd name="connsiteY10519" fmla="*/ 14672434 h 57949372"/>
                <a:gd name="connsiteX10520" fmla="*/ 35039054 w 58051775"/>
                <a:gd name="connsiteY10520" fmla="*/ 14656592 h 57949372"/>
                <a:gd name="connsiteX10521" fmla="*/ 19360560 w 58051775"/>
                <a:gd name="connsiteY10521" fmla="*/ 14567449 h 57949372"/>
                <a:gd name="connsiteX10522" fmla="*/ 19432024 w 58051775"/>
                <a:gd name="connsiteY10522" fmla="*/ 14580153 h 57949372"/>
                <a:gd name="connsiteX10523" fmla="*/ 19489052 w 58051775"/>
                <a:gd name="connsiteY10523" fmla="*/ 14644527 h 57949372"/>
                <a:gd name="connsiteX10524" fmla="*/ 19325612 w 58051775"/>
                <a:gd name="connsiteY10524" fmla="*/ 14810736 h 57949372"/>
                <a:gd name="connsiteX10525" fmla="*/ 19202400 w 58051775"/>
                <a:gd name="connsiteY10525" fmla="*/ 14734885 h 57949372"/>
                <a:gd name="connsiteX10526" fmla="*/ 19291084 w 58051775"/>
                <a:gd name="connsiteY10526" fmla="*/ 14582785 h 57949372"/>
                <a:gd name="connsiteX10527" fmla="*/ 19360560 w 58051775"/>
                <a:gd name="connsiteY10527" fmla="*/ 14567449 h 57949372"/>
                <a:gd name="connsiteX10528" fmla="*/ 22815328 w 58051775"/>
                <a:gd name="connsiteY10528" fmla="*/ 14559066 h 57949372"/>
                <a:gd name="connsiteX10529" fmla="*/ 22862380 w 58051775"/>
                <a:gd name="connsiteY10529" fmla="*/ 14568360 h 57949372"/>
                <a:gd name="connsiteX10530" fmla="*/ 22923504 w 58051775"/>
                <a:gd name="connsiteY10530" fmla="*/ 14759300 h 57949372"/>
                <a:gd name="connsiteX10531" fmla="*/ 22780628 w 58051775"/>
                <a:gd name="connsiteY10531" fmla="*/ 14903384 h 57949372"/>
                <a:gd name="connsiteX10532" fmla="*/ 22580600 w 58051775"/>
                <a:gd name="connsiteY10532" fmla="*/ 14749392 h 57949372"/>
                <a:gd name="connsiteX10533" fmla="*/ 22653716 w 58051775"/>
                <a:gd name="connsiteY10533" fmla="*/ 14598899 h 57949372"/>
                <a:gd name="connsiteX10534" fmla="*/ 22815328 w 58051775"/>
                <a:gd name="connsiteY10534" fmla="*/ 14559066 h 57949372"/>
                <a:gd name="connsiteX10535" fmla="*/ 32135348 w 58051775"/>
                <a:gd name="connsiteY10535" fmla="*/ 14504770 h 57949372"/>
                <a:gd name="connsiteX10536" fmla="*/ 32256460 w 58051775"/>
                <a:gd name="connsiteY10536" fmla="*/ 14530172 h 57949372"/>
                <a:gd name="connsiteX10537" fmla="*/ 32448502 w 58051775"/>
                <a:gd name="connsiteY10537" fmla="*/ 14764576 h 57949372"/>
                <a:gd name="connsiteX10538" fmla="*/ 32416386 w 58051775"/>
                <a:gd name="connsiteY10538" fmla="*/ 14887580 h 57949372"/>
                <a:gd name="connsiteX10539" fmla="*/ 32346160 w 58051775"/>
                <a:gd name="connsiteY10539" fmla="*/ 14941553 h 57949372"/>
                <a:gd name="connsiteX10540" fmla="*/ 32192768 w 58051775"/>
                <a:gd name="connsiteY10540" fmla="*/ 14985821 h 57949372"/>
                <a:gd name="connsiteX10541" fmla="*/ 32077484 w 58051775"/>
                <a:gd name="connsiteY10541" fmla="*/ 14991964 h 57949372"/>
                <a:gd name="connsiteX10542" fmla="*/ 32041690 w 58051775"/>
                <a:gd name="connsiteY10542" fmla="*/ 14947709 h 57949372"/>
                <a:gd name="connsiteX10543" fmla="*/ 31959868 w 58051775"/>
                <a:gd name="connsiteY10543" fmla="*/ 14866664 h 57949372"/>
                <a:gd name="connsiteX10544" fmla="*/ 31929908 w 58051775"/>
                <a:gd name="connsiteY10544" fmla="*/ 14752467 h 57949372"/>
                <a:gd name="connsiteX10545" fmla="*/ 32009044 w 58051775"/>
                <a:gd name="connsiteY10545" fmla="*/ 14561679 h 57949372"/>
                <a:gd name="connsiteX10546" fmla="*/ 32085676 w 58051775"/>
                <a:gd name="connsiteY10546" fmla="*/ 14517525 h 57949372"/>
                <a:gd name="connsiteX10547" fmla="*/ 32135348 w 58051775"/>
                <a:gd name="connsiteY10547" fmla="*/ 14504770 h 57949372"/>
                <a:gd name="connsiteX10548" fmla="*/ 23757524 w 58051775"/>
                <a:gd name="connsiteY10548" fmla="*/ 14490706 h 57949372"/>
                <a:gd name="connsiteX10549" fmla="*/ 23902372 w 58051775"/>
                <a:gd name="connsiteY10549" fmla="*/ 14565842 h 57949372"/>
                <a:gd name="connsiteX10550" fmla="*/ 23980844 w 58051775"/>
                <a:gd name="connsiteY10550" fmla="*/ 14640978 h 57949372"/>
                <a:gd name="connsiteX10551" fmla="*/ 23987152 w 58051775"/>
                <a:gd name="connsiteY10551" fmla="*/ 14729153 h 57949372"/>
                <a:gd name="connsiteX10552" fmla="*/ 23906668 w 58051775"/>
                <a:gd name="connsiteY10552" fmla="*/ 14939845 h 57949372"/>
                <a:gd name="connsiteX10553" fmla="*/ 23861536 w 58051775"/>
                <a:gd name="connsiteY10553" fmla="*/ 14988921 h 57949372"/>
                <a:gd name="connsiteX10554" fmla="*/ 23751296 w 58051775"/>
                <a:gd name="connsiteY10554" fmla="*/ 14988725 h 57949372"/>
                <a:gd name="connsiteX10555" fmla="*/ 23565864 w 58051775"/>
                <a:gd name="connsiteY10555" fmla="*/ 14929311 h 57949372"/>
                <a:gd name="connsiteX10556" fmla="*/ 23513568 w 58051775"/>
                <a:gd name="connsiteY10556" fmla="*/ 14840446 h 57949372"/>
                <a:gd name="connsiteX10557" fmla="*/ 23509384 w 58051775"/>
                <a:gd name="connsiteY10557" fmla="*/ 14620334 h 57949372"/>
                <a:gd name="connsiteX10558" fmla="*/ 23588032 w 58051775"/>
                <a:gd name="connsiteY10558" fmla="*/ 14553429 h 57949372"/>
                <a:gd name="connsiteX10559" fmla="*/ 23663352 w 58051775"/>
                <a:gd name="connsiteY10559" fmla="*/ 14518499 h 57949372"/>
                <a:gd name="connsiteX10560" fmla="*/ 23757524 w 58051775"/>
                <a:gd name="connsiteY10560" fmla="*/ 14490706 h 57949372"/>
                <a:gd name="connsiteX10561" fmla="*/ 28715500 w 58051775"/>
                <a:gd name="connsiteY10561" fmla="*/ 14479938 h 57949372"/>
                <a:gd name="connsiteX10562" fmla="*/ 28797736 w 58051775"/>
                <a:gd name="connsiteY10562" fmla="*/ 14500234 h 57949372"/>
                <a:gd name="connsiteX10563" fmla="*/ 28884284 w 58051775"/>
                <a:gd name="connsiteY10563" fmla="*/ 14702195 h 57949372"/>
                <a:gd name="connsiteX10564" fmla="*/ 28858742 w 58051775"/>
                <a:gd name="connsiteY10564" fmla="*/ 14789358 h 57949372"/>
                <a:gd name="connsiteX10565" fmla="*/ 28568782 w 58051775"/>
                <a:gd name="connsiteY10565" fmla="*/ 14782949 h 57949372"/>
                <a:gd name="connsiteX10566" fmla="*/ 28538920 w 58051775"/>
                <a:gd name="connsiteY10566" fmla="*/ 14667670 h 57949372"/>
                <a:gd name="connsiteX10567" fmla="*/ 28554358 w 58051775"/>
                <a:gd name="connsiteY10567" fmla="*/ 14562008 h 57949372"/>
                <a:gd name="connsiteX10568" fmla="*/ 28634934 w 58051775"/>
                <a:gd name="connsiteY10568" fmla="*/ 14512938 h 57949372"/>
                <a:gd name="connsiteX10569" fmla="*/ 28715500 w 58051775"/>
                <a:gd name="connsiteY10569" fmla="*/ 14479938 h 57949372"/>
                <a:gd name="connsiteX10570" fmla="*/ 27464320 w 58051775"/>
                <a:gd name="connsiteY10570" fmla="*/ 14478660 h 57949372"/>
                <a:gd name="connsiteX10571" fmla="*/ 27526344 w 58051775"/>
                <a:gd name="connsiteY10571" fmla="*/ 14497969 h 57949372"/>
                <a:gd name="connsiteX10572" fmla="*/ 27546304 w 58051775"/>
                <a:gd name="connsiteY10572" fmla="*/ 14611818 h 57949372"/>
                <a:gd name="connsiteX10573" fmla="*/ 27521736 w 58051775"/>
                <a:gd name="connsiteY10573" fmla="*/ 14718866 h 57949372"/>
                <a:gd name="connsiteX10574" fmla="*/ 27405208 w 58051775"/>
                <a:gd name="connsiteY10574" fmla="*/ 14705213 h 57949372"/>
                <a:gd name="connsiteX10575" fmla="*/ 27383504 w 58051775"/>
                <a:gd name="connsiteY10575" fmla="*/ 14598589 h 57949372"/>
                <a:gd name="connsiteX10576" fmla="*/ 27405496 w 58051775"/>
                <a:gd name="connsiteY10576" fmla="*/ 14498393 h 57949372"/>
                <a:gd name="connsiteX10577" fmla="*/ 27464320 w 58051775"/>
                <a:gd name="connsiteY10577" fmla="*/ 14478660 h 57949372"/>
                <a:gd name="connsiteX10578" fmla="*/ 29362288 w 58051775"/>
                <a:gd name="connsiteY10578" fmla="*/ 14475136 h 57949372"/>
                <a:gd name="connsiteX10579" fmla="*/ 29452772 w 58051775"/>
                <a:gd name="connsiteY10579" fmla="*/ 14480248 h 57949372"/>
                <a:gd name="connsiteX10580" fmla="*/ 29566056 w 58051775"/>
                <a:gd name="connsiteY10580" fmla="*/ 14513520 h 57949372"/>
                <a:gd name="connsiteX10581" fmla="*/ 29571986 w 58051775"/>
                <a:gd name="connsiteY10581" fmla="*/ 14883050 h 57949372"/>
                <a:gd name="connsiteX10582" fmla="*/ 29430380 w 58051775"/>
                <a:gd name="connsiteY10582" fmla="*/ 14897051 h 57949372"/>
                <a:gd name="connsiteX10583" fmla="*/ 29285028 w 58051775"/>
                <a:gd name="connsiteY10583" fmla="*/ 14873402 h 57949372"/>
                <a:gd name="connsiteX10584" fmla="*/ 29260802 w 58051775"/>
                <a:gd name="connsiteY10584" fmla="*/ 14710059 h 57949372"/>
                <a:gd name="connsiteX10585" fmla="*/ 29260802 w 58051775"/>
                <a:gd name="connsiteY10585" fmla="*/ 14576629 h 57949372"/>
                <a:gd name="connsiteX10586" fmla="*/ 29311544 w 58051775"/>
                <a:gd name="connsiteY10586" fmla="*/ 14525876 h 57949372"/>
                <a:gd name="connsiteX10587" fmla="*/ 24711516 w 58051775"/>
                <a:gd name="connsiteY10587" fmla="*/ 14475016 h 57949372"/>
                <a:gd name="connsiteX10588" fmla="*/ 24811424 w 58051775"/>
                <a:gd name="connsiteY10588" fmla="*/ 14504150 h 57949372"/>
                <a:gd name="connsiteX10589" fmla="*/ 24872904 w 58051775"/>
                <a:gd name="connsiteY10589" fmla="*/ 14639529 h 57949372"/>
                <a:gd name="connsiteX10590" fmla="*/ 24770820 w 58051775"/>
                <a:gd name="connsiteY10590" fmla="*/ 14790035 h 57949372"/>
                <a:gd name="connsiteX10591" fmla="*/ 24678200 w 58051775"/>
                <a:gd name="connsiteY10591" fmla="*/ 14794476 h 57949372"/>
                <a:gd name="connsiteX10592" fmla="*/ 24630272 w 58051775"/>
                <a:gd name="connsiteY10592" fmla="*/ 14738175 h 57949372"/>
                <a:gd name="connsiteX10593" fmla="*/ 24661544 w 58051775"/>
                <a:gd name="connsiteY10593" fmla="*/ 14486151 h 57949372"/>
                <a:gd name="connsiteX10594" fmla="*/ 24711516 w 58051775"/>
                <a:gd name="connsiteY10594" fmla="*/ 14475016 h 57949372"/>
                <a:gd name="connsiteX10595" fmla="*/ 36806082 w 58051775"/>
                <a:gd name="connsiteY10595" fmla="*/ 14473586 h 57949372"/>
                <a:gd name="connsiteX10596" fmla="*/ 36912428 w 58051775"/>
                <a:gd name="connsiteY10596" fmla="*/ 14537821 h 57949372"/>
                <a:gd name="connsiteX10597" fmla="*/ 36985072 w 58051775"/>
                <a:gd name="connsiteY10597" fmla="*/ 14597621 h 57949372"/>
                <a:gd name="connsiteX10598" fmla="*/ 36979612 w 58051775"/>
                <a:gd name="connsiteY10598" fmla="*/ 14673073 h 57949372"/>
                <a:gd name="connsiteX10599" fmla="*/ 36940128 w 58051775"/>
                <a:gd name="connsiteY10599" fmla="*/ 14777818 h 57949372"/>
                <a:gd name="connsiteX10600" fmla="*/ 36692336 w 58051775"/>
                <a:gd name="connsiteY10600" fmla="*/ 14772004 h 57949372"/>
                <a:gd name="connsiteX10601" fmla="*/ 36654028 w 58051775"/>
                <a:gd name="connsiteY10601" fmla="*/ 14564469 h 57949372"/>
                <a:gd name="connsiteX10602" fmla="*/ 36728402 w 58051775"/>
                <a:gd name="connsiteY10602" fmla="*/ 14488327 h 57949372"/>
                <a:gd name="connsiteX10603" fmla="*/ 36776354 w 58051775"/>
                <a:gd name="connsiteY10603" fmla="*/ 14474073 h 57949372"/>
                <a:gd name="connsiteX10604" fmla="*/ 36806082 w 58051775"/>
                <a:gd name="connsiteY10604" fmla="*/ 14473586 h 57949372"/>
                <a:gd name="connsiteX10605" fmla="*/ 21969104 w 58051775"/>
                <a:gd name="connsiteY10605" fmla="*/ 14419866 h 57949372"/>
                <a:gd name="connsiteX10606" fmla="*/ 22027440 w 58051775"/>
                <a:gd name="connsiteY10606" fmla="*/ 14595476 h 57949372"/>
                <a:gd name="connsiteX10607" fmla="*/ 21903584 w 58051775"/>
                <a:gd name="connsiteY10607" fmla="*/ 14732000 h 57949372"/>
                <a:gd name="connsiteX10608" fmla="*/ 21779020 w 58051775"/>
                <a:gd name="connsiteY10608" fmla="*/ 14607111 h 57949372"/>
                <a:gd name="connsiteX10609" fmla="*/ 21836744 w 58051775"/>
                <a:gd name="connsiteY10609" fmla="*/ 14478002 h 57949372"/>
                <a:gd name="connsiteX10610" fmla="*/ 21906312 w 58051775"/>
                <a:gd name="connsiteY10610" fmla="*/ 14447134 h 57949372"/>
                <a:gd name="connsiteX10611" fmla="*/ 21969104 w 58051775"/>
                <a:gd name="connsiteY10611" fmla="*/ 14419866 h 57949372"/>
                <a:gd name="connsiteX10612" fmla="*/ 30238286 w 58051775"/>
                <a:gd name="connsiteY10612" fmla="*/ 14384253 h 57949372"/>
                <a:gd name="connsiteX10613" fmla="*/ 30339460 w 58051775"/>
                <a:gd name="connsiteY10613" fmla="*/ 14420024 h 57949372"/>
                <a:gd name="connsiteX10614" fmla="*/ 30394742 w 58051775"/>
                <a:gd name="connsiteY10614" fmla="*/ 14659452 h 57949372"/>
                <a:gd name="connsiteX10615" fmla="*/ 30190896 w 58051775"/>
                <a:gd name="connsiteY10615" fmla="*/ 14812520 h 57949372"/>
                <a:gd name="connsiteX10616" fmla="*/ 29914092 w 58051775"/>
                <a:gd name="connsiteY10616" fmla="*/ 14756630 h 57949372"/>
                <a:gd name="connsiteX10617" fmla="*/ 29876752 w 58051775"/>
                <a:gd name="connsiteY10617" fmla="*/ 14607187 h 57949372"/>
                <a:gd name="connsiteX10618" fmla="*/ 29876752 w 58051775"/>
                <a:gd name="connsiteY10618" fmla="*/ 14497058 h 57949372"/>
                <a:gd name="connsiteX10619" fmla="*/ 29916432 w 58051775"/>
                <a:gd name="connsiteY10619" fmla="*/ 14478002 h 57949372"/>
                <a:gd name="connsiteX10620" fmla="*/ 29990276 w 58051775"/>
                <a:gd name="connsiteY10620" fmla="*/ 14422966 h 57949372"/>
                <a:gd name="connsiteX10621" fmla="*/ 30162336 w 58051775"/>
                <a:gd name="connsiteY10621" fmla="*/ 14384854 h 57949372"/>
                <a:gd name="connsiteX10622" fmla="*/ 30207516 w 58051775"/>
                <a:gd name="connsiteY10622" fmla="*/ 14384259 h 57949372"/>
                <a:gd name="connsiteX10623" fmla="*/ 30238286 w 58051775"/>
                <a:gd name="connsiteY10623" fmla="*/ 14384253 h 57949372"/>
                <a:gd name="connsiteX10624" fmla="*/ 37801434 w 58051775"/>
                <a:gd name="connsiteY10624" fmla="*/ 14381716 h 57949372"/>
                <a:gd name="connsiteX10625" fmla="*/ 37924700 w 58051775"/>
                <a:gd name="connsiteY10625" fmla="*/ 14430716 h 57949372"/>
                <a:gd name="connsiteX10626" fmla="*/ 37994216 w 58051775"/>
                <a:gd name="connsiteY10626" fmla="*/ 14483715 h 57949372"/>
                <a:gd name="connsiteX10627" fmla="*/ 38049288 w 58051775"/>
                <a:gd name="connsiteY10627" fmla="*/ 14699234 h 57949372"/>
                <a:gd name="connsiteX10628" fmla="*/ 38002222 w 58051775"/>
                <a:gd name="connsiteY10628" fmla="*/ 14826230 h 57949372"/>
                <a:gd name="connsiteX10629" fmla="*/ 37825364 w 58051775"/>
                <a:gd name="connsiteY10629" fmla="*/ 14903011 h 57949372"/>
                <a:gd name="connsiteX10630" fmla="*/ 37642762 w 58051775"/>
                <a:gd name="connsiteY10630" fmla="*/ 14855883 h 57949372"/>
                <a:gd name="connsiteX10631" fmla="*/ 37580572 w 58051775"/>
                <a:gd name="connsiteY10631" fmla="*/ 14794432 h 57949372"/>
                <a:gd name="connsiteX10632" fmla="*/ 37541202 w 58051775"/>
                <a:gd name="connsiteY10632" fmla="*/ 14683297 h 57949372"/>
                <a:gd name="connsiteX10633" fmla="*/ 37578064 w 58051775"/>
                <a:gd name="connsiteY10633" fmla="*/ 14545236 h 57949372"/>
                <a:gd name="connsiteX10634" fmla="*/ 37672448 w 58051775"/>
                <a:gd name="connsiteY10634" fmla="*/ 14479862 h 57949372"/>
                <a:gd name="connsiteX10635" fmla="*/ 37738304 w 58051775"/>
                <a:gd name="connsiteY10635" fmla="*/ 14439118 h 57949372"/>
                <a:gd name="connsiteX10636" fmla="*/ 37767744 w 58051775"/>
                <a:gd name="connsiteY10636" fmla="*/ 14395141 h 57949372"/>
                <a:gd name="connsiteX10637" fmla="*/ 37801434 w 58051775"/>
                <a:gd name="connsiteY10637" fmla="*/ 14381716 h 57949372"/>
                <a:gd name="connsiteX10638" fmla="*/ 33301830 w 58051775"/>
                <a:gd name="connsiteY10638" fmla="*/ 14300209 h 57949372"/>
                <a:gd name="connsiteX10639" fmla="*/ 33426402 w 58051775"/>
                <a:gd name="connsiteY10639" fmla="*/ 14432842 h 57949372"/>
                <a:gd name="connsiteX10640" fmla="*/ 33398176 w 58051775"/>
                <a:gd name="connsiteY10640" fmla="*/ 14534430 h 57949372"/>
                <a:gd name="connsiteX10641" fmla="*/ 33199288 w 58051775"/>
                <a:gd name="connsiteY10641" fmla="*/ 14533500 h 57949372"/>
                <a:gd name="connsiteX10642" fmla="*/ 33174732 w 58051775"/>
                <a:gd name="connsiteY10642" fmla="*/ 14424168 h 57949372"/>
                <a:gd name="connsiteX10643" fmla="*/ 33203898 w 58051775"/>
                <a:gd name="connsiteY10643" fmla="*/ 14317867 h 57949372"/>
                <a:gd name="connsiteX10644" fmla="*/ 33301830 w 58051775"/>
                <a:gd name="connsiteY10644" fmla="*/ 14300209 h 57949372"/>
                <a:gd name="connsiteX10645" fmla="*/ 18807364 w 58051775"/>
                <a:gd name="connsiteY10645" fmla="*/ 14293680 h 57949372"/>
                <a:gd name="connsiteX10646" fmla="*/ 18846804 w 58051775"/>
                <a:gd name="connsiteY10646" fmla="*/ 14298855 h 57949372"/>
                <a:gd name="connsiteX10647" fmla="*/ 18870144 w 58051775"/>
                <a:gd name="connsiteY10647" fmla="*/ 14529906 h 57949372"/>
                <a:gd name="connsiteX10648" fmla="*/ 18672600 w 58051775"/>
                <a:gd name="connsiteY10648" fmla="*/ 14524788 h 57949372"/>
                <a:gd name="connsiteX10649" fmla="*/ 18688036 w 58051775"/>
                <a:gd name="connsiteY10649" fmla="*/ 14317696 h 57949372"/>
                <a:gd name="connsiteX10650" fmla="*/ 18807364 w 58051775"/>
                <a:gd name="connsiteY10650" fmla="*/ 14293680 h 57949372"/>
                <a:gd name="connsiteX10651" fmla="*/ 28147892 w 58051775"/>
                <a:gd name="connsiteY10651" fmla="*/ 14211300 h 57949372"/>
                <a:gd name="connsiteX10652" fmla="*/ 28281244 w 58051775"/>
                <a:gd name="connsiteY10652" fmla="*/ 14263185 h 57949372"/>
                <a:gd name="connsiteX10653" fmla="*/ 28346402 w 58051775"/>
                <a:gd name="connsiteY10653" fmla="*/ 14315064 h 57949372"/>
                <a:gd name="connsiteX10654" fmla="*/ 28339858 w 58051775"/>
                <a:gd name="connsiteY10654" fmla="*/ 14406061 h 57949372"/>
                <a:gd name="connsiteX10655" fmla="*/ 28321256 w 58051775"/>
                <a:gd name="connsiteY10655" fmla="*/ 14516114 h 57949372"/>
                <a:gd name="connsiteX10656" fmla="*/ 28138624 w 58051775"/>
                <a:gd name="connsiteY10656" fmla="*/ 14535151 h 57949372"/>
                <a:gd name="connsiteX10657" fmla="*/ 27927302 w 58051775"/>
                <a:gd name="connsiteY10657" fmla="*/ 14414463 h 57949372"/>
                <a:gd name="connsiteX10658" fmla="*/ 27927302 w 58051775"/>
                <a:gd name="connsiteY10658" fmla="*/ 14329470 h 57949372"/>
                <a:gd name="connsiteX10659" fmla="*/ 27978102 w 58051775"/>
                <a:gd name="connsiteY10659" fmla="*/ 14306561 h 57949372"/>
                <a:gd name="connsiteX10660" fmla="*/ 28028904 w 58051775"/>
                <a:gd name="connsiteY10660" fmla="*/ 14272884 h 57949372"/>
                <a:gd name="connsiteX10661" fmla="*/ 28054302 w 58051775"/>
                <a:gd name="connsiteY10661" fmla="*/ 14236708 h 57949372"/>
                <a:gd name="connsiteX10662" fmla="*/ 28147892 w 58051775"/>
                <a:gd name="connsiteY10662" fmla="*/ 14211300 h 57949372"/>
                <a:gd name="connsiteX10663" fmla="*/ 25868436 w 58051775"/>
                <a:gd name="connsiteY10663" fmla="*/ 14211300 h 57949372"/>
                <a:gd name="connsiteX10664" fmla="*/ 25991992 w 58051775"/>
                <a:gd name="connsiteY10664" fmla="*/ 14235259 h 57949372"/>
                <a:gd name="connsiteX10665" fmla="*/ 26085800 w 58051775"/>
                <a:gd name="connsiteY10665" fmla="*/ 14326522 h 57949372"/>
                <a:gd name="connsiteX10666" fmla="*/ 26114860 w 58051775"/>
                <a:gd name="connsiteY10666" fmla="*/ 14421764 h 57949372"/>
                <a:gd name="connsiteX10667" fmla="*/ 26055996 w 58051775"/>
                <a:gd name="connsiteY10667" fmla="*/ 14570081 h 57949372"/>
                <a:gd name="connsiteX10668" fmla="*/ 25998332 w 58051775"/>
                <a:gd name="connsiteY10668" fmla="*/ 14643110 h 57949372"/>
                <a:gd name="connsiteX10669" fmla="*/ 25892840 w 58051775"/>
                <a:gd name="connsiteY10669" fmla="*/ 14636448 h 57949372"/>
                <a:gd name="connsiteX10670" fmla="*/ 25656104 w 58051775"/>
                <a:gd name="connsiteY10670" fmla="*/ 14565475 h 57949372"/>
                <a:gd name="connsiteX10671" fmla="*/ 25609892 w 58051775"/>
                <a:gd name="connsiteY10671" fmla="*/ 14439061 h 57949372"/>
                <a:gd name="connsiteX10672" fmla="*/ 25725560 w 58051775"/>
                <a:gd name="connsiteY10672" fmla="*/ 14244496 h 57949372"/>
                <a:gd name="connsiteX10673" fmla="*/ 25868436 w 58051775"/>
                <a:gd name="connsiteY10673" fmla="*/ 14211300 h 57949372"/>
                <a:gd name="connsiteX10674" fmla="*/ 32815324 w 58051775"/>
                <a:gd name="connsiteY10674" fmla="*/ 14209193 h 57949372"/>
                <a:gd name="connsiteX10675" fmla="*/ 32957454 w 58051775"/>
                <a:gd name="connsiteY10675" fmla="*/ 14231330 h 57949372"/>
                <a:gd name="connsiteX10676" fmla="*/ 33016828 w 58051775"/>
                <a:gd name="connsiteY10676" fmla="*/ 14291320 h 57949372"/>
                <a:gd name="connsiteX10677" fmla="*/ 33051566 w 58051775"/>
                <a:gd name="connsiteY10677" fmla="*/ 14388764 h 57949372"/>
                <a:gd name="connsiteX10678" fmla="*/ 32968870 w 58051775"/>
                <a:gd name="connsiteY10678" fmla="*/ 14524921 h 57949372"/>
                <a:gd name="connsiteX10679" fmla="*/ 32659342 w 58051775"/>
                <a:gd name="connsiteY10679" fmla="*/ 14541990 h 57949372"/>
                <a:gd name="connsiteX10680" fmla="*/ 32562802 w 58051775"/>
                <a:gd name="connsiteY10680" fmla="*/ 14382089 h 57949372"/>
                <a:gd name="connsiteX10681" fmla="*/ 32607252 w 58051775"/>
                <a:gd name="connsiteY10681" fmla="*/ 14322188 h 57949372"/>
                <a:gd name="connsiteX10682" fmla="*/ 32651702 w 58051775"/>
                <a:gd name="connsiteY10682" fmla="*/ 14270290 h 57949372"/>
                <a:gd name="connsiteX10683" fmla="*/ 32672720 w 58051775"/>
                <a:gd name="connsiteY10683" fmla="*/ 14234525 h 57949372"/>
                <a:gd name="connsiteX10684" fmla="*/ 32815324 w 58051775"/>
                <a:gd name="connsiteY10684" fmla="*/ 14209193 h 57949372"/>
                <a:gd name="connsiteX10685" fmla="*/ 34362364 w 58051775"/>
                <a:gd name="connsiteY10685" fmla="*/ 14205897 h 57949372"/>
                <a:gd name="connsiteX10686" fmla="*/ 34447648 w 58051775"/>
                <a:gd name="connsiteY10686" fmla="*/ 14225826 h 57949372"/>
                <a:gd name="connsiteX10687" fmla="*/ 34444304 w 58051775"/>
                <a:gd name="connsiteY10687" fmla="*/ 14444306 h 57949372"/>
                <a:gd name="connsiteX10688" fmla="*/ 34346764 w 58051775"/>
                <a:gd name="connsiteY10688" fmla="*/ 14459452 h 57949372"/>
                <a:gd name="connsiteX10689" fmla="*/ 34263340 w 58051775"/>
                <a:gd name="connsiteY10689" fmla="*/ 14432032 h 57949372"/>
                <a:gd name="connsiteX10690" fmla="*/ 34258124 w 58051775"/>
                <a:gd name="connsiteY10690" fmla="*/ 14262508 h 57949372"/>
                <a:gd name="connsiteX10691" fmla="*/ 34293760 w 58051775"/>
                <a:gd name="connsiteY10691" fmla="*/ 14219518 h 57949372"/>
                <a:gd name="connsiteX10692" fmla="*/ 34362364 w 58051775"/>
                <a:gd name="connsiteY10692" fmla="*/ 14205897 h 57949372"/>
                <a:gd name="connsiteX10693" fmla="*/ 31797308 w 58051775"/>
                <a:gd name="connsiteY10693" fmla="*/ 14114065 h 57949372"/>
                <a:gd name="connsiteX10694" fmla="*/ 31845604 w 58051775"/>
                <a:gd name="connsiteY10694" fmla="*/ 14116393 h 57949372"/>
                <a:gd name="connsiteX10695" fmla="*/ 31991304 w 58051775"/>
                <a:gd name="connsiteY10695" fmla="*/ 14200241 h 57949372"/>
                <a:gd name="connsiteX10696" fmla="*/ 31893436 w 58051775"/>
                <a:gd name="connsiteY10696" fmla="*/ 14364697 h 57949372"/>
                <a:gd name="connsiteX10697" fmla="*/ 31715568 w 58051775"/>
                <a:gd name="connsiteY10697" fmla="*/ 14356833 h 57949372"/>
                <a:gd name="connsiteX10698" fmla="*/ 31667012 w 58051775"/>
                <a:gd name="connsiteY10698" fmla="*/ 14308668 h 57949372"/>
                <a:gd name="connsiteX10699" fmla="*/ 31728044 w 58051775"/>
                <a:gd name="connsiteY10699" fmla="*/ 14138220 h 57949372"/>
                <a:gd name="connsiteX10700" fmla="*/ 31797308 w 58051775"/>
                <a:gd name="connsiteY10700" fmla="*/ 14114065 h 57949372"/>
                <a:gd name="connsiteX10701" fmla="*/ 20604740 w 58051775"/>
                <a:gd name="connsiteY10701" fmla="*/ 13952139 h 57949372"/>
                <a:gd name="connsiteX10702" fmla="*/ 20656004 w 58051775"/>
                <a:gd name="connsiteY10702" fmla="*/ 13987360 h 57949372"/>
                <a:gd name="connsiteX10703" fmla="*/ 20659680 w 58051775"/>
                <a:gd name="connsiteY10703" fmla="*/ 14276528 h 57949372"/>
                <a:gd name="connsiteX10704" fmla="*/ 20432672 w 58051775"/>
                <a:gd name="connsiteY10704" fmla="*/ 14254290 h 57949372"/>
                <a:gd name="connsiteX10705" fmla="*/ 20370800 w 58051775"/>
                <a:gd name="connsiteY10705" fmla="*/ 14118253 h 57949372"/>
                <a:gd name="connsiteX10706" fmla="*/ 20455272 w 58051775"/>
                <a:gd name="connsiteY10706" fmla="*/ 14022764 h 57949372"/>
                <a:gd name="connsiteX10707" fmla="*/ 20556872 w 58051775"/>
                <a:gd name="connsiteY10707" fmla="*/ 13976978 h 57949372"/>
                <a:gd name="connsiteX10708" fmla="*/ 20604740 w 58051775"/>
                <a:gd name="connsiteY10708" fmla="*/ 13952139 h 57949372"/>
                <a:gd name="connsiteX10709" fmla="*/ 22756744 w 58051775"/>
                <a:gd name="connsiteY10709" fmla="*/ 13944604 h 57949372"/>
                <a:gd name="connsiteX10710" fmla="*/ 22933680 w 58051775"/>
                <a:gd name="connsiteY10710" fmla="*/ 13995806 h 57949372"/>
                <a:gd name="connsiteX10711" fmla="*/ 23006488 w 58051775"/>
                <a:gd name="connsiteY10711" fmla="*/ 14115134 h 57949372"/>
                <a:gd name="connsiteX10712" fmla="*/ 22967384 w 58051775"/>
                <a:gd name="connsiteY10712" fmla="*/ 14275016 h 57949372"/>
                <a:gd name="connsiteX10713" fmla="*/ 22917528 w 58051775"/>
                <a:gd name="connsiteY10713" fmla="*/ 14324877 h 57949372"/>
                <a:gd name="connsiteX10714" fmla="*/ 22715544 w 58051775"/>
                <a:gd name="connsiteY10714" fmla="*/ 14365950 h 57949372"/>
                <a:gd name="connsiteX10715" fmla="*/ 22577124 w 58051775"/>
                <a:gd name="connsiteY10715" fmla="*/ 14322890 h 57949372"/>
                <a:gd name="connsiteX10716" fmla="*/ 22529496 w 58051775"/>
                <a:gd name="connsiteY10716" fmla="*/ 14267405 h 57949372"/>
                <a:gd name="connsiteX10717" fmla="*/ 22504400 w 58051775"/>
                <a:gd name="connsiteY10717" fmla="*/ 14167032 h 57949372"/>
                <a:gd name="connsiteX10718" fmla="*/ 22545676 w 58051775"/>
                <a:gd name="connsiteY10718" fmla="*/ 14038910 h 57949372"/>
                <a:gd name="connsiteX10719" fmla="*/ 22615528 w 58051775"/>
                <a:gd name="connsiteY10719" fmla="*/ 13964666 h 57949372"/>
                <a:gd name="connsiteX10720" fmla="*/ 22756744 w 58051775"/>
                <a:gd name="connsiteY10720" fmla="*/ 13944604 h 57949372"/>
                <a:gd name="connsiteX10721" fmla="*/ 38132500 w 58051775"/>
                <a:gd name="connsiteY10721" fmla="*/ 13938758 h 57949372"/>
                <a:gd name="connsiteX10722" fmla="*/ 38220364 w 58051775"/>
                <a:gd name="connsiteY10722" fmla="*/ 14086455 h 57949372"/>
                <a:gd name="connsiteX10723" fmla="*/ 38210392 w 58051775"/>
                <a:gd name="connsiteY10723" fmla="*/ 14239884 h 57949372"/>
                <a:gd name="connsiteX10724" fmla="*/ 38115432 w 58051775"/>
                <a:gd name="connsiteY10724" fmla="*/ 14268259 h 57949372"/>
                <a:gd name="connsiteX10725" fmla="*/ 37985702 w 58051775"/>
                <a:gd name="connsiteY10725" fmla="*/ 14128958 h 57949372"/>
                <a:gd name="connsiteX10726" fmla="*/ 38052536 w 58051775"/>
                <a:gd name="connsiteY10726" fmla="*/ 13958137 h 57949372"/>
                <a:gd name="connsiteX10727" fmla="*/ 38132500 w 58051775"/>
                <a:gd name="connsiteY10727" fmla="*/ 13938758 h 57949372"/>
                <a:gd name="connsiteX10728" fmla="*/ 29017778 w 58051775"/>
                <a:gd name="connsiteY10728" fmla="*/ 13938214 h 57949372"/>
                <a:gd name="connsiteX10729" fmla="*/ 29113254 w 58051775"/>
                <a:gd name="connsiteY10729" fmla="*/ 13949773 h 57949372"/>
                <a:gd name="connsiteX10730" fmla="*/ 29150608 w 58051775"/>
                <a:gd name="connsiteY10730" fmla="*/ 14136803 h 57949372"/>
                <a:gd name="connsiteX10731" fmla="*/ 29120260 w 58051775"/>
                <a:gd name="connsiteY10731" fmla="*/ 14186360 h 57949372"/>
                <a:gd name="connsiteX10732" fmla="*/ 28937780 w 58051775"/>
                <a:gd name="connsiteY10732" fmla="*/ 14186221 h 57949372"/>
                <a:gd name="connsiteX10733" fmla="*/ 28905204 w 58051775"/>
                <a:gd name="connsiteY10733" fmla="*/ 14079173 h 57949372"/>
                <a:gd name="connsiteX10734" fmla="*/ 28925160 w 58051775"/>
                <a:gd name="connsiteY10734" fmla="*/ 13964565 h 57949372"/>
                <a:gd name="connsiteX10735" fmla="*/ 29017778 w 58051775"/>
                <a:gd name="connsiteY10735" fmla="*/ 13938214 h 57949372"/>
                <a:gd name="connsiteX10736" fmla="*/ 36072314 w 58051775"/>
                <a:gd name="connsiteY10736" fmla="*/ 13935285 h 57949372"/>
                <a:gd name="connsiteX10737" fmla="*/ 36092506 w 58051775"/>
                <a:gd name="connsiteY10737" fmla="*/ 13935443 h 57949372"/>
                <a:gd name="connsiteX10738" fmla="*/ 36133896 w 58051775"/>
                <a:gd name="connsiteY10738" fmla="*/ 13941251 h 57949372"/>
                <a:gd name="connsiteX10739" fmla="*/ 36279684 w 58051775"/>
                <a:gd name="connsiteY10739" fmla="*/ 14027642 h 57949372"/>
                <a:gd name="connsiteX10740" fmla="*/ 36358112 w 58051775"/>
                <a:gd name="connsiteY10740" fmla="*/ 14188815 h 57949372"/>
                <a:gd name="connsiteX10741" fmla="*/ 36363000 w 58051775"/>
                <a:gd name="connsiteY10741" fmla="*/ 14275250 h 57949372"/>
                <a:gd name="connsiteX10742" fmla="*/ 36294876 w 58051775"/>
                <a:gd name="connsiteY10742" fmla="*/ 14326085 h 57949372"/>
                <a:gd name="connsiteX10743" fmla="*/ 36198218 w 58051775"/>
                <a:gd name="connsiteY10743" fmla="*/ 14416323 h 57949372"/>
                <a:gd name="connsiteX10744" fmla="*/ 36009488 w 58051775"/>
                <a:gd name="connsiteY10744" fmla="*/ 14453948 h 57949372"/>
                <a:gd name="connsiteX10745" fmla="*/ 35930328 w 58051775"/>
                <a:gd name="connsiteY10745" fmla="*/ 14385961 h 57949372"/>
                <a:gd name="connsiteX10746" fmla="*/ 35877590 w 58051775"/>
                <a:gd name="connsiteY10746" fmla="*/ 14295154 h 57949372"/>
                <a:gd name="connsiteX10747" fmla="*/ 35866956 w 58051775"/>
                <a:gd name="connsiteY10747" fmla="*/ 14091023 h 57949372"/>
                <a:gd name="connsiteX10748" fmla="*/ 35937450 w 58051775"/>
                <a:gd name="connsiteY10748" fmla="*/ 14030097 h 57949372"/>
                <a:gd name="connsiteX10749" fmla="*/ 36027376 w 58051775"/>
                <a:gd name="connsiteY10749" fmla="*/ 13965672 h 57949372"/>
                <a:gd name="connsiteX10750" fmla="*/ 36072314 w 58051775"/>
                <a:gd name="connsiteY10750" fmla="*/ 13935285 h 57949372"/>
                <a:gd name="connsiteX10751" fmla="*/ 27057352 w 58051775"/>
                <a:gd name="connsiteY10751" fmla="*/ 13929521 h 57949372"/>
                <a:gd name="connsiteX10752" fmla="*/ 27138644 w 58051775"/>
                <a:gd name="connsiteY10752" fmla="*/ 13941194 h 57949372"/>
                <a:gd name="connsiteX10753" fmla="*/ 27249768 w 58051775"/>
                <a:gd name="connsiteY10753" fmla="*/ 13987537 h 57949372"/>
                <a:gd name="connsiteX10754" fmla="*/ 27279600 w 58051775"/>
                <a:gd name="connsiteY10754" fmla="*/ 14142478 h 57949372"/>
                <a:gd name="connsiteX10755" fmla="*/ 27247024 w 58051775"/>
                <a:gd name="connsiteY10755" fmla="*/ 14275130 h 57949372"/>
                <a:gd name="connsiteX10756" fmla="*/ 27123200 w 58051775"/>
                <a:gd name="connsiteY10756" fmla="*/ 14279660 h 57949372"/>
                <a:gd name="connsiteX10757" fmla="*/ 27000216 w 58051775"/>
                <a:gd name="connsiteY10757" fmla="*/ 14270018 h 57949372"/>
                <a:gd name="connsiteX10758" fmla="*/ 26934464 w 58051775"/>
                <a:gd name="connsiteY10758" fmla="*/ 14103512 h 57949372"/>
                <a:gd name="connsiteX10759" fmla="*/ 27018696 w 58051775"/>
                <a:gd name="connsiteY10759" fmla="*/ 13972005 h 57949372"/>
                <a:gd name="connsiteX10760" fmla="*/ 23732156 w 58051775"/>
                <a:gd name="connsiteY10760" fmla="*/ 13868418 h 57949372"/>
                <a:gd name="connsiteX10761" fmla="*/ 23794100 w 58051775"/>
                <a:gd name="connsiteY10761" fmla="*/ 13912452 h 57949372"/>
                <a:gd name="connsiteX10762" fmla="*/ 23804928 w 58051775"/>
                <a:gd name="connsiteY10762" fmla="*/ 14076579 h 57949372"/>
                <a:gd name="connsiteX10763" fmla="*/ 23680776 w 58051775"/>
                <a:gd name="connsiteY10763" fmla="*/ 14097628 h 57949372"/>
                <a:gd name="connsiteX10764" fmla="*/ 23649484 w 58051775"/>
                <a:gd name="connsiteY10764" fmla="*/ 13996736 h 57949372"/>
                <a:gd name="connsiteX10765" fmla="*/ 23671512 w 58051775"/>
                <a:gd name="connsiteY10765" fmla="*/ 13889024 h 57949372"/>
                <a:gd name="connsiteX10766" fmla="*/ 23732156 w 58051775"/>
                <a:gd name="connsiteY10766" fmla="*/ 13868418 h 57949372"/>
                <a:gd name="connsiteX10767" fmla="*/ 38697798 w 58051775"/>
                <a:gd name="connsiteY10767" fmla="*/ 13862629 h 57949372"/>
                <a:gd name="connsiteX10768" fmla="*/ 38781984 w 58051775"/>
                <a:gd name="connsiteY10768" fmla="*/ 13900020 h 57949372"/>
                <a:gd name="connsiteX10769" fmla="*/ 38858996 w 58051775"/>
                <a:gd name="connsiteY10769" fmla="*/ 14098463 h 57949372"/>
                <a:gd name="connsiteX10770" fmla="*/ 38725552 w 58051775"/>
                <a:gd name="connsiteY10770" fmla="*/ 14184051 h 57949372"/>
                <a:gd name="connsiteX10771" fmla="*/ 38617436 w 58051775"/>
                <a:gd name="connsiteY10771" fmla="*/ 14158649 h 57949372"/>
                <a:gd name="connsiteX10772" fmla="*/ 38597588 w 58051775"/>
                <a:gd name="connsiteY10772" fmla="*/ 14013198 h 57949372"/>
                <a:gd name="connsiteX10773" fmla="*/ 38625436 w 58051775"/>
                <a:gd name="connsiteY10773" fmla="*/ 13883039 h 57949372"/>
                <a:gd name="connsiteX10774" fmla="*/ 38697798 w 58051775"/>
                <a:gd name="connsiteY10774" fmla="*/ 13862629 h 57949372"/>
                <a:gd name="connsiteX10775" fmla="*/ 29867518 w 58051775"/>
                <a:gd name="connsiteY10775" fmla="*/ 13856410 h 57949372"/>
                <a:gd name="connsiteX10776" fmla="*/ 29925512 w 58051775"/>
                <a:gd name="connsiteY10776" fmla="*/ 13871689 h 57949372"/>
                <a:gd name="connsiteX10777" fmla="*/ 29937860 w 58051775"/>
                <a:gd name="connsiteY10777" fmla="*/ 14085424 h 57949372"/>
                <a:gd name="connsiteX10778" fmla="*/ 29808494 w 58051775"/>
                <a:gd name="connsiteY10778" fmla="*/ 14091643 h 57949372"/>
                <a:gd name="connsiteX10779" fmla="*/ 29814160 w 58051775"/>
                <a:gd name="connsiteY10779" fmla="*/ 13875662 h 57949372"/>
                <a:gd name="connsiteX10780" fmla="*/ 29867518 w 58051775"/>
                <a:gd name="connsiteY10780" fmla="*/ 13856410 h 57949372"/>
                <a:gd name="connsiteX10781" fmla="*/ 30732706 w 58051775"/>
                <a:gd name="connsiteY10781" fmla="*/ 13855714 h 57949372"/>
                <a:gd name="connsiteX10782" fmla="*/ 30848302 w 58051775"/>
                <a:gd name="connsiteY10782" fmla="*/ 13985538 h 57949372"/>
                <a:gd name="connsiteX10783" fmla="*/ 30728480 w 58051775"/>
                <a:gd name="connsiteY10783" fmla="*/ 14109712 h 57949372"/>
                <a:gd name="connsiteX10784" fmla="*/ 30626880 w 58051775"/>
                <a:gd name="connsiteY10784" fmla="*/ 14097318 h 57949372"/>
                <a:gd name="connsiteX10785" fmla="*/ 30594302 w 58051775"/>
                <a:gd name="connsiteY10785" fmla="*/ 14001494 h 57949372"/>
                <a:gd name="connsiteX10786" fmla="*/ 30625476 w 58051775"/>
                <a:gd name="connsiteY10786" fmla="*/ 13886873 h 57949372"/>
                <a:gd name="connsiteX10787" fmla="*/ 30732706 w 58051775"/>
                <a:gd name="connsiteY10787" fmla="*/ 13855714 h 57949372"/>
                <a:gd name="connsiteX10788" fmla="*/ 21344224 w 58051775"/>
                <a:gd name="connsiteY10788" fmla="*/ 13853310 h 57949372"/>
                <a:gd name="connsiteX10789" fmla="*/ 21434428 w 58051775"/>
                <a:gd name="connsiteY10789" fmla="*/ 13911933 h 57949372"/>
                <a:gd name="connsiteX10790" fmla="*/ 21488400 w 58051775"/>
                <a:gd name="connsiteY10790" fmla="*/ 13969019 h 57949372"/>
                <a:gd name="connsiteX10791" fmla="*/ 21488400 w 58051775"/>
                <a:gd name="connsiteY10791" fmla="*/ 14167924 h 57949372"/>
                <a:gd name="connsiteX10792" fmla="*/ 21433216 w 58051775"/>
                <a:gd name="connsiteY10792" fmla="*/ 14222074 h 57949372"/>
                <a:gd name="connsiteX10793" fmla="*/ 21303044 w 58051775"/>
                <a:gd name="connsiteY10793" fmla="*/ 14276718 h 57949372"/>
                <a:gd name="connsiteX10794" fmla="*/ 21145760 w 58051775"/>
                <a:gd name="connsiteY10794" fmla="*/ 14211825 h 57949372"/>
                <a:gd name="connsiteX10795" fmla="*/ 21108384 w 58051775"/>
                <a:gd name="connsiteY10795" fmla="*/ 14160503 h 57949372"/>
                <a:gd name="connsiteX10796" fmla="*/ 21069304 w 58051775"/>
                <a:gd name="connsiteY10796" fmla="*/ 14043478 h 57949372"/>
                <a:gd name="connsiteX10797" fmla="*/ 21157192 w 58051775"/>
                <a:gd name="connsiteY10797" fmla="*/ 13944851 h 57949372"/>
                <a:gd name="connsiteX10798" fmla="*/ 21260444 w 58051775"/>
                <a:gd name="connsiteY10798" fmla="*/ 13891289 h 57949372"/>
                <a:gd name="connsiteX10799" fmla="*/ 21344224 w 58051775"/>
                <a:gd name="connsiteY10799" fmla="*/ 13853310 h 57949372"/>
                <a:gd name="connsiteX10800" fmla="*/ 24337788 w 58051775"/>
                <a:gd name="connsiteY10800" fmla="*/ 13767178 h 57949372"/>
                <a:gd name="connsiteX10801" fmla="*/ 24465588 w 58051775"/>
                <a:gd name="connsiteY10801" fmla="*/ 13781375 h 57949372"/>
                <a:gd name="connsiteX10802" fmla="*/ 24521480 w 58051775"/>
                <a:gd name="connsiteY10802" fmla="*/ 13971132 h 57949372"/>
                <a:gd name="connsiteX10803" fmla="*/ 24343968 w 58051775"/>
                <a:gd name="connsiteY10803" fmla="*/ 14096565 h 57949372"/>
                <a:gd name="connsiteX10804" fmla="*/ 24203568 w 58051775"/>
                <a:gd name="connsiteY10804" fmla="*/ 14071505 h 57949372"/>
                <a:gd name="connsiteX10805" fmla="*/ 24176468 w 58051775"/>
                <a:gd name="connsiteY10805" fmla="*/ 13921594 h 57949372"/>
                <a:gd name="connsiteX10806" fmla="*/ 24174452 w 58051775"/>
                <a:gd name="connsiteY10806" fmla="*/ 13802652 h 57949372"/>
                <a:gd name="connsiteX10807" fmla="*/ 24210784 w 58051775"/>
                <a:gd name="connsiteY10807" fmla="*/ 13784722 h 57949372"/>
                <a:gd name="connsiteX10808" fmla="*/ 24337788 w 58051775"/>
                <a:gd name="connsiteY10808" fmla="*/ 13767178 h 57949372"/>
                <a:gd name="connsiteX10809" fmla="*/ 35081138 w 58051775"/>
                <a:gd name="connsiteY10809" fmla="*/ 13766805 h 57949372"/>
                <a:gd name="connsiteX10810" fmla="*/ 35201716 w 58051775"/>
                <a:gd name="connsiteY10810" fmla="*/ 13776333 h 57949372"/>
                <a:gd name="connsiteX10811" fmla="*/ 35254944 w 58051775"/>
                <a:gd name="connsiteY10811" fmla="*/ 13835943 h 57949372"/>
                <a:gd name="connsiteX10812" fmla="*/ 35293302 w 58051775"/>
                <a:gd name="connsiteY10812" fmla="*/ 13964723 h 57949372"/>
                <a:gd name="connsiteX10813" fmla="*/ 35269680 w 58051775"/>
                <a:gd name="connsiteY10813" fmla="*/ 14072568 h 57949372"/>
                <a:gd name="connsiteX10814" fmla="*/ 35126804 w 58051775"/>
                <a:gd name="connsiteY10814" fmla="*/ 14096192 h 57949372"/>
                <a:gd name="connsiteX10815" fmla="*/ 34909128 w 58051775"/>
                <a:gd name="connsiteY10815" fmla="*/ 14025491 h 57949372"/>
                <a:gd name="connsiteX10816" fmla="*/ 34901064 w 58051775"/>
                <a:gd name="connsiteY10816" fmla="*/ 13863730 h 57949372"/>
                <a:gd name="connsiteX10817" fmla="*/ 34951680 w 58051775"/>
                <a:gd name="connsiteY10817" fmla="*/ 13805866 h 57949372"/>
                <a:gd name="connsiteX10818" fmla="*/ 35081138 w 58051775"/>
                <a:gd name="connsiteY10818" fmla="*/ 13766805 h 57949372"/>
                <a:gd name="connsiteX10819" fmla="*/ 19546704 w 58051775"/>
                <a:gd name="connsiteY10819" fmla="*/ 13764812 h 57949372"/>
                <a:gd name="connsiteX10820" fmla="*/ 19672304 w 58051775"/>
                <a:gd name="connsiteY10820" fmla="*/ 13792200 h 57949372"/>
                <a:gd name="connsiteX10821" fmla="*/ 19697704 w 58051775"/>
                <a:gd name="connsiteY10821" fmla="*/ 13830211 h 57949372"/>
                <a:gd name="connsiteX10822" fmla="*/ 19738976 w 58051775"/>
                <a:gd name="connsiteY10822" fmla="*/ 13858871 h 57949372"/>
                <a:gd name="connsiteX10823" fmla="*/ 19789412 w 58051775"/>
                <a:gd name="connsiteY10823" fmla="*/ 13944699 h 57949372"/>
                <a:gd name="connsiteX10824" fmla="*/ 19781960 w 58051775"/>
                <a:gd name="connsiteY10824" fmla="*/ 14174820 h 57949372"/>
                <a:gd name="connsiteX10825" fmla="*/ 19717052 w 58051775"/>
                <a:gd name="connsiteY10825" fmla="*/ 14230084 h 57949372"/>
                <a:gd name="connsiteX10826" fmla="*/ 19666552 w 58051775"/>
                <a:gd name="connsiteY10826" fmla="*/ 14280628 h 57949372"/>
                <a:gd name="connsiteX10827" fmla="*/ 19534292 w 58051775"/>
                <a:gd name="connsiteY10827" fmla="*/ 14274535 h 57949372"/>
                <a:gd name="connsiteX10828" fmla="*/ 19387940 w 58051775"/>
                <a:gd name="connsiteY10828" fmla="*/ 14244167 h 57949372"/>
                <a:gd name="connsiteX10829" fmla="*/ 19312728 w 58051775"/>
                <a:gd name="connsiteY10829" fmla="*/ 14169259 h 57949372"/>
                <a:gd name="connsiteX10830" fmla="*/ 19283948 w 58051775"/>
                <a:gd name="connsiteY10830" fmla="*/ 13991314 h 57949372"/>
                <a:gd name="connsiteX10831" fmla="*/ 19411608 w 58051775"/>
                <a:gd name="connsiteY10831" fmla="*/ 13789037 h 57949372"/>
                <a:gd name="connsiteX10832" fmla="*/ 19546704 w 58051775"/>
                <a:gd name="connsiteY10832" fmla="*/ 13764812 h 57949372"/>
                <a:gd name="connsiteX10833" fmla="*/ 23233160 w 58051775"/>
                <a:gd name="connsiteY10833" fmla="*/ 13760124 h 57949372"/>
                <a:gd name="connsiteX10834" fmla="*/ 23335972 w 58051775"/>
                <a:gd name="connsiteY10834" fmla="*/ 13772714 h 57949372"/>
                <a:gd name="connsiteX10835" fmla="*/ 23358712 w 58051775"/>
                <a:gd name="connsiteY10835" fmla="*/ 13877307 h 57949372"/>
                <a:gd name="connsiteX10836" fmla="*/ 23228304 w 58051775"/>
                <a:gd name="connsiteY10836" fmla="*/ 14001753 h 57949372"/>
                <a:gd name="connsiteX10837" fmla="*/ 23113736 w 58051775"/>
                <a:gd name="connsiteY10837" fmla="*/ 13982710 h 57949372"/>
                <a:gd name="connsiteX10838" fmla="*/ 23133960 w 58051775"/>
                <a:gd name="connsiteY10838" fmla="*/ 13786759 h 57949372"/>
                <a:gd name="connsiteX10839" fmla="*/ 23233160 w 58051775"/>
                <a:gd name="connsiteY10839" fmla="*/ 13760124 h 57949372"/>
                <a:gd name="connsiteX10840" fmla="*/ 25414268 w 58051775"/>
                <a:gd name="connsiteY10840" fmla="*/ 13610276 h 57949372"/>
                <a:gd name="connsiteX10841" fmla="*/ 25465272 w 58051775"/>
                <a:gd name="connsiteY10841" fmla="*/ 13638689 h 57949372"/>
                <a:gd name="connsiteX10842" fmla="*/ 25499816 w 58051775"/>
                <a:gd name="connsiteY10842" fmla="*/ 13774106 h 57949372"/>
                <a:gd name="connsiteX10843" fmla="*/ 25335488 w 58051775"/>
                <a:gd name="connsiteY10843" fmla="*/ 13999349 h 57949372"/>
                <a:gd name="connsiteX10844" fmla="*/ 25241440 w 58051775"/>
                <a:gd name="connsiteY10844" fmla="*/ 13821689 h 57949372"/>
                <a:gd name="connsiteX10845" fmla="*/ 25309192 w 58051775"/>
                <a:gd name="connsiteY10845" fmla="*/ 13677902 h 57949372"/>
                <a:gd name="connsiteX10846" fmla="*/ 25368612 w 58051775"/>
                <a:gd name="connsiteY10846" fmla="*/ 13640429 h 57949372"/>
                <a:gd name="connsiteX10847" fmla="*/ 25414268 w 58051775"/>
                <a:gd name="connsiteY10847" fmla="*/ 13610276 h 57949372"/>
                <a:gd name="connsiteX10848" fmla="*/ 28094814 w 58051775"/>
                <a:gd name="connsiteY10848" fmla="*/ 13602589 h 57949372"/>
                <a:gd name="connsiteX10849" fmla="*/ 28178382 w 58051775"/>
                <a:gd name="connsiteY10849" fmla="*/ 13615293 h 57949372"/>
                <a:gd name="connsiteX10850" fmla="*/ 28257504 w 58051775"/>
                <a:gd name="connsiteY10850" fmla="*/ 13757650 h 57949372"/>
                <a:gd name="connsiteX10851" fmla="*/ 28139994 w 58051775"/>
                <a:gd name="connsiteY10851" fmla="*/ 13838676 h 57949372"/>
                <a:gd name="connsiteX10852" fmla="*/ 28029020 w 58051775"/>
                <a:gd name="connsiteY10852" fmla="*/ 13817722 h 57949372"/>
                <a:gd name="connsiteX10853" fmla="*/ 28008708 w 58051775"/>
                <a:gd name="connsiteY10853" fmla="*/ 13718146 h 57949372"/>
                <a:gd name="connsiteX10854" fmla="*/ 28037644 w 58051775"/>
                <a:gd name="connsiteY10854" fmla="*/ 13624473 h 57949372"/>
                <a:gd name="connsiteX10855" fmla="*/ 28094814 w 58051775"/>
                <a:gd name="connsiteY10855" fmla="*/ 13602589 h 57949372"/>
                <a:gd name="connsiteX10856" fmla="*/ 33678638 w 58051775"/>
                <a:gd name="connsiteY10856" fmla="*/ 13594339 h 57949372"/>
                <a:gd name="connsiteX10857" fmla="*/ 33703132 w 58051775"/>
                <a:gd name="connsiteY10857" fmla="*/ 13595655 h 57949372"/>
                <a:gd name="connsiteX10858" fmla="*/ 33855700 w 58051775"/>
                <a:gd name="connsiteY10858" fmla="*/ 13683830 h 57949372"/>
                <a:gd name="connsiteX10859" fmla="*/ 33870902 w 58051775"/>
                <a:gd name="connsiteY10859" fmla="*/ 13805461 h 57949372"/>
                <a:gd name="connsiteX10860" fmla="*/ 33823770 w 58051775"/>
                <a:gd name="connsiteY10860" fmla="*/ 13945901 h 57949372"/>
                <a:gd name="connsiteX10861" fmla="*/ 33675408 w 58051775"/>
                <a:gd name="connsiteY10861" fmla="*/ 14012211 h 57949372"/>
                <a:gd name="connsiteX10862" fmla="*/ 33585614 w 58051775"/>
                <a:gd name="connsiteY10862" fmla="*/ 13947293 h 57949372"/>
                <a:gd name="connsiteX10863" fmla="*/ 33540702 w 58051775"/>
                <a:gd name="connsiteY10863" fmla="*/ 13820879 h 57949372"/>
                <a:gd name="connsiteX10864" fmla="*/ 33601028 w 58051775"/>
                <a:gd name="connsiteY10864" fmla="*/ 13670854 h 57949372"/>
                <a:gd name="connsiteX10865" fmla="*/ 33678638 w 58051775"/>
                <a:gd name="connsiteY10865" fmla="*/ 13594339 h 57949372"/>
                <a:gd name="connsiteX10866" fmla="*/ 29335896 w 58051775"/>
                <a:gd name="connsiteY10866" fmla="*/ 13589012 h 57949372"/>
                <a:gd name="connsiteX10867" fmla="*/ 29390864 w 58051775"/>
                <a:gd name="connsiteY10867" fmla="*/ 13598527 h 57949372"/>
                <a:gd name="connsiteX10868" fmla="*/ 29408124 w 58051775"/>
                <a:gd name="connsiteY10868" fmla="*/ 13785519 h 57949372"/>
                <a:gd name="connsiteX10869" fmla="*/ 29361908 w 58051775"/>
                <a:gd name="connsiteY10869" fmla="*/ 13827712 h 57949372"/>
                <a:gd name="connsiteX10870" fmla="*/ 29260802 w 58051775"/>
                <a:gd name="connsiteY10870" fmla="*/ 13728193 h 57949372"/>
                <a:gd name="connsiteX10871" fmla="*/ 29273948 w 58051775"/>
                <a:gd name="connsiteY10871" fmla="*/ 13613572 h 57949372"/>
                <a:gd name="connsiteX10872" fmla="*/ 29335896 w 58051775"/>
                <a:gd name="connsiteY10872" fmla="*/ 13589012 h 57949372"/>
                <a:gd name="connsiteX10873" fmla="*/ 26277416 w 58051775"/>
                <a:gd name="connsiteY10873" fmla="*/ 13589012 h 57949372"/>
                <a:gd name="connsiteX10874" fmla="*/ 26388740 w 58051775"/>
                <a:gd name="connsiteY10874" fmla="*/ 13761351 h 57949372"/>
                <a:gd name="connsiteX10875" fmla="*/ 26251052 w 58051775"/>
                <a:gd name="connsiteY10875" fmla="*/ 13919215 h 57949372"/>
                <a:gd name="connsiteX10876" fmla="*/ 26130252 w 58051775"/>
                <a:gd name="connsiteY10876" fmla="*/ 13744693 h 57949372"/>
                <a:gd name="connsiteX10877" fmla="*/ 26166584 w 58051775"/>
                <a:gd name="connsiteY10877" fmla="*/ 13606929 h 57949372"/>
                <a:gd name="connsiteX10878" fmla="*/ 26277416 w 58051775"/>
                <a:gd name="connsiteY10878" fmla="*/ 13589012 h 57949372"/>
                <a:gd name="connsiteX10879" fmla="*/ 32698394 w 58051775"/>
                <a:gd name="connsiteY10879" fmla="*/ 13587177 h 57949372"/>
                <a:gd name="connsiteX10880" fmla="*/ 32790956 w 58051775"/>
                <a:gd name="connsiteY10880" fmla="*/ 13613572 h 57949372"/>
                <a:gd name="connsiteX10881" fmla="*/ 32778972 w 58051775"/>
                <a:gd name="connsiteY10881" fmla="*/ 13804904 h 57949372"/>
                <a:gd name="connsiteX10882" fmla="*/ 32563244 w 58051775"/>
                <a:gd name="connsiteY10882" fmla="*/ 13811617 h 57949372"/>
                <a:gd name="connsiteX10883" fmla="*/ 32553692 w 58051775"/>
                <a:gd name="connsiteY10883" fmla="*/ 13716862 h 57949372"/>
                <a:gd name="connsiteX10884" fmla="*/ 32588364 w 58051775"/>
                <a:gd name="connsiteY10884" fmla="*/ 13611731 h 57949372"/>
                <a:gd name="connsiteX10885" fmla="*/ 32698394 w 58051775"/>
                <a:gd name="connsiteY10885" fmla="*/ 13587177 h 57949372"/>
                <a:gd name="connsiteX10886" fmla="*/ 37303284 w 58051775"/>
                <a:gd name="connsiteY10886" fmla="*/ 13496414 h 57949372"/>
                <a:gd name="connsiteX10887" fmla="*/ 37388802 w 58051775"/>
                <a:gd name="connsiteY10887" fmla="*/ 13537620 h 57949372"/>
                <a:gd name="connsiteX10888" fmla="*/ 37461940 w 58051775"/>
                <a:gd name="connsiteY10888" fmla="*/ 13589809 h 57949372"/>
                <a:gd name="connsiteX10889" fmla="*/ 37515348 w 58051775"/>
                <a:gd name="connsiteY10889" fmla="*/ 13769981 h 57949372"/>
                <a:gd name="connsiteX10890" fmla="*/ 37500784 w 58051775"/>
                <a:gd name="connsiteY10890" fmla="*/ 13901570 h 57949372"/>
                <a:gd name="connsiteX10891" fmla="*/ 37284542 w 58051775"/>
                <a:gd name="connsiteY10891" fmla="*/ 13926415 h 57949372"/>
                <a:gd name="connsiteX10892" fmla="*/ 37151872 w 58051775"/>
                <a:gd name="connsiteY10892" fmla="*/ 13869563 h 57949372"/>
                <a:gd name="connsiteX10893" fmla="*/ 37090932 w 58051775"/>
                <a:gd name="connsiteY10893" fmla="*/ 13746414 h 57949372"/>
                <a:gd name="connsiteX10894" fmla="*/ 37130898 w 58051775"/>
                <a:gd name="connsiteY10894" fmla="*/ 13588822 h 57949372"/>
                <a:gd name="connsiteX10895" fmla="*/ 37202308 w 58051775"/>
                <a:gd name="connsiteY10895" fmla="*/ 13535317 h 57949372"/>
                <a:gd name="connsiteX10896" fmla="*/ 37303284 w 58051775"/>
                <a:gd name="connsiteY10896" fmla="*/ 13496414 h 57949372"/>
                <a:gd name="connsiteX10897" fmla="*/ 22066256 w 58051775"/>
                <a:gd name="connsiteY10897" fmla="*/ 13488936 h 57949372"/>
                <a:gd name="connsiteX10898" fmla="*/ 22159168 w 58051775"/>
                <a:gd name="connsiteY10898" fmla="*/ 13494516 h 57949372"/>
                <a:gd name="connsiteX10899" fmla="*/ 22273464 w 58051775"/>
                <a:gd name="connsiteY10899" fmla="*/ 13508049 h 57949372"/>
                <a:gd name="connsiteX10900" fmla="*/ 22377704 w 58051775"/>
                <a:gd name="connsiteY10900" fmla="*/ 13628212 h 57949372"/>
                <a:gd name="connsiteX10901" fmla="*/ 22317792 w 58051775"/>
                <a:gd name="connsiteY10901" fmla="*/ 13781856 h 57949372"/>
                <a:gd name="connsiteX10902" fmla="*/ 22104252 w 58051775"/>
                <a:gd name="connsiteY10902" fmla="*/ 13836177 h 57949372"/>
                <a:gd name="connsiteX10903" fmla="*/ 21960892 w 58051775"/>
                <a:gd name="connsiteY10903" fmla="*/ 13705088 h 57949372"/>
                <a:gd name="connsiteX10904" fmla="*/ 22010744 w 58051775"/>
                <a:gd name="connsiteY10904" fmla="*/ 13557916 h 57949372"/>
                <a:gd name="connsiteX10905" fmla="*/ 20642560 w 58051775"/>
                <a:gd name="connsiteY10905" fmla="*/ 13411200 h 57949372"/>
                <a:gd name="connsiteX10906" fmla="*/ 20759048 w 58051775"/>
                <a:gd name="connsiteY10906" fmla="*/ 13455702 h 57949372"/>
                <a:gd name="connsiteX10907" fmla="*/ 20820020 w 58051775"/>
                <a:gd name="connsiteY10907" fmla="*/ 13509808 h 57949372"/>
                <a:gd name="connsiteX10908" fmla="*/ 20857128 w 58051775"/>
                <a:gd name="connsiteY10908" fmla="*/ 13624998 h 57949372"/>
                <a:gd name="connsiteX10909" fmla="*/ 20867204 w 58051775"/>
                <a:gd name="connsiteY10909" fmla="*/ 13730597 h 57949372"/>
                <a:gd name="connsiteX10910" fmla="*/ 20818968 w 58051775"/>
                <a:gd name="connsiteY10910" fmla="*/ 13778832 h 57949372"/>
                <a:gd name="connsiteX10911" fmla="*/ 20704364 w 58051775"/>
                <a:gd name="connsiteY10911" fmla="*/ 13836196 h 57949372"/>
                <a:gd name="connsiteX10912" fmla="*/ 20434872 w 58051775"/>
                <a:gd name="connsiteY10912" fmla="*/ 13611054 h 57949372"/>
                <a:gd name="connsiteX10913" fmla="*/ 20491344 w 58051775"/>
                <a:gd name="connsiteY10913" fmla="*/ 13515160 h 57949372"/>
                <a:gd name="connsiteX10914" fmla="*/ 20541256 w 58051775"/>
                <a:gd name="connsiteY10914" fmla="*/ 13456088 h 57949372"/>
                <a:gd name="connsiteX10915" fmla="*/ 20642560 w 58051775"/>
                <a:gd name="connsiteY10915" fmla="*/ 13411200 h 57949372"/>
                <a:gd name="connsiteX10916" fmla="*/ 36084272 w 58051775"/>
                <a:gd name="connsiteY10916" fmla="*/ 13404772 h 57949372"/>
                <a:gd name="connsiteX10917" fmla="*/ 36250492 w 58051775"/>
                <a:gd name="connsiteY10917" fmla="*/ 13476194 h 57949372"/>
                <a:gd name="connsiteX10918" fmla="*/ 36271202 w 58051775"/>
                <a:gd name="connsiteY10918" fmla="*/ 13573094 h 57949372"/>
                <a:gd name="connsiteX10919" fmla="*/ 36238624 w 58051775"/>
                <a:gd name="connsiteY10919" fmla="*/ 13652823 h 57949372"/>
                <a:gd name="connsiteX10920" fmla="*/ 36007826 w 58051775"/>
                <a:gd name="connsiteY10920" fmla="*/ 13645528 h 57949372"/>
                <a:gd name="connsiteX10921" fmla="*/ 35947098 w 58051775"/>
                <a:gd name="connsiteY10921" fmla="*/ 13553747 h 57949372"/>
                <a:gd name="connsiteX10922" fmla="*/ 36034648 w 58051775"/>
                <a:gd name="connsiteY10922" fmla="*/ 13414825 h 57949372"/>
                <a:gd name="connsiteX10923" fmla="*/ 36084272 w 58051775"/>
                <a:gd name="connsiteY10923" fmla="*/ 13404772 h 57949372"/>
                <a:gd name="connsiteX10924" fmla="*/ 31169388 w 58051775"/>
                <a:gd name="connsiteY10924" fmla="*/ 13368153 h 57949372"/>
                <a:gd name="connsiteX10925" fmla="*/ 31259092 w 58051775"/>
                <a:gd name="connsiteY10925" fmla="*/ 13392150 h 57949372"/>
                <a:gd name="connsiteX10926" fmla="*/ 31353468 w 58051775"/>
                <a:gd name="connsiteY10926" fmla="*/ 13411200 h 57949372"/>
                <a:gd name="connsiteX10927" fmla="*/ 31455158 w 58051775"/>
                <a:gd name="connsiteY10927" fmla="*/ 13616938 h 57949372"/>
                <a:gd name="connsiteX10928" fmla="*/ 31418370 w 58051775"/>
                <a:gd name="connsiteY10928" fmla="*/ 13708928 h 57949372"/>
                <a:gd name="connsiteX10929" fmla="*/ 31363896 w 58051775"/>
                <a:gd name="connsiteY10929" fmla="*/ 13784836 h 57949372"/>
                <a:gd name="connsiteX10930" fmla="*/ 31286296 w 58051775"/>
                <a:gd name="connsiteY10930" fmla="*/ 13837341 h 57949372"/>
                <a:gd name="connsiteX10931" fmla="*/ 31138610 w 58051775"/>
                <a:gd name="connsiteY10931" fmla="*/ 13839929 h 57949372"/>
                <a:gd name="connsiteX10932" fmla="*/ 31011596 w 58051775"/>
                <a:gd name="connsiteY10932" fmla="*/ 13797034 h 57949372"/>
                <a:gd name="connsiteX10933" fmla="*/ 30949902 w 58051775"/>
                <a:gd name="connsiteY10933" fmla="*/ 13603171 h 57949372"/>
                <a:gd name="connsiteX10934" fmla="*/ 31085760 w 58051775"/>
                <a:gd name="connsiteY10934" fmla="*/ 13386551 h 57949372"/>
                <a:gd name="connsiteX10935" fmla="*/ 31169388 w 58051775"/>
                <a:gd name="connsiteY10935" fmla="*/ 13368153 h 57949372"/>
                <a:gd name="connsiteX10936" fmla="*/ 31833900 w 58051775"/>
                <a:gd name="connsiteY10936" fmla="*/ 13322316 h 57949372"/>
                <a:gd name="connsiteX10937" fmla="*/ 31997284 w 58051775"/>
                <a:gd name="connsiteY10937" fmla="*/ 13541397 h 57949372"/>
                <a:gd name="connsiteX10938" fmla="*/ 31949274 w 58051775"/>
                <a:gd name="connsiteY10938" fmla="*/ 13630844 h 57949372"/>
                <a:gd name="connsiteX10939" fmla="*/ 31672780 w 58051775"/>
                <a:gd name="connsiteY10939" fmla="*/ 13627858 h 57949372"/>
                <a:gd name="connsiteX10940" fmla="*/ 31661102 w 58051775"/>
                <a:gd name="connsiteY10940" fmla="*/ 13523986 h 57949372"/>
                <a:gd name="connsiteX10941" fmla="*/ 31716420 w 58051775"/>
                <a:gd name="connsiteY10941" fmla="*/ 13398502 h 57949372"/>
                <a:gd name="connsiteX10942" fmla="*/ 31754330 w 58051775"/>
                <a:gd name="connsiteY10942" fmla="*/ 13360403 h 57949372"/>
                <a:gd name="connsiteX10943" fmla="*/ 31833900 w 58051775"/>
                <a:gd name="connsiteY10943" fmla="*/ 13322316 h 57949372"/>
                <a:gd name="connsiteX10944" fmla="*/ 27087932 w 58051775"/>
                <a:gd name="connsiteY10944" fmla="*/ 13322316 h 57949372"/>
                <a:gd name="connsiteX10945" fmla="*/ 27220864 w 58051775"/>
                <a:gd name="connsiteY10945" fmla="*/ 13371481 h 57949372"/>
                <a:gd name="connsiteX10946" fmla="*/ 27261928 w 58051775"/>
                <a:gd name="connsiteY10946" fmla="*/ 13541378 h 57949372"/>
                <a:gd name="connsiteX10947" fmla="*/ 26950376 w 58051775"/>
                <a:gd name="connsiteY10947" fmla="*/ 13544200 h 57949372"/>
                <a:gd name="connsiteX10948" fmla="*/ 26974272 w 58051775"/>
                <a:gd name="connsiteY10948" fmla="*/ 13345592 h 57949372"/>
                <a:gd name="connsiteX10949" fmla="*/ 27087932 w 58051775"/>
                <a:gd name="connsiteY10949" fmla="*/ 13322316 h 57949372"/>
                <a:gd name="connsiteX10950" fmla="*/ 35633780 w 58051775"/>
                <a:gd name="connsiteY10950" fmla="*/ 13222234 h 57949372"/>
                <a:gd name="connsiteX10951" fmla="*/ 35704556 w 58051775"/>
                <a:gd name="connsiteY10951" fmla="*/ 13238557 h 57949372"/>
                <a:gd name="connsiteX10952" fmla="*/ 35736194 w 58051775"/>
                <a:gd name="connsiteY10952" fmla="*/ 13458612 h 57949372"/>
                <a:gd name="connsiteX10953" fmla="*/ 35623150 w 58051775"/>
                <a:gd name="connsiteY10953" fmla="*/ 13561130 h 57949372"/>
                <a:gd name="connsiteX10954" fmla="*/ 35498804 w 58051775"/>
                <a:gd name="connsiteY10954" fmla="*/ 13430281 h 57949372"/>
                <a:gd name="connsiteX10955" fmla="*/ 35559002 w 58051775"/>
                <a:gd name="connsiteY10955" fmla="*/ 13245086 h 57949372"/>
                <a:gd name="connsiteX10956" fmla="*/ 35633780 w 58051775"/>
                <a:gd name="connsiteY10956" fmla="*/ 13222234 h 57949372"/>
                <a:gd name="connsiteX10957" fmla="*/ 34312192 w 58051775"/>
                <a:gd name="connsiteY10957" fmla="*/ 13151900 h 57949372"/>
                <a:gd name="connsiteX10958" fmla="*/ 34369340 w 58051775"/>
                <a:gd name="connsiteY10958" fmla="*/ 13193188 h 57949372"/>
                <a:gd name="connsiteX10959" fmla="*/ 34439416 w 58051775"/>
                <a:gd name="connsiteY10959" fmla="*/ 13243669 h 57949372"/>
                <a:gd name="connsiteX10960" fmla="*/ 34493204 w 58051775"/>
                <a:gd name="connsiteY10960" fmla="*/ 13386918 h 57949372"/>
                <a:gd name="connsiteX10961" fmla="*/ 34442260 w 58051775"/>
                <a:gd name="connsiteY10961" fmla="*/ 13505145 h 57949372"/>
                <a:gd name="connsiteX10962" fmla="*/ 34223484 w 58051775"/>
                <a:gd name="connsiteY10962" fmla="*/ 13558435 h 57949372"/>
                <a:gd name="connsiteX10963" fmla="*/ 34112888 w 58051775"/>
                <a:gd name="connsiteY10963" fmla="*/ 13499236 h 57949372"/>
                <a:gd name="connsiteX10964" fmla="*/ 34068284 w 58051775"/>
                <a:gd name="connsiteY10964" fmla="*/ 13396060 h 57949372"/>
                <a:gd name="connsiteX10965" fmla="*/ 34101928 w 58051775"/>
                <a:gd name="connsiteY10965" fmla="*/ 13329655 h 57949372"/>
                <a:gd name="connsiteX10966" fmla="*/ 34143716 w 58051775"/>
                <a:gd name="connsiteY10966" fmla="*/ 13275998 h 57949372"/>
                <a:gd name="connsiteX10967" fmla="*/ 34227018 w 58051775"/>
                <a:gd name="connsiteY10967" fmla="*/ 13194213 h 57949372"/>
                <a:gd name="connsiteX10968" fmla="*/ 34312192 w 58051775"/>
                <a:gd name="connsiteY10968" fmla="*/ 13151900 h 57949372"/>
                <a:gd name="connsiteX10969" fmla="*/ 22965812 w 58051775"/>
                <a:gd name="connsiteY10969" fmla="*/ 13144504 h 57949372"/>
                <a:gd name="connsiteX10970" fmla="*/ 23116920 w 58051775"/>
                <a:gd name="connsiteY10970" fmla="*/ 13188310 h 57949372"/>
                <a:gd name="connsiteX10971" fmla="*/ 23190204 w 58051775"/>
                <a:gd name="connsiteY10971" fmla="*/ 13362187 h 57949372"/>
                <a:gd name="connsiteX10972" fmla="*/ 23190204 w 58051775"/>
                <a:gd name="connsiteY10972" fmla="*/ 13450786 h 57949372"/>
                <a:gd name="connsiteX10973" fmla="*/ 23125508 w 58051775"/>
                <a:gd name="connsiteY10973" fmla="*/ 13497673 h 57949372"/>
                <a:gd name="connsiteX10974" fmla="*/ 22842592 w 58051775"/>
                <a:gd name="connsiteY10974" fmla="*/ 13512598 h 57949372"/>
                <a:gd name="connsiteX10975" fmla="*/ 22790084 w 58051775"/>
                <a:gd name="connsiteY10975" fmla="*/ 13436608 h 57949372"/>
                <a:gd name="connsiteX10976" fmla="*/ 22810104 w 58051775"/>
                <a:gd name="connsiteY10976" fmla="*/ 13252001 h 57949372"/>
                <a:gd name="connsiteX10977" fmla="*/ 22847304 w 58051775"/>
                <a:gd name="connsiteY10977" fmla="*/ 13221209 h 57949372"/>
                <a:gd name="connsiteX10978" fmla="*/ 22859688 w 58051775"/>
                <a:gd name="connsiteY10978" fmla="*/ 13177093 h 57949372"/>
                <a:gd name="connsiteX10979" fmla="*/ 22965812 w 58051775"/>
                <a:gd name="connsiteY10979" fmla="*/ 13144504 h 57949372"/>
                <a:gd name="connsiteX10980" fmla="*/ 24602736 w 58051775"/>
                <a:gd name="connsiteY10980" fmla="*/ 13134198 h 57949372"/>
                <a:gd name="connsiteX10981" fmla="*/ 24701504 w 58051775"/>
                <a:gd name="connsiteY10981" fmla="*/ 13297433 h 57949372"/>
                <a:gd name="connsiteX10982" fmla="*/ 24562784 w 58051775"/>
                <a:gd name="connsiteY10982" fmla="*/ 13396117 h 57949372"/>
                <a:gd name="connsiteX10983" fmla="*/ 24441176 w 58051775"/>
                <a:gd name="connsiteY10983" fmla="*/ 13304886 h 57949372"/>
                <a:gd name="connsiteX10984" fmla="*/ 24523704 w 58051775"/>
                <a:gd name="connsiteY10984" fmla="*/ 13149458 h 57949372"/>
                <a:gd name="connsiteX10985" fmla="*/ 24602736 w 58051775"/>
                <a:gd name="connsiteY10985" fmla="*/ 13134198 h 57949372"/>
                <a:gd name="connsiteX10986" fmla="*/ 21408376 w 58051775"/>
                <a:gd name="connsiteY10986" fmla="*/ 13054785 h 57949372"/>
                <a:gd name="connsiteX10987" fmla="*/ 21435776 w 58051775"/>
                <a:gd name="connsiteY10987" fmla="*/ 13055810 h 57949372"/>
                <a:gd name="connsiteX10988" fmla="*/ 21467208 w 58051775"/>
                <a:gd name="connsiteY10988" fmla="*/ 13074322 h 57949372"/>
                <a:gd name="connsiteX10989" fmla="*/ 21488168 w 58051775"/>
                <a:gd name="connsiteY10989" fmla="*/ 13281028 h 57949372"/>
                <a:gd name="connsiteX10990" fmla="*/ 21406192 w 58051775"/>
                <a:gd name="connsiteY10990" fmla="*/ 13385811 h 57949372"/>
                <a:gd name="connsiteX10991" fmla="*/ 21253800 w 58051775"/>
                <a:gd name="connsiteY10991" fmla="*/ 13305291 h 57949372"/>
                <a:gd name="connsiteX10992" fmla="*/ 21308784 w 58051775"/>
                <a:gd name="connsiteY10992" fmla="*/ 13117293 h 57949372"/>
                <a:gd name="connsiteX10993" fmla="*/ 21408376 w 58051775"/>
                <a:gd name="connsiteY10993" fmla="*/ 13054785 h 57949372"/>
                <a:gd name="connsiteX10994" fmla="*/ 29757908 w 58051775"/>
                <a:gd name="connsiteY10994" fmla="*/ 13049515 h 57949372"/>
                <a:gd name="connsiteX10995" fmla="*/ 29887852 w 58051775"/>
                <a:gd name="connsiteY10995" fmla="*/ 13067698 h 57949372"/>
                <a:gd name="connsiteX10996" fmla="*/ 29939088 w 58051775"/>
                <a:gd name="connsiteY10996" fmla="*/ 13208005 h 57949372"/>
                <a:gd name="connsiteX10997" fmla="*/ 29912838 w 58051775"/>
                <a:gd name="connsiteY10997" fmla="*/ 13378472 h 57949372"/>
                <a:gd name="connsiteX10998" fmla="*/ 29689644 w 58051775"/>
                <a:gd name="connsiteY10998" fmla="*/ 13380433 h 57949372"/>
                <a:gd name="connsiteX10999" fmla="*/ 29606856 w 58051775"/>
                <a:gd name="connsiteY10999" fmla="*/ 13235887 h 57949372"/>
                <a:gd name="connsiteX11000" fmla="*/ 29652524 w 58051775"/>
                <a:gd name="connsiteY11000" fmla="*/ 13061909 h 57949372"/>
                <a:gd name="connsiteX11001" fmla="*/ 29757908 w 58051775"/>
                <a:gd name="connsiteY11001" fmla="*/ 13049515 h 57949372"/>
                <a:gd name="connsiteX11002" fmla="*/ 27834984 w 58051775"/>
                <a:gd name="connsiteY11002" fmla="*/ 12890506 h 57949372"/>
                <a:gd name="connsiteX11003" fmla="*/ 27981012 w 58051775"/>
                <a:gd name="connsiteY11003" fmla="*/ 12983825 h 57949372"/>
                <a:gd name="connsiteX11004" fmla="*/ 27832088 w 58051775"/>
                <a:gd name="connsiteY11004" fmla="*/ 13296908 h 57949372"/>
                <a:gd name="connsiteX11005" fmla="*/ 27734664 w 58051775"/>
                <a:gd name="connsiteY11005" fmla="*/ 13255797 h 57949372"/>
                <a:gd name="connsiteX11006" fmla="*/ 27683000 w 58051775"/>
                <a:gd name="connsiteY11006" fmla="*/ 13192315 h 57949372"/>
                <a:gd name="connsiteX11007" fmla="*/ 27660602 w 58051775"/>
                <a:gd name="connsiteY11007" fmla="*/ 13094207 h 57949372"/>
                <a:gd name="connsiteX11008" fmla="*/ 27746604 w 58051775"/>
                <a:gd name="connsiteY11008" fmla="*/ 12931775 h 57949372"/>
                <a:gd name="connsiteX11009" fmla="*/ 27834984 w 58051775"/>
                <a:gd name="connsiteY11009" fmla="*/ 12890506 h 57949372"/>
                <a:gd name="connsiteX11010" fmla="*/ 34989368 w 58051775"/>
                <a:gd name="connsiteY11010" fmla="*/ 12877802 h 57949372"/>
                <a:gd name="connsiteX11011" fmla="*/ 35102802 w 58051775"/>
                <a:gd name="connsiteY11011" fmla="*/ 12941961 h 57949372"/>
                <a:gd name="connsiteX11012" fmla="*/ 35145712 w 58051775"/>
                <a:gd name="connsiteY11012" fmla="*/ 12973234 h 57949372"/>
                <a:gd name="connsiteX11013" fmla="*/ 35204402 w 58051775"/>
                <a:gd name="connsiteY11013" fmla="*/ 13093340 h 57949372"/>
                <a:gd name="connsiteX11014" fmla="*/ 34975824 w 58051775"/>
                <a:gd name="connsiteY11014" fmla="*/ 13201653 h 57949372"/>
                <a:gd name="connsiteX11015" fmla="*/ 34772602 w 58051775"/>
                <a:gd name="connsiteY11015" fmla="*/ 13086988 h 57949372"/>
                <a:gd name="connsiteX11016" fmla="*/ 34830660 w 58051775"/>
                <a:gd name="connsiteY11016" fmla="*/ 12966401 h 57949372"/>
                <a:gd name="connsiteX11017" fmla="*/ 34900252 w 58051775"/>
                <a:gd name="connsiteY11017" fmla="*/ 12915003 h 57949372"/>
                <a:gd name="connsiteX11018" fmla="*/ 34989368 w 58051775"/>
                <a:gd name="connsiteY11018" fmla="*/ 12877802 h 57949372"/>
                <a:gd name="connsiteX11019" fmla="*/ 32336184 w 58051775"/>
                <a:gd name="connsiteY11019" fmla="*/ 12877802 h 57949372"/>
                <a:gd name="connsiteX11020" fmla="*/ 32448504 w 58051775"/>
                <a:gd name="connsiteY11020" fmla="*/ 12998452 h 57949372"/>
                <a:gd name="connsiteX11021" fmla="*/ 32329376 w 58051775"/>
                <a:gd name="connsiteY11021" fmla="*/ 13119115 h 57949372"/>
                <a:gd name="connsiteX11022" fmla="*/ 32197052 w 58051775"/>
                <a:gd name="connsiteY11022" fmla="*/ 12990854 h 57949372"/>
                <a:gd name="connsiteX11023" fmla="*/ 32226440 w 58051775"/>
                <a:gd name="connsiteY11023" fmla="*/ 12895150 h 57949372"/>
                <a:gd name="connsiteX11024" fmla="*/ 32336184 w 58051775"/>
                <a:gd name="connsiteY11024" fmla="*/ 12877802 h 57949372"/>
                <a:gd name="connsiteX11025" fmla="*/ 31164968 w 58051775"/>
                <a:gd name="connsiteY11025" fmla="*/ 12877802 h 57949372"/>
                <a:gd name="connsiteX11026" fmla="*/ 31283748 w 58051775"/>
                <a:gd name="connsiteY11026" fmla="*/ 12990259 h 57949372"/>
                <a:gd name="connsiteX11027" fmla="*/ 31156080 w 58051775"/>
                <a:gd name="connsiteY11027" fmla="*/ 13112763 h 57949372"/>
                <a:gd name="connsiteX11028" fmla="*/ 31053456 w 58051775"/>
                <a:gd name="connsiteY11028" fmla="*/ 13101685 h 57949372"/>
                <a:gd name="connsiteX11029" fmla="*/ 31058572 w 58051775"/>
                <a:gd name="connsiteY11029" fmla="*/ 12906038 h 57949372"/>
                <a:gd name="connsiteX11030" fmla="*/ 31164968 w 58051775"/>
                <a:gd name="connsiteY11030" fmla="*/ 12877802 h 57949372"/>
                <a:gd name="connsiteX11031" fmla="*/ 23684424 w 58051775"/>
                <a:gd name="connsiteY11031" fmla="*/ 12877802 h 57949372"/>
                <a:gd name="connsiteX11032" fmla="*/ 23828120 w 58051775"/>
                <a:gd name="connsiteY11032" fmla="*/ 12921608 h 57949372"/>
                <a:gd name="connsiteX11033" fmla="*/ 23901404 w 58051775"/>
                <a:gd name="connsiteY11033" fmla="*/ 13095624 h 57949372"/>
                <a:gd name="connsiteX11034" fmla="*/ 23901404 w 58051775"/>
                <a:gd name="connsiteY11034" fmla="*/ 13184356 h 57949372"/>
                <a:gd name="connsiteX11035" fmla="*/ 23783924 w 58051775"/>
                <a:gd name="connsiteY11035" fmla="*/ 13296908 h 57949372"/>
                <a:gd name="connsiteX11036" fmla="*/ 23579552 w 58051775"/>
                <a:gd name="connsiteY11036" fmla="*/ 13296908 h 57949372"/>
                <a:gd name="connsiteX11037" fmla="*/ 23524576 w 58051775"/>
                <a:gd name="connsiteY11037" fmla="*/ 13239531 h 57949372"/>
                <a:gd name="connsiteX11038" fmla="*/ 23463448 w 58051775"/>
                <a:gd name="connsiteY11038" fmla="*/ 13096655 h 57949372"/>
                <a:gd name="connsiteX11039" fmla="*/ 23521612 w 58051775"/>
                <a:gd name="connsiteY11039" fmla="*/ 12974841 h 57949372"/>
                <a:gd name="connsiteX11040" fmla="*/ 23558256 w 58051775"/>
                <a:gd name="connsiteY11040" fmla="*/ 12928365 h 57949372"/>
                <a:gd name="connsiteX11041" fmla="*/ 23581480 w 58051775"/>
                <a:gd name="connsiteY11041" fmla="*/ 12887330 h 57949372"/>
                <a:gd name="connsiteX11042" fmla="*/ 23684424 w 58051775"/>
                <a:gd name="connsiteY11042" fmla="*/ 12877802 h 57949372"/>
                <a:gd name="connsiteX11043" fmla="*/ 10803660 w 58051775"/>
                <a:gd name="connsiteY11043" fmla="*/ 12872260 h 57949372"/>
                <a:gd name="connsiteX11044" fmla="*/ 10896600 w 58051775"/>
                <a:gd name="connsiteY11044" fmla="*/ 12915914 h 57949372"/>
                <a:gd name="connsiteX11045" fmla="*/ 10941144 w 58051775"/>
                <a:gd name="connsiteY11045" fmla="*/ 12954001 h 57949372"/>
                <a:gd name="connsiteX11046" fmla="*/ 11016136 w 58051775"/>
                <a:gd name="connsiteY11046" fmla="*/ 13003849 h 57949372"/>
                <a:gd name="connsiteX11047" fmla="*/ 11089936 w 58051775"/>
                <a:gd name="connsiteY11047" fmla="*/ 13054570 h 57949372"/>
                <a:gd name="connsiteX11048" fmla="*/ 11137556 w 58051775"/>
                <a:gd name="connsiteY11048" fmla="*/ 13099319 h 57949372"/>
                <a:gd name="connsiteX11049" fmla="*/ 11200928 w 58051775"/>
                <a:gd name="connsiteY11049" fmla="*/ 13151204 h 57949372"/>
                <a:gd name="connsiteX11050" fmla="*/ 11245656 w 58051775"/>
                <a:gd name="connsiteY11050" fmla="*/ 13256474 h 57949372"/>
                <a:gd name="connsiteX11051" fmla="*/ 11156540 w 58051775"/>
                <a:gd name="connsiteY11051" fmla="*/ 13385811 h 57949372"/>
                <a:gd name="connsiteX11052" fmla="*/ 11037972 w 58051775"/>
                <a:gd name="connsiteY11052" fmla="*/ 13341353 h 57949372"/>
                <a:gd name="connsiteX11053" fmla="*/ 10901412 w 58051775"/>
                <a:gd name="connsiteY11053" fmla="*/ 13290613 h 57949372"/>
                <a:gd name="connsiteX11054" fmla="*/ 10779128 w 58051775"/>
                <a:gd name="connsiteY11054" fmla="*/ 13315812 h 57949372"/>
                <a:gd name="connsiteX11055" fmla="*/ 10744200 w 58051775"/>
                <a:gd name="connsiteY11055" fmla="*/ 13360871 h 57949372"/>
                <a:gd name="connsiteX11056" fmla="*/ 10699300 w 58051775"/>
                <a:gd name="connsiteY11056" fmla="*/ 13393169 h 57949372"/>
                <a:gd name="connsiteX11057" fmla="*/ 10641528 w 58051775"/>
                <a:gd name="connsiteY11057" fmla="*/ 13445769 h 57949372"/>
                <a:gd name="connsiteX11058" fmla="*/ 10575304 w 58051775"/>
                <a:gd name="connsiteY11058" fmla="*/ 13527744 h 57949372"/>
                <a:gd name="connsiteX11059" fmla="*/ 10350500 w 58051775"/>
                <a:gd name="connsiteY11059" fmla="*/ 13799343 h 57949372"/>
                <a:gd name="connsiteX11060" fmla="*/ 10319608 w 58051775"/>
                <a:gd name="connsiteY11060" fmla="*/ 13832223 h 57949372"/>
                <a:gd name="connsiteX11061" fmla="*/ 10273620 w 58051775"/>
                <a:gd name="connsiteY11061" fmla="*/ 13882754 h 57949372"/>
                <a:gd name="connsiteX11062" fmla="*/ 10248268 w 58051775"/>
                <a:gd name="connsiteY11062" fmla="*/ 13919215 h 57949372"/>
                <a:gd name="connsiteX11063" fmla="*/ 10198100 w 58051775"/>
                <a:gd name="connsiteY11063" fmla="*/ 13970341 h 57949372"/>
                <a:gd name="connsiteX11064" fmla="*/ 10264776 w 58051775"/>
                <a:gd name="connsiteY11064" fmla="*/ 14045591 h 57949372"/>
                <a:gd name="connsiteX11065" fmla="*/ 10371996 w 58051775"/>
                <a:gd name="connsiteY11065" fmla="*/ 14148558 h 57949372"/>
                <a:gd name="connsiteX11066" fmla="*/ 10463172 w 58051775"/>
                <a:gd name="connsiteY11066" fmla="*/ 14211964 h 57949372"/>
                <a:gd name="connsiteX11067" fmla="*/ 10521472 w 58051775"/>
                <a:gd name="connsiteY11067" fmla="*/ 14260604 h 57949372"/>
                <a:gd name="connsiteX11068" fmla="*/ 10563648 w 58051775"/>
                <a:gd name="connsiteY11068" fmla="*/ 14294806 h 57949372"/>
                <a:gd name="connsiteX11069" fmla="*/ 10646216 w 58051775"/>
                <a:gd name="connsiteY11069" fmla="*/ 14346957 h 57949372"/>
                <a:gd name="connsiteX11070" fmla="*/ 10705504 w 58051775"/>
                <a:gd name="connsiteY11070" fmla="*/ 14389112 h 57949372"/>
                <a:gd name="connsiteX11071" fmla="*/ 10783680 w 58051775"/>
                <a:gd name="connsiteY11071" fmla="*/ 14446261 h 57949372"/>
                <a:gd name="connsiteX11072" fmla="*/ 10916644 w 58051775"/>
                <a:gd name="connsiteY11072" fmla="*/ 14472232 h 57949372"/>
                <a:gd name="connsiteX11073" fmla="*/ 10967688 w 58051775"/>
                <a:gd name="connsiteY11073" fmla="*/ 14408073 h 57949372"/>
                <a:gd name="connsiteX11074" fmla="*/ 11010900 w 58051775"/>
                <a:gd name="connsiteY11074" fmla="*/ 14357143 h 57949372"/>
                <a:gd name="connsiteX11075" fmla="*/ 11055352 w 58051775"/>
                <a:gd name="connsiteY11075" fmla="*/ 14294705 h 57949372"/>
                <a:gd name="connsiteX11076" fmla="*/ 11099800 w 58051775"/>
                <a:gd name="connsiteY11076" fmla="*/ 14233842 h 57949372"/>
                <a:gd name="connsiteX11077" fmla="*/ 11124800 w 58051775"/>
                <a:gd name="connsiteY11077" fmla="*/ 14201810 h 57949372"/>
                <a:gd name="connsiteX11078" fmla="*/ 11164184 w 58051775"/>
                <a:gd name="connsiteY11078" fmla="*/ 14138429 h 57949372"/>
                <a:gd name="connsiteX11079" fmla="*/ 11228084 w 58051775"/>
                <a:gd name="connsiteY11079" fmla="*/ 14056378 h 57949372"/>
                <a:gd name="connsiteX11080" fmla="*/ 11277600 w 58051775"/>
                <a:gd name="connsiteY11080" fmla="*/ 14022100 h 57949372"/>
                <a:gd name="connsiteX11081" fmla="*/ 11277600 w 58051775"/>
                <a:gd name="connsiteY11081" fmla="*/ 13933754 h 57949372"/>
                <a:gd name="connsiteX11082" fmla="*/ 11234296 w 58051775"/>
                <a:gd name="connsiteY11082" fmla="*/ 13793573 h 57949372"/>
                <a:gd name="connsiteX11083" fmla="*/ 11178984 w 58051775"/>
                <a:gd name="connsiteY11083" fmla="*/ 13569956 h 57949372"/>
                <a:gd name="connsiteX11084" fmla="*/ 11195052 w 58051775"/>
                <a:gd name="connsiteY11084" fmla="*/ 13506461 h 57949372"/>
                <a:gd name="connsiteX11085" fmla="*/ 11249708 w 58051775"/>
                <a:gd name="connsiteY11085" fmla="*/ 13508821 h 57949372"/>
                <a:gd name="connsiteX11086" fmla="*/ 11438476 w 58051775"/>
                <a:gd name="connsiteY11086" fmla="*/ 13614578 h 57949372"/>
                <a:gd name="connsiteX11087" fmla="*/ 11471124 w 58051775"/>
                <a:gd name="connsiteY11087" fmla="*/ 13652513 h 57949372"/>
                <a:gd name="connsiteX11088" fmla="*/ 11528712 w 58051775"/>
                <a:gd name="connsiteY11088" fmla="*/ 13695250 h 57949372"/>
                <a:gd name="connsiteX11089" fmla="*/ 11620952 w 58051775"/>
                <a:gd name="connsiteY11089" fmla="*/ 13764021 h 57949372"/>
                <a:gd name="connsiteX11090" fmla="*/ 11682672 w 58051775"/>
                <a:gd name="connsiteY11090" fmla="*/ 13821474 h 57949372"/>
                <a:gd name="connsiteX11091" fmla="*/ 11729640 w 58051775"/>
                <a:gd name="connsiteY11091" fmla="*/ 13869038 h 57949372"/>
                <a:gd name="connsiteX11092" fmla="*/ 11766584 w 58051775"/>
                <a:gd name="connsiteY11092" fmla="*/ 13906606 h 57949372"/>
                <a:gd name="connsiteX11093" fmla="*/ 11846524 w 58051775"/>
                <a:gd name="connsiteY11093" fmla="*/ 13951165 h 57949372"/>
                <a:gd name="connsiteX11094" fmla="*/ 11910184 w 58051775"/>
                <a:gd name="connsiteY11094" fmla="*/ 14000488 h 57949372"/>
                <a:gd name="connsiteX11095" fmla="*/ 11954632 w 58051775"/>
                <a:gd name="connsiteY11095" fmla="*/ 14111395 h 57949372"/>
                <a:gd name="connsiteX11096" fmla="*/ 11714288 w 58051775"/>
                <a:gd name="connsiteY11096" fmla="*/ 14187385 h 57949372"/>
                <a:gd name="connsiteX11097" fmla="*/ 11538112 w 58051775"/>
                <a:gd name="connsiteY11097" fmla="*/ 14190985 h 57949372"/>
                <a:gd name="connsiteX11098" fmla="*/ 11500528 w 58051775"/>
                <a:gd name="connsiteY11098" fmla="*/ 14234563 h 57949372"/>
                <a:gd name="connsiteX11099" fmla="*/ 11440312 w 58051775"/>
                <a:gd name="connsiteY11099" fmla="*/ 14282235 h 57949372"/>
                <a:gd name="connsiteX11100" fmla="*/ 11353612 w 58051775"/>
                <a:gd name="connsiteY11100" fmla="*/ 14359699 h 57949372"/>
                <a:gd name="connsiteX11101" fmla="*/ 11279520 w 58051775"/>
                <a:gd name="connsiteY11101" fmla="*/ 14450810 h 57949372"/>
                <a:gd name="connsiteX11102" fmla="*/ 11239500 w 58051775"/>
                <a:gd name="connsiteY11102" fmla="*/ 14509857 h 57949372"/>
                <a:gd name="connsiteX11103" fmla="*/ 11208500 w 58051775"/>
                <a:gd name="connsiteY11103" fmla="*/ 14555890 h 57949372"/>
                <a:gd name="connsiteX11104" fmla="*/ 11162592 w 58051775"/>
                <a:gd name="connsiteY11104" fmla="*/ 14602170 h 57949372"/>
                <a:gd name="connsiteX11105" fmla="*/ 11117484 w 58051775"/>
                <a:gd name="connsiteY11105" fmla="*/ 14664526 h 57949372"/>
                <a:gd name="connsiteX11106" fmla="*/ 11119828 w 58051775"/>
                <a:gd name="connsiteY11106" fmla="*/ 14744704 h 57949372"/>
                <a:gd name="connsiteX11107" fmla="*/ 11165216 w 58051775"/>
                <a:gd name="connsiteY11107" fmla="*/ 14782677 h 57949372"/>
                <a:gd name="connsiteX11108" fmla="*/ 11216400 w 58051775"/>
                <a:gd name="connsiteY11108" fmla="*/ 14827989 h 57949372"/>
                <a:gd name="connsiteX11109" fmla="*/ 11286028 w 58051775"/>
                <a:gd name="connsiteY11109" fmla="*/ 14879191 h 57949372"/>
                <a:gd name="connsiteX11110" fmla="*/ 11359960 w 58051775"/>
                <a:gd name="connsiteY11110" fmla="*/ 14929950 h 57949372"/>
                <a:gd name="connsiteX11111" fmla="*/ 11409896 w 58051775"/>
                <a:gd name="connsiteY11111" fmla="*/ 14974933 h 57949372"/>
                <a:gd name="connsiteX11112" fmla="*/ 11462708 w 58051775"/>
                <a:gd name="connsiteY11112" fmla="*/ 15026856 h 57949372"/>
                <a:gd name="connsiteX11113" fmla="*/ 11500820 w 58051775"/>
                <a:gd name="connsiteY11113" fmla="*/ 15065259 h 57949372"/>
                <a:gd name="connsiteX11114" fmla="*/ 11536728 w 58051775"/>
                <a:gd name="connsiteY11114" fmla="*/ 15098253 h 57949372"/>
                <a:gd name="connsiteX11115" fmla="*/ 11703480 w 58051775"/>
                <a:gd name="connsiteY11115" fmla="*/ 15224129 h 57949372"/>
                <a:gd name="connsiteX11116" fmla="*/ 11781020 w 58051775"/>
                <a:gd name="connsiteY11116" fmla="*/ 15278102 h 57949372"/>
                <a:gd name="connsiteX11117" fmla="*/ 11843560 w 58051775"/>
                <a:gd name="connsiteY11117" fmla="*/ 15233657 h 57949372"/>
                <a:gd name="connsiteX11118" fmla="*/ 11954840 w 58051775"/>
                <a:gd name="connsiteY11118" fmla="*/ 15171788 h 57949372"/>
                <a:gd name="connsiteX11119" fmla="*/ 11985204 w 58051775"/>
                <a:gd name="connsiteY11119" fmla="*/ 15113962 h 57949372"/>
                <a:gd name="connsiteX11120" fmla="*/ 12019168 w 58051775"/>
                <a:gd name="connsiteY11120" fmla="*/ 15033050 h 57949372"/>
                <a:gd name="connsiteX11121" fmla="*/ 12065028 w 58051775"/>
                <a:gd name="connsiteY11121" fmla="*/ 14954251 h 57949372"/>
                <a:gd name="connsiteX11122" fmla="*/ 12214464 w 58051775"/>
                <a:gd name="connsiteY11122" fmla="*/ 14808205 h 57949372"/>
                <a:gd name="connsiteX11123" fmla="*/ 12247080 w 58051775"/>
                <a:gd name="connsiteY11123" fmla="*/ 14741528 h 57949372"/>
                <a:gd name="connsiteX11124" fmla="*/ 12302496 w 58051775"/>
                <a:gd name="connsiteY11124" fmla="*/ 14645685 h 57949372"/>
                <a:gd name="connsiteX11125" fmla="*/ 12342416 w 58051775"/>
                <a:gd name="connsiteY11125" fmla="*/ 14439308 h 57949372"/>
                <a:gd name="connsiteX11126" fmla="*/ 12292760 w 58051775"/>
                <a:gd name="connsiteY11126" fmla="*/ 14108858 h 57949372"/>
                <a:gd name="connsiteX11127" fmla="*/ 12255500 w 58051775"/>
                <a:gd name="connsiteY11127" fmla="*/ 14027623 h 57949372"/>
                <a:gd name="connsiteX11128" fmla="*/ 12374432 w 58051775"/>
                <a:gd name="connsiteY11128" fmla="*/ 13940884 h 57949372"/>
                <a:gd name="connsiteX11129" fmla="*/ 12452352 w 58051775"/>
                <a:gd name="connsiteY11129" fmla="*/ 13938252 h 57949372"/>
                <a:gd name="connsiteX11130" fmla="*/ 12484932 w 58051775"/>
                <a:gd name="connsiteY11130" fmla="*/ 13999229 h 57949372"/>
                <a:gd name="connsiteX11131" fmla="*/ 12551492 w 58051775"/>
                <a:gd name="connsiteY11131" fmla="*/ 14091719 h 57949372"/>
                <a:gd name="connsiteX11132" fmla="*/ 12604960 w 58051775"/>
                <a:gd name="connsiteY11132" fmla="*/ 14160914 h 57949372"/>
                <a:gd name="connsiteX11133" fmla="*/ 12635840 w 58051775"/>
                <a:gd name="connsiteY11133" fmla="*/ 14198602 h 57949372"/>
                <a:gd name="connsiteX11134" fmla="*/ 12662264 w 58051775"/>
                <a:gd name="connsiteY11134" fmla="*/ 14244167 h 57949372"/>
                <a:gd name="connsiteX11135" fmla="*/ 12714100 w 58051775"/>
                <a:gd name="connsiteY11135" fmla="*/ 14322517 h 57949372"/>
                <a:gd name="connsiteX11136" fmla="*/ 12784212 w 58051775"/>
                <a:gd name="connsiteY11136" fmla="*/ 14412141 h 57949372"/>
                <a:gd name="connsiteX11137" fmla="*/ 12802192 w 58051775"/>
                <a:gd name="connsiteY11137" fmla="*/ 14537473 h 57949372"/>
                <a:gd name="connsiteX11138" fmla="*/ 12738672 w 58051775"/>
                <a:gd name="connsiteY11138" fmla="*/ 14636391 h 57949372"/>
                <a:gd name="connsiteX11139" fmla="*/ 12682880 w 58051775"/>
                <a:gd name="connsiteY11139" fmla="*/ 14697083 h 57949372"/>
                <a:gd name="connsiteX11140" fmla="*/ 12644332 w 58051775"/>
                <a:gd name="connsiteY11140" fmla="*/ 14743913 h 57949372"/>
                <a:gd name="connsiteX11141" fmla="*/ 12593184 w 58051775"/>
                <a:gd name="connsiteY11141" fmla="*/ 14813355 h 57949372"/>
                <a:gd name="connsiteX11142" fmla="*/ 12534896 w 58051775"/>
                <a:gd name="connsiteY11142" fmla="*/ 14888738 h 57949372"/>
                <a:gd name="connsiteX11143" fmla="*/ 12496800 w 58051775"/>
                <a:gd name="connsiteY11143" fmla="*/ 14929931 h 57949372"/>
                <a:gd name="connsiteX11144" fmla="*/ 12449176 w 58051775"/>
                <a:gd name="connsiteY11144" fmla="*/ 14987390 h 57949372"/>
                <a:gd name="connsiteX11145" fmla="*/ 12314572 w 58051775"/>
                <a:gd name="connsiteY11145" fmla="*/ 15150018 h 57949372"/>
                <a:gd name="connsiteX11146" fmla="*/ 12267944 w 58051775"/>
                <a:gd name="connsiteY11146" fmla="*/ 15219871 h 57949372"/>
                <a:gd name="connsiteX11147" fmla="*/ 12135920 w 58051775"/>
                <a:gd name="connsiteY11147" fmla="*/ 15389028 h 57949372"/>
                <a:gd name="connsiteX11148" fmla="*/ 12083744 w 58051775"/>
                <a:gd name="connsiteY11148" fmla="*/ 15451251 h 57949372"/>
                <a:gd name="connsiteX11149" fmla="*/ 11950508 w 58051775"/>
                <a:gd name="connsiteY11149" fmla="*/ 15595601 h 57949372"/>
                <a:gd name="connsiteX11150" fmla="*/ 11905564 w 58051775"/>
                <a:gd name="connsiteY11150" fmla="*/ 15659115 h 57949372"/>
                <a:gd name="connsiteX11151" fmla="*/ 11778940 w 58051775"/>
                <a:gd name="connsiteY11151" fmla="*/ 15839970 h 57949372"/>
                <a:gd name="connsiteX11152" fmla="*/ 11745080 w 58051775"/>
                <a:gd name="connsiteY11152" fmla="*/ 15882125 h 57949372"/>
                <a:gd name="connsiteX11153" fmla="*/ 11701912 w 58051775"/>
                <a:gd name="connsiteY11153" fmla="*/ 15932922 h 57949372"/>
                <a:gd name="connsiteX11154" fmla="*/ 11659140 w 58051775"/>
                <a:gd name="connsiteY11154" fmla="*/ 15989021 h 57949372"/>
                <a:gd name="connsiteX11155" fmla="*/ 11609516 w 58051775"/>
                <a:gd name="connsiteY11155" fmla="*/ 16058235 h 57949372"/>
                <a:gd name="connsiteX11156" fmla="*/ 11519620 w 58051775"/>
                <a:gd name="connsiteY11156" fmla="*/ 16141703 h 57949372"/>
                <a:gd name="connsiteX11157" fmla="*/ 11462592 w 58051775"/>
                <a:gd name="connsiteY11157" fmla="*/ 16100434 h 57949372"/>
                <a:gd name="connsiteX11158" fmla="*/ 11399208 w 58051775"/>
                <a:gd name="connsiteY11158" fmla="*/ 16043405 h 57949372"/>
                <a:gd name="connsiteX11159" fmla="*/ 11409108 w 58051775"/>
                <a:gd name="connsiteY11159" fmla="*/ 15932207 h 57949372"/>
                <a:gd name="connsiteX11160" fmla="*/ 11447212 w 58051775"/>
                <a:gd name="connsiteY11160" fmla="*/ 15815631 h 57949372"/>
                <a:gd name="connsiteX11161" fmla="*/ 11422184 w 58051775"/>
                <a:gd name="connsiteY11161" fmla="*/ 15675109 h 57949372"/>
                <a:gd name="connsiteX11162" fmla="*/ 11333280 w 58051775"/>
                <a:gd name="connsiteY11162" fmla="*/ 15607679 h 57949372"/>
                <a:gd name="connsiteX11163" fmla="*/ 11277600 w 58051775"/>
                <a:gd name="connsiteY11163" fmla="*/ 15570459 h 57949372"/>
                <a:gd name="connsiteX11164" fmla="*/ 11233280 w 58051775"/>
                <a:gd name="connsiteY11164" fmla="*/ 15535972 h 57949372"/>
                <a:gd name="connsiteX11165" fmla="*/ 11181324 w 58051775"/>
                <a:gd name="connsiteY11165" fmla="*/ 15490774 h 57949372"/>
                <a:gd name="connsiteX11166" fmla="*/ 11114520 w 58051775"/>
                <a:gd name="connsiteY11166" fmla="*/ 15437364 h 57949372"/>
                <a:gd name="connsiteX11167" fmla="*/ 11024400 w 58051775"/>
                <a:gd name="connsiteY11167" fmla="*/ 15374812 h 57949372"/>
                <a:gd name="connsiteX11168" fmla="*/ 10977492 w 58051775"/>
                <a:gd name="connsiteY11168" fmla="*/ 15341603 h 57949372"/>
                <a:gd name="connsiteX11169" fmla="*/ 10939244 w 58051775"/>
                <a:gd name="connsiteY11169" fmla="*/ 15303877 h 57949372"/>
                <a:gd name="connsiteX11170" fmla="*/ 10882316 w 58051775"/>
                <a:gd name="connsiteY11170" fmla="*/ 15254054 h 57949372"/>
                <a:gd name="connsiteX11171" fmla="*/ 10826232 w 58051775"/>
                <a:gd name="connsiteY11171" fmla="*/ 15209242 h 57949372"/>
                <a:gd name="connsiteX11172" fmla="*/ 10787836 w 58051775"/>
                <a:gd name="connsiteY11172" fmla="*/ 15176508 h 57949372"/>
                <a:gd name="connsiteX11173" fmla="*/ 10736992 w 58051775"/>
                <a:gd name="connsiteY11173" fmla="*/ 15132069 h 57949372"/>
                <a:gd name="connsiteX11174" fmla="*/ 10686848 w 58051775"/>
                <a:gd name="connsiteY11174" fmla="*/ 15087605 h 57949372"/>
                <a:gd name="connsiteX11175" fmla="*/ 10450956 w 58051775"/>
                <a:gd name="connsiteY11175" fmla="*/ 14894343 h 57949372"/>
                <a:gd name="connsiteX11176" fmla="*/ 10332028 w 58051775"/>
                <a:gd name="connsiteY11176" fmla="*/ 14802916 h 57949372"/>
                <a:gd name="connsiteX11177" fmla="*/ 10287000 w 58051775"/>
                <a:gd name="connsiteY11177" fmla="*/ 14771080 h 57949372"/>
                <a:gd name="connsiteX11178" fmla="*/ 10239376 w 58051775"/>
                <a:gd name="connsiteY11178" fmla="*/ 14730412 h 57949372"/>
                <a:gd name="connsiteX11179" fmla="*/ 9999428 w 58051775"/>
                <a:gd name="connsiteY11179" fmla="*/ 14531994 h 57949372"/>
                <a:gd name="connsiteX11180" fmla="*/ 9917472 w 58051775"/>
                <a:gd name="connsiteY11180" fmla="*/ 14452613 h 57949372"/>
                <a:gd name="connsiteX11181" fmla="*/ 9841052 w 58051775"/>
                <a:gd name="connsiteY11181" fmla="*/ 14452613 h 57949372"/>
                <a:gd name="connsiteX11182" fmla="*/ 9669292 w 58051775"/>
                <a:gd name="connsiteY11182" fmla="*/ 14505985 h 57949372"/>
                <a:gd name="connsiteX11183" fmla="*/ 9591392 w 58051775"/>
                <a:gd name="connsiteY11183" fmla="*/ 14550348 h 57949372"/>
                <a:gd name="connsiteX11184" fmla="*/ 9480724 w 58051775"/>
                <a:gd name="connsiteY11184" fmla="*/ 14443085 h 57949372"/>
                <a:gd name="connsiteX11185" fmla="*/ 9539860 w 58051775"/>
                <a:gd name="connsiteY11185" fmla="*/ 14318139 h 57949372"/>
                <a:gd name="connsiteX11186" fmla="*/ 9588792 w 58051775"/>
                <a:gd name="connsiteY11186" fmla="*/ 14267690 h 57949372"/>
                <a:gd name="connsiteX11187" fmla="*/ 9633000 w 58051775"/>
                <a:gd name="connsiteY11187" fmla="*/ 14221682 h 57949372"/>
                <a:gd name="connsiteX11188" fmla="*/ 9672768 w 58051775"/>
                <a:gd name="connsiteY11188" fmla="*/ 14177237 h 57949372"/>
                <a:gd name="connsiteX11189" fmla="*/ 9715500 w 58051775"/>
                <a:gd name="connsiteY11189" fmla="*/ 14122416 h 57949372"/>
                <a:gd name="connsiteX11190" fmla="*/ 9758688 w 58051775"/>
                <a:gd name="connsiteY11190" fmla="*/ 14065773 h 57949372"/>
                <a:gd name="connsiteX11191" fmla="*/ 9791808 w 58051775"/>
                <a:gd name="connsiteY11191" fmla="*/ 14020746 h 57949372"/>
                <a:gd name="connsiteX11192" fmla="*/ 9842180 w 58051775"/>
                <a:gd name="connsiteY11192" fmla="*/ 13957941 h 57949372"/>
                <a:gd name="connsiteX11193" fmla="*/ 10083432 w 58051775"/>
                <a:gd name="connsiteY11193" fmla="*/ 13684368 h 57949372"/>
                <a:gd name="connsiteX11194" fmla="*/ 10116936 w 58051775"/>
                <a:gd name="connsiteY11194" fmla="*/ 13645174 h 57949372"/>
                <a:gd name="connsiteX11195" fmla="*/ 10160000 w 58051775"/>
                <a:gd name="connsiteY11195" fmla="*/ 13589012 h 57949372"/>
                <a:gd name="connsiteX11196" fmla="*/ 10203744 w 58051775"/>
                <a:gd name="connsiteY11196" fmla="*/ 13530142 h 57949372"/>
                <a:gd name="connsiteX11197" fmla="*/ 10306760 w 58051775"/>
                <a:gd name="connsiteY11197" fmla="*/ 13390132 h 57949372"/>
                <a:gd name="connsiteX11198" fmla="*/ 10401300 w 58051775"/>
                <a:gd name="connsiteY11198" fmla="*/ 13272196 h 57949372"/>
                <a:gd name="connsiteX11199" fmla="*/ 10426840 w 58051775"/>
                <a:gd name="connsiteY11199" fmla="*/ 13252406 h 57949372"/>
                <a:gd name="connsiteX11200" fmla="*/ 10471900 w 58051775"/>
                <a:gd name="connsiteY11200" fmla="*/ 13206550 h 57949372"/>
                <a:gd name="connsiteX11201" fmla="*/ 10521704 w 58051775"/>
                <a:gd name="connsiteY11201" fmla="*/ 13155019 h 57949372"/>
                <a:gd name="connsiteX11202" fmla="*/ 10566828 w 58051775"/>
                <a:gd name="connsiteY11202" fmla="*/ 13105386 h 57949372"/>
                <a:gd name="connsiteX11203" fmla="*/ 10610576 w 58051775"/>
                <a:gd name="connsiteY11203" fmla="*/ 13050603 h 57949372"/>
                <a:gd name="connsiteX11204" fmla="*/ 10641900 w 58051775"/>
                <a:gd name="connsiteY11204" fmla="*/ 12989658 h 57949372"/>
                <a:gd name="connsiteX11205" fmla="*/ 10716368 w 58051775"/>
                <a:gd name="connsiteY11205" fmla="*/ 12884274 h 57949372"/>
                <a:gd name="connsiteX11206" fmla="*/ 10803660 w 58051775"/>
                <a:gd name="connsiteY11206" fmla="*/ 12872260 h 57949372"/>
                <a:gd name="connsiteX11207" fmla="*/ 28803280 w 58051775"/>
                <a:gd name="connsiteY11207" fmla="*/ 12869008 h 57949372"/>
                <a:gd name="connsiteX11208" fmla="*/ 28894868 w 58051775"/>
                <a:gd name="connsiteY11208" fmla="*/ 12896219 h 57949372"/>
                <a:gd name="connsiteX11209" fmla="*/ 28961232 w 58051775"/>
                <a:gd name="connsiteY11209" fmla="*/ 13081003 h 57949372"/>
                <a:gd name="connsiteX11210" fmla="*/ 28931786 w 58051775"/>
                <a:gd name="connsiteY11210" fmla="*/ 13283584 h 57949372"/>
                <a:gd name="connsiteX11211" fmla="*/ 28575542 w 58051775"/>
                <a:gd name="connsiteY11211" fmla="*/ 13272044 h 57949372"/>
                <a:gd name="connsiteX11212" fmla="*/ 28543828 w 58051775"/>
                <a:gd name="connsiteY11212" fmla="*/ 13038728 h 57949372"/>
                <a:gd name="connsiteX11213" fmla="*/ 28600528 w 58051775"/>
                <a:gd name="connsiteY11213" fmla="*/ 12925499 h 57949372"/>
                <a:gd name="connsiteX11214" fmla="*/ 28748132 w 58051775"/>
                <a:gd name="connsiteY11214" fmla="*/ 12871507 h 57949372"/>
                <a:gd name="connsiteX11215" fmla="*/ 28803280 w 58051775"/>
                <a:gd name="connsiteY11215" fmla="*/ 12869008 h 57949372"/>
                <a:gd name="connsiteX11216" fmla="*/ 26464896 w 58051775"/>
                <a:gd name="connsiteY11216" fmla="*/ 12707696 h 57949372"/>
                <a:gd name="connsiteX11217" fmla="*/ 26488636 w 58051775"/>
                <a:gd name="connsiteY11217" fmla="*/ 12707848 h 57949372"/>
                <a:gd name="connsiteX11218" fmla="*/ 26644936 w 58051775"/>
                <a:gd name="connsiteY11218" fmla="*/ 12789532 h 57949372"/>
                <a:gd name="connsiteX11219" fmla="*/ 26657304 w 58051775"/>
                <a:gd name="connsiteY11219" fmla="*/ 12951622 h 57949372"/>
                <a:gd name="connsiteX11220" fmla="*/ 26545328 w 58051775"/>
                <a:gd name="connsiteY11220" fmla="*/ 13128213 h 57949372"/>
                <a:gd name="connsiteX11221" fmla="*/ 26344844 w 58051775"/>
                <a:gd name="connsiteY11221" fmla="*/ 13066926 h 57949372"/>
                <a:gd name="connsiteX11222" fmla="*/ 26308052 w 58051775"/>
                <a:gd name="connsiteY11222" fmla="*/ 12935236 h 57949372"/>
                <a:gd name="connsiteX11223" fmla="*/ 26308052 w 58051775"/>
                <a:gd name="connsiteY11223" fmla="*/ 12842303 h 57949372"/>
                <a:gd name="connsiteX11224" fmla="*/ 26377904 w 58051775"/>
                <a:gd name="connsiteY11224" fmla="*/ 12772646 h 57949372"/>
                <a:gd name="connsiteX11225" fmla="*/ 26464896 w 58051775"/>
                <a:gd name="connsiteY11225" fmla="*/ 12707696 h 57949372"/>
                <a:gd name="connsiteX11226" fmla="*/ 30453652 w 58051775"/>
                <a:gd name="connsiteY11226" fmla="*/ 12699022 h 57949372"/>
                <a:gd name="connsiteX11227" fmla="*/ 30556100 w 58051775"/>
                <a:gd name="connsiteY11227" fmla="*/ 12718932 h 57949372"/>
                <a:gd name="connsiteX11228" fmla="*/ 30551988 w 58051775"/>
                <a:gd name="connsiteY11228" fmla="*/ 12909562 h 57949372"/>
                <a:gd name="connsiteX11229" fmla="*/ 30444880 w 58051775"/>
                <a:gd name="connsiteY11229" fmla="*/ 12934951 h 57949372"/>
                <a:gd name="connsiteX11230" fmla="*/ 30342256 w 58051775"/>
                <a:gd name="connsiteY11230" fmla="*/ 12923873 h 57949372"/>
                <a:gd name="connsiteX11231" fmla="*/ 30347560 w 58051775"/>
                <a:gd name="connsiteY11231" fmla="*/ 12719976 h 57949372"/>
                <a:gd name="connsiteX11232" fmla="*/ 30453652 w 58051775"/>
                <a:gd name="connsiteY11232" fmla="*/ 12699022 h 57949372"/>
                <a:gd name="connsiteX11233" fmla="*/ 36510180 w 58051775"/>
                <a:gd name="connsiteY11233" fmla="*/ 12698921 h 57949372"/>
                <a:gd name="connsiteX11234" fmla="*/ 36610484 w 58051775"/>
                <a:gd name="connsiteY11234" fmla="*/ 12729447 h 57949372"/>
                <a:gd name="connsiteX11235" fmla="*/ 36694248 w 58051775"/>
                <a:gd name="connsiteY11235" fmla="*/ 12782117 h 57949372"/>
                <a:gd name="connsiteX11236" fmla="*/ 36773624 w 58051775"/>
                <a:gd name="connsiteY11236" fmla="*/ 12845947 h 57949372"/>
                <a:gd name="connsiteX11237" fmla="*/ 36748956 w 58051775"/>
                <a:gd name="connsiteY11237" fmla="*/ 13060960 h 57949372"/>
                <a:gd name="connsiteX11238" fmla="*/ 36706768 w 58051775"/>
                <a:gd name="connsiteY11238" fmla="*/ 13123468 h 57949372"/>
                <a:gd name="connsiteX11239" fmla="*/ 36597666 w 58051775"/>
                <a:gd name="connsiteY11239" fmla="*/ 13129187 h 57949372"/>
                <a:gd name="connsiteX11240" fmla="*/ 36320956 w 58051775"/>
                <a:gd name="connsiteY11240" fmla="*/ 13092657 h 57949372"/>
                <a:gd name="connsiteX11241" fmla="*/ 36296602 w 58051775"/>
                <a:gd name="connsiteY11241" fmla="*/ 12966224 h 57949372"/>
                <a:gd name="connsiteX11242" fmla="*/ 36347402 w 58051775"/>
                <a:gd name="connsiteY11242" fmla="*/ 12811264 h 57949372"/>
                <a:gd name="connsiteX11243" fmla="*/ 36398202 w 58051775"/>
                <a:gd name="connsiteY11243" fmla="*/ 12749155 h 57949372"/>
                <a:gd name="connsiteX11244" fmla="*/ 36418160 w 58051775"/>
                <a:gd name="connsiteY11244" fmla="*/ 12719976 h 57949372"/>
                <a:gd name="connsiteX11245" fmla="*/ 36510180 w 58051775"/>
                <a:gd name="connsiteY11245" fmla="*/ 12698921 h 57949372"/>
                <a:gd name="connsiteX11246" fmla="*/ 25419052 w 58051775"/>
                <a:gd name="connsiteY11246" fmla="*/ 12691177 h 57949372"/>
                <a:gd name="connsiteX11247" fmla="*/ 25507952 w 58051775"/>
                <a:gd name="connsiteY11247" fmla="*/ 12694568 h 57949372"/>
                <a:gd name="connsiteX11248" fmla="*/ 25670012 w 58051775"/>
                <a:gd name="connsiteY11248" fmla="*/ 12854526 h 57949372"/>
                <a:gd name="connsiteX11249" fmla="*/ 25682684 w 58051775"/>
                <a:gd name="connsiteY11249" fmla="*/ 13076783 h 57949372"/>
                <a:gd name="connsiteX11250" fmla="*/ 25632316 w 58051775"/>
                <a:gd name="connsiteY11250" fmla="*/ 13126644 h 57949372"/>
                <a:gd name="connsiteX11251" fmla="*/ 25569280 w 58051775"/>
                <a:gd name="connsiteY11251" fmla="*/ 13189082 h 57949372"/>
                <a:gd name="connsiteX11252" fmla="*/ 25413680 w 58051775"/>
                <a:gd name="connsiteY11252" fmla="*/ 13201653 h 57949372"/>
                <a:gd name="connsiteX11253" fmla="*/ 25201860 w 58051775"/>
                <a:gd name="connsiteY11253" fmla="*/ 13108524 h 57949372"/>
                <a:gd name="connsiteX11254" fmla="*/ 25169736 w 58051775"/>
                <a:gd name="connsiteY11254" fmla="*/ 12922418 h 57949372"/>
                <a:gd name="connsiteX11255" fmla="*/ 25309112 w 58051775"/>
                <a:gd name="connsiteY11255" fmla="*/ 12697086 h 57949372"/>
                <a:gd name="connsiteX11256" fmla="*/ 25419052 w 58051775"/>
                <a:gd name="connsiteY11256" fmla="*/ 12691177 h 57949372"/>
                <a:gd name="connsiteX11257" fmla="*/ 22334996 w 58051775"/>
                <a:gd name="connsiteY11257" fmla="*/ 12622222 h 57949372"/>
                <a:gd name="connsiteX11258" fmla="*/ 22427824 w 58051775"/>
                <a:gd name="connsiteY11258" fmla="*/ 12652388 h 57949372"/>
                <a:gd name="connsiteX11259" fmla="*/ 22507928 w 58051775"/>
                <a:gd name="connsiteY11259" fmla="*/ 12708392 h 57949372"/>
                <a:gd name="connsiteX11260" fmla="*/ 22562240 w 58051775"/>
                <a:gd name="connsiteY11260" fmla="*/ 12795403 h 57949372"/>
                <a:gd name="connsiteX11261" fmla="*/ 22497632 w 58051775"/>
                <a:gd name="connsiteY11261" fmla="*/ 13065142 h 57949372"/>
                <a:gd name="connsiteX11262" fmla="*/ 22385292 w 58051775"/>
                <a:gd name="connsiteY11262" fmla="*/ 13114933 h 57949372"/>
                <a:gd name="connsiteX11263" fmla="*/ 22227528 w 58051775"/>
                <a:gd name="connsiteY11263" fmla="*/ 13114313 h 57949372"/>
                <a:gd name="connsiteX11264" fmla="*/ 22151328 w 58051775"/>
                <a:gd name="connsiteY11264" fmla="*/ 13070488 h 57949372"/>
                <a:gd name="connsiteX11265" fmla="*/ 22075776 w 58051775"/>
                <a:gd name="connsiteY11265" fmla="*/ 13006696 h 57949372"/>
                <a:gd name="connsiteX11266" fmla="*/ 22047200 w 58051775"/>
                <a:gd name="connsiteY11266" fmla="*/ 12908265 h 57949372"/>
                <a:gd name="connsiteX11267" fmla="*/ 22102336 w 58051775"/>
                <a:gd name="connsiteY11267" fmla="*/ 12769862 h 57949372"/>
                <a:gd name="connsiteX11268" fmla="*/ 22202916 w 58051775"/>
                <a:gd name="connsiteY11268" fmla="*/ 12695745 h 57949372"/>
                <a:gd name="connsiteX11269" fmla="*/ 22262528 w 58051775"/>
                <a:gd name="connsiteY11269" fmla="*/ 12650275 h 57949372"/>
                <a:gd name="connsiteX11270" fmla="*/ 22334996 w 58051775"/>
                <a:gd name="connsiteY11270" fmla="*/ 12622222 h 57949372"/>
                <a:gd name="connsiteX11271" fmla="*/ 34048204 w 58051775"/>
                <a:gd name="connsiteY11271" fmla="*/ 12611100 h 57949372"/>
                <a:gd name="connsiteX11272" fmla="*/ 34215716 w 58051775"/>
                <a:gd name="connsiteY11272" fmla="*/ 12721159 h 57949372"/>
                <a:gd name="connsiteX11273" fmla="*/ 34158982 w 58051775"/>
                <a:gd name="connsiteY11273" fmla="*/ 12842847 h 57949372"/>
                <a:gd name="connsiteX11274" fmla="*/ 33909312 w 58051775"/>
                <a:gd name="connsiteY11274" fmla="*/ 12832737 h 57949372"/>
                <a:gd name="connsiteX11275" fmla="*/ 33916260 w 58051775"/>
                <a:gd name="connsiteY11275" fmla="*/ 12631067 h 57949372"/>
                <a:gd name="connsiteX11276" fmla="*/ 34048204 w 58051775"/>
                <a:gd name="connsiteY11276" fmla="*/ 12611100 h 57949372"/>
                <a:gd name="connsiteX11277" fmla="*/ 32942006 w 58051775"/>
                <a:gd name="connsiteY11277" fmla="*/ 12603685 h 57949372"/>
                <a:gd name="connsiteX11278" fmla="*/ 32971880 w 58051775"/>
                <a:gd name="connsiteY11278" fmla="*/ 12605254 h 57949372"/>
                <a:gd name="connsiteX11279" fmla="*/ 33041728 w 58051775"/>
                <a:gd name="connsiteY11279" fmla="*/ 12625025 h 57949372"/>
                <a:gd name="connsiteX11280" fmla="*/ 33128676 w 58051775"/>
                <a:gd name="connsiteY11280" fmla="*/ 12708702 h 57949372"/>
                <a:gd name="connsiteX11281" fmla="*/ 33140652 w 58051775"/>
                <a:gd name="connsiteY11281" fmla="*/ 12880668 h 57949372"/>
                <a:gd name="connsiteX11282" fmla="*/ 33025332 w 58051775"/>
                <a:gd name="connsiteY11282" fmla="*/ 13126030 h 57949372"/>
                <a:gd name="connsiteX11283" fmla="*/ 32777860 w 58051775"/>
                <a:gd name="connsiteY11283" fmla="*/ 13052071 h 57949372"/>
                <a:gd name="connsiteX11284" fmla="*/ 32729332 w 58051775"/>
                <a:gd name="connsiteY11284" fmla="*/ 12918280 h 57949372"/>
                <a:gd name="connsiteX11285" fmla="*/ 32762884 w 58051775"/>
                <a:gd name="connsiteY11285" fmla="*/ 12815813 h 57949372"/>
                <a:gd name="connsiteX11286" fmla="*/ 32817662 w 58051775"/>
                <a:gd name="connsiteY11286" fmla="*/ 12713523 h 57949372"/>
                <a:gd name="connsiteX11287" fmla="*/ 32879360 w 58051775"/>
                <a:gd name="connsiteY11287" fmla="*/ 12622760 h 57949372"/>
                <a:gd name="connsiteX11288" fmla="*/ 32942006 w 58051775"/>
                <a:gd name="connsiteY11288" fmla="*/ 12603685 h 57949372"/>
                <a:gd name="connsiteX11289" fmla="*/ 35708866 w 58051775"/>
                <a:gd name="connsiteY11289" fmla="*/ 12600003 h 57949372"/>
                <a:gd name="connsiteX11290" fmla="*/ 35769848 w 58051775"/>
                <a:gd name="connsiteY11290" fmla="*/ 12608120 h 57949372"/>
                <a:gd name="connsiteX11291" fmla="*/ 35810888 w 58051775"/>
                <a:gd name="connsiteY11291" fmla="*/ 12657924 h 57949372"/>
                <a:gd name="connsiteX11292" fmla="*/ 35867742 w 58051775"/>
                <a:gd name="connsiteY11292" fmla="*/ 12708816 h 57949372"/>
                <a:gd name="connsiteX11293" fmla="*/ 35897548 w 58051775"/>
                <a:gd name="connsiteY11293" fmla="*/ 12860410 h 57949372"/>
                <a:gd name="connsiteX11294" fmla="*/ 35848872 w 58051775"/>
                <a:gd name="connsiteY11294" fmla="*/ 12919938 h 57949372"/>
                <a:gd name="connsiteX11295" fmla="*/ 35773004 w 58051775"/>
                <a:gd name="connsiteY11295" fmla="*/ 12941455 h 57949372"/>
                <a:gd name="connsiteX11296" fmla="*/ 35669404 w 58051775"/>
                <a:gd name="connsiteY11296" fmla="*/ 12947282 h 57949372"/>
                <a:gd name="connsiteX11297" fmla="*/ 35547858 w 58051775"/>
                <a:gd name="connsiteY11297" fmla="*/ 12874025 h 57949372"/>
                <a:gd name="connsiteX11298" fmla="*/ 35492708 w 58051775"/>
                <a:gd name="connsiteY11298" fmla="*/ 12765212 h 57949372"/>
                <a:gd name="connsiteX11299" fmla="*/ 35540732 w 58051775"/>
                <a:gd name="connsiteY11299" fmla="*/ 12702780 h 57949372"/>
                <a:gd name="connsiteX11300" fmla="*/ 35608766 w 58051775"/>
                <a:gd name="connsiteY11300" fmla="*/ 12659594 h 57949372"/>
                <a:gd name="connsiteX11301" fmla="*/ 35647086 w 58051775"/>
                <a:gd name="connsiteY11301" fmla="*/ 12617357 h 57949372"/>
                <a:gd name="connsiteX11302" fmla="*/ 35708866 w 58051775"/>
                <a:gd name="connsiteY11302" fmla="*/ 12600003 h 57949372"/>
                <a:gd name="connsiteX11303" fmla="*/ 29338906 w 58051775"/>
                <a:gd name="connsiteY11303" fmla="*/ 12433813 h 57949372"/>
                <a:gd name="connsiteX11304" fmla="*/ 29399634 w 58051775"/>
                <a:gd name="connsiteY11304" fmla="*/ 12451319 h 57949372"/>
                <a:gd name="connsiteX11305" fmla="*/ 29407624 w 58051775"/>
                <a:gd name="connsiteY11305" fmla="*/ 12660657 h 57949372"/>
                <a:gd name="connsiteX11306" fmla="*/ 29276040 w 58051775"/>
                <a:gd name="connsiteY11306" fmla="*/ 12659379 h 57949372"/>
                <a:gd name="connsiteX11307" fmla="*/ 29260802 w 58051775"/>
                <a:gd name="connsiteY11307" fmla="*/ 12553951 h 57949372"/>
                <a:gd name="connsiteX11308" fmla="*/ 29276040 w 58051775"/>
                <a:gd name="connsiteY11308" fmla="*/ 12448548 h 57949372"/>
                <a:gd name="connsiteX11309" fmla="*/ 29338906 w 58051775"/>
                <a:gd name="connsiteY11309" fmla="*/ 12433813 h 57949372"/>
                <a:gd name="connsiteX11310" fmla="*/ 33557248 w 58051775"/>
                <a:gd name="connsiteY11310" fmla="*/ 12432902 h 57949372"/>
                <a:gd name="connsiteX11311" fmla="*/ 33662022 w 58051775"/>
                <a:gd name="connsiteY11311" fmla="*/ 12451281 h 57949372"/>
                <a:gd name="connsiteX11312" fmla="*/ 33680324 w 58051775"/>
                <a:gd name="connsiteY11312" fmla="*/ 12553312 h 57949372"/>
                <a:gd name="connsiteX11313" fmla="*/ 33557484 w 58051775"/>
                <a:gd name="connsiteY11313" fmla="*/ 12668059 h 57949372"/>
                <a:gd name="connsiteX11314" fmla="*/ 33439102 w 58051775"/>
                <a:gd name="connsiteY11314" fmla="*/ 12553951 h 57949372"/>
                <a:gd name="connsiteX11315" fmla="*/ 33459060 w 58051775"/>
                <a:gd name="connsiteY11315" fmla="*/ 12453274 h 57949372"/>
                <a:gd name="connsiteX11316" fmla="*/ 33557248 w 58051775"/>
                <a:gd name="connsiteY11316" fmla="*/ 12432902 h 57949372"/>
                <a:gd name="connsiteX11317" fmla="*/ 27386608 w 58051775"/>
                <a:gd name="connsiteY11317" fmla="*/ 12358658 h 57949372"/>
                <a:gd name="connsiteX11318" fmla="*/ 27462256 w 58051775"/>
                <a:gd name="connsiteY11318" fmla="*/ 12378100 h 57949372"/>
                <a:gd name="connsiteX11319" fmla="*/ 27546304 w 58051775"/>
                <a:gd name="connsiteY11319" fmla="*/ 12557886 h 57949372"/>
                <a:gd name="connsiteX11320" fmla="*/ 27546304 w 58051775"/>
                <a:gd name="connsiteY11320" fmla="*/ 12664896 h 57949372"/>
                <a:gd name="connsiteX11321" fmla="*/ 27447692 w 58051775"/>
                <a:gd name="connsiteY11321" fmla="*/ 12763504 h 57949372"/>
                <a:gd name="connsiteX11322" fmla="*/ 27347772 w 58051775"/>
                <a:gd name="connsiteY11322" fmla="*/ 12756962 h 57949372"/>
                <a:gd name="connsiteX11323" fmla="*/ 27237408 w 58051775"/>
                <a:gd name="connsiteY11323" fmla="*/ 12746118 h 57949372"/>
                <a:gd name="connsiteX11324" fmla="*/ 27197356 w 58051775"/>
                <a:gd name="connsiteY11324" fmla="*/ 12557127 h 57949372"/>
                <a:gd name="connsiteX11325" fmla="*/ 27273152 w 58051775"/>
                <a:gd name="connsiteY11325" fmla="*/ 12433307 h 57949372"/>
                <a:gd name="connsiteX11326" fmla="*/ 27326052 w 58051775"/>
                <a:gd name="connsiteY11326" fmla="*/ 12395201 h 57949372"/>
                <a:gd name="connsiteX11327" fmla="*/ 27386608 w 58051775"/>
                <a:gd name="connsiteY11327" fmla="*/ 12358658 h 57949372"/>
                <a:gd name="connsiteX11328" fmla="*/ 23483480 w 58051775"/>
                <a:gd name="connsiteY11328" fmla="*/ 12339735 h 57949372"/>
                <a:gd name="connsiteX11329" fmla="*/ 23588928 w 58051775"/>
                <a:gd name="connsiteY11329" fmla="*/ 12360278 h 57949372"/>
                <a:gd name="connsiteX11330" fmla="*/ 23605088 w 58051775"/>
                <a:gd name="connsiteY11330" fmla="*/ 12553951 h 57949372"/>
                <a:gd name="connsiteX11331" fmla="*/ 23484304 w 58051775"/>
                <a:gd name="connsiteY11331" fmla="*/ 12579359 h 57949372"/>
                <a:gd name="connsiteX11332" fmla="*/ 23346752 w 58051775"/>
                <a:gd name="connsiteY11332" fmla="*/ 12552616 h 57949372"/>
                <a:gd name="connsiteX11333" fmla="*/ 23313500 w 58051775"/>
                <a:gd name="connsiteY11333" fmla="*/ 12513428 h 57949372"/>
                <a:gd name="connsiteX11334" fmla="*/ 23454656 w 58051775"/>
                <a:gd name="connsiteY11334" fmla="*/ 12346897 h 57949372"/>
                <a:gd name="connsiteX11335" fmla="*/ 23483480 w 58051775"/>
                <a:gd name="connsiteY11335" fmla="*/ 12339735 h 57949372"/>
                <a:gd name="connsiteX11336" fmla="*/ 25590480 w 58051775"/>
                <a:gd name="connsiteY11336" fmla="*/ 12200630 h 57949372"/>
                <a:gd name="connsiteX11337" fmla="*/ 25648232 w 58051775"/>
                <a:gd name="connsiteY11337" fmla="*/ 12235876 h 57949372"/>
                <a:gd name="connsiteX11338" fmla="*/ 25679404 w 58051775"/>
                <a:gd name="connsiteY11338" fmla="*/ 12367680 h 57949372"/>
                <a:gd name="connsiteX11339" fmla="*/ 25443464 w 58051775"/>
                <a:gd name="connsiteY11339" fmla="*/ 12487103 h 57949372"/>
                <a:gd name="connsiteX11340" fmla="*/ 25355256 w 58051775"/>
                <a:gd name="connsiteY11340" fmla="*/ 12320369 h 57949372"/>
                <a:gd name="connsiteX11341" fmla="*/ 25514348 w 58051775"/>
                <a:gd name="connsiteY11341" fmla="*/ 12218022 h 57949372"/>
                <a:gd name="connsiteX11342" fmla="*/ 25590480 w 58051775"/>
                <a:gd name="connsiteY11342" fmla="*/ 12200630 h 57949372"/>
                <a:gd name="connsiteX11343" fmla="*/ 22901360 w 58051775"/>
                <a:gd name="connsiteY11343" fmla="*/ 12180087 h 57949372"/>
                <a:gd name="connsiteX11344" fmla="*/ 23002648 w 58051775"/>
                <a:gd name="connsiteY11344" fmla="*/ 12297498 h 57949372"/>
                <a:gd name="connsiteX11345" fmla="*/ 22893772 w 58051775"/>
                <a:gd name="connsiteY11345" fmla="*/ 12405735 h 57949372"/>
                <a:gd name="connsiteX11346" fmla="*/ 22769976 w 58051775"/>
                <a:gd name="connsiteY11346" fmla="*/ 12273330 h 57949372"/>
                <a:gd name="connsiteX11347" fmla="*/ 22826956 w 58051775"/>
                <a:gd name="connsiteY11347" fmla="*/ 12201971 h 57949372"/>
                <a:gd name="connsiteX11348" fmla="*/ 22901360 w 58051775"/>
                <a:gd name="connsiteY11348" fmla="*/ 12180087 h 57949372"/>
                <a:gd name="connsiteX11349" fmla="*/ 31730902 w 58051775"/>
                <a:gd name="connsiteY11349" fmla="*/ 12166605 h 57949372"/>
                <a:gd name="connsiteX11350" fmla="*/ 31881224 w 58051775"/>
                <a:gd name="connsiteY11350" fmla="*/ 12207880 h 57949372"/>
                <a:gd name="connsiteX11351" fmla="*/ 31954740 w 58051775"/>
                <a:gd name="connsiteY11351" fmla="*/ 12269907 h 57949372"/>
                <a:gd name="connsiteX11352" fmla="*/ 31984952 w 58051775"/>
                <a:gd name="connsiteY11352" fmla="*/ 12433136 h 57949372"/>
                <a:gd name="connsiteX11353" fmla="*/ 31984952 w 58051775"/>
                <a:gd name="connsiteY11353" fmla="*/ 12575588 h 57949372"/>
                <a:gd name="connsiteX11354" fmla="*/ 31934152 w 58051775"/>
                <a:gd name="connsiteY11354" fmla="*/ 12618559 h 57949372"/>
                <a:gd name="connsiteX11355" fmla="*/ 31757352 w 58051775"/>
                <a:gd name="connsiteY11355" fmla="*/ 12668072 h 57949372"/>
                <a:gd name="connsiteX11356" fmla="*/ 31608128 w 58051775"/>
                <a:gd name="connsiteY11356" fmla="*/ 12653590 h 57949372"/>
                <a:gd name="connsiteX11357" fmla="*/ 31584902 w 58051775"/>
                <a:gd name="connsiteY11357" fmla="*/ 12615054 h 57949372"/>
                <a:gd name="connsiteX11358" fmla="*/ 31541816 w 58051775"/>
                <a:gd name="connsiteY11358" fmla="*/ 12572140 h 57949372"/>
                <a:gd name="connsiteX11359" fmla="*/ 31477126 w 58051775"/>
                <a:gd name="connsiteY11359" fmla="*/ 12384857 h 57949372"/>
                <a:gd name="connsiteX11360" fmla="*/ 31523346 w 58051775"/>
                <a:gd name="connsiteY11360" fmla="*/ 12242810 h 57949372"/>
                <a:gd name="connsiteX11361" fmla="*/ 31580492 w 58051775"/>
                <a:gd name="connsiteY11361" fmla="*/ 12204704 h 57949372"/>
                <a:gd name="connsiteX11362" fmla="*/ 31730902 w 58051775"/>
                <a:gd name="connsiteY11362" fmla="*/ 12166605 h 57949372"/>
                <a:gd name="connsiteX11363" fmla="*/ 26062400 w 58051775"/>
                <a:gd name="connsiteY11363" fmla="*/ 12161746 h 57949372"/>
                <a:gd name="connsiteX11364" fmla="*/ 26169488 w 58051775"/>
                <a:gd name="connsiteY11364" fmla="*/ 12196587 h 57949372"/>
                <a:gd name="connsiteX11365" fmla="*/ 26200104 w 58051775"/>
                <a:gd name="connsiteY11365" fmla="*/ 12300655 h 57949372"/>
                <a:gd name="connsiteX11366" fmla="*/ 26026120 w 58051775"/>
                <a:gd name="connsiteY11366" fmla="*/ 12407905 h 57949372"/>
                <a:gd name="connsiteX11367" fmla="*/ 25887688 w 58051775"/>
                <a:gd name="connsiteY11367" fmla="*/ 12376006 h 57949372"/>
                <a:gd name="connsiteX11368" fmla="*/ 25895612 w 58051775"/>
                <a:gd name="connsiteY11368" fmla="*/ 12185281 h 57949372"/>
                <a:gd name="connsiteX11369" fmla="*/ 26025940 w 58051775"/>
                <a:gd name="connsiteY11369" fmla="*/ 12162290 h 57949372"/>
                <a:gd name="connsiteX11370" fmla="*/ 26062400 w 58051775"/>
                <a:gd name="connsiteY11370" fmla="*/ 12161746 h 57949372"/>
                <a:gd name="connsiteX11371" fmla="*/ 34404864 w 58051775"/>
                <a:gd name="connsiteY11371" fmla="*/ 12077702 h 57949372"/>
                <a:gd name="connsiteX11372" fmla="*/ 34579680 w 58051775"/>
                <a:gd name="connsiteY11372" fmla="*/ 12209095 h 57949372"/>
                <a:gd name="connsiteX11373" fmla="*/ 34541430 w 58051775"/>
                <a:gd name="connsiteY11373" fmla="*/ 12396593 h 57949372"/>
                <a:gd name="connsiteX11374" fmla="*/ 34268248 w 58051775"/>
                <a:gd name="connsiteY11374" fmla="*/ 12403312 h 57949372"/>
                <a:gd name="connsiteX11375" fmla="*/ 34168510 w 58051775"/>
                <a:gd name="connsiteY11375" fmla="*/ 12263030 h 57949372"/>
                <a:gd name="connsiteX11376" fmla="*/ 34206104 w 58051775"/>
                <a:gd name="connsiteY11376" fmla="*/ 12189786 h 57949372"/>
                <a:gd name="connsiteX11377" fmla="*/ 34251904 w 58051775"/>
                <a:gd name="connsiteY11377" fmla="*/ 12136692 h 57949372"/>
                <a:gd name="connsiteX11378" fmla="*/ 34272922 w 58051775"/>
                <a:gd name="connsiteY11378" fmla="*/ 12100940 h 57949372"/>
                <a:gd name="connsiteX11379" fmla="*/ 34404864 w 58051775"/>
                <a:gd name="connsiteY11379" fmla="*/ 12077702 h 57949372"/>
                <a:gd name="connsiteX11380" fmla="*/ 28747414 w 58051775"/>
                <a:gd name="connsiteY11380" fmla="*/ 12077702 h 57949372"/>
                <a:gd name="connsiteX11381" fmla="*/ 28850730 w 58051775"/>
                <a:gd name="connsiteY11381" fmla="*/ 12091317 h 57949372"/>
                <a:gd name="connsiteX11382" fmla="*/ 28935508 w 58051775"/>
                <a:gd name="connsiteY11382" fmla="*/ 12171318 h 57949372"/>
                <a:gd name="connsiteX11383" fmla="*/ 28966818 w 58051775"/>
                <a:gd name="connsiteY11383" fmla="*/ 12300851 h 57949372"/>
                <a:gd name="connsiteX11384" fmla="*/ 28914536 w 58051775"/>
                <a:gd name="connsiteY11384" fmla="*/ 12487046 h 57949372"/>
                <a:gd name="connsiteX11385" fmla="*/ 28585074 w 58051775"/>
                <a:gd name="connsiteY11385" fmla="*/ 12479979 h 57949372"/>
                <a:gd name="connsiteX11386" fmla="*/ 28533112 w 58051775"/>
                <a:gd name="connsiteY11386" fmla="*/ 12274551 h 57949372"/>
                <a:gd name="connsiteX11387" fmla="*/ 28572768 w 58051775"/>
                <a:gd name="connsiteY11387" fmla="*/ 12165409 h 57949372"/>
                <a:gd name="connsiteX11388" fmla="*/ 28632030 w 58051775"/>
                <a:gd name="connsiteY11388" fmla="*/ 12111436 h 57949372"/>
                <a:gd name="connsiteX11389" fmla="*/ 28747414 w 58051775"/>
                <a:gd name="connsiteY11389" fmla="*/ 12077702 h 57949372"/>
                <a:gd name="connsiteX11390" fmla="*/ 24390304 w 58051775"/>
                <a:gd name="connsiteY11390" fmla="*/ 12077702 h 57949372"/>
                <a:gd name="connsiteX11391" fmla="*/ 24511840 w 58051775"/>
                <a:gd name="connsiteY11391" fmla="*/ 12113410 h 57949372"/>
                <a:gd name="connsiteX11392" fmla="*/ 24574200 w 58051775"/>
                <a:gd name="connsiteY11392" fmla="*/ 12169515 h 57949372"/>
                <a:gd name="connsiteX11393" fmla="*/ 24610456 w 58051775"/>
                <a:gd name="connsiteY11393" fmla="*/ 12285047 h 57949372"/>
                <a:gd name="connsiteX11394" fmla="*/ 24615260 w 58051775"/>
                <a:gd name="connsiteY11394" fmla="*/ 12380188 h 57949372"/>
                <a:gd name="connsiteX11395" fmla="*/ 24507768 w 58051775"/>
                <a:gd name="connsiteY11395" fmla="*/ 12496808 h 57949372"/>
                <a:gd name="connsiteX11396" fmla="*/ 24402500 w 58051775"/>
                <a:gd name="connsiteY11396" fmla="*/ 12496808 h 57949372"/>
                <a:gd name="connsiteX11397" fmla="*/ 24243276 w 58051775"/>
                <a:gd name="connsiteY11397" fmla="*/ 12446498 h 57949372"/>
                <a:gd name="connsiteX11398" fmla="*/ 24183536 w 58051775"/>
                <a:gd name="connsiteY11398" fmla="*/ 12326430 h 57949372"/>
                <a:gd name="connsiteX11399" fmla="*/ 24222152 w 58051775"/>
                <a:gd name="connsiteY11399" fmla="*/ 12170439 h 57949372"/>
                <a:gd name="connsiteX11400" fmla="*/ 24275168 w 58051775"/>
                <a:gd name="connsiteY11400" fmla="*/ 12112638 h 57949372"/>
                <a:gd name="connsiteX11401" fmla="*/ 24390304 w 58051775"/>
                <a:gd name="connsiteY11401" fmla="*/ 12077702 h 57949372"/>
                <a:gd name="connsiteX11402" fmla="*/ 31006944 w 58051775"/>
                <a:gd name="connsiteY11402" fmla="*/ 12068585 h 57949372"/>
                <a:gd name="connsiteX11403" fmla="*/ 31059060 w 58051775"/>
                <a:gd name="connsiteY11403" fmla="*/ 12071426 h 57949372"/>
                <a:gd name="connsiteX11404" fmla="*/ 31184852 w 58051775"/>
                <a:gd name="connsiteY11404" fmla="*/ 12243455 h 57949372"/>
                <a:gd name="connsiteX11405" fmla="*/ 31177528 w 58051775"/>
                <a:gd name="connsiteY11405" fmla="*/ 12388533 h 57949372"/>
                <a:gd name="connsiteX11406" fmla="*/ 30880048 w 58051775"/>
                <a:gd name="connsiteY11406" fmla="*/ 12387027 h 57949372"/>
                <a:gd name="connsiteX11407" fmla="*/ 30875520 w 58051775"/>
                <a:gd name="connsiteY11407" fmla="*/ 12170287 h 57949372"/>
                <a:gd name="connsiteX11408" fmla="*/ 30929496 w 58051775"/>
                <a:gd name="connsiteY11408" fmla="*/ 12106343 h 57949372"/>
                <a:gd name="connsiteX11409" fmla="*/ 31006944 w 58051775"/>
                <a:gd name="connsiteY11409" fmla="*/ 12068585 h 57949372"/>
                <a:gd name="connsiteX11410" fmla="*/ 29927552 w 58051775"/>
                <a:gd name="connsiteY11410" fmla="*/ 11989843 h 57949372"/>
                <a:gd name="connsiteX11411" fmla="*/ 29992258 w 58051775"/>
                <a:gd name="connsiteY11411" fmla="*/ 11995670 h 57949372"/>
                <a:gd name="connsiteX11412" fmla="*/ 30074808 w 58051775"/>
                <a:gd name="connsiteY11412" fmla="*/ 12021951 h 57949372"/>
                <a:gd name="connsiteX11413" fmla="*/ 30152976 w 58051775"/>
                <a:gd name="connsiteY11413" fmla="*/ 12074159 h 57949372"/>
                <a:gd name="connsiteX11414" fmla="*/ 30213302 w 58051775"/>
                <a:gd name="connsiteY11414" fmla="*/ 12105900 h 57949372"/>
                <a:gd name="connsiteX11415" fmla="*/ 30213302 w 58051775"/>
                <a:gd name="connsiteY11415" fmla="*/ 12200421 h 57949372"/>
                <a:gd name="connsiteX11416" fmla="*/ 30173836 w 58051775"/>
                <a:gd name="connsiteY11416" fmla="*/ 12308690 h 57949372"/>
                <a:gd name="connsiteX11417" fmla="*/ 30116514 w 58051775"/>
                <a:gd name="connsiteY11417" fmla="*/ 12365181 h 57949372"/>
                <a:gd name="connsiteX11418" fmla="*/ 30098660 w 58051775"/>
                <a:gd name="connsiteY11418" fmla="*/ 12407905 h 57949372"/>
                <a:gd name="connsiteX11419" fmla="*/ 29919992 w 58051775"/>
                <a:gd name="connsiteY11419" fmla="*/ 12407905 h 57949372"/>
                <a:gd name="connsiteX11420" fmla="*/ 29855600 w 58051775"/>
                <a:gd name="connsiteY11420" fmla="*/ 12343512 h 57949372"/>
                <a:gd name="connsiteX11421" fmla="*/ 29796738 w 58051775"/>
                <a:gd name="connsiteY11421" fmla="*/ 12212385 h 57949372"/>
                <a:gd name="connsiteX11422" fmla="*/ 29864914 w 58051775"/>
                <a:gd name="connsiteY11422" fmla="*/ 12067750 h 57949372"/>
                <a:gd name="connsiteX11423" fmla="*/ 32733616 w 58051775"/>
                <a:gd name="connsiteY11423" fmla="*/ 11896676 h 57949372"/>
                <a:gd name="connsiteX11424" fmla="*/ 32870414 w 58051775"/>
                <a:gd name="connsiteY11424" fmla="*/ 11923033 h 57949372"/>
                <a:gd name="connsiteX11425" fmla="*/ 32890712 w 58051775"/>
                <a:gd name="connsiteY11425" fmla="*/ 12024526 h 57949372"/>
                <a:gd name="connsiteX11426" fmla="*/ 32866914 w 58051775"/>
                <a:gd name="connsiteY11426" fmla="*/ 12122704 h 57949372"/>
                <a:gd name="connsiteX11427" fmla="*/ 32585028 w 58051775"/>
                <a:gd name="connsiteY11427" fmla="*/ 12124494 h 57949372"/>
                <a:gd name="connsiteX11428" fmla="*/ 32562802 w 58051775"/>
                <a:gd name="connsiteY11428" fmla="*/ 12071236 h 57949372"/>
                <a:gd name="connsiteX11429" fmla="*/ 32598856 w 58051775"/>
                <a:gd name="connsiteY11429" fmla="*/ 12008918 h 57949372"/>
                <a:gd name="connsiteX11430" fmla="*/ 32646812 w 58051775"/>
                <a:gd name="connsiteY11430" fmla="*/ 11948751 h 57949372"/>
                <a:gd name="connsiteX11431" fmla="*/ 32689404 w 58051775"/>
                <a:gd name="connsiteY11431" fmla="*/ 11900004 h 57949372"/>
                <a:gd name="connsiteX11432" fmla="*/ 32733616 w 58051775"/>
                <a:gd name="connsiteY11432" fmla="*/ 11896676 h 57949372"/>
                <a:gd name="connsiteX11433" fmla="*/ 27698390 w 58051775"/>
                <a:gd name="connsiteY11433" fmla="*/ 11881296 h 57949372"/>
                <a:gd name="connsiteX11434" fmla="*/ 27783312 w 58051775"/>
                <a:gd name="connsiteY11434" fmla="*/ 11903914 h 57949372"/>
                <a:gd name="connsiteX11435" fmla="*/ 27801272 w 58051775"/>
                <a:gd name="connsiteY11435" fmla="*/ 11982460 h 57949372"/>
                <a:gd name="connsiteX11436" fmla="*/ 27808736 w 58051775"/>
                <a:gd name="connsiteY11436" fmla="*/ 12087559 h 57949372"/>
                <a:gd name="connsiteX11437" fmla="*/ 27771728 w 58051775"/>
                <a:gd name="connsiteY11437" fmla="*/ 12136167 h 57949372"/>
                <a:gd name="connsiteX11438" fmla="*/ 27590748 w 58051775"/>
                <a:gd name="connsiteY11438" fmla="*/ 12120344 h 57949372"/>
                <a:gd name="connsiteX11439" fmla="*/ 27587576 w 58051775"/>
                <a:gd name="connsiteY11439" fmla="*/ 11915517 h 57949372"/>
                <a:gd name="connsiteX11440" fmla="*/ 27654254 w 58051775"/>
                <a:gd name="connsiteY11440" fmla="*/ 11883719 h 57949372"/>
                <a:gd name="connsiteX11441" fmla="*/ 27698390 w 58051775"/>
                <a:gd name="connsiteY11441" fmla="*/ 11881296 h 57949372"/>
                <a:gd name="connsiteX11442" fmla="*/ 26665680 w 58051775"/>
                <a:gd name="connsiteY11442" fmla="*/ 11880372 h 57949372"/>
                <a:gd name="connsiteX11443" fmla="*/ 26750008 w 58051775"/>
                <a:gd name="connsiteY11443" fmla="*/ 11887066 h 57949372"/>
                <a:gd name="connsiteX11444" fmla="*/ 26924000 w 58051775"/>
                <a:gd name="connsiteY11444" fmla="*/ 12100611 h 57949372"/>
                <a:gd name="connsiteX11445" fmla="*/ 26924000 w 58051775"/>
                <a:gd name="connsiteY11445" fmla="*/ 12210759 h 57949372"/>
                <a:gd name="connsiteX11446" fmla="*/ 26864208 w 58051775"/>
                <a:gd name="connsiteY11446" fmla="*/ 12264884 h 57949372"/>
                <a:gd name="connsiteX11447" fmla="*/ 26712716 w 58051775"/>
                <a:gd name="connsiteY11447" fmla="*/ 12319015 h 57949372"/>
                <a:gd name="connsiteX11448" fmla="*/ 26581104 w 58051775"/>
                <a:gd name="connsiteY11448" fmla="*/ 12264814 h 57949372"/>
                <a:gd name="connsiteX11449" fmla="*/ 26548336 w 58051775"/>
                <a:gd name="connsiteY11449" fmla="*/ 12216339 h 57949372"/>
                <a:gd name="connsiteX11450" fmla="*/ 26544192 w 58051775"/>
                <a:gd name="connsiteY11450" fmla="*/ 12007482 h 57949372"/>
                <a:gd name="connsiteX11451" fmla="*/ 26589016 w 58051775"/>
                <a:gd name="connsiteY11451" fmla="*/ 11955274 h 57949372"/>
                <a:gd name="connsiteX11452" fmla="*/ 26629128 w 58051775"/>
                <a:gd name="connsiteY11452" fmla="*/ 11892956 h 57949372"/>
                <a:gd name="connsiteX11453" fmla="*/ 26665680 w 58051775"/>
                <a:gd name="connsiteY11453" fmla="*/ 11880372 h 57949372"/>
                <a:gd name="connsiteX11454" fmla="*/ 28226860 w 58051775"/>
                <a:gd name="connsiteY11454" fmla="*/ 11811000 h 57949372"/>
                <a:gd name="connsiteX11455" fmla="*/ 28346402 w 58051775"/>
                <a:gd name="connsiteY11455" fmla="*/ 11950276 h 57949372"/>
                <a:gd name="connsiteX11456" fmla="*/ 28209532 w 58051775"/>
                <a:gd name="connsiteY11456" fmla="*/ 12051326 h 57949372"/>
                <a:gd name="connsiteX11457" fmla="*/ 28115154 w 58051775"/>
                <a:gd name="connsiteY11457" fmla="*/ 12042032 h 57949372"/>
                <a:gd name="connsiteX11458" fmla="*/ 28118728 w 58051775"/>
                <a:gd name="connsiteY11458" fmla="*/ 11828936 h 57949372"/>
                <a:gd name="connsiteX11459" fmla="*/ 28226860 w 58051775"/>
                <a:gd name="connsiteY11459" fmla="*/ 11811000 h 57949372"/>
                <a:gd name="connsiteX11460" fmla="*/ 44926172 w 58051775"/>
                <a:gd name="connsiteY11460" fmla="*/ 11702870 h 57949372"/>
                <a:gd name="connsiteX11461" fmla="*/ 44880085 w 58051775"/>
                <a:gd name="connsiteY11461" fmla="*/ 11739236 h 57949372"/>
                <a:gd name="connsiteX11462" fmla="*/ 44789105 w 58051775"/>
                <a:gd name="connsiteY11462" fmla="*/ 11785611 h 57949372"/>
                <a:gd name="connsiteX11463" fmla="*/ 44698465 w 58051775"/>
                <a:gd name="connsiteY11463" fmla="*/ 11830056 h 57949372"/>
                <a:gd name="connsiteX11464" fmla="*/ 44610396 w 58051775"/>
                <a:gd name="connsiteY11464" fmla="*/ 11874501 h 57949372"/>
                <a:gd name="connsiteX11465" fmla="*/ 44517276 w 58051775"/>
                <a:gd name="connsiteY11465" fmla="*/ 11918965 h 57949372"/>
                <a:gd name="connsiteX11466" fmla="*/ 44434723 w 58051775"/>
                <a:gd name="connsiteY11466" fmla="*/ 11963404 h 57949372"/>
                <a:gd name="connsiteX11467" fmla="*/ 44292134 w 58051775"/>
                <a:gd name="connsiteY11467" fmla="*/ 12025785 h 57949372"/>
                <a:gd name="connsiteX11468" fmla="*/ 44267614 w 58051775"/>
                <a:gd name="connsiteY11468" fmla="*/ 12065175 h 57949372"/>
                <a:gd name="connsiteX11469" fmla="*/ 44298484 w 58051775"/>
                <a:gd name="connsiteY11469" fmla="*/ 12098017 h 57949372"/>
                <a:gd name="connsiteX11470" fmla="*/ 44382903 w 58051775"/>
                <a:gd name="connsiteY11470" fmla="*/ 12161461 h 57949372"/>
                <a:gd name="connsiteX11471" fmla="*/ 44450601 w 58051775"/>
                <a:gd name="connsiteY11471" fmla="*/ 12218528 h 57949372"/>
                <a:gd name="connsiteX11472" fmla="*/ 44507717 w 58051775"/>
                <a:gd name="connsiteY11472" fmla="*/ 12262910 h 57949372"/>
                <a:gd name="connsiteX11473" fmla="*/ 44563832 w 58051775"/>
                <a:gd name="connsiteY11473" fmla="*/ 12305438 h 57949372"/>
                <a:gd name="connsiteX11474" fmla="*/ 44602360 w 58051775"/>
                <a:gd name="connsiteY11474" fmla="*/ 12338052 h 57949372"/>
                <a:gd name="connsiteX11475" fmla="*/ 44635269 w 58051775"/>
                <a:gd name="connsiteY11475" fmla="*/ 12376082 h 57949372"/>
                <a:gd name="connsiteX11476" fmla="*/ 44694751 w 58051775"/>
                <a:gd name="connsiteY11476" fmla="*/ 12413612 h 57949372"/>
                <a:gd name="connsiteX11477" fmla="*/ 44745303 w 58051775"/>
                <a:gd name="connsiteY11477" fmla="*/ 12262543 h 57949372"/>
                <a:gd name="connsiteX11478" fmla="*/ 44781989 w 58051775"/>
                <a:gd name="connsiteY11478" fmla="*/ 12146606 h 57949372"/>
                <a:gd name="connsiteX11479" fmla="*/ 44843703 w 58051775"/>
                <a:gd name="connsiteY11479" fmla="*/ 11989590 h 57949372"/>
                <a:gd name="connsiteX11480" fmla="*/ 44875754 w 58051775"/>
                <a:gd name="connsiteY11480" fmla="*/ 11912303 h 57949372"/>
                <a:gd name="connsiteX11481" fmla="*/ 44934643 w 58051775"/>
                <a:gd name="connsiteY11481" fmla="*/ 11706369 h 57949372"/>
                <a:gd name="connsiteX11482" fmla="*/ 44926172 w 58051775"/>
                <a:gd name="connsiteY11482" fmla="*/ 11702870 h 57949372"/>
                <a:gd name="connsiteX11483" fmla="*/ 12447024 w 58051775"/>
                <a:gd name="connsiteY11483" fmla="*/ 11698410 h 57949372"/>
                <a:gd name="connsiteX11484" fmla="*/ 12378424 w 58051775"/>
                <a:gd name="connsiteY11484" fmla="*/ 11739736 h 57949372"/>
                <a:gd name="connsiteX11485" fmla="*/ 12294852 w 58051775"/>
                <a:gd name="connsiteY11485" fmla="*/ 11785611 h 57949372"/>
                <a:gd name="connsiteX11486" fmla="*/ 12162268 w 58051775"/>
                <a:gd name="connsiteY11486" fmla="*/ 11841893 h 57949372"/>
                <a:gd name="connsiteX11487" fmla="*/ 12096832 w 58051775"/>
                <a:gd name="connsiteY11487" fmla="*/ 11874501 h 57949372"/>
                <a:gd name="connsiteX11488" fmla="*/ 12013708 w 58051775"/>
                <a:gd name="connsiteY11488" fmla="*/ 11924311 h 57949372"/>
                <a:gd name="connsiteX11489" fmla="*/ 11998328 w 58051775"/>
                <a:gd name="connsiteY11489" fmla="*/ 12086357 h 57949372"/>
                <a:gd name="connsiteX11490" fmla="*/ 12369800 w 58051775"/>
                <a:gd name="connsiteY11490" fmla="*/ 12476607 h 57949372"/>
                <a:gd name="connsiteX11491" fmla="*/ 12495456 w 58051775"/>
                <a:gd name="connsiteY11491" fmla="*/ 12601578 h 57949372"/>
                <a:gd name="connsiteX11492" fmla="*/ 12605864 w 58051775"/>
                <a:gd name="connsiteY11492" fmla="*/ 12700009 h 57949372"/>
                <a:gd name="connsiteX11493" fmla="*/ 12658008 w 58051775"/>
                <a:gd name="connsiteY11493" fmla="*/ 12641234 h 57949372"/>
                <a:gd name="connsiteX11494" fmla="*/ 12740220 w 58051775"/>
                <a:gd name="connsiteY11494" fmla="*/ 12546618 h 57949372"/>
                <a:gd name="connsiteX11495" fmla="*/ 12787812 w 58051775"/>
                <a:gd name="connsiteY11495" fmla="*/ 12481567 h 57949372"/>
                <a:gd name="connsiteX11496" fmla="*/ 12834156 w 58051775"/>
                <a:gd name="connsiteY11496" fmla="*/ 12436584 h 57949372"/>
                <a:gd name="connsiteX11497" fmla="*/ 12879476 w 58051775"/>
                <a:gd name="connsiteY11497" fmla="*/ 12420837 h 57949372"/>
                <a:gd name="connsiteX11498" fmla="*/ 12869116 w 58051775"/>
                <a:gd name="connsiteY11498" fmla="*/ 12200149 h 57949372"/>
                <a:gd name="connsiteX11499" fmla="*/ 12823828 w 58051775"/>
                <a:gd name="connsiteY11499" fmla="*/ 11947296 h 57949372"/>
                <a:gd name="connsiteX11500" fmla="*/ 12788904 w 58051775"/>
                <a:gd name="connsiteY11500" fmla="*/ 11903648 h 57949372"/>
                <a:gd name="connsiteX11501" fmla="*/ 12744404 w 58051775"/>
                <a:gd name="connsiteY11501" fmla="*/ 11843595 h 57949372"/>
                <a:gd name="connsiteX11502" fmla="*/ 12642472 w 58051775"/>
                <a:gd name="connsiteY11502" fmla="*/ 11784276 h 57949372"/>
                <a:gd name="connsiteX11503" fmla="*/ 12556776 w 58051775"/>
                <a:gd name="connsiteY11503" fmla="*/ 11740685 h 57949372"/>
                <a:gd name="connsiteX11504" fmla="*/ 12476404 w 58051775"/>
                <a:gd name="connsiteY11504" fmla="*/ 11700852 h 57949372"/>
                <a:gd name="connsiteX11505" fmla="*/ 12447024 w 58051775"/>
                <a:gd name="connsiteY11505" fmla="*/ 11698410 h 57949372"/>
                <a:gd name="connsiteX11506" fmla="*/ 33655472 w 58051775"/>
                <a:gd name="connsiteY11506" fmla="*/ 11570775 h 57949372"/>
                <a:gd name="connsiteX11507" fmla="*/ 33731856 w 58051775"/>
                <a:gd name="connsiteY11507" fmla="*/ 11595582 h 57949372"/>
                <a:gd name="connsiteX11508" fmla="*/ 33807748 w 58051775"/>
                <a:gd name="connsiteY11508" fmla="*/ 11635225 h 57949372"/>
                <a:gd name="connsiteX11509" fmla="*/ 33870904 w 58051775"/>
                <a:gd name="connsiteY11509" fmla="*/ 11825931 h 57949372"/>
                <a:gd name="connsiteX11510" fmla="*/ 33870904 w 58051775"/>
                <a:gd name="connsiteY11510" fmla="*/ 11940805 h 57949372"/>
                <a:gd name="connsiteX11511" fmla="*/ 33757804 w 58051775"/>
                <a:gd name="connsiteY11511" fmla="*/ 12052313 h 57949372"/>
                <a:gd name="connsiteX11512" fmla="*/ 33661524 w 58051775"/>
                <a:gd name="connsiteY11512" fmla="*/ 12052313 h 57949372"/>
                <a:gd name="connsiteX11513" fmla="*/ 33540292 w 58051775"/>
                <a:gd name="connsiteY11513" fmla="*/ 12010019 h 57949372"/>
                <a:gd name="connsiteX11514" fmla="*/ 33484868 w 58051775"/>
                <a:gd name="connsiteY11514" fmla="*/ 11951421 h 57949372"/>
                <a:gd name="connsiteX11515" fmla="*/ 33446748 w 58051775"/>
                <a:gd name="connsiteY11515" fmla="*/ 11896866 h 57949372"/>
                <a:gd name="connsiteX11516" fmla="*/ 33446576 w 58051775"/>
                <a:gd name="connsiteY11516" fmla="*/ 11666612 h 57949372"/>
                <a:gd name="connsiteX11517" fmla="*/ 33570990 w 58051775"/>
                <a:gd name="connsiteY11517" fmla="*/ 11586908 h 57949372"/>
                <a:gd name="connsiteX11518" fmla="*/ 33655472 w 58051775"/>
                <a:gd name="connsiteY11518" fmla="*/ 11570775 h 57949372"/>
                <a:gd name="connsiteX11519" fmla="*/ 31799324 w 58051775"/>
                <a:gd name="connsiteY11519" fmla="*/ 11561405 h 57949372"/>
                <a:gd name="connsiteX11520" fmla="*/ 31865740 w 58051775"/>
                <a:gd name="connsiteY11520" fmla="*/ 11590489 h 57949372"/>
                <a:gd name="connsiteX11521" fmla="*/ 31937148 w 58051775"/>
                <a:gd name="connsiteY11521" fmla="*/ 11634485 h 57949372"/>
                <a:gd name="connsiteX11522" fmla="*/ 31991302 w 58051775"/>
                <a:gd name="connsiteY11522" fmla="*/ 11657704 h 57949372"/>
                <a:gd name="connsiteX11523" fmla="*/ 31991302 w 58051775"/>
                <a:gd name="connsiteY11523" fmla="*/ 11746145 h 57949372"/>
                <a:gd name="connsiteX11524" fmla="*/ 31870652 w 58051775"/>
                <a:gd name="connsiteY11524" fmla="*/ 11874501 h 57949372"/>
                <a:gd name="connsiteX11525" fmla="*/ 31750002 w 58051775"/>
                <a:gd name="connsiteY11525" fmla="*/ 11739413 h 57949372"/>
                <a:gd name="connsiteX11526" fmla="*/ 31780478 w 58051775"/>
                <a:gd name="connsiteY11526" fmla="*/ 11566726 h 57949372"/>
                <a:gd name="connsiteX11527" fmla="*/ 31799324 w 58051775"/>
                <a:gd name="connsiteY11527" fmla="*/ 11561405 h 57949372"/>
                <a:gd name="connsiteX11528" fmla="*/ 26054124 w 58051775"/>
                <a:gd name="connsiteY11528" fmla="*/ 11461152 h 57949372"/>
                <a:gd name="connsiteX11529" fmla="*/ 26140092 w 58051775"/>
                <a:gd name="connsiteY11529" fmla="*/ 11487212 h 57949372"/>
                <a:gd name="connsiteX11530" fmla="*/ 26197952 w 58051775"/>
                <a:gd name="connsiteY11530" fmla="*/ 11686851 h 57949372"/>
                <a:gd name="connsiteX11531" fmla="*/ 26069004 w 58051775"/>
                <a:gd name="connsiteY11531" fmla="*/ 11872059 h 57949372"/>
                <a:gd name="connsiteX11532" fmla="*/ 25954312 w 58051775"/>
                <a:gd name="connsiteY11532" fmla="*/ 11834586 h 57949372"/>
                <a:gd name="connsiteX11533" fmla="*/ 25901528 w 58051775"/>
                <a:gd name="connsiteY11533" fmla="*/ 11768649 h 57949372"/>
                <a:gd name="connsiteX11534" fmla="*/ 25882600 w 58051775"/>
                <a:gd name="connsiteY11534" fmla="*/ 11663455 h 57949372"/>
                <a:gd name="connsiteX11535" fmla="*/ 25926008 w 58051775"/>
                <a:gd name="connsiteY11535" fmla="*/ 11555939 h 57949372"/>
                <a:gd name="connsiteX11536" fmla="*/ 25989804 w 58051775"/>
                <a:gd name="connsiteY11536" fmla="*/ 11499220 h 57949372"/>
                <a:gd name="connsiteX11537" fmla="*/ 26054124 w 58051775"/>
                <a:gd name="connsiteY11537" fmla="*/ 11461152 h 57949372"/>
                <a:gd name="connsiteX11538" fmla="*/ 29380346 w 58051775"/>
                <a:gd name="connsiteY11538" fmla="*/ 11455414 h 57949372"/>
                <a:gd name="connsiteX11539" fmla="*/ 29500326 w 58051775"/>
                <a:gd name="connsiteY11539" fmla="*/ 11575153 h 57949372"/>
                <a:gd name="connsiteX11540" fmla="*/ 29388152 w 58051775"/>
                <a:gd name="connsiteY11540" fmla="*/ 11699688 h 57949372"/>
                <a:gd name="connsiteX11541" fmla="*/ 29279438 w 58051775"/>
                <a:gd name="connsiteY11541" fmla="*/ 11683656 h 57949372"/>
                <a:gd name="connsiteX11542" fmla="*/ 29273948 w 58051775"/>
                <a:gd name="connsiteY11542" fmla="*/ 11479968 h 57949372"/>
                <a:gd name="connsiteX11543" fmla="*/ 29380346 w 58051775"/>
                <a:gd name="connsiteY11543" fmla="*/ 11455414 h 57949372"/>
                <a:gd name="connsiteX11544" fmla="*/ 25213924 w 58051775"/>
                <a:gd name="connsiteY11544" fmla="*/ 11437288 h 57949372"/>
                <a:gd name="connsiteX11545" fmla="*/ 25406352 w 58051775"/>
                <a:gd name="connsiteY11545" fmla="*/ 11479354 h 57949372"/>
                <a:gd name="connsiteX11546" fmla="*/ 25494536 w 58051775"/>
                <a:gd name="connsiteY11546" fmla="*/ 11668978 h 57949372"/>
                <a:gd name="connsiteX11547" fmla="*/ 25429556 w 58051775"/>
                <a:gd name="connsiteY11547" fmla="*/ 11819927 h 57949372"/>
                <a:gd name="connsiteX11548" fmla="*/ 25201488 w 58051775"/>
                <a:gd name="connsiteY11548" fmla="*/ 11881106 h 57949372"/>
                <a:gd name="connsiteX11549" fmla="*/ 25065464 w 58051775"/>
                <a:gd name="connsiteY11549" fmla="*/ 11834168 h 57949372"/>
                <a:gd name="connsiteX11550" fmla="*/ 25008356 w 58051775"/>
                <a:gd name="connsiteY11550" fmla="*/ 11786503 h 57949372"/>
                <a:gd name="connsiteX11551" fmla="*/ 24986000 w 58051775"/>
                <a:gd name="connsiteY11551" fmla="*/ 11616359 h 57949372"/>
                <a:gd name="connsiteX11552" fmla="*/ 25029996 w 58051775"/>
                <a:gd name="connsiteY11552" fmla="*/ 11557723 h 57949372"/>
                <a:gd name="connsiteX11553" fmla="*/ 25086248 w 58051775"/>
                <a:gd name="connsiteY11553" fmla="*/ 11499954 h 57949372"/>
                <a:gd name="connsiteX11554" fmla="*/ 25148588 w 58051775"/>
                <a:gd name="connsiteY11554" fmla="*/ 11446044 h 57949372"/>
                <a:gd name="connsiteX11555" fmla="*/ 25213924 w 58051775"/>
                <a:gd name="connsiteY11555" fmla="*/ 11437288 h 57949372"/>
                <a:gd name="connsiteX11556" fmla="*/ 30180302 w 58051775"/>
                <a:gd name="connsiteY11556" fmla="*/ 11366505 h 57949372"/>
                <a:gd name="connsiteX11557" fmla="*/ 30303272 w 58051775"/>
                <a:gd name="connsiteY11557" fmla="*/ 11481771 h 57949372"/>
                <a:gd name="connsiteX11558" fmla="*/ 30183680 w 58051775"/>
                <a:gd name="connsiteY11558" fmla="*/ 11607103 h 57949372"/>
                <a:gd name="connsiteX11559" fmla="*/ 30060902 w 58051775"/>
                <a:gd name="connsiteY11559" fmla="*/ 11501137 h 57949372"/>
                <a:gd name="connsiteX11560" fmla="*/ 30080672 w 58051775"/>
                <a:gd name="connsiteY11560" fmla="*/ 11394728 h 57949372"/>
                <a:gd name="connsiteX11561" fmla="*/ 30180302 w 58051775"/>
                <a:gd name="connsiteY11561" fmla="*/ 11366505 h 57949372"/>
                <a:gd name="connsiteX11562" fmla="*/ 31220046 w 58051775"/>
                <a:gd name="connsiteY11562" fmla="*/ 11278279 h 57949372"/>
                <a:gd name="connsiteX11563" fmla="*/ 31303160 w 58051775"/>
                <a:gd name="connsiteY11563" fmla="*/ 11311551 h 57949372"/>
                <a:gd name="connsiteX11564" fmla="*/ 31386908 w 58051775"/>
                <a:gd name="connsiteY11564" fmla="*/ 11354598 h 57949372"/>
                <a:gd name="connsiteX11565" fmla="*/ 31456998 w 58051775"/>
                <a:gd name="connsiteY11565" fmla="*/ 11487155 h 57949372"/>
                <a:gd name="connsiteX11566" fmla="*/ 31398272 w 58051775"/>
                <a:gd name="connsiteY11566" fmla="*/ 11668902 h 57949372"/>
                <a:gd name="connsiteX11567" fmla="*/ 31256556 w 58051775"/>
                <a:gd name="connsiteY11567" fmla="*/ 11699732 h 57949372"/>
                <a:gd name="connsiteX11568" fmla="*/ 31064844 w 58051775"/>
                <a:gd name="connsiteY11568" fmla="*/ 11635940 h 57949372"/>
                <a:gd name="connsiteX11569" fmla="*/ 31074094 w 58051775"/>
                <a:gd name="connsiteY11569" fmla="*/ 11469048 h 57949372"/>
                <a:gd name="connsiteX11570" fmla="*/ 31127240 w 58051775"/>
                <a:gd name="connsiteY11570" fmla="*/ 11369434 h 57949372"/>
                <a:gd name="connsiteX11571" fmla="*/ 31155600 w 58051775"/>
                <a:gd name="connsiteY11571" fmla="*/ 11293653 h 57949372"/>
                <a:gd name="connsiteX11572" fmla="*/ 31220046 w 58051775"/>
                <a:gd name="connsiteY11572" fmla="*/ 11278279 h 57949372"/>
                <a:gd name="connsiteX11573" fmla="*/ 12676512 w 58051775"/>
                <a:gd name="connsiteY11573" fmla="*/ 11270320 h 57949372"/>
                <a:gd name="connsiteX11574" fmla="*/ 12857256 w 58051775"/>
                <a:gd name="connsiteY11574" fmla="*/ 11315986 h 57949372"/>
                <a:gd name="connsiteX11575" fmla="*/ 12987552 w 58051775"/>
                <a:gd name="connsiteY11575" fmla="*/ 11362367 h 57949372"/>
                <a:gd name="connsiteX11576" fmla="*/ 13086988 w 58051775"/>
                <a:gd name="connsiteY11576" fmla="*/ 11411437 h 57949372"/>
                <a:gd name="connsiteX11577" fmla="*/ 13154680 w 58051775"/>
                <a:gd name="connsiteY11577" fmla="*/ 11460950 h 57949372"/>
                <a:gd name="connsiteX11578" fmla="*/ 13189312 w 58051775"/>
                <a:gd name="connsiteY11578" fmla="*/ 11494627 h 57949372"/>
                <a:gd name="connsiteX11579" fmla="*/ 13247112 w 58051775"/>
                <a:gd name="connsiteY11579" fmla="*/ 11551295 h 57949372"/>
                <a:gd name="connsiteX11580" fmla="*/ 13296904 w 58051775"/>
                <a:gd name="connsiteY11580" fmla="*/ 11644867 h 57949372"/>
                <a:gd name="connsiteX11581" fmla="*/ 13341352 w 58051775"/>
                <a:gd name="connsiteY11581" fmla="*/ 11760203 h 57949372"/>
                <a:gd name="connsiteX11582" fmla="*/ 13385804 w 58051775"/>
                <a:gd name="connsiteY11582" fmla="*/ 11937458 h 57949372"/>
                <a:gd name="connsiteX11583" fmla="*/ 13349180 w 58051775"/>
                <a:gd name="connsiteY11583" fmla="*/ 12107602 h 57949372"/>
                <a:gd name="connsiteX11584" fmla="*/ 13304032 w 58051775"/>
                <a:gd name="connsiteY11584" fmla="*/ 12221919 h 57949372"/>
                <a:gd name="connsiteX11585" fmla="*/ 13250832 w 58051775"/>
                <a:gd name="connsiteY11585" fmla="*/ 12329720 h 57949372"/>
                <a:gd name="connsiteX11586" fmla="*/ 13203908 w 58051775"/>
                <a:gd name="connsiteY11586" fmla="*/ 12391766 h 57949372"/>
                <a:gd name="connsiteX11587" fmla="*/ 13366752 w 58051775"/>
                <a:gd name="connsiteY11587" fmla="*/ 12423026 h 57949372"/>
                <a:gd name="connsiteX11588" fmla="*/ 13739400 w 58051775"/>
                <a:gd name="connsiteY11588" fmla="*/ 12482826 h 57949372"/>
                <a:gd name="connsiteX11589" fmla="*/ 13980696 w 58051775"/>
                <a:gd name="connsiteY11589" fmla="*/ 12517123 h 57949372"/>
                <a:gd name="connsiteX11590" fmla="*/ 14300204 w 58051775"/>
                <a:gd name="connsiteY11590" fmla="*/ 12533351 h 57949372"/>
                <a:gd name="connsiteX11591" fmla="*/ 14474196 w 58051775"/>
                <a:gd name="connsiteY11591" fmla="*/ 12532750 h 57949372"/>
                <a:gd name="connsiteX11592" fmla="*/ 14604080 w 58051775"/>
                <a:gd name="connsiteY11592" fmla="*/ 12522216 h 57949372"/>
                <a:gd name="connsiteX11593" fmla="*/ 14713848 w 58051775"/>
                <a:gd name="connsiteY11593" fmla="*/ 12553533 h 57949372"/>
                <a:gd name="connsiteX11594" fmla="*/ 14621488 w 58051775"/>
                <a:gd name="connsiteY11594" fmla="*/ 12771741 h 57949372"/>
                <a:gd name="connsiteX11595" fmla="*/ 14564824 w 58051775"/>
                <a:gd name="connsiteY11595" fmla="*/ 12820153 h 57949372"/>
                <a:gd name="connsiteX11596" fmla="*/ 14514880 w 58051775"/>
                <a:gd name="connsiteY11596" fmla="*/ 12865623 h 57949372"/>
                <a:gd name="connsiteX11597" fmla="*/ 14471152 w 58051775"/>
                <a:gd name="connsiteY11597" fmla="*/ 12904798 h 57949372"/>
                <a:gd name="connsiteX11598" fmla="*/ 14419848 w 58051775"/>
                <a:gd name="connsiteY11598" fmla="*/ 12947263 h 57949372"/>
                <a:gd name="connsiteX11599" fmla="*/ 14364804 w 58051775"/>
                <a:gd name="connsiteY11599" fmla="*/ 12995561 h 57949372"/>
                <a:gd name="connsiteX11600" fmla="*/ 14272812 w 58051775"/>
                <a:gd name="connsiteY11600" fmla="*/ 13036640 h 57949372"/>
                <a:gd name="connsiteX11601" fmla="*/ 14179552 w 58051775"/>
                <a:gd name="connsiteY11601" fmla="*/ 13043378 h 57949372"/>
                <a:gd name="connsiteX11602" fmla="*/ 13920776 w 58051775"/>
                <a:gd name="connsiteY11602" fmla="*/ 13029143 h 57949372"/>
                <a:gd name="connsiteX11603" fmla="*/ 13674704 w 58051775"/>
                <a:gd name="connsiteY11603" fmla="*/ 13019185 h 57949372"/>
                <a:gd name="connsiteX11604" fmla="*/ 13595352 w 58051775"/>
                <a:gd name="connsiteY11604" fmla="*/ 12944321 h 57949372"/>
                <a:gd name="connsiteX11605" fmla="*/ 13366752 w 58051775"/>
                <a:gd name="connsiteY11605" fmla="*/ 12935723 h 57949372"/>
                <a:gd name="connsiteX11606" fmla="*/ 13068304 w 58051775"/>
                <a:gd name="connsiteY11606" fmla="*/ 12891512 h 57949372"/>
                <a:gd name="connsiteX11607" fmla="*/ 12852788 w 58051775"/>
                <a:gd name="connsiteY11607" fmla="*/ 12877416 h 57949372"/>
                <a:gd name="connsiteX11608" fmla="*/ 12890504 w 58051775"/>
                <a:gd name="connsiteY11608" fmla="*/ 13011150 h 57949372"/>
                <a:gd name="connsiteX11609" fmla="*/ 12954004 w 58051775"/>
                <a:gd name="connsiteY11609" fmla="*/ 13099863 h 57949372"/>
                <a:gd name="connsiteX11610" fmla="*/ 12992104 w 58051775"/>
                <a:gd name="connsiteY11610" fmla="*/ 13138152 h 57949372"/>
                <a:gd name="connsiteX11611" fmla="*/ 13030204 w 58051775"/>
                <a:gd name="connsiteY11611" fmla="*/ 13175448 h 57949372"/>
                <a:gd name="connsiteX11612" fmla="*/ 13058776 w 58051775"/>
                <a:gd name="connsiteY11612" fmla="*/ 13216407 h 57949372"/>
                <a:gd name="connsiteX11613" fmla="*/ 13109144 w 58051775"/>
                <a:gd name="connsiteY11613" fmla="*/ 13280680 h 57949372"/>
                <a:gd name="connsiteX11614" fmla="*/ 13175820 w 58051775"/>
                <a:gd name="connsiteY11614" fmla="*/ 13340360 h 57949372"/>
                <a:gd name="connsiteX11615" fmla="*/ 13220704 w 58051775"/>
                <a:gd name="connsiteY11615" fmla="*/ 13372727 h 57949372"/>
                <a:gd name="connsiteX11616" fmla="*/ 13248996 w 58051775"/>
                <a:gd name="connsiteY11616" fmla="*/ 13395598 h 57949372"/>
                <a:gd name="connsiteX11617" fmla="*/ 13311456 w 58051775"/>
                <a:gd name="connsiteY11617" fmla="*/ 13442960 h 57949372"/>
                <a:gd name="connsiteX11618" fmla="*/ 13428504 w 58051775"/>
                <a:gd name="connsiteY11618" fmla="*/ 13481053 h 57949372"/>
                <a:gd name="connsiteX11619" fmla="*/ 13560328 w 58051775"/>
                <a:gd name="connsiteY11619" fmla="*/ 13446136 h 57949372"/>
                <a:gd name="connsiteX11620" fmla="*/ 13666156 w 58051775"/>
                <a:gd name="connsiteY11620" fmla="*/ 13411200 h 57949372"/>
                <a:gd name="connsiteX11621" fmla="*/ 13772740 w 58051775"/>
                <a:gd name="connsiteY11621" fmla="*/ 13465907 h 57949372"/>
                <a:gd name="connsiteX11622" fmla="*/ 13748216 w 58051775"/>
                <a:gd name="connsiteY11622" fmla="*/ 13557252 h 57949372"/>
                <a:gd name="connsiteX11623" fmla="*/ 13699160 w 58051775"/>
                <a:gd name="connsiteY11623" fmla="*/ 13646243 h 57949372"/>
                <a:gd name="connsiteX11624" fmla="*/ 13474704 w 58051775"/>
                <a:gd name="connsiteY11624" fmla="*/ 13814116 h 57949372"/>
                <a:gd name="connsiteX11625" fmla="*/ 13356888 w 58051775"/>
                <a:gd name="connsiteY11625" fmla="*/ 13918652 h 57949372"/>
                <a:gd name="connsiteX11626" fmla="*/ 13234080 w 58051775"/>
                <a:gd name="connsiteY11626" fmla="*/ 14043035 h 57949372"/>
                <a:gd name="connsiteX11627" fmla="*/ 13166700 w 58051775"/>
                <a:gd name="connsiteY11627" fmla="*/ 14097008 h 57949372"/>
                <a:gd name="connsiteX11628" fmla="*/ 13115336 w 58051775"/>
                <a:gd name="connsiteY11628" fmla="*/ 14128572 h 57949372"/>
                <a:gd name="connsiteX11629" fmla="*/ 13059992 w 58051775"/>
                <a:gd name="connsiteY11629" fmla="*/ 14178281 h 57949372"/>
                <a:gd name="connsiteX11630" fmla="*/ 13009104 w 58051775"/>
                <a:gd name="connsiteY11630" fmla="*/ 14226098 h 57949372"/>
                <a:gd name="connsiteX11631" fmla="*/ 12844840 w 58051775"/>
                <a:gd name="connsiteY11631" fmla="*/ 14179622 h 57949372"/>
                <a:gd name="connsiteX11632" fmla="*/ 12872028 w 58051775"/>
                <a:gd name="connsiteY11632" fmla="*/ 14104752 h 57949372"/>
                <a:gd name="connsiteX11633" fmla="*/ 12925552 w 58051775"/>
                <a:gd name="connsiteY11633" fmla="*/ 14039296 h 57949372"/>
                <a:gd name="connsiteX11634" fmla="*/ 12970300 w 58051775"/>
                <a:gd name="connsiteY11634" fmla="*/ 14020594 h 57949372"/>
                <a:gd name="connsiteX11635" fmla="*/ 12955900 w 58051775"/>
                <a:gd name="connsiteY11635" fmla="*/ 13934975 h 57949372"/>
                <a:gd name="connsiteX11636" fmla="*/ 12916004 w 58051775"/>
                <a:gd name="connsiteY11636" fmla="*/ 13829825 h 57949372"/>
                <a:gd name="connsiteX11637" fmla="*/ 12890504 w 58051775"/>
                <a:gd name="connsiteY11637" fmla="*/ 13794402 h 57949372"/>
                <a:gd name="connsiteX11638" fmla="*/ 12747628 w 58051775"/>
                <a:gd name="connsiteY11638" fmla="*/ 13634836 h 57949372"/>
                <a:gd name="connsiteX11639" fmla="*/ 12547604 w 58051775"/>
                <a:gd name="connsiteY11639" fmla="*/ 13425125 h 57949372"/>
                <a:gd name="connsiteX11640" fmla="*/ 12372128 w 58051775"/>
                <a:gd name="connsiteY11640" fmla="*/ 13235906 h 57949372"/>
                <a:gd name="connsiteX11641" fmla="*/ 12242528 w 58051775"/>
                <a:gd name="connsiteY11641" fmla="*/ 13077650 h 57949372"/>
                <a:gd name="connsiteX11642" fmla="*/ 12202104 w 58051775"/>
                <a:gd name="connsiteY11642" fmla="*/ 13027903 h 57949372"/>
                <a:gd name="connsiteX11643" fmla="*/ 12077704 w 58051775"/>
                <a:gd name="connsiteY11643" fmla="*/ 12894283 h 57949372"/>
                <a:gd name="connsiteX11644" fmla="*/ 12040504 w 58051775"/>
                <a:gd name="connsiteY11644" fmla="*/ 12859227 h 57949372"/>
                <a:gd name="connsiteX11645" fmla="*/ 11994564 w 58051775"/>
                <a:gd name="connsiteY11645" fmla="*/ 12812460 h 57949372"/>
                <a:gd name="connsiteX11646" fmla="*/ 11626852 w 58051775"/>
                <a:gd name="connsiteY11646" fmla="*/ 12443784 h 57949372"/>
                <a:gd name="connsiteX11647" fmla="*/ 11509480 w 58051775"/>
                <a:gd name="connsiteY11647" fmla="*/ 12407437 h 57949372"/>
                <a:gd name="connsiteX11648" fmla="*/ 11404296 w 58051775"/>
                <a:gd name="connsiteY11648" fmla="*/ 12446340 h 57949372"/>
                <a:gd name="connsiteX11649" fmla="*/ 11185116 w 58051775"/>
                <a:gd name="connsiteY11649" fmla="*/ 12454299 h 57949372"/>
                <a:gd name="connsiteX11650" fmla="*/ 11226988 w 58051775"/>
                <a:gd name="connsiteY11650" fmla="*/ 12337957 h 57949372"/>
                <a:gd name="connsiteX11651" fmla="*/ 11264904 w 58051775"/>
                <a:gd name="connsiteY11651" fmla="*/ 12299200 h 57949372"/>
                <a:gd name="connsiteX11652" fmla="*/ 11308792 w 58051775"/>
                <a:gd name="connsiteY11652" fmla="*/ 12254160 h 57949372"/>
                <a:gd name="connsiteX11653" fmla="*/ 11360488 w 58051775"/>
                <a:gd name="connsiteY11653" fmla="*/ 12203654 h 57949372"/>
                <a:gd name="connsiteX11654" fmla="*/ 11404604 w 58051775"/>
                <a:gd name="connsiteY11654" fmla="*/ 12160253 h 57949372"/>
                <a:gd name="connsiteX11655" fmla="*/ 11449052 w 58051775"/>
                <a:gd name="connsiteY11655" fmla="*/ 12115814 h 57949372"/>
                <a:gd name="connsiteX11656" fmla="*/ 11493504 w 58051775"/>
                <a:gd name="connsiteY11656" fmla="*/ 12071350 h 57949372"/>
                <a:gd name="connsiteX11657" fmla="*/ 11537952 w 58051775"/>
                <a:gd name="connsiteY11657" fmla="*/ 12026905 h 57949372"/>
                <a:gd name="connsiteX11658" fmla="*/ 11582404 w 58051775"/>
                <a:gd name="connsiteY11658" fmla="*/ 11982460 h 57949372"/>
                <a:gd name="connsiteX11659" fmla="*/ 11626812 w 58051775"/>
                <a:gd name="connsiteY11659" fmla="*/ 11938135 h 57949372"/>
                <a:gd name="connsiteX11660" fmla="*/ 11772568 w 58051775"/>
                <a:gd name="connsiteY11660" fmla="*/ 11811000 h 57949372"/>
                <a:gd name="connsiteX11661" fmla="*/ 11822020 w 58051775"/>
                <a:gd name="connsiteY11661" fmla="*/ 11766555 h 57949372"/>
                <a:gd name="connsiteX11662" fmla="*/ 11862696 w 58051775"/>
                <a:gd name="connsiteY11662" fmla="*/ 11722116 h 57949372"/>
                <a:gd name="connsiteX11663" fmla="*/ 11986952 w 58051775"/>
                <a:gd name="connsiteY11663" fmla="*/ 11614638 h 57949372"/>
                <a:gd name="connsiteX11664" fmla="*/ 12212908 w 58051775"/>
                <a:gd name="connsiteY11664" fmla="*/ 11453269 h 57949372"/>
                <a:gd name="connsiteX11665" fmla="*/ 12263604 w 58051775"/>
                <a:gd name="connsiteY11665" fmla="*/ 11407236 h 57949372"/>
                <a:gd name="connsiteX11666" fmla="*/ 12292220 w 58051775"/>
                <a:gd name="connsiteY11666" fmla="*/ 11370206 h 57949372"/>
                <a:gd name="connsiteX11667" fmla="*/ 12471824 w 58051775"/>
                <a:gd name="connsiteY11667" fmla="*/ 11320946 h 57949372"/>
                <a:gd name="connsiteX11668" fmla="*/ 12548024 w 58051775"/>
                <a:gd name="connsiteY11668" fmla="*/ 11285605 h 57949372"/>
                <a:gd name="connsiteX11669" fmla="*/ 12615384 w 58051775"/>
                <a:gd name="connsiteY11669" fmla="*/ 11270959 h 57949372"/>
                <a:gd name="connsiteX11670" fmla="*/ 12676512 w 58051775"/>
                <a:gd name="connsiteY11670" fmla="*/ 11270320 h 57949372"/>
                <a:gd name="connsiteX11671" fmla="*/ 27555118 w 58051775"/>
                <a:gd name="connsiteY11671" fmla="*/ 11259843 h 57949372"/>
                <a:gd name="connsiteX11672" fmla="*/ 27695528 w 58051775"/>
                <a:gd name="connsiteY11672" fmla="*/ 11293912 h 57949372"/>
                <a:gd name="connsiteX11673" fmla="*/ 27724102 w 58051775"/>
                <a:gd name="connsiteY11673" fmla="*/ 11449467 h 57949372"/>
                <a:gd name="connsiteX11674" fmla="*/ 27549608 w 58051775"/>
                <a:gd name="connsiteY11674" fmla="*/ 11606287 h 57949372"/>
                <a:gd name="connsiteX11675" fmla="*/ 27381992 w 58051775"/>
                <a:gd name="connsiteY11675" fmla="*/ 11469124 h 57949372"/>
                <a:gd name="connsiteX11676" fmla="*/ 27374852 w 58051775"/>
                <a:gd name="connsiteY11676" fmla="*/ 11367865 h 57949372"/>
                <a:gd name="connsiteX11677" fmla="*/ 27430760 w 58051775"/>
                <a:gd name="connsiteY11677" fmla="*/ 11323401 h 57949372"/>
                <a:gd name="connsiteX11678" fmla="*/ 27513312 w 58051775"/>
                <a:gd name="connsiteY11678" fmla="*/ 11267473 h 57949372"/>
                <a:gd name="connsiteX11679" fmla="*/ 27555118 w 58051775"/>
                <a:gd name="connsiteY11679" fmla="*/ 11259843 h 57949372"/>
                <a:gd name="connsiteX11680" fmla="*/ 45525750 w 58051775"/>
                <a:gd name="connsiteY11680" fmla="*/ 11099800 h 57949372"/>
                <a:gd name="connsiteX11681" fmla="*/ 45637436 w 58051775"/>
                <a:gd name="connsiteY11681" fmla="*/ 11187497 h 57949372"/>
                <a:gd name="connsiteX11682" fmla="*/ 45619639 w 58051775"/>
                <a:gd name="connsiteY11682" fmla="*/ 11332752 h 57949372"/>
                <a:gd name="connsiteX11683" fmla="*/ 45573391 w 58051775"/>
                <a:gd name="connsiteY11683" fmla="*/ 11468700 h 57949372"/>
                <a:gd name="connsiteX11684" fmla="*/ 45530423 w 58051775"/>
                <a:gd name="connsiteY11684" fmla="*/ 11593975 h 57949372"/>
                <a:gd name="connsiteX11685" fmla="*/ 45488633 w 58051775"/>
                <a:gd name="connsiteY11685" fmla="*/ 11705673 h 57949372"/>
                <a:gd name="connsiteX11686" fmla="*/ 45440602 w 58051775"/>
                <a:gd name="connsiteY11686" fmla="*/ 11860886 h 57949372"/>
                <a:gd name="connsiteX11687" fmla="*/ 45403007 w 58051775"/>
                <a:gd name="connsiteY11687" fmla="*/ 11956419 h 57949372"/>
                <a:gd name="connsiteX11688" fmla="*/ 45356564 w 58051775"/>
                <a:gd name="connsiteY11688" fmla="*/ 12081941 h 57949372"/>
                <a:gd name="connsiteX11689" fmla="*/ 45309692 w 58051775"/>
                <a:gd name="connsiteY11689" fmla="*/ 12195657 h 57949372"/>
                <a:gd name="connsiteX11690" fmla="*/ 45263602 w 58051775"/>
                <a:gd name="connsiteY11690" fmla="*/ 12319186 h 57949372"/>
                <a:gd name="connsiteX11691" fmla="*/ 45219518 w 58051775"/>
                <a:gd name="connsiteY11691" fmla="*/ 12444790 h 57949372"/>
                <a:gd name="connsiteX11692" fmla="*/ 45174789 w 58051775"/>
                <a:gd name="connsiteY11692" fmla="*/ 12566547 h 57949372"/>
                <a:gd name="connsiteX11693" fmla="*/ 45125617 w 58051775"/>
                <a:gd name="connsiteY11693" fmla="*/ 12672184 h 57949372"/>
                <a:gd name="connsiteX11694" fmla="*/ 45083132 w 58051775"/>
                <a:gd name="connsiteY11694" fmla="*/ 12793429 h 57949372"/>
                <a:gd name="connsiteX11695" fmla="*/ 45050542 w 58051775"/>
                <a:gd name="connsiteY11695" fmla="*/ 12929510 h 57949372"/>
                <a:gd name="connsiteX11696" fmla="*/ 44996102 w 58051775"/>
                <a:gd name="connsiteY11696" fmla="*/ 13091284 h 57949372"/>
                <a:gd name="connsiteX11697" fmla="*/ 44944294 w 58051775"/>
                <a:gd name="connsiteY11697" fmla="*/ 13212010 h 57949372"/>
                <a:gd name="connsiteX11698" fmla="*/ 44912619 w 58051775"/>
                <a:gd name="connsiteY11698" fmla="*/ 13306316 h 57949372"/>
                <a:gd name="connsiteX11699" fmla="*/ 44857937 w 58051775"/>
                <a:gd name="connsiteY11699" fmla="*/ 13414749 h 57949372"/>
                <a:gd name="connsiteX11700" fmla="*/ 44811952 w 58051775"/>
                <a:gd name="connsiteY11700" fmla="*/ 13453538 h 57949372"/>
                <a:gd name="connsiteX11701" fmla="*/ 44811952 w 58051775"/>
                <a:gd name="connsiteY11701" fmla="*/ 13626061 h 57949372"/>
                <a:gd name="connsiteX11702" fmla="*/ 44846877 w 58051775"/>
                <a:gd name="connsiteY11702" fmla="*/ 13853253 h 57949372"/>
                <a:gd name="connsiteX11703" fmla="*/ 44843702 w 58051775"/>
                <a:gd name="connsiteY11703" fmla="*/ 13989062 h 57949372"/>
                <a:gd name="connsiteX11704" fmla="*/ 44805602 w 58051775"/>
                <a:gd name="connsiteY11704" fmla="*/ 14037069 h 57949372"/>
                <a:gd name="connsiteX11705" fmla="*/ 44868364 w 58051775"/>
                <a:gd name="connsiteY11705" fmla="*/ 14039954 h 57949372"/>
                <a:gd name="connsiteX11706" fmla="*/ 44983402 w 58051775"/>
                <a:gd name="connsiteY11706" fmla="*/ 14064704 h 57949372"/>
                <a:gd name="connsiteX11707" fmla="*/ 45059602 w 58051775"/>
                <a:gd name="connsiteY11707" fmla="*/ 14123422 h 57949372"/>
                <a:gd name="connsiteX11708" fmla="*/ 45191510 w 58051775"/>
                <a:gd name="connsiteY11708" fmla="*/ 14121676 h 57949372"/>
                <a:gd name="connsiteX11709" fmla="*/ 45293110 w 58051775"/>
                <a:gd name="connsiteY11709" fmla="*/ 14075940 h 57949372"/>
                <a:gd name="connsiteX11710" fmla="*/ 45397916 w 58051775"/>
                <a:gd name="connsiteY11710" fmla="*/ 14021600 h 57949372"/>
                <a:gd name="connsiteX11711" fmla="*/ 45464948 w 58051775"/>
                <a:gd name="connsiteY11711" fmla="*/ 13985253 h 57949372"/>
                <a:gd name="connsiteX11712" fmla="*/ 45501228 w 58051775"/>
                <a:gd name="connsiteY11712" fmla="*/ 13931590 h 57949372"/>
                <a:gd name="connsiteX11713" fmla="*/ 45546013 w 58051775"/>
                <a:gd name="connsiteY11713" fmla="*/ 13884279 h 57949372"/>
                <a:gd name="connsiteX11714" fmla="*/ 45586965 w 58051775"/>
                <a:gd name="connsiteY11714" fmla="*/ 13855714 h 57949372"/>
                <a:gd name="connsiteX11715" fmla="*/ 45632404 w 58051775"/>
                <a:gd name="connsiteY11715" fmla="*/ 13818557 h 57949372"/>
                <a:gd name="connsiteX11716" fmla="*/ 45689703 w 58051775"/>
                <a:gd name="connsiteY11716" fmla="*/ 13773935 h 57949372"/>
                <a:gd name="connsiteX11717" fmla="*/ 45738683 w 58051775"/>
                <a:gd name="connsiteY11717" fmla="*/ 13729433 h 57949372"/>
                <a:gd name="connsiteX11718" fmla="*/ 45783502 w 58051775"/>
                <a:gd name="connsiteY11718" fmla="*/ 13684254 h 57949372"/>
                <a:gd name="connsiteX11719" fmla="*/ 45828417 w 58051775"/>
                <a:gd name="connsiteY11719" fmla="*/ 13638904 h 57949372"/>
                <a:gd name="connsiteX11720" fmla="*/ 45860335 w 58051775"/>
                <a:gd name="connsiteY11720" fmla="*/ 13601703 h 57949372"/>
                <a:gd name="connsiteX11721" fmla="*/ 45961318 w 58051775"/>
                <a:gd name="connsiteY11721" fmla="*/ 13503285 h 57949372"/>
                <a:gd name="connsiteX11722" fmla="*/ 46290829 w 58051775"/>
                <a:gd name="connsiteY11722" fmla="*/ 13220981 h 57949372"/>
                <a:gd name="connsiteX11723" fmla="*/ 46342057 w 58051775"/>
                <a:gd name="connsiteY11723" fmla="*/ 13176726 h 57949372"/>
                <a:gd name="connsiteX11724" fmla="*/ 46393099 w 58051775"/>
                <a:gd name="connsiteY11724" fmla="*/ 13140069 h 57949372"/>
                <a:gd name="connsiteX11725" fmla="*/ 46441787 w 58051775"/>
                <a:gd name="connsiteY11725" fmla="*/ 13094327 h 57949372"/>
                <a:gd name="connsiteX11726" fmla="*/ 46473023 w 58051775"/>
                <a:gd name="connsiteY11726" fmla="*/ 13055614 h 57949372"/>
                <a:gd name="connsiteX11727" fmla="*/ 46524517 w 58051775"/>
                <a:gd name="connsiteY11727" fmla="*/ 12966705 h 57949372"/>
                <a:gd name="connsiteX11728" fmla="*/ 46621473 w 58051775"/>
                <a:gd name="connsiteY11728" fmla="*/ 12855393 h 57949372"/>
                <a:gd name="connsiteX11729" fmla="*/ 46710602 w 58051775"/>
                <a:gd name="connsiteY11729" fmla="*/ 12731611 h 57949372"/>
                <a:gd name="connsiteX11730" fmla="*/ 46665523 w 58051775"/>
                <a:gd name="connsiteY11730" fmla="*/ 12637476 h 57949372"/>
                <a:gd name="connsiteX11731" fmla="*/ 46617898 w 58051775"/>
                <a:gd name="connsiteY11731" fmla="*/ 12501186 h 57949372"/>
                <a:gd name="connsiteX11732" fmla="*/ 46615352 w 58051775"/>
                <a:gd name="connsiteY11732" fmla="*/ 12414776 h 57949372"/>
                <a:gd name="connsiteX11733" fmla="*/ 46655948 w 58051775"/>
                <a:gd name="connsiteY11733" fmla="*/ 12409120 h 57949372"/>
                <a:gd name="connsiteX11734" fmla="*/ 46977302 w 58051775"/>
                <a:gd name="connsiteY11734" fmla="*/ 12631244 h 57949372"/>
                <a:gd name="connsiteX11735" fmla="*/ 47088427 w 58051775"/>
                <a:gd name="connsiteY11735" fmla="*/ 12758721 h 57949372"/>
                <a:gd name="connsiteX11736" fmla="*/ 47142402 w 58051775"/>
                <a:gd name="connsiteY11736" fmla="*/ 12833515 h 57949372"/>
                <a:gd name="connsiteX11737" fmla="*/ 47179603 w 58051775"/>
                <a:gd name="connsiteY11737" fmla="*/ 12870988 h 57949372"/>
                <a:gd name="connsiteX11738" fmla="*/ 47224316 w 58051775"/>
                <a:gd name="connsiteY11738" fmla="*/ 12913902 h 57949372"/>
                <a:gd name="connsiteX11739" fmla="*/ 47269666 w 58051775"/>
                <a:gd name="connsiteY11739" fmla="*/ 12971298 h 57949372"/>
                <a:gd name="connsiteX11740" fmla="*/ 47301478 w 58051775"/>
                <a:gd name="connsiteY11740" fmla="*/ 13014427 h 57949372"/>
                <a:gd name="connsiteX11741" fmla="*/ 47451871 w 58051775"/>
                <a:gd name="connsiteY11741" fmla="*/ 13162902 h 57949372"/>
                <a:gd name="connsiteX11742" fmla="*/ 47482211 w 58051775"/>
                <a:gd name="connsiteY11742" fmla="*/ 13248414 h 57949372"/>
                <a:gd name="connsiteX11743" fmla="*/ 47449282 w 58051775"/>
                <a:gd name="connsiteY11743" fmla="*/ 13338582 h 57949372"/>
                <a:gd name="connsiteX11744" fmla="*/ 47380794 w 58051775"/>
                <a:gd name="connsiteY11744" fmla="*/ 13345554 h 57949372"/>
                <a:gd name="connsiteX11745" fmla="*/ 47299264 w 58051775"/>
                <a:gd name="connsiteY11745" fmla="*/ 13316932 h 57949372"/>
                <a:gd name="connsiteX11746" fmla="*/ 47205127 w 58051775"/>
                <a:gd name="connsiteY11746" fmla="*/ 13258100 h 57949372"/>
                <a:gd name="connsiteX11747" fmla="*/ 47100467 w 58051775"/>
                <a:gd name="connsiteY11747" fmla="*/ 13208005 h 57949372"/>
                <a:gd name="connsiteX11748" fmla="*/ 46953353 w 58051775"/>
                <a:gd name="connsiteY11748" fmla="*/ 13289031 h 57949372"/>
                <a:gd name="connsiteX11749" fmla="*/ 46807328 w 58051775"/>
                <a:gd name="connsiteY11749" fmla="*/ 13428415 h 57949372"/>
                <a:gd name="connsiteX11750" fmla="*/ 46734954 w 58051775"/>
                <a:gd name="connsiteY11750" fmla="*/ 13494086 h 57949372"/>
                <a:gd name="connsiteX11751" fmla="*/ 46703976 w 58051775"/>
                <a:gd name="connsiteY11751" fmla="*/ 13526371 h 57949372"/>
                <a:gd name="connsiteX11752" fmla="*/ 46653551 w 58051775"/>
                <a:gd name="connsiteY11752" fmla="*/ 13569108 h 57949372"/>
                <a:gd name="connsiteX11753" fmla="*/ 46596339 w 58051775"/>
                <a:gd name="connsiteY11753" fmla="*/ 13614344 h 57949372"/>
                <a:gd name="connsiteX11754" fmla="*/ 46546268 w 58051775"/>
                <a:gd name="connsiteY11754" fmla="*/ 13654139 h 57949372"/>
                <a:gd name="connsiteX11755" fmla="*/ 46496724 w 58051775"/>
                <a:gd name="connsiteY11755" fmla="*/ 13697597 h 57949372"/>
                <a:gd name="connsiteX11756" fmla="*/ 46469311 w 58051775"/>
                <a:gd name="connsiteY11756" fmla="*/ 13728718 h 57949372"/>
                <a:gd name="connsiteX11757" fmla="*/ 46368493 w 58051775"/>
                <a:gd name="connsiteY11757" fmla="*/ 13816811 h 57949372"/>
                <a:gd name="connsiteX11758" fmla="*/ 46229980 w 58051775"/>
                <a:gd name="connsiteY11758" fmla="*/ 13930894 h 57949372"/>
                <a:gd name="connsiteX11759" fmla="*/ 46171354 w 58051775"/>
                <a:gd name="connsiteY11759" fmla="*/ 13981128 h 57949372"/>
                <a:gd name="connsiteX11760" fmla="*/ 46126402 w 58051775"/>
                <a:gd name="connsiteY11760" fmla="*/ 14020803 h 57949372"/>
                <a:gd name="connsiteX11761" fmla="*/ 46081450 w 58051775"/>
                <a:gd name="connsiteY11761" fmla="*/ 14060484 h 57949372"/>
                <a:gd name="connsiteX11762" fmla="*/ 46030147 w 58051775"/>
                <a:gd name="connsiteY11762" fmla="*/ 14102955 h 57949372"/>
                <a:gd name="connsiteX11763" fmla="*/ 45974235 w 58051775"/>
                <a:gd name="connsiteY11763" fmla="*/ 14153537 h 57949372"/>
                <a:gd name="connsiteX11764" fmla="*/ 45948493 w 58051775"/>
                <a:gd name="connsiteY11764" fmla="*/ 14185911 h 57949372"/>
                <a:gd name="connsiteX11765" fmla="*/ 45890606 w 58051775"/>
                <a:gd name="connsiteY11765" fmla="*/ 14230356 h 57949372"/>
                <a:gd name="connsiteX11766" fmla="*/ 45831927 w 58051775"/>
                <a:gd name="connsiteY11766" fmla="*/ 14274801 h 57949372"/>
                <a:gd name="connsiteX11767" fmla="*/ 45541957 w 58051775"/>
                <a:gd name="connsiteY11767" fmla="*/ 14554669 h 57949372"/>
                <a:gd name="connsiteX11768" fmla="*/ 45579564 w 58051775"/>
                <a:gd name="connsiteY11768" fmla="*/ 14655409 h 57949372"/>
                <a:gd name="connsiteX11769" fmla="*/ 45624947 w 58051775"/>
                <a:gd name="connsiteY11769" fmla="*/ 14706978 h 57949372"/>
                <a:gd name="connsiteX11770" fmla="*/ 45661156 w 58051775"/>
                <a:gd name="connsiteY11770" fmla="*/ 14744704 h 57949372"/>
                <a:gd name="connsiteX11771" fmla="*/ 45795898 w 58051775"/>
                <a:gd name="connsiteY11771" fmla="*/ 14883670 h 57949372"/>
                <a:gd name="connsiteX11772" fmla="*/ 45842596 w 58051775"/>
                <a:gd name="connsiteY11772" fmla="*/ 14930475 h 57949372"/>
                <a:gd name="connsiteX11773" fmla="*/ 45881136 w 58051775"/>
                <a:gd name="connsiteY11773" fmla="*/ 14958888 h 57949372"/>
                <a:gd name="connsiteX11774" fmla="*/ 46015587 w 58051775"/>
                <a:gd name="connsiteY11774" fmla="*/ 15113013 h 57949372"/>
                <a:gd name="connsiteX11775" fmla="*/ 46069323 w 58051775"/>
                <a:gd name="connsiteY11775" fmla="*/ 15149461 h 57949372"/>
                <a:gd name="connsiteX11776" fmla="*/ 46184408 w 58051775"/>
                <a:gd name="connsiteY11776" fmla="*/ 15195121 h 57949372"/>
                <a:gd name="connsiteX11777" fmla="*/ 46301204 w 58051775"/>
                <a:gd name="connsiteY11777" fmla="*/ 15227482 h 57949372"/>
                <a:gd name="connsiteX11778" fmla="*/ 46537580 w 58051775"/>
                <a:gd name="connsiteY11778" fmla="*/ 15205693 h 57949372"/>
                <a:gd name="connsiteX11779" fmla="*/ 46699167 w 58051775"/>
                <a:gd name="connsiteY11779" fmla="*/ 15194134 h 57949372"/>
                <a:gd name="connsiteX11780" fmla="*/ 46845220 w 58051775"/>
                <a:gd name="connsiteY11780" fmla="*/ 15263538 h 57949372"/>
                <a:gd name="connsiteX11781" fmla="*/ 46799502 w 58051775"/>
                <a:gd name="connsiteY11781" fmla="*/ 15407616 h 57949372"/>
                <a:gd name="connsiteX11782" fmla="*/ 46652013 w 58051775"/>
                <a:gd name="connsiteY11782" fmla="*/ 15480683 h 57949372"/>
                <a:gd name="connsiteX11783" fmla="*/ 46562924 w 58051775"/>
                <a:gd name="connsiteY11783" fmla="*/ 15525337 h 57949372"/>
                <a:gd name="connsiteX11784" fmla="*/ 46474024 w 58051775"/>
                <a:gd name="connsiteY11784" fmla="*/ 15569782 h 57949372"/>
                <a:gd name="connsiteX11785" fmla="*/ 46385713 w 58051775"/>
                <a:gd name="connsiteY11785" fmla="*/ 15614151 h 57949372"/>
                <a:gd name="connsiteX11786" fmla="*/ 46292919 w 58051775"/>
                <a:gd name="connsiteY11786" fmla="*/ 15661633 h 57949372"/>
                <a:gd name="connsiteX11787" fmla="*/ 46186057 w 58051775"/>
                <a:gd name="connsiteY11787" fmla="*/ 15701700 h 57949372"/>
                <a:gd name="connsiteX11788" fmla="*/ 46063206 w 58051775"/>
                <a:gd name="connsiteY11788" fmla="*/ 15652339 h 57949372"/>
                <a:gd name="connsiteX11789" fmla="*/ 45992109 w 58051775"/>
                <a:gd name="connsiteY11789" fmla="*/ 15560678 h 57949372"/>
                <a:gd name="connsiteX11790" fmla="*/ 45961370 w 58051775"/>
                <a:gd name="connsiteY11790" fmla="*/ 15519415 h 57949372"/>
                <a:gd name="connsiteX11791" fmla="*/ 45929267 w 58051775"/>
                <a:gd name="connsiteY11791" fmla="*/ 15480759 h 57949372"/>
                <a:gd name="connsiteX11792" fmla="*/ 45878212 w 58051775"/>
                <a:gd name="connsiteY11792" fmla="*/ 15427950 h 57949372"/>
                <a:gd name="connsiteX11793" fmla="*/ 45816657 w 58051775"/>
                <a:gd name="connsiteY11793" fmla="*/ 15368175 h 57949372"/>
                <a:gd name="connsiteX11794" fmla="*/ 45695114 w 58051775"/>
                <a:gd name="connsiteY11794" fmla="*/ 15220953 h 57949372"/>
                <a:gd name="connsiteX11795" fmla="*/ 45569955 w 58051775"/>
                <a:gd name="connsiteY11795" fmla="*/ 15077634 h 57949372"/>
                <a:gd name="connsiteX11796" fmla="*/ 45503038 w 58051775"/>
                <a:gd name="connsiteY11796" fmla="*/ 15001448 h 57949372"/>
                <a:gd name="connsiteX11797" fmla="*/ 45453519 w 58051775"/>
                <a:gd name="connsiteY11797" fmla="*/ 14935201 h 57949372"/>
                <a:gd name="connsiteX11798" fmla="*/ 45341098 w 58051775"/>
                <a:gd name="connsiteY11798" fmla="*/ 14801853 h 57949372"/>
                <a:gd name="connsiteX11799" fmla="*/ 45231576 w 58051775"/>
                <a:gd name="connsiteY11799" fmla="*/ 14681203 h 57949372"/>
                <a:gd name="connsiteX11800" fmla="*/ 44961242 w 58051775"/>
                <a:gd name="connsiteY11800" fmla="*/ 14377844 h 57949372"/>
                <a:gd name="connsiteX11801" fmla="*/ 44912969 w 58051775"/>
                <a:gd name="connsiteY11801" fmla="*/ 14311072 h 57949372"/>
                <a:gd name="connsiteX11802" fmla="*/ 44881436 w 58051775"/>
                <a:gd name="connsiteY11802" fmla="*/ 14281039 h 57949372"/>
                <a:gd name="connsiteX11803" fmla="*/ 44844127 w 58051775"/>
                <a:gd name="connsiteY11803" fmla="*/ 14225592 h 57949372"/>
                <a:gd name="connsiteX11804" fmla="*/ 44799395 w 58051775"/>
                <a:gd name="connsiteY11804" fmla="*/ 14147938 h 57949372"/>
                <a:gd name="connsiteX11805" fmla="*/ 44767502 w 58051775"/>
                <a:gd name="connsiteY11805" fmla="*/ 14097470 h 57949372"/>
                <a:gd name="connsiteX11806" fmla="*/ 44678602 w 58051775"/>
                <a:gd name="connsiteY11806" fmla="*/ 14028939 h 57949372"/>
                <a:gd name="connsiteX11807" fmla="*/ 44589702 w 58051775"/>
                <a:gd name="connsiteY11807" fmla="*/ 13968481 h 57949372"/>
                <a:gd name="connsiteX11808" fmla="*/ 44058026 w 58051775"/>
                <a:gd name="connsiteY11808" fmla="*/ 13433704 h 57949372"/>
                <a:gd name="connsiteX11809" fmla="*/ 44032334 w 58051775"/>
                <a:gd name="connsiteY11809" fmla="*/ 13267223 h 57949372"/>
                <a:gd name="connsiteX11810" fmla="*/ 44077178 w 58051775"/>
                <a:gd name="connsiteY11810" fmla="*/ 13226245 h 57949372"/>
                <a:gd name="connsiteX11811" fmla="*/ 44253556 w 58051775"/>
                <a:gd name="connsiteY11811" fmla="*/ 13282363 h 57949372"/>
                <a:gd name="connsiteX11812" fmla="*/ 44392064 w 58051775"/>
                <a:gd name="connsiteY11812" fmla="*/ 13215186 h 57949372"/>
                <a:gd name="connsiteX11813" fmla="*/ 44432028 w 58051775"/>
                <a:gd name="connsiteY11813" fmla="*/ 13128491 h 57949372"/>
                <a:gd name="connsiteX11814" fmla="*/ 44468147 w 58051775"/>
                <a:gd name="connsiteY11814" fmla="*/ 13049996 h 57949372"/>
                <a:gd name="connsiteX11815" fmla="*/ 44480806 w 58051775"/>
                <a:gd name="connsiteY11815" fmla="*/ 12922652 h 57949372"/>
                <a:gd name="connsiteX11816" fmla="*/ 44519976 w 58051775"/>
                <a:gd name="connsiteY11816" fmla="*/ 12786356 h 57949372"/>
                <a:gd name="connsiteX11817" fmla="*/ 44514401 w 58051775"/>
                <a:gd name="connsiteY11817" fmla="*/ 12681421 h 57949372"/>
                <a:gd name="connsiteX11818" fmla="*/ 44469303 w 58051775"/>
                <a:gd name="connsiteY11818" fmla="*/ 12637305 h 57949372"/>
                <a:gd name="connsiteX11819" fmla="*/ 44436133 w 58051775"/>
                <a:gd name="connsiteY11819" fmla="*/ 12604381 h 57949372"/>
                <a:gd name="connsiteX11820" fmla="*/ 44355319 w 58051775"/>
                <a:gd name="connsiteY11820" fmla="*/ 12543417 h 57949372"/>
                <a:gd name="connsiteX11821" fmla="*/ 44234668 w 58051775"/>
                <a:gd name="connsiteY11821" fmla="*/ 12433307 h 57949372"/>
                <a:gd name="connsiteX11822" fmla="*/ 44057960 w 58051775"/>
                <a:gd name="connsiteY11822" fmla="*/ 12265042 h 57949372"/>
                <a:gd name="connsiteX11823" fmla="*/ 43869042 w 58051775"/>
                <a:gd name="connsiteY11823" fmla="*/ 12187236 h 57949372"/>
                <a:gd name="connsiteX11824" fmla="*/ 43763208 w 58051775"/>
                <a:gd name="connsiteY11824" fmla="*/ 12225696 h 57949372"/>
                <a:gd name="connsiteX11825" fmla="*/ 43649902 w 58051775"/>
                <a:gd name="connsiteY11825" fmla="*/ 12268680 h 57949372"/>
                <a:gd name="connsiteX11826" fmla="*/ 43601700 w 58051775"/>
                <a:gd name="connsiteY11826" fmla="*/ 12312777 h 57949372"/>
                <a:gd name="connsiteX11827" fmla="*/ 43544978 w 58051775"/>
                <a:gd name="connsiteY11827" fmla="*/ 12347580 h 57949372"/>
                <a:gd name="connsiteX11828" fmla="*/ 43453480 w 58051775"/>
                <a:gd name="connsiteY11828" fmla="*/ 12401686 h 57949372"/>
                <a:gd name="connsiteX11829" fmla="*/ 43404336 w 58051775"/>
                <a:gd name="connsiteY11829" fmla="*/ 12463593 h 57949372"/>
                <a:gd name="connsiteX11830" fmla="*/ 43445612 w 58051775"/>
                <a:gd name="connsiteY11830" fmla="*/ 12535774 h 57949372"/>
                <a:gd name="connsiteX11831" fmla="*/ 43478256 w 58051775"/>
                <a:gd name="connsiteY11831" fmla="*/ 12645321 h 57949372"/>
                <a:gd name="connsiteX11832" fmla="*/ 43395208 w 58051775"/>
                <a:gd name="connsiteY11832" fmla="*/ 12767401 h 57949372"/>
                <a:gd name="connsiteX11833" fmla="*/ 43329180 w 58051775"/>
                <a:gd name="connsiteY11833" fmla="*/ 12766395 h 57949372"/>
                <a:gd name="connsiteX11834" fmla="*/ 43096248 w 58051775"/>
                <a:gd name="connsiteY11834" fmla="*/ 12533174 h 57949372"/>
                <a:gd name="connsiteX11835" fmla="*/ 42861776 w 58051775"/>
                <a:gd name="connsiteY11835" fmla="*/ 12270818 h 57949372"/>
                <a:gd name="connsiteX11836" fmla="*/ 42833852 w 58051775"/>
                <a:gd name="connsiteY11836" fmla="*/ 12217111 h 57949372"/>
                <a:gd name="connsiteX11837" fmla="*/ 42819108 w 58051775"/>
                <a:gd name="connsiteY11837" fmla="*/ 12095828 h 57949372"/>
                <a:gd name="connsiteX11838" fmla="*/ 42931644 w 58051775"/>
                <a:gd name="connsiteY11838" fmla="*/ 12115023 h 57949372"/>
                <a:gd name="connsiteX11839" fmla="*/ 43241632 w 58051775"/>
                <a:gd name="connsiteY11839" fmla="*/ 12154445 h 57949372"/>
                <a:gd name="connsiteX11840" fmla="*/ 43313966 w 58051775"/>
                <a:gd name="connsiteY11840" fmla="*/ 12109987 h 57949372"/>
                <a:gd name="connsiteX11841" fmla="*/ 43376210 w 58051775"/>
                <a:gd name="connsiteY11841" fmla="*/ 12077702 h 57949372"/>
                <a:gd name="connsiteX11842" fmla="*/ 43457732 w 58051775"/>
                <a:gd name="connsiteY11842" fmla="*/ 12033257 h 57949372"/>
                <a:gd name="connsiteX11843" fmla="*/ 43541296 w 58051775"/>
                <a:gd name="connsiteY11843" fmla="*/ 11988812 h 57949372"/>
                <a:gd name="connsiteX11844" fmla="*/ 43609604 w 58051775"/>
                <a:gd name="connsiteY11844" fmla="*/ 11942026 h 57949372"/>
                <a:gd name="connsiteX11845" fmla="*/ 43712432 w 58051775"/>
                <a:gd name="connsiteY11845" fmla="*/ 11891640 h 57949372"/>
                <a:gd name="connsiteX11846" fmla="*/ 43814588 w 58051775"/>
                <a:gd name="connsiteY11846" fmla="*/ 11851611 h 57949372"/>
                <a:gd name="connsiteX11847" fmla="*/ 43923510 w 58051775"/>
                <a:gd name="connsiteY11847" fmla="*/ 11800599 h 57949372"/>
                <a:gd name="connsiteX11848" fmla="*/ 44038176 w 58051775"/>
                <a:gd name="connsiteY11848" fmla="*/ 11754066 h 57949372"/>
                <a:gd name="connsiteX11849" fmla="*/ 44129212 w 58051775"/>
                <a:gd name="connsiteY11849" fmla="*/ 11722116 h 57949372"/>
                <a:gd name="connsiteX11850" fmla="*/ 44240412 w 58051775"/>
                <a:gd name="connsiteY11850" fmla="*/ 11671382 h 57949372"/>
                <a:gd name="connsiteX11851" fmla="*/ 44329250 w 58051775"/>
                <a:gd name="connsiteY11851" fmla="*/ 11630575 h 57949372"/>
                <a:gd name="connsiteX11852" fmla="*/ 44434533 w 58051775"/>
                <a:gd name="connsiteY11852" fmla="*/ 11579607 h 57949372"/>
                <a:gd name="connsiteX11853" fmla="*/ 44536831 w 58051775"/>
                <a:gd name="connsiteY11853" fmla="*/ 11532119 h 57949372"/>
                <a:gd name="connsiteX11854" fmla="*/ 44642350 w 58051775"/>
                <a:gd name="connsiteY11854" fmla="*/ 11493659 h 57949372"/>
                <a:gd name="connsiteX11855" fmla="*/ 44744896 w 58051775"/>
                <a:gd name="connsiteY11855" fmla="*/ 11448676 h 57949372"/>
                <a:gd name="connsiteX11856" fmla="*/ 44842530 w 58051775"/>
                <a:gd name="connsiteY11856" fmla="*/ 11406945 h 57949372"/>
                <a:gd name="connsiteX11857" fmla="*/ 44938905 w 58051775"/>
                <a:gd name="connsiteY11857" fmla="*/ 11358394 h 57949372"/>
                <a:gd name="connsiteX11858" fmla="*/ 45034202 w 58051775"/>
                <a:gd name="connsiteY11858" fmla="*/ 11305528 h 57949372"/>
                <a:gd name="connsiteX11859" fmla="*/ 45134503 w 58051775"/>
                <a:gd name="connsiteY11859" fmla="*/ 11267998 h 57949372"/>
                <a:gd name="connsiteX11860" fmla="*/ 45239923 w 58051775"/>
                <a:gd name="connsiteY11860" fmla="*/ 11228159 h 57949372"/>
                <a:gd name="connsiteX11861" fmla="*/ 45321019 w 58051775"/>
                <a:gd name="connsiteY11861" fmla="*/ 11188712 h 57949372"/>
                <a:gd name="connsiteX11862" fmla="*/ 45409698 w 58051775"/>
                <a:gd name="connsiteY11862" fmla="*/ 11144254 h 57949372"/>
                <a:gd name="connsiteX11863" fmla="*/ 45525750 w 58051775"/>
                <a:gd name="connsiteY11863" fmla="*/ 11099800 h 57949372"/>
                <a:gd name="connsiteX11864" fmla="*/ 30713704 w 58051775"/>
                <a:gd name="connsiteY11864" fmla="*/ 11010900 h 57949372"/>
                <a:gd name="connsiteX11865" fmla="*/ 30845832 w 58051775"/>
                <a:gd name="connsiteY11865" fmla="*/ 11169833 h 57949372"/>
                <a:gd name="connsiteX11866" fmla="*/ 30717200 w 58051775"/>
                <a:gd name="connsiteY11866" fmla="*/ 11341103 h 57949372"/>
                <a:gd name="connsiteX11867" fmla="*/ 30609542 w 58051775"/>
                <a:gd name="connsiteY11867" fmla="*/ 11325862 h 57949372"/>
                <a:gd name="connsiteX11868" fmla="*/ 30614072 w 58051775"/>
                <a:gd name="connsiteY11868" fmla="*/ 11039126 h 57949372"/>
                <a:gd name="connsiteX11869" fmla="*/ 30713704 w 58051775"/>
                <a:gd name="connsiteY11869" fmla="*/ 11010900 h 57949372"/>
                <a:gd name="connsiteX11870" fmla="*/ 28328352 w 58051775"/>
                <a:gd name="connsiteY11870" fmla="*/ 10990710 h 57949372"/>
                <a:gd name="connsiteX11871" fmla="*/ 28499794 w 58051775"/>
                <a:gd name="connsiteY11871" fmla="*/ 11047074 h 57949372"/>
                <a:gd name="connsiteX11872" fmla="*/ 28502698 w 58051775"/>
                <a:gd name="connsiteY11872" fmla="*/ 11411595 h 57949372"/>
                <a:gd name="connsiteX11873" fmla="*/ 28163852 w 58051775"/>
                <a:gd name="connsiteY11873" fmla="*/ 11417909 h 57949372"/>
                <a:gd name="connsiteX11874" fmla="*/ 28086816 w 58051775"/>
                <a:gd name="connsiteY11874" fmla="*/ 11222509 h 57949372"/>
                <a:gd name="connsiteX11875" fmla="*/ 28117804 w 58051775"/>
                <a:gd name="connsiteY11875" fmla="*/ 11086070 h 57949372"/>
                <a:gd name="connsiteX11876" fmla="*/ 28181304 w 58051775"/>
                <a:gd name="connsiteY11876" fmla="*/ 11030864 h 57949372"/>
                <a:gd name="connsiteX11877" fmla="*/ 28251152 w 58051775"/>
                <a:gd name="connsiteY11877" fmla="*/ 10994580 h 57949372"/>
                <a:gd name="connsiteX11878" fmla="*/ 28328352 w 58051775"/>
                <a:gd name="connsiteY11878" fmla="*/ 10990710 h 57949372"/>
                <a:gd name="connsiteX11879" fmla="*/ 28438500 w 58051775"/>
                <a:gd name="connsiteY11879" fmla="*/ 10804862 h 57949372"/>
                <a:gd name="connsiteX11880" fmla="*/ 28389916 w 58051775"/>
                <a:gd name="connsiteY11880" fmla="*/ 10804876 h 57949372"/>
                <a:gd name="connsiteX11881" fmla="*/ 28326436 w 58051775"/>
                <a:gd name="connsiteY11881" fmla="*/ 10805976 h 57949372"/>
                <a:gd name="connsiteX11882" fmla="*/ 28255196 w 58051775"/>
                <a:gd name="connsiteY11882" fmla="*/ 10847948 h 57949372"/>
                <a:gd name="connsiteX11883" fmla="*/ 28208442 w 58051775"/>
                <a:gd name="connsiteY11883" fmla="*/ 10885296 h 57949372"/>
                <a:gd name="connsiteX11884" fmla="*/ 27677348 w 58051775"/>
                <a:gd name="connsiteY11884" fmla="*/ 10885144 h 57949372"/>
                <a:gd name="connsiteX11885" fmla="*/ 27113464 w 58051775"/>
                <a:gd name="connsiteY11885" fmla="*/ 10897320 h 57949372"/>
                <a:gd name="connsiteX11886" fmla="*/ 27052108 w 58051775"/>
                <a:gd name="connsiteY11886" fmla="*/ 10942508 h 57949372"/>
                <a:gd name="connsiteX11887" fmla="*/ 26990780 w 58051775"/>
                <a:gd name="connsiteY11887" fmla="*/ 10969110 h 57949372"/>
                <a:gd name="connsiteX11888" fmla="*/ 26921436 w 58051775"/>
                <a:gd name="connsiteY11888" fmla="*/ 10975600 h 57949372"/>
                <a:gd name="connsiteX11889" fmla="*/ 26904424 w 58051775"/>
                <a:gd name="connsiteY11889" fmla="*/ 11018232 h 57949372"/>
                <a:gd name="connsiteX11890" fmla="*/ 26924000 w 58051775"/>
                <a:gd name="connsiteY11890" fmla="*/ 11179013 h 57949372"/>
                <a:gd name="connsiteX11891" fmla="*/ 26924000 w 58051775"/>
                <a:gd name="connsiteY11891" fmla="*/ 11309925 h 57949372"/>
                <a:gd name="connsiteX11892" fmla="*/ 26813740 w 58051775"/>
                <a:gd name="connsiteY11892" fmla="*/ 11430006 h 57949372"/>
                <a:gd name="connsiteX11893" fmla="*/ 26716764 w 58051775"/>
                <a:gd name="connsiteY11893" fmla="*/ 11430006 h 57949372"/>
                <a:gd name="connsiteX11894" fmla="*/ 26591456 w 58051775"/>
                <a:gd name="connsiteY11894" fmla="*/ 11388737 h 57949372"/>
                <a:gd name="connsiteX11895" fmla="*/ 26524484 w 58051775"/>
                <a:gd name="connsiteY11895" fmla="*/ 11313930 h 57949372"/>
                <a:gd name="connsiteX11896" fmla="*/ 26485852 w 58051775"/>
                <a:gd name="connsiteY11896" fmla="*/ 11172117 h 57949372"/>
                <a:gd name="connsiteX11897" fmla="*/ 26522944 w 58051775"/>
                <a:gd name="connsiteY11897" fmla="*/ 11037408 h 57949372"/>
                <a:gd name="connsiteX11898" fmla="*/ 26553172 w 58051775"/>
                <a:gd name="connsiteY11898" fmla="*/ 11004140 h 57949372"/>
                <a:gd name="connsiteX11899" fmla="*/ 26457048 w 58051775"/>
                <a:gd name="connsiteY11899" fmla="*/ 10988212 h 57949372"/>
                <a:gd name="connsiteX11900" fmla="*/ 26367788 w 58051775"/>
                <a:gd name="connsiteY11900" fmla="*/ 10979152 h 57949372"/>
                <a:gd name="connsiteX11901" fmla="*/ 26341700 w 58051775"/>
                <a:gd name="connsiteY11901" fmla="*/ 11020428 h 57949372"/>
                <a:gd name="connsiteX11902" fmla="*/ 26227468 w 58051775"/>
                <a:gd name="connsiteY11902" fmla="*/ 11061700 h 57949372"/>
                <a:gd name="connsiteX11903" fmla="*/ 26123900 w 58051775"/>
                <a:gd name="connsiteY11903" fmla="*/ 11148822 h 57949372"/>
                <a:gd name="connsiteX11904" fmla="*/ 25952892 w 58051775"/>
                <a:gd name="connsiteY11904" fmla="*/ 11212791 h 57949372"/>
                <a:gd name="connsiteX11905" fmla="*/ 25908000 w 58051775"/>
                <a:gd name="connsiteY11905" fmla="*/ 11150334 h 57949372"/>
                <a:gd name="connsiteX11906" fmla="*/ 25806400 w 58051775"/>
                <a:gd name="connsiteY11906" fmla="*/ 11125202 h 57949372"/>
                <a:gd name="connsiteX11907" fmla="*/ 25770812 w 58051775"/>
                <a:gd name="connsiteY11907" fmla="*/ 11163304 h 57949372"/>
                <a:gd name="connsiteX11908" fmla="*/ 25601280 w 58051775"/>
                <a:gd name="connsiteY11908" fmla="*/ 11157262 h 57949372"/>
                <a:gd name="connsiteX11909" fmla="*/ 25308856 w 58051775"/>
                <a:gd name="connsiteY11909" fmla="*/ 11209881 h 57949372"/>
                <a:gd name="connsiteX11910" fmla="*/ 25112104 w 58051775"/>
                <a:gd name="connsiteY11910" fmla="*/ 11245899 h 57949372"/>
                <a:gd name="connsiteX11911" fmla="*/ 24914152 w 58051775"/>
                <a:gd name="connsiteY11911" fmla="*/ 11290344 h 57949372"/>
                <a:gd name="connsiteX11912" fmla="*/ 24736428 w 58051775"/>
                <a:gd name="connsiteY11912" fmla="*/ 11328418 h 57949372"/>
                <a:gd name="connsiteX11913" fmla="*/ 24561592 w 58051775"/>
                <a:gd name="connsiteY11913" fmla="*/ 11404832 h 57949372"/>
                <a:gd name="connsiteX11914" fmla="*/ 24392112 w 58051775"/>
                <a:gd name="connsiteY11914" fmla="*/ 11428146 h 57949372"/>
                <a:gd name="connsiteX11915" fmla="*/ 24229192 w 58051775"/>
                <a:gd name="connsiteY11915" fmla="*/ 11423654 h 57949372"/>
                <a:gd name="connsiteX11916" fmla="*/ 24206416 w 58051775"/>
                <a:gd name="connsiteY11916" fmla="*/ 11466536 h 57949372"/>
                <a:gd name="connsiteX11917" fmla="*/ 24066064 w 58051775"/>
                <a:gd name="connsiteY11917" fmla="*/ 11520269 h 57949372"/>
                <a:gd name="connsiteX11918" fmla="*/ 23917488 w 58051775"/>
                <a:gd name="connsiteY11918" fmla="*/ 11551447 h 57949372"/>
                <a:gd name="connsiteX11919" fmla="*/ 23888688 w 58051775"/>
                <a:gd name="connsiteY11919" fmla="*/ 11681853 h 57949372"/>
                <a:gd name="connsiteX11920" fmla="*/ 23847508 w 58051775"/>
                <a:gd name="connsiteY11920" fmla="*/ 11878917 h 57949372"/>
                <a:gd name="connsiteX11921" fmla="*/ 23799800 w 58051775"/>
                <a:gd name="connsiteY11921" fmla="*/ 11918965 h 57949372"/>
                <a:gd name="connsiteX11922" fmla="*/ 23653196 w 58051775"/>
                <a:gd name="connsiteY11922" fmla="*/ 11954635 h 57949372"/>
                <a:gd name="connsiteX11923" fmla="*/ 23556872 w 58051775"/>
                <a:gd name="connsiteY11923" fmla="*/ 11893114 h 57949372"/>
                <a:gd name="connsiteX11924" fmla="*/ 23515472 w 58051775"/>
                <a:gd name="connsiteY11924" fmla="*/ 11824887 h 57949372"/>
                <a:gd name="connsiteX11925" fmla="*/ 23495000 w 58051775"/>
                <a:gd name="connsiteY11925" fmla="*/ 11776880 h 57949372"/>
                <a:gd name="connsiteX11926" fmla="*/ 23335404 w 58051775"/>
                <a:gd name="connsiteY11926" fmla="*/ 11741172 h 57949372"/>
                <a:gd name="connsiteX11927" fmla="*/ 23243752 w 58051775"/>
                <a:gd name="connsiteY11927" fmla="*/ 11779569 h 57949372"/>
                <a:gd name="connsiteX11928" fmla="*/ 23082588 w 58051775"/>
                <a:gd name="connsiteY11928" fmla="*/ 11836098 h 57949372"/>
                <a:gd name="connsiteX11929" fmla="*/ 22966344 w 58051775"/>
                <a:gd name="connsiteY11929" fmla="*/ 11868649 h 57949372"/>
                <a:gd name="connsiteX11930" fmla="*/ 22871920 w 58051775"/>
                <a:gd name="connsiteY11930" fmla="*/ 11880600 h 57949372"/>
                <a:gd name="connsiteX11931" fmla="*/ 22839372 w 58051775"/>
                <a:gd name="connsiteY11931" fmla="*/ 11910892 h 57949372"/>
                <a:gd name="connsiteX11932" fmla="*/ 22713952 w 58051775"/>
                <a:gd name="connsiteY11932" fmla="*/ 11963410 h 57949372"/>
                <a:gd name="connsiteX11933" fmla="*/ 22570100 w 58051775"/>
                <a:gd name="connsiteY11933" fmla="*/ 12016099 h 57949372"/>
                <a:gd name="connsiteX11934" fmla="*/ 22470216 w 58051775"/>
                <a:gd name="connsiteY11934" fmla="*/ 12052313 h 57949372"/>
                <a:gd name="connsiteX11935" fmla="*/ 22353712 w 58051775"/>
                <a:gd name="connsiteY11935" fmla="*/ 12088780 h 57949372"/>
                <a:gd name="connsiteX11936" fmla="*/ 22247928 w 58051775"/>
                <a:gd name="connsiteY11936" fmla="*/ 12137654 h 57949372"/>
                <a:gd name="connsiteX11937" fmla="*/ 22142712 w 58051775"/>
                <a:gd name="connsiteY11937" fmla="*/ 12190077 h 57949372"/>
                <a:gd name="connsiteX11938" fmla="*/ 22026248 w 58051775"/>
                <a:gd name="connsiteY11938" fmla="*/ 12230106 h 57949372"/>
                <a:gd name="connsiteX11939" fmla="*/ 21909216 w 58051775"/>
                <a:gd name="connsiteY11939" fmla="*/ 12266535 h 57949372"/>
                <a:gd name="connsiteX11940" fmla="*/ 21807784 w 58051775"/>
                <a:gd name="connsiteY11940" fmla="*/ 12315915 h 57949372"/>
                <a:gd name="connsiteX11941" fmla="*/ 21716424 w 58051775"/>
                <a:gd name="connsiteY11941" fmla="*/ 12368395 h 57949372"/>
                <a:gd name="connsiteX11942" fmla="*/ 21642556 w 58051775"/>
                <a:gd name="connsiteY11942" fmla="*/ 12407918 h 57949372"/>
                <a:gd name="connsiteX11943" fmla="*/ 21578532 w 58051775"/>
                <a:gd name="connsiteY11943" fmla="*/ 12441152 h 57949372"/>
                <a:gd name="connsiteX11944" fmla="*/ 21608636 w 58051775"/>
                <a:gd name="connsiteY11944" fmla="*/ 12458715 h 57949372"/>
                <a:gd name="connsiteX11945" fmla="*/ 21672552 w 58051775"/>
                <a:gd name="connsiteY11945" fmla="*/ 12593151 h 57949372"/>
                <a:gd name="connsiteX11946" fmla="*/ 21633332 w 58051775"/>
                <a:gd name="connsiteY11946" fmla="*/ 12713333 h 57949372"/>
                <a:gd name="connsiteX11947" fmla="*/ 21425928 w 58051775"/>
                <a:gd name="connsiteY11947" fmla="*/ 12760910 h 57949372"/>
                <a:gd name="connsiteX11948" fmla="*/ 21345528 w 58051775"/>
                <a:gd name="connsiteY11948" fmla="*/ 12741158 h 57949372"/>
                <a:gd name="connsiteX11949" fmla="*/ 21336000 w 58051775"/>
                <a:gd name="connsiteY11949" fmla="*/ 12634958 h 57949372"/>
                <a:gd name="connsiteX11950" fmla="*/ 21329136 w 58051775"/>
                <a:gd name="connsiteY11950" fmla="*/ 12534920 h 57949372"/>
                <a:gd name="connsiteX11951" fmla="*/ 21281512 w 58051775"/>
                <a:gd name="connsiteY11951" fmla="*/ 12553508 h 57949372"/>
                <a:gd name="connsiteX11952" fmla="*/ 21192780 w 58051775"/>
                <a:gd name="connsiteY11952" fmla="*/ 12590342 h 57949372"/>
                <a:gd name="connsiteX11953" fmla="*/ 21119996 w 58051775"/>
                <a:gd name="connsiteY11953" fmla="*/ 12640108 h 57949372"/>
                <a:gd name="connsiteX11954" fmla="*/ 21037104 w 58051775"/>
                <a:gd name="connsiteY11954" fmla="*/ 12680371 h 57949372"/>
                <a:gd name="connsiteX11955" fmla="*/ 20947024 w 58051775"/>
                <a:gd name="connsiteY11955" fmla="*/ 12724987 h 57949372"/>
                <a:gd name="connsiteX11956" fmla="*/ 20857268 w 58051775"/>
                <a:gd name="connsiteY11956" fmla="*/ 12769571 h 57949372"/>
                <a:gd name="connsiteX11957" fmla="*/ 20770096 w 58051775"/>
                <a:gd name="connsiteY11957" fmla="*/ 12809986 h 57949372"/>
                <a:gd name="connsiteX11958" fmla="*/ 20681600 w 58051775"/>
                <a:gd name="connsiteY11958" fmla="*/ 12859499 h 57949372"/>
                <a:gd name="connsiteX11959" fmla="*/ 20597912 w 58051775"/>
                <a:gd name="connsiteY11959" fmla="*/ 12908575 h 57949372"/>
                <a:gd name="connsiteX11960" fmla="*/ 20516944 w 58051775"/>
                <a:gd name="connsiteY11960" fmla="*/ 12948313 h 57949372"/>
                <a:gd name="connsiteX11961" fmla="*/ 20422160 w 58051775"/>
                <a:gd name="connsiteY11961" fmla="*/ 12993492 h 57949372"/>
                <a:gd name="connsiteX11962" fmla="*/ 20359420 w 58051775"/>
                <a:gd name="connsiteY11962" fmla="*/ 13030206 h 57949372"/>
                <a:gd name="connsiteX11963" fmla="*/ 20281900 w 58051775"/>
                <a:gd name="connsiteY11963" fmla="*/ 13074670 h 57949372"/>
                <a:gd name="connsiteX11964" fmla="*/ 20197064 w 58051775"/>
                <a:gd name="connsiteY11964" fmla="*/ 13119115 h 57949372"/>
                <a:gd name="connsiteX11965" fmla="*/ 20126080 w 58051775"/>
                <a:gd name="connsiteY11965" fmla="*/ 13163554 h 57949372"/>
                <a:gd name="connsiteX11966" fmla="*/ 20047792 w 58051775"/>
                <a:gd name="connsiteY11966" fmla="*/ 13201862 h 57949372"/>
                <a:gd name="connsiteX11967" fmla="*/ 19994896 w 58051775"/>
                <a:gd name="connsiteY11967" fmla="*/ 13205038 h 57949372"/>
                <a:gd name="connsiteX11968" fmla="*/ 19978552 w 58051775"/>
                <a:gd name="connsiteY11968" fmla="*/ 13296788 h 57949372"/>
                <a:gd name="connsiteX11969" fmla="*/ 19935800 w 58051775"/>
                <a:gd name="connsiteY11969" fmla="*/ 13420867 h 57949372"/>
                <a:gd name="connsiteX11970" fmla="*/ 19716756 w 58051775"/>
                <a:gd name="connsiteY11970" fmla="*/ 13475650 h 57949372"/>
                <a:gd name="connsiteX11971" fmla="*/ 19523076 w 58051775"/>
                <a:gd name="connsiteY11971" fmla="*/ 13491119 h 57949372"/>
                <a:gd name="connsiteX11972" fmla="*/ 19507200 w 58051775"/>
                <a:gd name="connsiteY11972" fmla="*/ 13533476 h 57949372"/>
                <a:gd name="connsiteX11973" fmla="*/ 19437980 w 58051775"/>
                <a:gd name="connsiteY11973" fmla="*/ 13570329 h 57949372"/>
                <a:gd name="connsiteX11974" fmla="*/ 19361172 w 58051775"/>
                <a:gd name="connsiteY11974" fmla="*/ 13614344 h 57949372"/>
                <a:gd name="connsiteX11975" fmla="*/ 19311476 w 58051775"/>
                <a:gd name="connsiteY11975" fmla="*/ 13652146 h 57949372"/>
                <a:gd name="connsiteX11976" fmla="*/ 19235924 w 58051775"/>
                <a:gd name="connsiteY11976" fmla="*/ 13703563 h 57949372"/>
                <a:gd name="connsiteX11977" fmla="*/ 19150552 w 58051775"/>
                <a:gd name="connsiteY11977" fmla="*/ 13749400 h 57949372"/>
                <a:gd name="connsiteX11978" fmla="*/ 19085136 w 58051775"/>
                <a:gd name="connsiteY11978" fmla="*/ 13787297 h 57949372"/>
                <a:gd name="connsiteX11979" fmla="*/ 19031276 w 58051775"/>
                <a:gd name="connsiteY11979" fmla="*/ 13830211 h 57949372"/>
                <a:gd name="connsiteX11980" fmla="*/ 18963732 w 58051775"/>
                <a:gd name="connsiteY11980" fmla="*/ 13880268 h 57949372"/>
                <a:gd name="connsiteX11981" fmla="*/ 18897040 w 58051775"/>
                <a:gd name="connsiteY11981" fmla="*/ 13925681 h 57949372"/>
                <a:gd name="connsiteX11982" fmla="*/ 18825920 w 58051775"/>
                <a:gd name="connsiteY11982" fmla="*/ 13969816 h 57949372"/>
                <a:gd name="connsiteX11983" fmla="*/ 18756928 w 58051775"/>
                <a:gd name="connsiteY11983" fmla="*/ 14012749 h 57949372"/>
                <a:gd name="connsiteX11984" fmla="*/ 18705032 w 58051775"/>
                <a:gd name="connsiteY11984" fmla="*/ 14052025 h 57949372"/>
                <a:gd name="connsiteX11985" fmla="*/ 18665668 w 58051775"/>
                <a:gd name="connsiteY11985" fmla="*/ 14091719 h 57949372"/>
                <a:gd name="connsiteX11986" fmla="*/ 18593620 w 58051775"/>
                <a:gd name="connsiteY11986" fmla="*/ 14142225 h 57949372"/>
                <a:gd name="connsiteX11987" fmla="*/ 18513352 w 58051775"/>
                <a:gd name="connsiteY11987" fmla="*/ 14197438 h 57949372"/>
                <a:gd name="connsiteX11988" fmla="*/ 18465336 w 58051775"/>
                <a:gd name="connsiteY11988" fmla="*/ 14264634 h 57949372"/>
                <a:gd name="connsiteX11989" fmla="*/ 18410484 w 58051775"/>
                <a:gd name="connsiteY11989" fmla="*/ 14360199 h 57949372"/>
                <a:gd name="connsiteX11990" fmla="*/ 18354676 w 58051775"/>
                <a:gd name="connsiteY11990" fmla="*/ 14433228 h 57949372"/>
                <a:gd name="connsiteX11991" fmla="*/ 18228576 w 58051775"/>
                <a:gd name="connsiteY11991" fmla="*/ 14465317 h 57949372"/>
                <a:gd name="connsiteX11992" fmla="*/ 17974500 w 58051775"/>
                <a:gd name="connsiteY11992" fmla="*/ 14574712 h 57949372"/>
                <a:gd name="connsiteX11993" fmla="*/ 17892028 w 58051775"/>
                <a:gd name="connsiteY11993" fmla="*/ 14641237 h 57949372"/>
                <a:gd name="connsiteX11994" fmla="*/ 17850328 w 58051775"/>
                <a:gd name="connsiteY11994" fmla="*/ 14692401 h 57949372"/>
                <a:gd name="connsiteX11995" fmla="*/ 17805600 w 58051775"/>
                <a:gd name="connsiteY11995" fmla="*/ 14731924 h 57949372"/>
                <a:gd name="connsiteX11996" fmla="*/ 17748576 w 58051775"/>
                <a:gd name="connsiteY11996" fmla="*/ 14777742 h 57949372"/>
                <a:gd name="connsiteX11997" fmla="*/ 17704000 w 58051775"/>
                <a:gd name="connsiteY11997" fmla="*/ 14808205 h 57949372"/>
                <a:gd name="connsiteX11998" fmla="*/ 17630780 w 58051775"/>
                <a:gd name="connsiteY11998" fmla="*/ 14857313 h 57949372"/>
                <a:gd name="connsiteX11999" fmla="*/ 17555224 w 58051775"/>
                <a:gd name="connsiteY11999" fmla="*/ 14914943 h 57949372"/>
                <a:gd name="connsiteX12000" fmla="*/ 17507968 w 58051775"/>
                <a:gd name="connsiteY12000" fmla="*/ 14954491 h 57949372"/>
                <a:gd name="connsiteX12001" fmla="*/ 17450580 w 58051775"/>
                <a:gd name="connsiteY12001" fmla="*/ 15004662 h 57949372"/>
                <a:gd name="connsiteX12002" fmla="*/ 17405404 w 58051775"/>
                <a:gd name="connsiteY12002" fmla="*/ 15049341 h 57949372"/>
                <a:gd name="connsiteX12003" fmla="*/ 17365960 w 58051775"/>
                <a:gd name="connsiteY12003" fmla="*/ 15082721 h 57949372"/>
                <a:gd name="connsiteX12004" fmla="*/ 17315776 w 58051775"/>
                <a:gd name="connsiteY12004" fmla="*/ 15127014 h 57949372"/>
                <a:gd name="connsiteX12005" fmla="*/ 17264168 w 58051775"/>
                <a:gd name="connsiteY12005" fmla="*/ 15171668 h 57949372"/>
                <a:gd name="connsiteX12006" fmla="*/ 17218680 w 58051775"/>
                <a:gd name="connsiteY12006" fmla="*/ 15216385 h 57949372"/>
                <a:gd name="connsiteX12007" fmla="*/ 17175144 w 58051775"/>
                <a:gd name="connsiteY12007" fmla="*/ 15260596 h 57949372"/>
                <a:gd name="connsiteX12008" fmla="*/ 17131588 w 58051775"/>
                <a:gd name="connsiteY12008" fmla="*/ 15292141 h 57949372"/>
                <a:gd name="connsiteX12009" fmla="*/ 17081124 w 58051775"/>
                <a:gd name="connsiteY12009" fmla="*/ 15335460 h 57949372"/>
                <a:gd name="connsiteX12010" fmla="*/ 17043400 w 58051775"/>
                <a:gd name="connsiteY12010" fmla="*/ 15467770 h 57949372"/>
                <a:gd name="connsiteX12011" fmla="*/ 17043400 w 58051775"/>
                <a:gd name="connsiteY12011" fmla="*/ 15580588 h 57949372"/>
                <a:gd name="connsiteX12012" fmla="*/ 16984776 w 58051775"/>
                <a:gd name="connsiteY12012" fmla="*/ 15640913 h 57949372"/>
                <a:gd name="connsiteX12013" fmla="*/ 16866864 w 58051775"/>
                <a:gd name="connsiteY12013" fmla="*/ 15706926 h 57949372"/>
                <a:gd name="connsiteX12014" fmla="*/ 16759076 w 58051775"/>
                <a:gd name="connsiteY12014" fmla="*/ 15699220 h 57949372"/>
                <a:gd name="connsiteX12015" fmla="*/ 16657912 w 58051775"/>
                <a:gd name="connsiteY12015" fmla="*/ 15724843 h 57949372"/>
                <a:gd name="connsiteX12016" fmla="*/ 16522700 w 58051775"/>
                <a:gd name="connsiteY12016" fmla="*/ 15850194 h 57949372"/>
                <a:gd name="connsiteX12017" fmla="*/ 16478816 w 58051775"/>
                <a:gd name="connsiteY12017" fmla="*/ 15889059 h 57949372"/>
                <a:gd name="connsiteX12018" fmla="*/ 16427592 w 58051775"/>
                <a:gd name="connsiteY12018" fmla="*/ 15938072 h 57949372"/>
                <a:gd name="connsiteX12019" fmla="*/ 16383000 w 58051775"/>
                <a:gd name="connsiteY12019" fmla="*/ 15976608 h 57949372"/>
                <a:gd name="connsiteX12020" fmla="*/ 16317432 w 58051775"/>
                <a:gd name="connsiteY12020" fmla="*/ 16167105 h 57949372"/>
                <a:gd name="connsiteX12021" fmla="*/ 16229160 w 58051775"/>
                <a:gd name="connsiteY12021" fmla="*/ 16408804 h 57949372"/>
                <a:gd name="connsiteX12022" fmla="*/ 16065320 w 58051775"/>
                <a:gd name="connsiteY12022" fmla="*/ 16376468 h 57949372"/>
                <a:gd name="connsiteX12023" fmla="*/ 15976776 w 58051775"/>
                <a:gd name="connsiteY12023" fmla="*/ 16382586 h 57949372"/>
                <a:gd name="connsiteX12024" fmla="*/ 15937120 w 58051775"/>
                <a:gd name="connsiteY12024" fmla="*/ 16427898 h 57949372"/>
                <a:gd name="connsiteX12025" fmla="*/ 15892392 w 58051775"/>
                <a:gd name="connsiteY12025" fmla="*/ 16456893 h 57949372"/>
                <a:gd name="connsiteX12026" fmla="*/ 15834748 w 58051775"/>
                <a:gd name="connsiteY12026" fmla="*/ 16516364 h 57949372"/>
                <a:gd name="connsiteX12027" fmla="*/ 15744320 w 58051775"/>
                <a:gd name="connsiteY12027" fmla="*/ 16616522 h 57949372"/>
                <a:gd name="connsiteX12028" fmla="*/ 15690852 w 58051775"/>
                <a:gd name="connsiteY12028" fmla="*/ 16678587 h 57949372"/>
                <a:gd name="connsiteX12029" fmla="*/ 15690852 w 58051775"/>
                <a:gd name="connsiteY12029" fmla="*/ 17003577 h 57949372"/>
                <a:gd name="connsiteX12030" fmla="*/ 15652752 w 58051775"/>
                <a:gd name="connsiteY12030" fmla="*/ 17044106 h 57949372"/>
                <a:gd name="connsiteX12031" fmla="*/ 15475188 w 58051775"/>
                <a:gd name="connsiteY12031" fmla="*/ 17132319 h 57949372"/>
                <a:gd name="connsiteX12032" fmla="*/ 15382296 w 58051775"/>
                <a:gd name="connsiteY12032" fmla="*/ 17118280 h 57949372"/>
                <a:gd name="connsiteX12033" fmla="*/ 15253348 w 58051775"/>
                <a:gd name="connsiteY12033" fmla="*/ 17175056 h 57949372"/>
                <a:gd name="connsiteX12034" fmla="*/ 15214252 w 58051775"/>
                <a:gd name="connsiteY12034" fmla="*/ 17214965 h 57949372"/>
                <a:gd name="connsiteX12035" fmla="*/ 15174472 w 58051775"/>
                <a:gd name="connsiteY12035" fmla="*/ 17259669 h 57949372"/>
                <a:gd name="connsiteX12036" fmla="*/ 15131508 w 58051775"/>
                <a:gd name="connsiteY12036" fmla="*/ 17315648 h 57949372"/>
                <a:gd name="connsiteX12037" fmla="*/ 15182240 w 58051775"/>
                <a:gd name="connsiteY12037" fmla="*/ 17417103 h 57949372"/>
                <a:gd name="connsiteX12038" fmla="*/ 15256992 w 58051775"/>
                <a:gd name="connsiteY12038" fmla="*/ 17519007 h 57949372"/>
                <a:gd name="connsiteX12039" fmla="*/ 15211068 w 58051775"/>
                <a:gd name="connsiteY12039" fmla="*/ 17648559 h 57949372"/>
                <a:gd name="connsiteX12040" fmla="*/ 15163916 w 58051775"/>
                <a:gd name="connsiteY12040" fmla="*/ 17691106 h 57949372"/>
                <a:gd name="connsiteX12041" fmla="*/ 15133324 w 58051775"/>
                <a:gd name="connsiteY12041" fmla="*/ 17732198 h 57949372"/>
                <a:gd name="connsiteX12042" fmla="*/ 14857748 w 58051775"/>
                <a:gd name="connsiteY12042" fmla="*/ 17741239 h 57949372"/>
                <a:gd name="connsiteX12043" fmla="*/ 14725588 w 58051775"/>
                <a:gd name="connsiteY12043" fmla="*/ 17809270 h 57949372"/>
                <a:gd name="connsiteX12044" fmla="*/ 14668212 w 58051775"/>
                <a:gd name="connsiteY12044" fmla="*/ 17896553 h 57949372"/>
                <a:gd name="connsiteX12045" fmla="*/ 14627416 w 58051775"/>
                <a:gd name="connsiteY12045" fmla="*/ 17994737 h 57949372"/>
                <a:gd name="connsiteX12046" fmla="*/ 14547204 w 58051775"/>
                <a:gd name="connsiteY12046" fmla="*/ 18110212 h 57949372"/>
                <a:gd name="connsiteX12047" fmla="*/ 14452600 w 58051775"/>
                <a:gd name="connsiteY12047" fmla="*/ 18170841 h 57949372"/>
                <a:gd name="connsiteX12048" fmla="*/ 14404976 w 58051775"/>
                <a:gd name="connsiteY12048" fmla="*/ 18227794 h 57949372"/>
                <a:gd name="connsiteX12049" fmla="*/ 14357352 w 58051775"/>
                <a:gd name="connsiteY12049" fmla="*/ 18264046 h 57949372"/>
                <a:gd name="connsiteX12050" fmla="*/ 14357352 w 58051775"/>
                <a:gd name="connsiteY12050" fmla="*/ 18382020 h 57949372"/>
                <a:gd name="connsiteX12051" fmla="*/ 14262024 w 58051775"/>
                <a:gd name="connsiteY12051" fmla="*/ 18554707 h 57949372"/>
                <a:gd name="connsiteX12052" fmla="*/ 14142928 w 58051775"/>
                <a:gd name="connsiteY12052" fmla="*/ 18605542 h 57949372"/>
                <a:gd name="connsiteX12053" fmla="*/ 14097000 w 58051775"/>
                <a:gd name="connsiteY12053" fmla="*/ 18673295 h 57949372"/>
                <a:gd name="connsiteX12054" fmla="*/ 14058900 w 58051775"/>
                <a:gd name="connsiteY12054" fmla="*/ 18724155 h 57949372"/>
                <a:gd name="connsiteX12055" fmla="*/ 14020800 w 58051775"/>
                <a:gd name="connsiteY12055" fmla="*/ 18770264 h 57949372"/>
                <a:gd name="connsiteX12056" fmla="*/ 14058900 w 58051775"/>
                <a:gd name="connsiteY12056" fmla="*/ 18821403 h 57949372"/>
                <a:gd name="connsiteX12057" fmla="*/ 14097000 w 58051775"/>
                <a:gd name="connsiteY12057" fmla="*/ 18958414 h 57949372"/>
                <a:gd name="connsiteX12058" fmla="*/ 14058900 w 58051775"/>
                <a:gd name="connsiteY12058" fmla="*/ 19092401 h 57949372"/>
                <a:gd name="connsiteX12059" fmla="*/ 14020800 w 58051775"/>
                <a:gd name="connsiteY12059" fmla="*/ 19145482 h 57949372"/>
                <a:gd name="connsiteX12060" fmla="*/ 13845104 w 58051775"/>
                <a:gd name="connsiteY12060" fmla="*/ 19170308 h 57949372"/>
                <a:gd name="connsiteX12061" fmla="*/ 13739264 w 58051775"/>
                <a:gd name="connsiteY12061" fmla="*/ 19170656 h 57949372"/>
                <a:gd name="connsiteX12062" fmla="*/ 13729044 w 58051775"/>
                <a:gd name="connsiteY12062" fmla="*/ 19216379 h 57949372"/>
                <a:gd name="connsiteX12063" fmla="*/ 13699028 w 58051775"/>
                <a:gd name="connsiteY12063" fmla="*/ 19269713 h 57949372"/>
                <a:gd name="connsiteX12064" fmla="*/ 13665328 w 58051775"/>
                <a:gd name="connsiteY12064" fmla="*/ 19328937 h 57949372"/>
                <a:gd name="connsiteX12065" fmla="*/ 13607512 w 58051775"/>
                <a:gd name="connsiteY12065" fmla="*/ 19420529 h 57949372"/>
                <a:gd name="connsiteX12066" fmla="*/ 13563600 w 58051775"/>
                <a:gd name="connsiteY12066" fmla="*/ 19483410 h 57949372"/>
                <a:gd name="connsiteX12067" fmla="*/ 13525480 w 58051775"/>
                <a:gd name="connsiteY12067" fmla="*/ 19550239 h 57949372"/>
                <a:gd name="connsiteX12068" fmla="*/ 13461184 w 58051775"/>
                <a:gd name="connsiteY12068" fmla="*/ 19700329 h 57949372"/>
                <a:gd name="connsiteX12069" fmla="*/ 13379472 w 58051775"/>
                <a:gd name="connsiteY12069" fmla="*/ 19815564 h 57949372"/>
                <a:gd name="connsiteX12070" fmla="*/ 13296900 w 58051775"/>
                <a:gd name="connsiteY12070" fmla="*/ 19934890 h 57949372"/>
                <a:gd name="connsiteX12071" fmla="*/ 13260624 w 58051775"/>
                <a:gd name="connsiteY12071" fmla="*/ 20007611 h 57949372"/>
                <a:gd name="connsiteX12072" fmla="*/ 13209452 w 58051775"/>
                <a:gd name="connsiteY12072" fmla="*/ 20092076 h 57949372"/>
                <a:gd name="connsiteX12073" fmla="*/ 13170128 w 58051775"/>
                <a:gd name="connsiteY12073" fmla="*/ 20158897 h 57949372"/>
                <a:gd name="connsiteX12074" fmla="*/ 13119100 w 58051775"/>
                <a:gd name="connsiteY12074" fmla="*/ 20257408 h 57949372"/>
                <a:gd name="connsiteX12075" fmla="*/ 13163552 w 58051775"/>
                <a:gd name="connsiteY12075" fmla="*/ 20313309 h 57949372"/>
                <a:gd name="connsiteX12076" fmla="*/ 13208000 w 58051775"/>
                <a:gd name="connsiteY12076" fmla="*/ 20357758 h 57949372"/>
                <a:gd name="connsiteX12077" fmla="*/ 13208000 w 58051775"/>
                <a:gd name="connsiteY12077" fmla="*/ 20621223 h 57949372"/>
                <a:gd name="connsiteX12078" fmla="*/ 13160376 w 58051775"/>
                <a:gd name="connsiteY12078" fmla="*/ 20653363 h 57949372"/>
                <a:gd name="connsiteX12079" fmla="*/ 13096540 w 58051775"/>
                <a:gd name="connsiteY12079" fmla="*/ 20733215 h 57949372"/>
                <a:gd name="connsiteX12080" fmla="*/ 13080332 w 58051775"/>
                <a:gd name="connsiteY12080" fmla="*/ 20780930 h 57949372"/>
                <a:gd name="connsiteX12081" fmla="*/ 12858752 w 58051775"/>
                <a:gd name="connsiteY12081" fmla="*/ 20755980 h 57949372"/>
                <a:gd name="connsiteX12082" fmla="*/ 12816312 w 58051775"/>
                <a:gd name="connsiteY12082" fmla="*/ 20810963 h 57949372"/>
                <a:gd name="connsiteX12083" fmla="*/ 12761164 w 58051775"/>
                <a:gd name="connsiteY12083" fmla="*/ 20913900 h 57949372"/>
                <a:gd name="connsiteX12084" fmla="*/ 12714760 w 58051775"/>
                <a:gd name="connsiteY12084" fmla="*/ 21003482 h 57949372"/>
                <a:gd name="connsiteX12085" fmla="*/ 12684632 w 58051775"/>
                <a:gd name="connsiteY12085" fmla="*/ 21138001 h 57949372"/>
                <a:gd name="connsiteX12086" fmla="*/ 12626200 w 58051775"/>
                <a:gd name="connsiteY12086" fmla="*/ 21310111 h 57949372"/>
                <a:gd name="connsiteX12087" fmla="*/ 12497716 w 58051775"/>
                <a:gd name="connsiteY12087" fmla="*/ 21496108 h 57949372"/>
                <a:gd name="connsiteX12088" fmla="*/ 12461240 w 58051775"/>
                <a:gd name="connsiteY12088" fmla="*/ 21594151 h 57949372"/>
                <a:gd name="connsiteX12089" fmla="*/ 12407832 w 58051775"/>
                <a:gd name="connsiteY12089" fmla="*/ 21673415 h 57949372"/>
                <a:gd name="connsiteX12090" fmla="*/ 12357568 w 58051775"/>
                <a:gd name="connsiteY12090" fmla="*/ 21758403 h 57949372"/>
                <a:gd name="connsiteX12091" fmla="*/ 12324768 w 58051775"/>
                <a:gd name="connsiteY12091" fmla="*/ 21863825 h 57949372"/>
                <a:gd name="connsiteX12092" fmla="*/ 12273008 w 58051775"/>
                <a:gd name="connsiteY12092" fmla="*/ 21986053 h 57949372"/>
                <a:gd name="connsiteX12093" fmla="*/ 12230100 w 58051775"/>
                <a:gd name="connsiteY12093" fmla="*/ 22099063 h 57949372"/>
                <a:gd name="connsiteX12094" fmla="*/ 12187276 w 58051775"/>
                <a:gd name="connsiteY12094" fmla="*/ 22189937 h 57949372"/>
                <a:gd name="connsiteX12095" fmla="*/ 12136564 w 58051775"/>
                <a:gd name="connsiteY12095" fmla="*/ 22300201 h 57949372"/>
                <a:gd name="connsiteX12096" fmla="*/ 12090492 w 58051775"/>
                <a:gd name="connsiteY12096" fmla="*/ 22438905 h 57949372"/>
                <a:gd name="connsiteX12097" fmla="*/ 12052300 w 58051775"/>
                <a:gd name="connsiteY12097" fmla="*/ 22556136 h 57949372"/>
                <a:gd name="connsiteX12098" fmla="*/ 12014528 w 58051775"/>
                <a:gd name="connsiteY12098" fmla="*/ 22663247 h 57949372"/>
                <a:gd name="connsiteX12099" fmla="*/ 11951864 w 58051775"/>
                <a:gd name="connsiteY12099" fmla="*/ 22833913 h 57949372"/>
                <a:gd name="connsiteX12100" fmla="*/ 11913752 w 58051775"/>
                <a:gd name="connsiteY12100" fmla="*/ 22916464 h 57949372"/>
                <a:gd name="connsiteX12101" fmla="*/ 11873364 w 58051775"/>
                <a:gd name="connsiteY12101" fmla="*/ 23035686 h 57949372"/>
                <a:gd name="connsiteX12102" fmla="*/ 11834440 w 58051775"/>
                <a:gd name="connsiteY12102" fmla="*/ 23183330 h 57949372"/>
                <a:gd name="connsiteX12103" fmla="*/ 11786516 w 58051775"/>
                <a:gd name="connsiteY12103" fmla="*/ 23329821 h 57949372"/>
                <a:gd name="connsiteX12104" fmla="*/ 11748976 w 58051775"/>
                <a:gd name="connsiteY12104" fmla="*/ 23429827 h 57949372"/>
                <a:gd name="connsiteX12105" fmla="*/ 11696700 w 58051775"/>
                <a:gd name="connsiteY12105" fmla="*/ 23608422 h 57949372"/>
                <a:gd name="connsiteX12106" fmla="*/ 11662816 w 58051775"/>
                <a:gd name="connsiteY12106" fmla="*/ 23711625 h 57949372"/>
                <a:gd name="connsiteX12107" fmla="*/ 11605716 w 58051775"/>
                <a:gd name="connsiteY12107" fmla="*/ 23874511 h 57949372"/>
                <a:gd name="connsiteX12108" fmla="*/ 11554344 w 58051775"/>
                <a:gd name="connsiteY12108" fmla="*/ 24035218 h 57949372"/>
                <a:gd name="connsiteX12109" fmla="*/ 11518716 w 58051775"/>
                <a:gd name="connsiteY12109" fmla="*/ 24197085 h 57949372"/>
                <a:gd name="connsiteX12110" fmla="*/ 11485876 w 58051775"/>
                <a:gd name="connsiteY12110" fmla="*/ 24330458 h 57949372"/>
                <a:gd name="connsiteX12111" fmla="*/ 11428492 w 58051775"/>
                <a:gd name="connsiteY12111" fmla="*/ 24534127 h 57949372"/>
                <a:gd name="connsiteX12112" fmla="*/ 11391332 w 58051775"/>
                <a:gd name="connsiteY12112" fmla="*/ 24705382 h 57949372"/>
                <a:gd name="connsiteX12113" fmla="*/ 11341100 w 58051775"/>
                <a:gd name="connsiteY12113" fmla="*/ 24926519 h 57949372"/>
                <a:gd name="connsiteX12114" fmla="*/ 11257952 w 58051775"/>
                <a:gd name="connsiteY12114" fmla="*/ 25158425 h 57949372"/>
                <a:gd name="connsiteX12115" fmla="*/ 11240344 w 58051775"/>
                <a:gd name="connsiteY12115" fmla="*/ 25324304 h 57949372"/>
                <a:gd name="connsiteX12116" fmla="*/ 11194424 w 58051775"/>
                <a:gd name="connsiteY12116" fmla="*/ 25559254 h 57949372"/>
                <a:gd name="connsiteX12117" fmla="*/ 11157532 w 58051775"/>
                <a:gd name="connsiteY12117" fmla="*/ 25828669 h 57949372"/>
                <a:gd name="connsiteX12118" fmla="*/ 11123388 w 58051775"/>
                <a:gd name="connsiteY12118" fmla="*/ 26044567 h 57949372"/>
                <a:gd name="connsiteX12119" fmla="*/ 11079464 w 58051775"/>
                <a:gd name="connsiteY12119" fmla="*/ 26086304 h 57949372"/>
                <a:gd name="connsiteX12120" fmla="*/ 11060392 w 58051775"/>
                <a:gd name="connsiteY12120" fmla="*/ 26359354 h 57949372"/>
                <a:gd name="connsiteX12121" fmla="*/ 11018476 w 58051775"/>
                <a:gd name="connsiteY12121" fmla="*/ 26695904 h 57949372"/>
                <a:gd name="connsiteX12122" fmla="*/ 11034352 w 58051775"/>
                <a:gd name="connsiteY12122" fmla="*/ 26903444 h 57949372"/>
                <a:gd name="connsiteX12123" fmla="*/ 11074400 w 58051775"/>
                <a:gd name="connsiteY12123" fmla="*/ 27067494 h 57949372"/>
                <a:gd name="connsiteX12124" fmla="*/ 11074400 w 58051775"/>
                <a:gd name="connsiteY12124" fmla="*/ 27190220 h 57949372"/>
                <a:gd name="connsiteX12125" fmla="*/ 11023600 w 58051775"/>
                <a:gd name="connsiteY12125" fmla="*/ 27240520 h 57949372"/>
                <a:gd name="connsiteX12126" fmla="*/ 10966372 w 58051775"/>
                <a:gd name="connsiteY12126" fmla="*/ 27383884 h 57949372"/>
                <a:gd name="connsiteX12127" fmla="*/ 10939936 w 58051775"/>
                <a:gd name="connsiteY12127" fmla="*/ 27515054 h 57949372"/>
                <a:gd name="connsiteX12128" fmla="*/ 10890268 w 58051775"/>
                <a:gd name="connsiteY12128" fmla="*/ 28153630 h 57949372"/>
                <a:gd name="connsiteX12129" fmla="*/ 10963424 w 58051775"/>
                <a:gd name="connsiteY12129" fmla="*/ 28551254 h 57949372"/>
                <a:gd name="connsiteX12130" fmla="*/ 11146464 w 58051775"/>
                <a:gd name="connsiteY12130" fmla="*/ 28582734 h 57949372"/>
                <a:gd name="connsiteX12131" fmla="*/ 11163300 w 58051775"/>
                <a:gd name="connsiteY12131" fmla="*/ 28673182 h 57949372"/>
                <a:gd name="connsiteX12132" fmla="*/ 11058528 w 58051775"/>
                <a:gd name="connsiteY12132" fmla="*/ 28787326 h 57949372"/>
                <a:gd name="connsiteX12133" fmla="*/ 10947400 w 58051775"/>
                <a:gd name="connsiteY12133" fmla="*/ 28784152 h 57949372"/>
                <a:gd name="connsiteX12134" fmla="*/ 10890252 w 58051775"/>
                <a:gd name="connsiteY12134" fmla="*/ 28785054 h 57949372"/>
                <a:gd name="connsiteX12135" fmla="*/ 10886372 w 58051775"/>
                <a:gd name="connsiteY12135" fmla="*/ 29432252 h 57949372"/>
                <a:gd name="connsiteX12136" fmla="*/ 10904092 w 58051775"/>
                <a:gd name="connsiteY12136" fmla="*/ 30187902 h 57949372"/>
                <a:gd name="connsiteX12137" fmla="*/ 10950184 w 58051775"/>
                <a:gd name="connsiteY12137" fmla="*/ 30338302 h 57949372"/>
                <a:gd name="connsiteX12138" fmla="*/ 10983696 w 58051775"/>
                <a:gd name="connsiteY12138" fmla="*/ 30732566 h 57949372"/>
                <a:gd name="connsiteX12139" fmla="*/ 11026960 w 58051775"/>
                <a:gd name="connsiteY12139" fmla="*/ 31142800 h 57949372"/>
                <a:gd name="connsiteX12140" fmla="*/ 11065392 w 58051775"/>
                <a:gd name="connsiteY12140" fmla="*/ 31421634 h 57949372"/>
                <a:gd name="connsiteX12141" fmla="*/ 11118940 w 58051775"/>
                <a:gd name="connsiteY12141" fmla="*/ 31813596 h 57949372"/>
                <a:gd name="connsiteX12142" fmla="*/ 11160320 w 58051775"/>
                <a:gd name="connsiteY12142" fmla="*/ 31940052 h 57949372"/>
                <a:gd name="connsiteX12143" fmla="*/ 11176144 w 58051775"/>
                <a:gd name="connsiteY12143" fmla="*/ 32035842 h 57949372"/>
                <a:gd name="connsiteX12144" fmla="*/ 11320316 w 58051775"/>
                <a:gd name="connsiteY12144" fmla="*/ 31973116 h 57949372"/>
                <a:gd name="connsiteX12145" fmla="*/ 11389456 w 58051775"/>
                <a:gd name="connsiteY12145" fmla="*/ 31936016 h 57949372"/>
                <a:gd name="connsiteX12146" fmla="*/ 11473512 w 58051775"/>
                <a:gd name="connsiteY12146" fmla="*/ 31883454 h 57949372"/>
                <a:gd name="connsiteX12147" fmla="*/ 11531808 w 58051775"/>
                <a:gd name="connsiteY12147" fmla="*/ 31838903 h 57949372"/>
                <a:gd name="connsiteX12148" fmla="*/ 11591484 w 58051775"/>
                <a:gd name="connsiteY12148" fmla="*/ 31796072 h 57949372"/>
                <a:gd name="connsiteX12149" fmla="*/ 11673476 w 58051775"/>
                <a:gd name="connsiteY12149" fmla="*/ 31750832 h 57949372"/>
                <a:gd name="connsiteX12150" fmla="*/ 11775924 w 58051775"/>
                <a:gd name="connsiteY12150" fmla="*/ 31688748 h 57949372"/>
                <a:gd name="connsiteX12151" fmla="*/ 11844744 w 58051775"/>
                <a:gd name="connsiteY12151" fmla="*/ 31605840 h 57949372"/>
                <a:gd name="connsiteX12152" fmla="*/ 11936024 w 58051775"/>
                <a:gd name="connsiteY12152" fmla="*/ 31573380 h 57949372"/>
                <a:gd name="connsiteX12153" fmla="*/ 12042828 w 58051775"/>
                <a:gd name="connsiteY12153" fmla="*/ 31525064 h 57949372"/>
                <a:gd name="connsiteX12154" fmla="*/ 12118800 w 58051775"/>
                <a:gd name="connsiteY12154" fmla="*/ 31483672 h 57949372"/>
                <a:gd name="connsiteX12155" fmla="*/ 12192724 w 58051775"/>
                <a:gd name="connsiteY12155" fmla="*/ 31444188 h 57949372"/>
                <a:gd name="connsiteX12156" fmla="*/ 12275448 w 58051775"/>
                <a:gd name="connsiteY12156" fmla="*/ 31392852 h 57949372"/>
                <a:gd name="connsiteX12157" fmla="*/ 12331700 w 58051775"/>
                <a:gd name="connsiteY12157" fmla="*/ 31367652 h 57949372"/>
                <a:gd name="connsiteX12158" fmla="*/ 12383472 w 58051775"/>
                <a:gd name="connsiteY12158" fmla="*/ 31323938 h 57949372"/>
                <a:gd name="connsiteX12159" fmla="*/ 12425768 w 58051775"/>
                <a:gd name="connsiteY12159" fmla="*/ 31231704 h 57949372"/>
                <a:gd name="connsiteX12160" fmla="*/ 12468224 w 58051775"/>
                <a:gd name="connsiteY12160" fmla="*/ 31027656 h 57949372"/>
                <a:gd name="connsiteX12161" fmla="*/ 12608428 w 58051775"/>
                <a:gd name="connsiteY12161" fmla="*/ 30943726 h 57949372"/>
                <a:gd name="connsiteX12162" fmla="*/ 12757984 w 58051775"/>
                <a:gd name="connsiteY12162" fmla="*/ 31002317 h 57949372"/>
                <a:gd name="connsiteX12163" fmla="*/ 12828044 w 58051775"/>
                <a:gd name="connsiteY12163" fmla="*/ 31038803 h 57949372"/>
                <a:gd name="connsiteX12164" fmla="*/ 12907092 w 58051775"/>
                <a:gd name="connsiteY12164" fmla="*/ 30995924 h 57949372"/>
                <a:gd name="connsiteX12165" fmla="*/ 12988972 w 58051775"/>
                <a:gd name="connsiteY12165" fmla="*/ 30950892 h 57949372"/>
                <a:gd name="connsiteX12166" fmla="*/ 13052472 w 58051775"/>
                <a:gd name="connsiteY12166" fmla="*/ 30923008 h 57949372"/>
                <a:gd name="connsiteX12167" fmla="*/ 13168336 w 58051775"/>
                <a:gd name="connsiteY12167" fmla="*/ 30856376 h 57949372"/>
                <a:gd name="connsiteX12168" fmla="*/ 13235944 w 58051775"/>
                <a:gd name="connsiteY12168" fmla="*/ 30816036 h 57949372"/>
                <a:gd name="connsiteX12169" fmla="*/ 13276852 w 58051775"/>
                <a:gd name="connsiteY12169" fmla="*/ 30770013 h 57949372"/>
                <a:gd name="connsiteX12170" fmla="*/ 13349416 w 58051775"/>
                <a:gd name="connsiteY12170" fmla="*/ 30719516 h 57949372"/>
                <a:gd name="connsiteX12171" fmla="*/ 13439984 w 58051775"/>
                <a:gd name="connsiteY12171" fmla="*/ 30683202 h 57949372"/>
                <a:gd name="connsiteX12172" fmla="*/ 13517144 w 58051775"/>
                <a:gd name="connsiteY12172" fmla="*/ 30640252 h 57949372"/>
                <a:gd name="connsiteX12173" fmla="*/ 13584636 w 58051775"/>
                <a:gd name="connsiteY12173" fmla="*/ 30588588 h 57949372"/>
                <a:gd name="connsiteX12174" fmla="*/ 13661776 w 58051775"/>
                <a:gd name="connsiteY12174" fmla="*/ 30542636 h 57949372"/>
                <a:gd name="connsiteX12175" fmla="*/ 13732916 w 58051775"/>
                <a:gd name="connsiteY12175" fmla="*/ 30505402 h 57949372"/>
                <a:gd name="connsiteX12176" fmla="*/ 13808672 w 58051775"/>
                <a:gd name="connsiteY12176" fmla="*/ 30457240 h 57949372"/>
                <a:gd name="connsiteX12177" fmla="*/ 13849544 w 58051775"/>
                <a:gd name="connsiteY12177" fmla="*/ 30339766 h 57949372"/>
                <a:gd name="connsiteX12178" fmla="*/ 13956316 w 58051775"/>
                <a:gd name="connsiteY12178" fmla="*/ 30230612 h 57949372"/>
                <a:gd name="connsiteX12179" fmla="*/ 14067116 w 58051775"/>
                <a:gd name="connsiteY12179" fmla="*/ 30224542 h 57949372"/>
                <a:gd name="connsiteX12180" fmla="*/ 14154424 w 58051775"/>
                <a:gd name="connsiteY12180" fmla="*/ 30238703 h 57949372"/>
                <a:gd name="connsiteX12181" fmla="*/ 14230256 w 58051775"/>
                <a:gd name="connsiteY12181" fmla="*/ 30200784 h 57949372"/>
                <a:gd name="connsiteX12182" fmla="*/ 14346912 w 58051775"/>
                <a:gd name="connsiteY12182" fmla="*/ 30128556 h 57949372"/>
                <a:gd name="connsiteX12183" fmla="*/ 14394268 w 58051775"/>
                <a:gd name="connsiteY12183" fmla="*/ 30103854 h 57949372"/>
                <a:gd name="connsiteX12184" fmla="*/ 14456752 w 58051775"/>
                <a:gd name="connsiteY12184" fmla="*/ 30061844 h 57949372"/>
                <a:gd name="connsiteX12185" fmla="*/ 14573308 w 58051775"/>
                <a:gd name="connsiteY12185" fmla="*/ 29933644 h 57949372"/>
                <a:gd name="connsiteX12186" fmla="*/ 14626780 w 58051775"/>
                <a:gd name="connsiteY12186" fmla="*/ 29883970 h 57949372"/>
                <a:gd name="connsiteX12187" fmla="*/ 14701572 w 58051775"/>
                <a:gd name="connsiteY12187" fmla="*/ 29843762 h 57949372"/>
                <a:gd name="connsiteX12188" fmla="*/ 14762832 w 58051775"/>
                <a:gd name="connsiteY12188" fmla="*/ 29836882 h 57949372"/>
                <a:gd name="connsiteX12189" fmla="*/ 14848572 w 58051775"/>
                <a:gd name="connsiteY12189" fmla="*/ 29825952 h 57949372"/>
                <a:gd name="connsiteX12190" fmla="*/ 14898448 w 58051775"/>
                <a:gd name="connsiteY12190" fmla="*/ 29794202 h 57949372"/>
                <a:gd name="connsiteX12191" fmla="*/ 14967796 w 58051775"/>
                <a:gd name="connsiteY12191" fmla="*/ 29749752 h 57949372"/>
                <a:gd name="connsiteX12192" fmla="*/ 15049432 w 58051775"/>
                <a:gd name="connsiteY12192" fmla="*/ 29705302 h 57949372"/>
                <a:gd name="connsiteX12193" fmla="*/ 15138400 w 58051775"/>
                <a:gd name="connsiteY12193" fmla="*/ 29640648 h 57949372"/>
                <a:gd name="connsiteX12194" fmla="*/ 15177008 w 58051775"/>
                <a:gd name="connsiteY12194" fmla="*/ 29618128 h 57949372"/>
                <a:gd name="connsiteX12195" fmla="*/ 15215612 w 58051775"/>
                <a:gd name="connsiteY12195" fmla="*/ 29604672 h 57949372"/>
                <a:gd name="connsiteX12196" fmla="*/ 15189408 w 58051775"/>
                <a:gd name="connsiteY12196" fmla="*/ 29553308 h 57949372"/>
                <a:gd name="connsiteX12197" fmla="*/ 15138104 w 58051775"/>
                <a:gd name="connsiteY12197" fmla="*/ 29486268 h 57949372"/>
                <a:gd name="connsiteX12198" fmla="*/ 15113000 w 58051775"/>
                <a:gd name="connsiteY12198" fmla="*/ 29386962 h 57949372"/>
                <a:gd name="connsiteX12199" fmla="*/ 15144752 w 58051775"/>
                <a:gd name="connsiteY12199" fmla="*/ 29273502 h 57949372"/>
                <a:gd name="connsiteX12200" fmla="*/ 15176500 w 58051775"/>
                <a:gd name="connsiteY12200" fmla="*/ 29224780 h 57949372"/>
                <a:gd name="connsiteX12201" fmla="*/ 15208784 w 58051775"/>
                <a:gd name="connsiteY12201" fmla="*/ 29150792 h 57949372"/>
                <a:gd name="connsiteX12202" fmla="*/ 15289780 w 58051775"/>
                <a:gd name="connsiteY12202" fmla="*/ 29095702 h 57949372"/>
                <a:gd name="connsiteX12203" fmla="*/ 15352284 w 58051775"/>
                <a:gd name="connsiteY12203" fmla="*/ 29079084 h 57949372"/>
                <a:gd name="connsiteX12204" fmla="*/ 15361152 w 58051775"/>
                <a:gd name="connsiteY12204" fmla="*/ 28182616 h 57949372"/>
                <a:gd name="connsiteX12205" fmla="*/ 15282464 w 58051775"/>
                <a:gd name="connsiteY12205" fmla="*/ 28170922 h 57949372"/>
                <a:gd name="connsiteX12206" fmla="*/ 15171788 w 58051775"/>
                <a:gd name="connsiteY12206" fmla="*/ 28140958 h 57949372"/>
                <a:gd name="connsiteX12207" fmla="*/ 15093972 w 58051775"/>
                <a:gd name="connsiteY12207" fmla="*/ 27931808 h 57949372"/>
                <a:gd name="connsiteX12208" fmla="*/ 15150584 w 58051775"/>
                <a:gd name="connsiteY12208" fmla="*/ 27769220 h 57949372"/>
                <a:gd name="connsiteX12209" fmla="*/ 15202372 w 58051775"/>
                <a:gd name="connsiteY12209" fmla="*/ 27710980 h 57949372"/>
                <a:gd name="connsiteX12210" fmla="*/ 15268832 w 58051775"/>
                <a:gd name="connsiteY12210" fmla="*/ 27654022 h 57949372"/>
                <a:gd name="connsiteX12211" fmla="*/ 15421820 w 58051775"/>
                <a:gd name="connsiteY12211" fmla="*/ 27571996 h 57949372"/>
                <a:gd name="connsiteX12212" fmla="*/ 15445292 w 58051775"/>
                <a:gd name="connsiteY12212" fmla="*/ 27353128 h 57949372"/>
                <a:gd name="connsiteX12213" fmla="*/ 15458392 w 58051775"/>
                <a:gd name="connsiteY12213" fmla="*/ 27191204 h 57949372"/>
                <a:gd name="connsiteX12214" fmla="*/ 15280176 w 58051775"/>
                <a:gd name="connsiteY12214" fmla="*/ 27191204 h 57949372"/>
                <a:gd name="connsiteX12215" fmla="*/ 15070936 w 58051775"/>
                <a:gd name="connsiteY12215" fmla="*/ 27179408 h 57949372"/>
                <a:gd name="connsiteX12216" fmla="*/ 15011400 w 58051775"/>
                <a:gd name="connsiteY12216" fmla="*/ 27029912 h 57949372"/>
                <a:gd name="connsiteX12217" fmla="*/ 15055548 w 58051775"/>
                <a:gd name="connsiteY12217" fmla="*/ 26955564 h 57949372"/>
                <a:gd name="connsiteX12218" fmla="*/ 15118964 w 58051775"/>
                <a:gd name="connsiteY12218" fmla="*/ 26899852 h 57949372"/>
                <a:gd name="connsiteX12219" fmla="*/ 15196756 w 58051775"/>
                <a:gd name="connsiteY12219" fmla="*/ 26853811 h 57949372"/>
                <a:gd name="connsiteX12220" fmla="*/ 15476072 w 58051775"/>
                <a:gd name="connsiteY12220" fmla="*/ 26874132 h 57949372"/>
                <a:gd name="connsiteX12221" fmla="*/ 15514944 w 58051775"/>
                <a:gd name="connsiteY12221" fmla="*/ 26844958 h 57949372"/>
                <a:gd name="connsiteX12222" fmla="*/ 15549508 w 58051775"/>
                <a:gd name="connsiteY12222" fmla="*/ 26490047 h 57949372"/>
                <a:gd name="connsiteX12223" fmla="*/ 15501276 w 58051775"/>
                <a:gd name="connsiteY12223" fmla="*/ 26472990 h 57949372"/>
                <a:gd name="connsiteX12224" fmla="*/ 15416064 w 58051775"/>
                <a:gd name="connsiteY12224" fmla="*/ 26421060 h 57949372"/>
                <a:gd name="connsiteX12225" fmla="*/ 15368892 w 58051775"/>
                <a:gd name="connsiteY12225" fmla="*/ 26276082 h 57949372"/>
                <a:gd name="connsiteX12226" fmla="*/ 15364304 w 58051775"/>
                <a:gd name="connsiteY12226" fmla="*/ 26175033 h 57949372"/>
                <a:gd name="connsiteX12227" fmla="*/ 15409800 w 58051775"/>
                <a:gd name="connsiteY12227" fmla="*/ 26156027 h 57949372"/>
                <a:gd name="connsiteX12228" fmla="*/ 15474976 w 58051775"/>
                <a:gd name="connsiteY12228" fmla="*/ 26098961 h 57949372"/>
                <a:gd name="connsiteX12229" fmla="*/ 15535600 w 58051775"/>
                <a:gd name="connsiteY12229" fmla="*/ 26053289 h 57949372"/>
                <a:gd name="connsiteX12230" fmla="*/ 15677096 w 58051775"/>
                <a:gd name="connsiteY12230" fmla="*/ 25978866 h 57949372"/>
                <a:gd name="connsiteX12231" fmla="*/ 15723568 w 58051775"/>
                <a:gd name="connsiteY12231" fmla="*/ 25815814 h 57949372"/>
                <a:gd name="connsiteX12232" fmla="*/ 15759552 w 58051775"/>
                <a:gd name="connsiteY12232" fmla="*/ 25666043 h 57949372"/>
                <a:gd name="connsiteX12233" fmla="*/ 15758100 w 58051775"/>
                <a:gd name="connsiteY12233" fmla="*/ 25556487 h 57949372"/>
                <a:gd name="connsiteX12234" fmla="*/ 15724956 w 58051775"/>
                <a:gd name="connsiteY12234" fmla="*/ 25445881 h 57949372"/>
                <a:gd name="connsiteX12235" fmla="*/ 15762684 w 58051775"/>
                <a:gd name="connsiteY12235" fmla="*/ 25318294 h 57949372"/>
                <a:gd name="connsiteX12236" fmla="*/ 15843452 w 58051775"/>
                <a:gd name="connsiteY12236" fmla="*/ 25256148 h 57949372"/>
                <a:gd name="connsiteX12237" fmla="*/ 15895656 w 58051775"/>
                <a:gd name="connsiteY12237" fmla="*/ 25116605 h 57949372"/>
                <a:gd name="connsiteX12238" fmla="*/ 15944452 w 58051775"/>
                <a:gd name="connsiteY12238" fmla="*/ 24956420 h 57949372"/>
                <a:gd name="connsiteX12239" fmla="*/ 15968100 w 58051775"/>
                <a:gd name="connsiteY12239" fmla="*/ 24890586 h 57949372"/>
                <a:gd name="connsiteX12240" fmla="*/ 15895276 w 58051775"/>
                <a:gd name="connsiteY12240" fmla="*/ 24864451 h 57949372"/>
                <a:gd name="connsiteX12241" fmla="*/ 15805392 w 58051775"/>
                <a:gd name="connsiteY12241" fmla="*/ 24841930 h 57949372"/>
                <a:gd name="connsiteX12242" fmla="*/ 15781788 w 58051775"/>
                <a:gd name="connsiteY12242" fmla="*/ 24632155 h 57949372"/>
                <a:gd name="connsiteX12243" fmla="*/ 15813016 w 58051775"/>
                <a:gd name="connsiteY12243" fmla="*/ 24568654 h 57949372"/>
                <a:gd name="connsiteX12244" fmla="*/ 15874232 w 58051775"/>
                <a:gd name="connsiteY12244" fmla="*/ 24532693 h 57949372"/>
                <a:gd name="connsiteX12245" fmla="*/ 16025944 w 58051775"/>
                <a:gd name="connsiteY12245" fmla="*/ 24594438 h 57949372"/>
                <a:gd name="connsiteX12246" fmla="*/ 16063500 w 58051775"/>
                <a:gd name="connsiteY12246" fmla="*/ 24638504 h 57949372"/>
                <a:gd name="connsiteX12247" fmla="*/ 16080872 w 58051775"/>
                <a:gd name="connsiteY12247" fmla="*/ 24568373 h 57949372"/>
                <a:gd name="connsiteX12248" fmla="*/ 16121896 w 58051775"/>
                <a:gd name="connsiteY12248" fmla="*/ 24461490 h 57949372"/>
                <a:gd name="connsiteX12249" fmla="*/ 16167188 w 58051775"/>
                <a:gd name="connsiteY12249" fmla="*/ 24332911 h 57949372"/>
                <a:gd name="connsiteX12250" fmla="*/ 16216632 w 58051775"/>
                <a:gd name="connsiteY12250" fmla="*/ 24210272 h 57949372"/>
                <a:gd name="connsiteX12251" fmla="*/ 16256000 w 58051775"/>
                <a:gd name="connsiteY12251" fmla="*/ 24124157 h 57949372"/>
                <a:gd name="connsiteX12252" fmla="*/ 16300452 w 58051775"/>
                <a:gd name="connsiteY12252" fmla="*/ 23983573 h 57949372"/>
                <a:gd name="connsiteX12253" fmla="*/ 16344900 w 58051775"/>
                <a:gd name="connsiteY12253" fmla="*/ 23851194 h 57949372"/>
                <a:gd name="connsiteX12254" fmla="*/ 16383916 w 58051775"/>
                <a:gd name="connsiteY12254" fmla="*/ 23724104 h 57949372"/>
                <a:gd name="connsiteX12255" fmla="*/ 16406572 w 58051775"/>
                <a:gd name="connsiteY12255" fmla="*/ 23682830 h 57949372"/>
                <a:gd name="connsiteX12256" fmla="*/ 16477892 w 58051775"/>
                <a:gd name="connsiteY12256" fmla="*/ 23504556 h 57949372"/>
                <a:gd name="connsiteX12257" fmla="*/ 16541424 w 58051775"/>
                <a:gd name="connsiteY12257" fmla="*/ 23380673 h 57949372"/>
                <a:gd name="connsiteX12258" fmla="*/ 16490768 w 58051775"/>
                <a:gd name="connsiteY12258" fmla="*/ 23355746 h 57949372"/>
                <a:gd name="connsiteX12259" fmla="*/ 16438596 w 58051775"/>
                <a:gd name="connsiteY12259" fmla="*/ 23309679 h 57949372"/>
                <a:gd name="connsiteX12260" fmla="*/ 16460716 w 58051775"/>
                <a:gd name="connsiteY12260" fmla="*/ 23123891 h 57949372"/>
                <a:gd name="connsiteX12261" fmla="*/ 16583016 w 58051775"/>
                <a:gd name="connsiteY12261" fmla="*/ 23112123 h 57949372"/>
                <a:gd name="connsiteX12262" fmla="*/ 16693096 w 58051775"/>
                <a:gd name="connsiteY12262" fmla="*/ 23116211 h 57949372"/>
                <a:gd name="connsiteX12263" fmla="*/ 16700352 w 58051775"/>
                <a:gd name="connsiteY12263" fmla="*/ 23044386 h 57949372"/>
                <a:gd name="connsiteX12264" fmla="*/ 16744656 w 58051775"/>
                <a:gd name="connsiteY12264" fmla="*/ 22958944 h 57949372"/>
                <a:gd name="connsiteX12265" fmla="*/ 16795520 w 58051775"/>
                <a:gd name="connsiteY12265" fmla="*/ 22874897 h 57949372"/>
                <a:gd name="connsiteX12266" fmla="*/ 16839404 w 58051775"/>
                <a:gd name="connsiteY12266" fmla="*/ 22786901 h 57949372"/>
                <a:gd name="connsiteX12267" fmla="*/ 16883152 w 58051775"/>
                <a:gd name="connsiteY12267" fmla="*/ 22697663 h 57949372"/>
                <a:gd name="connsiteX12268" fmla="*/ 16910312 w 58051775"/>
                <a:gd name="connsiteY12268" fmla="*/ 22618990 h 57949372"/>
                <a:gd name="connsiteX12269" fmla="*/ 16902364 w 58051775"/>
                <a:gd name="connsiteY12269" fmla="*/ 22551158 h 57949372"/>
                <a:gd name="connsiteX12270" fmla="*/ 16874040 w 58051775"/>
                <a:gd name="connsiteY12270" fmla="*/ 22430859 h 57949372"/>
                <a:gd name="connsiteX12271" fmla="*/ 16872448 w 58051775"/>
                <a:gd name="connsiteY12271" fmla="*/ 22333454 h 57949372"/>
                <a:gd name="connsiteX12272" fmla="*/ 16939400 w 58051775"/>
                <a:gd name="connsiteY12272" fmla="*/ 22277773 h 57949372"/>
                <a:gd name="connsiteX12273" fmla="*/ 17069312 w 58051775"/>
                <a:gd name="connsiteY12273" fmla="*/ 22229549 h 57949372"/>
                <a:gd name="connsiteX12274" fmla="*/ 17151660 w 58051775"/>
                <a:gd name="connsiteY12274" fmla="*/ 22199504 h 57949372"/>
                <a:gd name="connsiteX12275" fmla="*/ 17183428 w 58051775"/>
                <a:gd name="connsiteY12275" fmla="*/ 22162005 h 57949372"/>
                <a:gd name="connsiteX12276" fmla="*/ 17246600 w 58051775"/>
                <a:gd name="connsiteY12276" fmla="*/ 22068724 h 57949372"/>
                <a:gd name="connsiteX12277" fmla="*/ 17272000 w 58051775"/>
                <a:gd name="connsiteY12277" fmla="*/ 22003255 h 57949372"/>
                <a:gd name="connsiteX12278" fmla="*/ 17265652 w 58051775"/>
                <a:gd name="connsiteY12278" fmla="*/ 21928221 h 57949372"/>
                <a:gd name="connsiteX12279" fmla="*/ 17227624 w 58051775"/>
                <a:gd name="connsiteY12279" fmla="*/ 21821986 h 57949372"/>
                <a:gd name="connsiteX12280" fmla="*/ 17283656 w 58051775"/>
                <a:gd name="connsiteY12280" fmla="*/ 21638388 h 57949372"/>
                <a:gd name="connsiteX12281" fmla="*/ 17324648 w 58051775"/>
                <a:gd name="connsiteY12281" fmla="*/ 21564986 h 57949372"/>
                <a:gd name="connsiteX12282" fmla="*/ 17342272 w 58051775"/>
                <a:gd name="connsiteY12282" fmla="*/ 21507956 h 57949372"/>
                <a:gd name="connsiteX12283" fmla="*/ 17579516 w 58051775"/>
                <a:gd name="connsiteY12283" fmla="*/ 21520311 h 57949372"/>
                <a:gd name="connsiteX12284" fmla="*/ 17603068 w 58051775"/>
                <a:gd name="connsiteY12284" fmla="*/ 21474406 h 57949372"/>
                <a:gd name="connsiteX12285" fmla="*/ 17645496 w 58051775"/>
                <a:gd name="connsiteY12285" fmla="*/ 21421256 h 57949372"/>
                <a:gd name="connsiteX12286" fmla="*/ 17677688 w 58051775"/>
                <a:gd name="connsiteY12286" fmla="*/ 21364557 h 57949372"/>
                <a:gd name="connsiteX12287" fmla="*/ 17794696 w 58051775"/>
                <a:gd name="connsiteY12287" fmla="*/ 21173807 h 57949372"/>
                <a:gd name="connsiteX12288" fmla="*/ 17804776 w 58051775"/>
                <a:gd name="connsiteY12288" fmla="*/ 21113690 h 57949372"/>
                <a:gd name="connsiteX12289" fmla="*/ 17772684 w 58051775"/>
                <a:gd name="connsiteY12289" fmla="*/ 20948480 h 57949372"/>
                <a:gd name="connsiteX12290" fmla="*/ 17824444 w 58051775"/>
                <a:gd name="connsiteY12290" fmla="*/ 20897539 h 57949372"/>
                <a:gd name="connsiteX12291" fmla="*/ 17876696 w 58051775"/>
                <a:gd name="connsiteY12291" fmla="*/ 20844402 h 57949372"/>
                <a:gd name="connsiteX12292" fmla="*/ 18003108 w 58051775"/>
                <a:gd name="connsiteY12292" fmla="*/ 20804449 h 57949372"/>
                <a:gd name="connsiteX12293" fmla="*/ 18114232 w 58051775"/>
                <a:gd name="connsiteY12293" fmla="*/ 20797260 h 57949372"/>
                <a:gd name="connsiteX12294" fmla="*/ 18135600 w 58051775"/>
                <a:gd name="connsiteY12294" fmla="*/ 20748702 h 57949372"/>
                <a:gd name="connsiteX12295" fmla="*/ 18248528 w 58051775"/>
                <a:gd name="connsiteY12295" fmla="*/ 20585599 h 57949372"/>
                <a:gd name="connsiteX12296" fmla="*/ 18317676 w 58051775"/>
                <a:gd name="connsiteY12296" fmla="*/ 20495701 h 57949372"/>
                <a:gd name="connsiteX12297" fmla="*/ 18357548 w 58051775"/>
                <a:gd name="connsiteY12297" fmla="*/ 20449953 h 57949372"/>
                <a:gd name="connsiteX12298" fmla="*/ 18352604 w 58051775"/>
                <a:gd name="connsiteY12298" fmla="*/ 20346691 h 57949372"/>
                <a:gd name="connsiteX12299" fmla="*/ 18307344 w 58051775"/>
                <a:gd name="connsiteY12299" fmla="*/ 20140183 h 57949372"/>
                <a:gd name="connsiteX12300" fmla="*/ 18419916 w 58051775"/>
                <a:gd name="connsiteY12300" fmla="*/ 19992321 h 57949372"/>
                <a:gd name="connsiteX12301" fmla="*/ 18506680 w 58051775"/>
                <a:gd name="connsiteY12301" fmla="*/ 19945467 h 57949372"/>
                <a:gd name="connsiteX12302" fmla="*/ 18696096 w 58051775"/>
                <a:gd name="connsiteY12302" fmla="*/ 19964711 h 57949372"/>
                <a:gd name="connsiteX12303" fmla="*/ 18733300 w 58051775"/>
                <a:gd name="connsiteY12303" fmla="*/ 20005447 h 57949372"/>
                <a:gd name="connsiteX12304" fmla="*/ 18796400 w 58051775"/>
                <a:gd name="connsiteY12304" fmla="*/ 19940322 h 57949372"/>
                <a:gd name="connsiteX12305" fmla="*/ 18859500 w 58051775"/>
                <a:gd name="connsiteY12305" fmla="*/ 19862628 h 57949372"/>
                <a:gd name="connsiteX12306" fmla="*/ 18889852 w 58051775"/>
                <a:gd name="connsiteY12306" fmla="*/ 19836233 h 57949372"/>
                <a:gd name="connsiteX12307" fmla="*/ 18934112 w 58051775"/>
                <a:gd name="connsiteY12307" fmla="*/ 19791867 h 57949372"/>
                <a:gd name="connsiteX12308" fmla="*/ 18977864 w 58051775"/>
                <a:gd name="connsiteY12308" fmla="*/ 19747735 h 57949372"/>
                <a:gd name="connsiteX12309" fmla="*/ 19029112 w 58051775"/>
                <a:gd name="connsiteY12309" fmla="*/ 19697894 h 57949372"/>
                <a:gd name="connsiteX12310" fmla="*/ 19074296 w 58051775"/>
                <a:gd name="connsiteY12310" fmla="*/ 19654106 h 57949372"/>
                <a:gd name="connsiteX12311" fmla="*/ 19112992 w 58051775"/>
                <a:gd name="connsiteY12311" fmla="*/ 19610530 h 57949372"/>
                <a:gd name="connsiteX12312" fmla="*/ 19159064 w 58051775"/>
                <a:gd name="connsiteY12312" fmla="*/ 19560307 h 57949372"/>
                <a:gd name="connsiteX12313" fmla="*/ 19202088 w 58051775"/>
                <a:gd name="connsiteY12313" fmla="*/ 19514379 h 57949372"/>
                <a:gd name="connsiteX12314" fmla="*/ 19245788 w 58051775"/>
                <a:gd name="connsiteY12314" fmla="*/ 19462285 h 57949372"/>
                <a:gd name="connsiteX12315" fmla="*/ 19285356 w 58051775"/>
                <a:gd name="connsiteY12315" fmla="*/ 19417030 h 57949372"/>
                <a:gd name="connsiteX12316" fmla="*/ 19329400 w 58051775"/>
                <a:gd name="connsiteY12316" fmla="*/ 19373857 h 57949372"/>
                <a:gd name="connsiteX12317" fmla="*/ 19373852 w 58051775"/>
                <a:gd name="connsiteY12317" fmla="*/ 19329418 h 57949372"/>
                <a:gd name="connsiteX12318" fmla="*/ 19418300 w 58051775"/>
                <a:gd name="connsiteY12318" fmla="*/ 19284954 h 57949372"/>
                <a:gd name="connsiteX12319" fmla="*/ 19462368 w 58051775"/>
                <a:gd name="connsiteY12319" fmla="*/ 19241711 h 57949372"/>
                <a:gd name="connsiteX12320" fmla="*/ 19507688 w 58051775"/>
                <a:gd name="connsiteY12320" fmla="*/ 19204143 h 57949372"/>
                <a:gd name="connsiteX12321" fmla="*/ 19559616 w 58051775"/>
                <a:gd name="connsiteY12321" fmla="*/ 19159489 h 57949372"/>
                <a:gd name="connsiteX12322" fmla="*/ 19608432 w 58051775"/>
                <a:gd name="connsiteY12322" fmla="*/ 19113665 h 57949372"/>
                <a:gd name="connsiteX12323" fmla="*/ 19662916 w 58051775"/>
                <a:gd name="connsiteY12323" fmla="*/ 19057351 h 57949372"/>
                <a:gd name="connsiteX12324" fmla="*/ 19655408 w 58051775"/>
                <a:gd name="connsiteY12324" fmla="*/ 18987757 h 57949372"/>
                <a:gd name="connsiteX12325" fmla="*/ 19644440 w 58051775"/>
                <a:gd name="connsiteY12325" fmla="*/ 18811432 h 57949372"/>
                <a:gd name="connsiteX12326" fmla="*/ 19784692 w 58051775"/>
                <a:gd name="connsiteY12326" fmla="*/ 18804555 h 57949372"/>
                <a:gd name="connsiteX12327" fmla="*/ 19840180 w 58051775"/>
                <a:gd name="connsiteY12327" fmla="*/ 18898848 h 57949372"/>
                <a:gd name="connsiteX12328" fmla="*/ 20119844 w 58051775"/>
                <a:gd name="connsiteY12328" fmla="*/ 18638903 h 57949372"/>
                <a:gd name="connsiteX12329" fmla="*/ 20178560 w 58051775"/>
                <a:gd name="connsiteY12329" fmla="*/ 18487024 h 57949372"/>
                <a:gd name="connsiteX12330" fmla="*/ 20227060 w 58051775"/>
                <a:gd name="connsiteY12330" fmla="*/ 18301000 h 57949372"/>
                <a:gd name="connsiteX12331" fmla="*/ 20297504 w 58051775"/>
                <a:gd name="connsiteY12331" fmla="*/ 18265792 h 57949372"/>
                <a:gd name="connsiteX12332" fmla="*/ 20355208 w 58051775"/>
                <a:gd name="connsiteY12332" fmla="*/ 18249912 h 57949372"/>
                <a:gd name="connsiteX12333" fmla="*/ 20421600 w 58051775"/>
                <a:gd name="connsiteY12333" fmla="*/ 18328186 h 57949372"/>
                <a:gd name="connsiteX12334" fmla="*/ 20479736 w 58051775"/>
                <a:gd name="connsiteY12334" fmla="*/ 18330122 h 57949372"/>
                <a:gd name="connsiteX12335" fmla="*/ 20647540 w 58051775"/>
                <a:gd name="connsiteY12335" fmla="*/ 18211806 h 57949372"/>
                <a:gd name="connsiteX12336" fmla="*/ 20701000 w 58051775"/>
                <a:gd name="connsiteY12336" fmla="*/ 18161844 h 57949372"/>
                <a:gd name="connsiteX12337" fmla="*/ 20655320 w 58051775"/>
                <a:gd name="connsiteY12337" fmla="*/ 18096078 h 57949372"/>
                <a:gd name="connsiteX12338" fmla="*/ 20621988 w 58051775"/>
                <a:gd name="connsiteY12338" fmla="*/ 17992915 h 57949372"/>
                <a:gd name="connsiteX12339" fmla="*/ 20858108 w 58051775"/>
                <a:gd name="connsiteY12339" fmla="*/ 17859004 h 57949372"/>
                <a:gd name="connsiteX12340" fmla="*/ 20967396 w 58051775"/>
                <a:gd name="connsiteY12340" fmla="*/ 17906644 h 57949372"/>
                <a:gd name="connsiteX12341" fmla="*/ 21033400 w 58051775"/>
                <a:gd name="connsiteY12341" fmla="*/ 17940935 h 57949372"/>
                <a:gd name="connsiteX12342" fmla="*/ 21079552 w 58051775"/>
                <a:gd name="connsiteY12342" fmla="*/ 17900969 h 57949372"/>
                <a:gd name="connsiteX12343" fmla="*/ 21112988 w 58051775"/>
                <a:gd name="connsiteY12343" fmla="*/ 17868918 h 57949372"/>
                <a:gd name="connsiteX12344" fmla="*/ 21176204 w 58051775"/>
                <a:gd name="connsiteY12344" fmla="*/ 17814932 h 57949372"/>
                <a:gd name="connsiteX12345" fmla="*/ 21370896 w 58051775"/>
                <a:gd name="connsiteY12345" fmla="*/ 17679623 h 57949372"/>
                <a:gd name="connsiteX12346" fmla="*/ 21443696 w 58051775"/>
                <a:gd name="connsiteY12346" fmla="*/ 17640796 h 57949372"/>
                <a:gd name="connsiteX12347" fmla="*/ 21502400 w 58051775"/>
                <a:gd name="connsiteY12347" fmla="*/ 17595573 h 57949372"/>
                <a:gd name="connsiteX12348" fmla="*/ 21580704 w 58051775"/>
                <a:gd name="connsiteY12348" fmla="*/ 17550065 h 57949372"/>
                <a:gd name="connsiteX12349" fmla="*/ 21644148 w 58051775"/>
                <a:gd name="connsiteY12349" fmla="*/ 17513313 h 57949372"/>
                <a:gd name="connsiteX12350" fmla="*/ 21702588 w 58051775"/>
                <a:gd name="connsiteY12350" fmla="*/ 17464256 h 57949372"/>
                <a:gd name="connsiteX12351" fmla="*/ 21794980 w 58051775"/>
                <a:gd name="connsiteY12351" fmla="*/ 17414857 h 57949372"/>
                <a:gd name="connsiteX12352" fmla="*/ 21906104 w 58051775"/>
                <a:gd name="connsiteY12352" fmla="*/ 17362301 h 57949372"/>
                <a:gd name="connsiteX12353" fmla="*/ 21958300 w 58051775"/>
                <a:gd name="connsiteY12353" fmla="*/ 17301495 h 57949372"/>
                <a:gd name="connsiteX12354" fmla="*/ 21913852 w 58051775"/>
                <a:gd name="connsiteY12354" fmla="*/ 17252147 h 57949372"/>
                <a:gd name="connsiteX12355" fmla="*/ 21869400 w 58051775"/>
                <a:gd name="connsiteY12355" fmla="*/ 17151350 h 57949372"/>
                <a:gd name="connsiteX12356" fmla="*/ 21987796 w 58051775"/>
                <a:gd name="connsiteY12356" fmla="*/ 16920077 h 57949372"/>
                <a:gd name="connsiteX12357" fmla="*/ 22194224 w 58051775"/>
                <a:gd name="connsiteY12357" fmla="*/ 16884148 h 57949372"/>
                <a:gd name="connsiteX12358" fmla="*/ 22276848 w 58051775"/>
                <a:gd name="connsiteY12358" fmla="*/ 16934382 h 57949372"/>
                <a:gd name="connsiteX12359" fmla="*/ 22331920 w 58051775"/>
                <a:gd name="connsiteY12359" fmla="*/ 16989823 h 57949372"/>
                <a:gd name="connsiteX12360" fmla="*/ 22370808 w 58051775"/>
                <a:gd name="connsiteY12360" fmla="*/ 17029934 h 57949372"/>
                <a:gd name="connsiteX12361" fmla="*/ 22466992 w 58051775"/>
                <a:gd name="connsiteY12361" fmla="*/ 17019786 h 57949372"/>
                <a:gd name="connsiteX12362" fmla="*/ 22562524 w 58051775"/>
                <a:gd name="connsiteY12362" fmla="*/ 16968097 h 57949372"/>
                <a:gd name="connsiteX12363" fmla="*/ 22648460 w 58051775"/>
                <a:gd name="connsiteY12363" fmla="*/ 16928106 h 57949372"/>
                <a:gd name="connsiteX12364" fmla="*/ 22727932 w 58051775"/>
                <a:gd name="connsiteY12364" fmla="*/ 16877391 h 57949372"/>
                <a:gd name="connsiteX12365" fmla="*/ 22822624 w 58051775"/>
                <a:gd name="connsiteY12365" fmla="*/ 16826404 h 57949372"/>
                <a:gd name="connsiteX12366" fmla="*/ 22917872 w 58051775"/>
                <a:gd name="connsiteY12366" fmla="*/ 16787362 h 57949372"/>
                <a:gd name="connsiteX12367" fmla="*/ 23018944 w 58051775"/>
                <a:gd name="connsiteY12367" fmla="*/ 16702135 h 57949372"/>
                <a:gd name="connsiteX12368" fmla="*/ 23028596 w 58051775"/>
                <a:gd name="connsiteY12368" fmla="*/ 16634838 h 57949372"/>
                <a:gd name="connsiteX12369" fmla="*/ 23076028 w 58051775"/>
                <a:gd name="connsiteY12369" fmla="*/ 16610689 h 57949372"/>
                <a:gd name="connsiteX12370" fmla="*/ 23150348 w 58051775"/>
                <a:gd name="connsiteY12370" fmla="*/ 16571204 h 57949372"/>
                <a:gd name="connsiteX12371" fmla="*/ 23245032 w 58051775"/>
                <a:gd name="connsiteY12371" fmla="*/ 16589387 h 57949372"/>
                <a:gd name="connsiteX12372" fmla="*/ 23382752 w 58051775"/>
                <a:gd name="connsiteY12372" fmla="*/ 16571318 h 57949372"/>
                <a:gd name="connsiteX12373" fmla="*/ 23491016 w 58051775"/>
                <a:gd name="connsiteY12373" fmla="*/ 16525158 h 57949372"/>
                <a:gd name="connsiteX12374" fmla="*/ 23582128 w 58051775"/>
                <a:gd name="connsiteY12374" fmla="*/ 16483598 h 57949372"/>
                <a:gd name="connsiteX12375" fmla="*/ 23689928 w 58051775"/>
                <a:gd name="connsiteY12375" fmla="*/ 16427632 h 57949372"/>
                <a:gd name="connsiteX12376" fmla="*/ 23774400 w 58051775"/>
                <a:gd name="connsiteY12376" fmla="*/ 16395714 h 57949372"/>
                <a:gd name="connsiteX12377" fmla="*/ 23843832 w 58051775"/>
                <a:gd name="connsiteY12377" fmla="*/ 16357608 h 57949372"/>
                <a:gd name="connsiteX12378" fmla="*/ 23916672 w 58051775"/>
                <a:gd name="connsiteY12378" fmla="*/ 16229758 h 57949372"/>
                <a:gd name="connsiteX12379" fmla="*/ 23947308 w 58051775"/>
                <a:gd name="connsiteY12379" fmla="*/ 16077038 h 57949372"/>
                <a:gd name="connsiteX12380" fmla="*/ 24120696 w 58051775"/>
                <a:gd name="connsiteY12380" fmla="*/ 15992994 h 57949372"/>
                <a:gd name="connsiteX12381" fmla="*/ 24247520 w 58051775"/>
                <a:gd name="connsiteY12381" fmla="*/ 16109962 h 57949372"/>
                <a:gd name="connsiteX12382" fmla="*/ 24276444 w 58051775"/>
                <a:gd name="connsiteY12382" fmla="*/ 16170458 h 57949372"/>
                <a:gd name="connsiteX12383" fmla="*/ 24380672 w 58051775"/>
                <a:gd name="connsiteY12383" fmla="*/ 16163467 h 57949372"/>
                <a:gd name="connsiteX12384" fmla="*/ 24497868 w 58051775"/>
                <a:gd name="connsiteY12384" fmla="*/ 16123071 h 57949372"/>
                <a:gd name="connsiteX12385" fmla="*/ 24703832 w 58051775"/>
                <a:gd name="connsiteY12385" fmla="*/ 16064821 h 57949372"/>
                <a:gd name="connsiteX12386" fmla="*/ 24745528 w 58051775"/>
                <a:gd name="connsiteY12386" fmla="*/ 16041444 h 57949372"/>
                <a:gd name="connsiteX12387" fmla="*/ 24791796 w 58051775"/>
                <a:gd name="connsiteY12387" fmla="*/ 16001434 h 57949372"/>
                <a:gd name="connsiteX12388" fmla="*/ 24815140 w 58051775"/>
                <a:gd name="connsiteY12388" fmla="*/ 15952440 h 57949372"/>
                <a:gd name="connsiteX12389" fmla="*/ 24808032 w 58051775"/>
                <a:gd name="connsiteY12389" fmla="*/ 15780904 h 57949372"/>
                <a:gd name="connsiteX12390" fmla="*/ 24854068 w 58051775"/>
                <a:gd name="connsiteY12390" fmla="*/ 15735238 h 57949372"/>
                <a:gd name="connsiteX12391" fmla="*/ 24917904 w 58051775"/>
                <a:gd name="connsiteY12391" fmla="*/ 15683808 h 57949372"/>
                <a:gd name="connsiteX12392" fmla="*/ 25067800 w 58051775"/>
                <a:gd name="connsiteY12392" fmla="*/ 15632796 h 57949372"/>
                <a:gd name="connsiteX12393" fmla="*/ 25174576 w 58051775"/>
                <a:gd name="connsiteY12393" fmla="*/ 15690704 h 57949372"/>
                <a:gd name="connsiteX12394" fmla="*/ 25234900 w 58051775"/>
                <a:gd name="connsiteY12394" fmla="*/ 15823704 h 57949372"/>
                <a:gd name="connsiteX12395" fmla="*/ 25264472 w 58051775"/>
                <a:gd name="connsiteY12395" fmla="*/ 15900409 h 57949372"/>
                <a:gd name="connsiteX12396" fmla="*/ 25355572 w 58051775"/>
                <a:gd name="connsiteY12396" fmla="*/ 15859665 h 57949372"/>
                <a:gd name="connsiteX12397" fmla="*/ 25541736 w 58051775"/>
                <a:gd name="connsiteY12397" fmla="*/ 15811386 h 57949372"/>
                <a:gd name="connsiteX12398" fmla="*/ 25705064 w 58051775"/>
                <a:gd name="connsiteY12398" fmla="*/ 15766808 h 57949372"/>
                <a:gd name="connsiteX12399" fmla="*/ 25829052 w 58051775"/>
                <a:gd name="connsiteY12399" fmla="*/ 15719282 h 57949372"/>
                <a:gd name="connsiteX12400" fmla="*/ 25949668 w 58051775"/>
                <a:gd name="connsiteY12400" fmla="*/ 15709020 h 57949372"/>
                <a:gd name="connsiteX12401" fmla="*/ 25976688 w 58051775"/>
                <a:gd name="connsiteY12401" fmla="*/ 15646683 h 57949372"/>
                <a:gd name="connsiteX12402" fmla="*/ 25998524 w 58051775"/>
                <a:gd name="connsiteY12402" fmla="*/ 15519921 h 57949372"/>
                <a:gd name="connsiteX12403" fmla="*/ 26088352 w 58051775"/>
                <a:gd name="connsiteY12403" fmla="*/ 15441622 h 57949372"/>
                <a:gd name="connsiteX12404" fmla="*/ 26169696 w 58051775"/>
                <a:gd name="connsiteY12404" fmla="*/ 15403630 h 57949372"/>
                <a:gd name="connsiteX12405" fmla="*/ 26254688 w 58051775"/>
                <a:gd name="connsiteY12405" fmla="*/ 15379709 h 57949372"/>
                <a:gd name="connsiteX12406" fmla="*/ 26402552 w 58051775"/>
                <a:gd name="connsiteY12406" fmla="*/ 15466954 h 57949372"/>
                <a:gd name="connsiteX12407" fmla="*/ 26487060 w 58051775"/>
                <a:gd name="connsiteY12407" fmla="*/ 15554174 h 57949372"/>
                <a:gd name="connsiteX12408" fmla="*/ 26689656 w 58051775"/>
                <a:gd name="connsiteY12408" fmla="*/ 15538509 h 57949372"/>
                <a:gd name="connsiteX12409" fmla="*/ 27029960 w 58051775"/>
                <a:gd name="connsiteY12409" fmla="*/ 15439180 h 57949372"/>
                <a:gd name="connsiteX12410" fmla="*/ 27213652 w 58051775"/>
                <a:gd name="connsiteY12410" fmla="*/ 15363209 h 57949372"/>
                <a:gd name="connsiteX12411" fmla="*/ 27338396 w 58051775"/>
                <a:gd name="connsiteY12411" fmla="*/ 15415094 h 57949372"/>
                <a:gd name="connsiteX12412" fmla="*/ 27370344 w 58051775"/>
                <a:gd name="connsiteY12412" fmla="*/ 15455914 h 57949372"/>
                <a:gd name="connsiteX12413" fmla="*/ 27505948 w 58051775"/>
                <a:gd name="connsiteY12413" fmla="*/ 15449157 h 57949372"/>
                <a:gd name="connsiteX12414" fmla="*/ 27696776 w 58051775"/>
                <a:gd name="connsiteY12414" fmla="*/ 15418732 h 57949372"/>
                <a:gd name="connsiteX12415" fmla="*/ 27824582 w 58051775"/>
                <a:gd name="connsiteY12415" fmla="*/ 15401631 h 57949372"/>
                <a:gd name="connsiteX12416" fmla="*/ 27938882 w 58051775"/>
                <a:gd name="connsiteY12416" fmla="*/ 15386643 h 57949372"/>
                <a:gd name="connsiteX12417" fmla="*/ 28089814 w 58051775"/>
                <a:gd name="connsiteY12417" fmla="*/ 15362437 h 57949372"/>
                <a:gd name="connsiteX12418" fmla="*/ 28116088 w 58051775"/>
                <a:gd name="connsiteY12418" fmla="*/ 15311235 h 57949372"/>
                <a:gd name="connsiteX12419" fmla="*/ 28141214 w 58051775"/>
                <a:gd name="connsiteY12419" fmla="*/ 15219150 h 57949372"/>
                <a:gd name="connsiteX12420" fmla="*/ 28184926 w 58051775"/>
                <a:gd name="connsiteY12420" fmla="*/ 15133328 h 57949372"/>
                <a:gd name="connsiteX12421" fmla="*/ 28233644 w 58051775"/>
                <a:gd name="connsiteY12421" fmla="*/ 15059141 h 57949372"/>
                <a:gd name="connsiteX12422" fmla="*/ 28316356 w 58051775"/>
                <a:gd name="connsiteY12422" fmla="*/ 15059837 h 57949372"/>
                <a:gd name="connsiteX12423" fmla="*/ 28425502 w 58051775"/>
                <a:gd name="connsiteY12423" fmla="*/ 15094109 h 57949372"/>
                <a:gd name="connsiteX12424" fmla="*/ 28523228 w 58051775"/>
                <a:gd name="connsiteY12424" fmla="*/ 15237219 h 57949372"/>
                <a:gd name="connsiteX12425" fmla="*/ 28530990 w 58051775"/>
                <a:gd name="connsiteY12425" fmla="*/ 15352637 h 57949372"/>
                <a:gd name="connsiteX12426" fmla="*/ 28842140 w 58051775"/>
                <a:gd name="connsiteY12426" fmla="*/ 15361760 h 57949372"/>
                <a:gd name="connsiteX12427" fmla="*/ 29140152 w 58051775"/>
                <a:gd name="connsiteY12427" fmla="*/ 15357749 h 57949372"/>
                <a:gd name="connsiteX12428" fmla="*/ 29159600 w 58051775"/>
                <a:gd name="connsiteY12428" fmla="*/ 15321111 h 57949372"/>
                <a:gd name="connsiteX12429" fmla="*/ 29334316 w 58051775"/>
                <a:gd name="connsiteY12429" fmla="*/ 15182942 h 57949372"/>
                <a:gd name="connsiteX12430" fmla="*/ 29495946 w 58051775"/>
                <a:gd name="connsiteY12430" fmla="*/ 15307287 h 57949372"/>
                <a:gd name="connsiteX12431" fmla="*/ 29635452 w 58051775"/>
                <a:gd name="connsiteY12431" fmla="*/ 15361956 h 57949372"/>
                <a:gd name="connsiteX12432" fmla="*/ 29771780 w 58051775"/>
                <a:gd name="connsiteY12432" fmla="*/ 15348613 h 57949372"/>
                <a:gd name="connsiteX12433" fmla="*/ 29787656 w 58051775"/>
                <a:gd name="connsiteY12433" fmla="*/ 15281588 h 57949372"/>
                <a:gd name="connsiteX12434" fmla="*/ 29933724 w 58051775"/>
                <a:gd name="connsiteY12434" fmla="*/ 15191654 h 57949372"/>
                <a:gd name="connsiteX12435" fmla="*/ 30018476 w 58051775"/>
                <a:gd name="connsiteY12435" fmla="*/ 15206047 h 57949372"/>
                <a:gd name="connsiteX12436" fmla="*/ 30037524 w 58051775"/>
                <a:gd name="connsiteY12436" fmla="*/ 15299176 h 57949372"/>
                <a:gd name="connsiteX12437" fmla="*/ 30054924 w 58051775"/>
                <a:gd name="connsiteY12437" fmla="*/ 15390673 h 57949372"/>
                <a:gd name="connsiteX12438" fmla="*/ 30147604 w 58051775"/>
                <a:gd name="connsiteY12438" fmla="*/ 15394431 h 57949372"/>
                <a:gd name="connsiteX12439" fmla="*/ 30296188 w 58051775"/>
                <a:gd name="connsiteY12439" fmla="*/ 15416954 h 57949372"/>
                <a:gd name="connsiteX12440" fmla="*/ 30449064 w 58051775"/>
                <a:gd name="connsiteY12440" fmla="*/ 15411456 h 57949372"/>
                <a:gd name="connsiteX12441" fmla="*/ 30560988 w 58051775"/>
                <a:gd name="connsiteY12441" fmla="*/ 15367005 h 57949372"/>
                <a:gd name="connsiteX12442" fmla="*/ 30648270 w 58051775"/>
                <a:gd name="connsiteY12442" fmla="*/ 15408280 h 57949372"/>
                <a:gd name="connsiteX12443" fmla="*/ 30767356 w 58051775"/>
                <a:gd name="connsiteY12443" fmla="*/ 15457983 h 57949372"/>
                <a:gd name="connsiteX12444" fmla="*/ 30920068 w 58051775"/>
                <a:gd name="connsiteY12444" fmla="*/ 15491761 h 57949372"/>
                <a:gd name="connsiteX12445" fmla="*/ 31166776 w 58051775"/>
                <a:gd name="connsiteY12445" fmla="*/ 15544804 h 57949372"/>
                <a:gd name="connsiteX12446" fmla="*/ 31229300 w 58051775"/>
                <a:gd name="connsiteY12446" fmla="*/ 15463196 h 57949372"/>
                <a:gd name="connsiteX12447" fmla="*/ 31249668 w 58051775"/>
                <a:gd name="connsiteY12447" fmla="*/ 15391217 h 57949372"/>
                <a:gd name="connsiteX12448" fmla="*/ 31438196 w 58051775"/>
                <a:gd name="connsiteY12448" fmla="*/ 15360653 h 57949372"/>
                <a:gd name="connsiteX12449" fmla="*/ 31647512 w 58051775"/>
                <a:gd name="connsiteY12449" fmla="*/ 15385618 h 57949372"/>
                <a:gd name="connsiteX12450" fmla="*/ 31692852 w 58051775"/>
                <a:gd name="connsiteY12450" fmla="*/ 15590426 h 57949372"/>
                <a:gd name="connsiteX12451" fmla="*/ 31661100 w 58051775"/>
                <a:gd name="connsiteY12451" fmla="*/ 15620598 h 57949372"/>
                <a:gd name="connsiteX12452" fmla="*/ 31775148 w 58051775"/>
                <a:gd name="connsiteY12452" fmla="*/ 15637351 h 57949372"/>
                <a:gd name="connsiteX12453" fmla="*/ 31929702 w 58051775"/>
                <a:gd name="connsiteY12453" fmla="*/ 15674141 h 57949372"/>
                <a:gd name="connsiteX12454" fmla="*/ 32107088 w 58051775"/>
                <a:gd name="connsiteY12454" fmla="*/ 15717251 h 57949372"/>
                <a:gd name="connsiteX12455" fmla="*/ 32294688 w 58051775"/>
                <a:gd name="connsiteY12455" fmla="*/ 15766087 h 57949372"/>
                <a:gd name="connsiteX12456" fmla="*/ 32358854 w 58051775"/>
                <a:gd name="connsiteY12456" fmla="*/ 15792931 h 57949372"/>
                <a:gd name="connsiteX12457" fmla="*/ 32372300 w 58051775"/>
                <a:gd name="connsiteY12457" fmla="*/ 15714537 h 57949372"/>
                <a:gd name="connsiteX12458" fmla="*/ 32408228 w 58051775"/>
                <a:gd name="connsiteY12458" fmla="*/ 15608533 h 57949372"/>
                <a:gd name="connsiteX12459" fmla="*/ 32570460 w 58051775"/>
                <a:gd name="connsiteY12459" fmla="*/ 15558008 h 57949372"/>
                <a:gd name="connsiteX12460" fmla="*/ 32626300 w 58051775"/>
                <a:gd name="connsiteY12460" fmla="*/ 15728468 h 57949372"/>
                <a:gd name="connsiteX12461" fmla="*/ 32668922 w 58051775"/>
                <a:gd name="connsiteY12461" fmla="*/ 15859007 h 57949372"/>
                <a:gd name="connsiteX12462" fmla="*/ 32804144 w 58051775"/>
                <a:gd name="connsiteY12462" fmla="*/ 15904186 h 57949372"/>
                <a:gd name="connsiteX12463" fmla="*/ 32931820 w 58051775"/>
                <a:gd name="connsiteY12463" fmla="*/ 15945550 h 57949372"/>
                <a:gd name="connsiteX12464" fmla="*/ 33062752 w 58051775"/>
                <a:gd name="connsiteY12464" fmla="*/ 15989900 h 57949372"/>
                <a:gd name="connsiteX12465" fmla="*/ 33203036 w 58051775"/>
                <a:gd name="connsiteY12465" fmla="*/ 16008988 h 57949372"/>
                <a:gd name="connsiteX12466" fmla="*/ 33248668 w 58051775"/>
                <a:gd name="connsiteY12466" fmla="*/ 15974748 h 57949372"/>
                <a:gd name="connsiteX12467" fmla="*/ 33309952 w 58051775"/>
                <a:gd name="connsiteY12467" fmla="*/ 15838205 h 57949372"/>
                <a:gd name="connsiteX12468" fmla="*/ 33450254 w 58051775"/>
                <a:gd name="connsiteY12468" fmla="*/ 15807128 h 57949372"/>
                <a:gd name="connsiteX12469" fmla="*/ 33691566 w 58051775"/>
                <a:gd name="connsiteY12469" fmla="*/ 16051579 h 57949372"/>
                <a:gd name="connsiteX12470" fmla="*/ 33688394 w 58051775"/>
                <a:gd name="connsiteY12470" fmla="*/ 16161569 h 57949372"/>
                <a:gd name="connsiteX12471" fmla="*/ 33733716 w 58051775"/>
                <a:gd name="connsiteY12471" fmla="*/ 16206881 h 57949372"/>
                <a:gd name="connsiteX12472" fmla="*/ 33859894 w 58051775"/>
                <a:gd name="connsiteY12472" fmla="*/ 16254774 h 57949372"/>
                <a:gd name="connsiteX12473" fmla="*/ 33979032 w 58051775"/>
                <a:gd name="connsiteY12473" fmla="*/ 16294284 h 57949372"/>
                <a:gd name="connsiteX12474" fmla="*/ 34130056 w 58051775"/>
                <a:gd name="connsiteY12474" fmla="*/ 16356830 h 57949372"/>
                <a:gd name="connsiteX12475" fmla="*/ 34144972 w 58051775"/>
                <a:gd name="connsiteY12475" fmla="*/ 16302724 h 57949372"/>
                <a:gd name="connsiteX12476" fmla="*/ 34207240 w 58051775"/>
                <a:gd name="connsiteY12476" fmla="*/ 16254736 h 57949372"/>
                <a:gd name="connsiteX12477" fmla="*/ 34280302 w 58051775"/>
                <a:gd name="connsiteY12477" fmla="*/ 16213467 h 57949372"/>
                <a:gd name="connsiteX12478" fmla="*/ 34382674 w 58051775"/>
                <a:gd name="connsiteY12478" fmla="*/ 16224254 h 57949372"/>
                <a:gd name="connsiteX12479" fmla="*/ 34447676 w 58051775"/>
                <a:gd name="connsiteY12479" fmla="*/ 16268718 h 57949372"/>
                <a:gd name="connsiteX12480" fmla="*/ 34493200 w 58051775"/>
                <a:gd name="connsiteY12480" fmla="*/ 16418914 h 57949372"/>
                <a:gd name="connsiteX12481" fmla="*/ 34577064 w 58051775"/>
                <a:gd name="connsiteY12481" fmla="*/ 16535420 h 57949372"/>
                <a:gd name="connsiteX12482" fmla="*/ 34634572 w 58051775"/>
                <a:gd name="connsiteY12482" fmla="*/ 16565763 h 57949372"/>
                <a:gd name="connsiteX12483" fmla="*/ 34753128 w 58051775"/>
                <a:gd name="connsiteY12483" fmla="*/ 16624304 h 57949372"/>
                <a:gd name="connsiteX12484" fmla="*/ 34795964 w 58051775"/>
                <a:gd name="connsiteY12484" fmla="*/ 16624304 h 57949372"/>
                <a:gd name="connsiteX12485" fmla="*/ 34788882 w 58051775"/>
                <a:gd name="connsiteY12485" fmla="*/ 16505615 h 57949372"/>
                <a:gd name="connsiteX12486" fmla="*/ 34811936 w 58051775"/>
                <a:gd name="connsiteY12486" fmla="*/ 16365795 h 57949372"/>
                <a:gd name="connsiteX12487" fmla="*/ 34861308 w 58051775"/>
                <a:gd name="connsiteY12487" fmla="*/ 16259228 h 57949372"/>
                <a:gd name="connsiteX12488" fmla="*/ 34880552 w 58051775"/>
                <a:gd name="connsiteY12488" fmla="*/ 16173767 h 57949372"/>
                <a:gd name="connsiteX12489" fmla="*/ 34937700 w 58051775"/>
                <a:gd name="connsiteY12489" fmla="*/ 16163663 h 57949372"/>
                <a:gd name="connsiteX12490" fmla="*/ 35166258 w 58051775"/>
                <a:gd name="connsiteY12490" fmla="*/ 16224235 h 57949372"/>
                <a:gd name="connsiteX12491" fmla="*/ 35243516 w 58051775"/>
                <a:gd name="connsiteY12491" fmla="*/ 16275380 h 57949372"/>
                <a:gd name="connsiteX12492" fmla="*/ 35293300 w 58051775"/>
                <a:gd name="connsiteY12492" fmla="*/ 16446435 h 57949372"/>
                <a:gd name="connsiteX12493" fmla="*/ 35241754 w 58051775"/>
                <a:gd name="connsiteY12493" fmla="*/ 16586211 h 57949372"/>
                <a:gd name="connsiteX12494" fmla="*/ 35198052 w 58051775"/>
                <a:gd name="connsiteY12494" fmla="*/ 16637008 h 57949372"/>
                <a:gd name="connsiteX12495" fmla="*/ 35165982 w 58051775"/>
                <a:gd name="connsiteY12495" fmla="*/ 16687805 h 57949372"/>
                <a:gd name="connsiteX12496" fmla="*/ 35071360 w 58051775"/>
                <a:gd name="connsiteY12496" fmla="*/ 16687805 h 57949372"/>
                <a:gd name="connsiteX12497" fmla="*/ 34912300 w 58051775"/>
                <a:gd name="connsiteY12497" fmla="*/ 16662416 h 57949372"/>
                <a:gd name="connsiteX12498" fmla="*/ 34823400 w 58051775"/>
                <a:gd name="connsiteY12498" fmla="*/ 16654090 h 57949372"/>
                <a:gd name="connsiteX12499" fmla="*/ 34902800 w 58051775"/>
                <a:gd name="connsiteY12499" fmla="*/ 16713213 h 57949372"/>
                <a:gd name="connsiteX12500" fmla="*/ 34965302 w 58051775"/>
                <a:gd name="connsiteY12500" fmla="*/ 16736723 h 57949372"/>
                <a:gd name="connsiteX12501" fmla="*/ 35102820 w 58051775"/>
                <a:gd name="connsiteY12501" fmla="*/ 16802116 h 57949372"/>
                <a:gd name="connsiteX12502" fmla="*/ 35184528 w 58051775"/>
                <a:gd name="connsiteY12502" fmla="*/ 16846561 h 57949372"/>
                <a:gd name="connsiteX12503" fmla="*/ 35272660 w 58051775"/>
                <a:gd name="connsiteY12503" fmla="*/ 16891006 h 57949372"/>
                <a:gd name="connsiteX12504" fmla="*/ 35341010 w 58051775"/>
                <a:gd name="connsiteY12504" fmla="*/ 16917629 h 57949372"/>
                <a:gd name="connsiteX12505" fmla="*/ 35463488 w 58051775"/>
                <a:gd name="connsiteY12505" fmla="*/ 16992613 h 57949372"/>
                <a:gd name="connsiteX12506" fmla="*/ 35491256 w 58051775"/>
                <a:gd name="connsiteY12506" fmla="*/ 16915579 h 57949372"/>
                <a:gd name="connsiteX12507" fmla="*/ 35593050 w 58051775"/>
                <a:gd name="connsiteY12507" fmla="*/ 16794897 h 57949372"/>
                <a:gd name="connsiteX12508" fmla="*/ 35801130 w 58051775"/>
                <a:gd name="connsiteY12508" fmla="*/ 16809556 h 57949372"/>
                <a:gd name="connsiteX12509" fmla="*/ 35818478 w 58051775"/>
                <a:gd name="connsiteY12509" fmla="*/ 16929738 h 57949372"/>
                <a:gd name="connsiteX12510" fmla="*/ 35835854 w 58051775"/>
                <a:gd name="connsiteY12510" fmla="*/ 17043410 h 57949372"/>
                <a:gd name="connsiteX12511" fmla="*/ 35885792 w 58051775"/>
                <a:gd name="connsiteY12511" fmla="*/ 17005304 h 57949372"/>
                <a:gd name="connsiteX12512" fmla="*/ 35950968 w 58051775"/>
                <a:gd name="connsiteY12512" fmla="*/ 16960663 h 57949372"/>
                <a:gd name="connsiteX12513" fmla="*/ 36020900 w 58051775"/>
                <a:gd name="connsiteY12513" fmla="*/ 16915465 h 57949372"/>
                <a:gd name="connsiteX12514" fmla="*/ 36091248 w 58051775"/>
                <a:gd name="connsiteY12514" fmla="*/ 16880453 h 57949372"/>
                <a:gd name="connsiteX12515" fmla="*/ 36162140 w 58051775"/>
                <a:gd name="connsiteY12515" fmla="*/ 16833781 h 57949372"/>
                <a:gd name="connsiteX12516" fmla="*/ 36222156 w 58051775"/>
                <a:gd name="connsiteY12516" fmla="*/ 16802116 h 57949372"/>
                <a:gd name="connsiteX12517" fmla="*/ 36294888 w 58051775"/>
                <a:gd name="connsiteY12517" fmla="*/ 16752622 h 57949372"/>
                <a:gd name="connsiteX12518" fmla="*/ 36384484 w 58051775"/>
                <a:gd name="connsiteY12518" fmla="*/ 16688868 h 57949372"/>
                <a:gd name="connsiteX12519" fmla="*/ 36457196 w 58051775"/>
                <a:gd name="connsiteY12519" fmla="*/ 16650933 h 57949372"/>
                <a:gd name="connsiteX12520" fmla="*/ 36518014 w 58051775"/>
                <a:gd name="connsiteY12520" fmla="*/ 16618958 h 57949372"/>
                <a:gd name="connsiteX12521" fmla="*/ 36587814 w 58051775"/>
                <a:gd name="connsiteY12521" fmla="*/ 16574747 h 57949372"/>
                <a:gd name="connsiteX12522" fmla="*/ 36667366 w 58051775"/>
                <a:gd name="connsiteY12522" fmla="*/ 16531624 h 57949372"/>
                <a:gd name="connsiteX12523" fmla="*/ 36747100 w 58051775"/>
                <a:gd name="connsiteY12523" fmla="*/ 16479764 h 57949372"/>
                <a:gd name="connsiteX12524" fmla="*/ 36832196 w 58051775"/>
                <a:gd name="connsiteY12524" fmla="*/ 16420793 h 57949372"/>
                <a:gd name="connsiteX12525" fmla="*/ 36898216 w 58051775"/>
                <a:gd name="connsiteY12525" fmla="*/ 16389033 h 57949372"/>
                <a:gd name="connsiteX12526" fmla="*/ 36956348 w 58051775"/>
                <a:gd name="connsiteY12526" fmla="*/ 16357798 h 57949372"/>
                <a:gd name="connsiteX12527" fmla="*/ 36970076 w 58051775"/>
                <a:gd name="connsiteY12527" fmla="*/ 16300649 h 57949372"/>
                <a:gd name="connsiteX12528" fmla="*/ 36911066 w 58051775"/>
                <a:gd name="connsiteY12528" fmla="*/ 16246353 h 57949372"/>
                <a:gd name="connsiteX12529" fmla="*/ 36859888 w 58051775"/>
                <a:gd name="connsiteY12529" fmla="*/ 16176190 h 57949372"/>
                <a:gd name="connsiteX12530" fmla="*/ 36884736 w 58051775"/>
                <a:gd name="connsiteY12530" fmla="*/ 15913113 h 57949372"/>
                <a:gd name="connsiteX12531" fmla="*/ 36962452 w 58051775"/>
                <a:gd name="connsiteY12531" fmla="*/ 15868668 h 57949372"/>
                <a:gd name="connsiteX12532" fmla="*/ 37070362 w 58051775"/>
                <a:gd name="connsiteY12532" fmla="*/ 15817991 h 57949372"/>
                <a:gd name="connsiteX12533" fmla="*/ 37183516 w 58051775"/>
                <a:gd name="connsiteY12533" fmla="*/ 15874767 h 57949372"/>
                <a:gd name="connsiteX12534" fmla="*/ 37251280 w 58051775"/>
                <a:gd name="connsiteY12534" fmla="*/ 15937762 h 57949372"/>
                <a:gd name="connsiteX12535" fmla="*/ 37230784 w 58051775"/>
                <a:gd name="connsiteY12535" fmla="*/ 16148074 h 57949372"/>
                <a:gd name="connsiteX12536" fmla="*/ 37265260 w 58051775"/>
                <a:gd name="connsiteY12536" fmla="*/ 16158456 h 57949372"/>
                <a:gd name="connsiteX12537" fmla="*/ 37328396 w 58051775"/>
                <a:gd name="connsiteY12537" fmla="*/ 16124893 h 57949372"/>
                <a:gd name="connsiteX12538" fmla="*/ 37404896 w 58051775"/>
                <a:gd name="connsiteY12538" fmla="*/ 16078512 h 57949372"/>
                <a:gd name="connsiteX12539" fmla="*/ 37471844 w 58051775"/>
                <a:gd name="connsiteY12539" fmla="*/ 16039160 h 57949372"/>
                <a:gd name="connsiteX12540" fmla="*/ 37544048 w 58051775"/>
                <a:gd name="connsiteY12540" fmla="*/ 15993728 h 57949372"/>
                <a:gd name="connsiteX12541" fmla="*/ 37623148 w 58051775"/>
                <a:gd name="connsiteY12541" fmla="*/ 15944291 h 57949372"/>
                <a:gd name="connsiteX12542" fmla="*/ 37684724 w 58051775"/>
                <a:gd name="connsiteY12542" fmla="*/ 15900814 h 57949372"/>
                <a:gd name="connsiteX12543" fmla="*/ 37756504 w 58051775"/>
                <a:gd name="connsiteY12543" fmla="*/ 15862898 h 57949372"/>
                <a:gd name="connsiteX12544" fmla="*/ 37840578 w 58051775"/>
                <a:gd name="connsiteY12544" fmla="*/ 15818529 h 57949372"/>
                <a:gd name="connsiteX12545" fmla="*/ 37915234 w 58051775"/>
                <a:gd name="connsiteY12545" fmla="*/ 15769250 h 57949372"/>
                <a:gd name="connsiteX12546" fmla="*/ 37967040 w 58051775"/>
                <a:gd name="connsiteY12546" fmla="*/ 15714347 h 57949372"/>
                <a:gd name="connsiteX12547" fmla="*/ 37966652 w 58051775"/>
                <a:gd name="connsiteY12547" fmla="*/ 15691084 h 57949372"/>
                <a:gd name="connsiteX12548" fmla="*/ 37919026 w 58051775"/>
                <a:gd name="connsiteY12548" fmla="*/ 15677393 h 57949372"/>
                <a:gd name="connsiteX12549" fmla="*/ 37916694 w 58051775"/>
                <a:gd name="connsiteY12549" fmla="*/ 15530474 h 57949372"/>
                <a:gd name="connsiteX12550" fmla="*/ 38059068 w 58051775"/>
                <a:gd name="connsiteY12550" fmla="*/ 15455914 h 57949372"/>
                <a:gd name="connsiteX12551" fmla="*/ 38128060 w 58051775"/>
                <a:gd name="connsiteY12551" fmla="*/ 15543811 h 57949372"/>
                <a:gd name="connsiteX12552" fmla="*/ 38204584 w 58051775"/>
                <a:gd name="connsiteY12552" fmla="*/ 15592444 h 57949372"/>
                <a:gd name="connsiteX12553" fmla="*/ 38292910 w 58051775"/>
                <a:gd name="connsiteY12553" fmla="*/ 15540388 h 57949372"/>
                <a:gd name="connsiteX12554" fmla="*/ 38360640 w 58051775"/>
                <a:gd name="connsiteY12554" fmla="*/ 15505800 h 57949372"/>
                <a:gd name="connsiteX12555" fmla="*/ 38435646 w 58051775"/>
                <a:gd name="connsiteY12555" fmla="*/ 15450511 h 57949372"/>
                <a:gd name="connsiteX12556" fmla="*/ 38509778 w 58051775"/>
                <a:gd name="connsiteY12556" fmla="*/ 15401922 h 57949372"/>
                <a:gd name="connsiteX12557" fmla="*/ 38560344 w 58051775"/>
                <a:gd name="connsiteY12557" fmla="*/ 15374793 h 57949372"/>
                <a:gd name="connsiteX12558" fmla="*/ 38642828 w 58051775"/>
                <a:gd name="connsiteY12558" fmla="*/ 15322389 h 57949372"/>
                <a:gd name="connsiteX12559" fmla="*/ 38727188 w 58051775"/>
                <a:gd name="connsiteY12559" fmla="*/ 15278121 h 57949372"/>
                <a:gd name="connsiteX12560" fmla="*/ 38800706 w 58051775"/>
                <a:gd name="connsiteY12560" fmla="*/ 15239743 h 57949372"/>
                <a:gd name="connsiteX12561" fmla="*/ 38878558 w 58051775"/>
                <a:gd name="connsiteY12561" fmla="*/ 15186561 h 57949372"/>
                <a:gd name="connsiteX12562" fmla="*/ 38946308 w 58051775"/>
                <a:gd name="connsiteY12562" fmla="*/ 15143862 h 57949372"/>
                <a:gd name="connsiteX12563" fmla="*/ 39003656 w 58051775"/>
                <a:gd name="connsiteY12563" fmla="*/ 15108167 h 57949372"/>
                <a:gd name="connsiteX12564" fmla="*/ 39086164 w 58051775"/>
                <a:gd name="connsiteY12564" fmla="*/ 15062235 h 57949372"/>
                <a:gd name="connsiteX12565" fmla="*/ 39141844 w 58051775"/>
                <a:gd name="connsiteY12565" fmla="*/ 15024104 h 57949372"/>
                <a:gd name="connsiteX12566" fmla="*/ 39119306 w 58051775"/>
                <a:gd name="connsiteY12566" fmla="*/ 14984853 h 57949372"/>
                <a:gd name="connsiteX12567" fmla="*/ 39038406 w 58051775"/>
                <a:gd name="connsiteY12567" fmla="*/ 14924838 h 57949372"/>
                <a:gd name="connsiteX12568" fmla="*/ 38977954 w 58051775"/>
                <a:gd name="connsiteY12568" fmla="*/ 14868037 h 57949372"/>
                <a:gd name="connsiteX12569" fmla="*/ 38960620 w 58051775"/>
                <a:gd name="connsiteY12569" fmla="*/ 14699968 h 57949372"/>
                <a:gd name="connsiteX12570" fmla="*/ 39010302 w 58051775"/>
                <a:gd name="connsiteY12570" fmla="*/ 14671713 h 57949372"/>
                <a:gd name="connsiteX12571" fmla="*/ 39048402 w 58051775"/>
                <a:gd name="connsiteY12571" fmla="*/ 14621194 h 57949372"/>
                <a:gd name="connsiteX12572" fmla="*/ 39096220 w 58051775"/>
                <a:gd name="connsiteY12572" fmla="*/ 14570492 h 57949372"/>
                <a:gd name="connsiteX12573" fmla="*/ 39151776 w 58051775"/>
                <a:gd name="connsiteY12573" fmla="*/ 14526047 h 57949372"/>
                <a:gd name="connsiteX12574" fmla="*/ 39225936 w 58051775"/>
                <a:gd name="connsiteY12574" fmla="*/ 14478021 h 57949372"/>
                <a:gd name="connsiteX12575" fmla="*/ 39277484 w 58051775"/>
                <a:gd name="connsiteY12575" fmla="*/ 14507630 h 57949372"/>
                <a:gd name="connsiteX12576" fmla="*/ 39341444 w 58051775"/>
                <a:gd name="connsiteY12576" fmla="*/ 14551670 h 57949372"/>
                <a:gd name="connsiteX12577" fmla="*/ 39390834 w 58051775"/>
                <a:gd name="connsiteY12577" fmla="*/ 14609730 h 57949372"/>
                <a:gd name="connsiteX12578" fmla="*/ 39441616 w 58051775"/>
                <a:gd name="connsiteY12578" fmla="*/ 14667006 h 57949372"/>
                <a:gd name="connsiteX12579" fmla="*/ 39466308 w 58051775"/>
                <a:gd name="connsiteY12579" fmla="*/ 14703163 h 57949372"/>
                <a:gd name="connsiteX12580" fmla="*/ 39487992 w 58051775"/>
                <a:gd name="connsiteY12580" fmla="*/ 14803435 h 57949372"/>
                <a:gd name="connsiteX12581" fmla="*/ 39535538 w 58051775"/>
                <a:gd name="connsiteY12581" fmla="*/ 14778046 h 57949372"/>
                <a:gd name="connsiteX12582" fmla="*/ 39605924 w 58051775"/>
                <a:gd name="connsiteY12582" fmla="*/ 14744723 h 57949372"/>
                <a:gd name="connsiteX12583" fmla="*/ 39687500 w 58051775"/>
                <a:gd name="connsiteY12583" fmla="*/ 14682215 h 57949372"/>
                <a:gd name="connsiteX12584" fmla="*/ 39727412 w 58051775"/>
                <a:gd name="connsiteY12584" fmla="*/ 14661761 h 57949372"/>
                <a:gd name="connsiteX12585" fmla="*/ 39878000 w 58051775"/>
                <a:gd name="connsiteY12585" fmla="*/ 14522814 h 57949372"/>
                <a:gd name="connsiteX12586" fmla="*/ 39817118 w 58051775"/>
                <a:gd name="connsiteY12586" fmla="*/ 14452613 h 57949372"/>
                <a:gd name="connsiteX12587" fmla="*/ 39759292 w 58051775"/>
                <a:gd name="connsiteY12587" fmla="*/ 14414507 h 57949372"/>
                <a:gd name="connsiteX12588" fmla="*/ 39702472 w 58051775"/>
                <a:gd name="connsiteY12588" fmla="*/ 14376408 h 57949372"/>
                <a:gd name="connsiteX12589" fmla="*/ 39515942 w 58051775"/>
                <a:gd name="connsiteY12589" fmla="*/ 14224997 h 57949372"/>
                <a:gd name="connsiteX12590" fmla="*/ 39462412 w 58051775"/>
                <a:gd name="connsiteY12590" fmla="*/ 14185911 h 57949372"/>
                <a:gd name="connsiteX12591" fmla="*/ 39403692 w 58051775"/>
                <a:gd name="connsiteY12591" fmla="*/ 14147805 h 57949372"/>
                <a:gd name="connsiteX12592" fmla="*/ 39346968 w 58051775"/>
                <a:gd name="connsiteY12592" fmla="*/ 14109712 h 57949372"/>
                <a:gd name="connsiteX12593" fmla="*/ 39166104 w 58051775"/>
                <a:gd name="connsiteY12593" fmla="*/ 13966659 h 57949372"/>
                <a:gd name="connsiteX12594" fmla="*/ 39081758 w 58051775"/>
                <a:gd name="connsiteY12594" fmla="*/ 13917102 h 57949372"/>
                <a:gd name="connsiteX12595" fmla="*/ 38992140 w 58051775"/>
                <a:gd name="connsiteY12595" fmla="*/ 13866501 h 57949372"/>
                <a:gd name="connsiteX12596" fmla="*/ 38925564 w 58051775"/>
                <a:gd name="connsiteY12596" fmla="*/ 13830306 h 57949372"/>
                <a:gd name="connsiteX12597" fmla="*/ 38867440 w 58051775"/>
                <a:gd name="connsiteY12597" fmla="*/ 13793434 h 57949372"/>
                <a:gd name="connsiteX12598" fmla="*/ 38791384 w 58051775"/>
                <a:gd name="connsiteY12598" fmla="*/ 13748451 h 57949372"/>
                <a:gd name="connsiteX12599" fmla="*/ 38715692 w 58051775"/>
                <a:gd name="connsiteY12599" fmla="*/ 13697749 h 57949372"/>
                <a:gd name="connsiteX12600" fmla="*/ 38638582 w 58051775"/>
                <a:gd name="connsiteY12600" fmla="*/ 13646781 h 57949372"/>
                <a:gd name="connsiteX12601" fmla="*/ 38587150 w 58051775"/>
                <a:gd name="connsiteY12601" fmla="*/ 13620639 h 57949372"/>
                <a:gd name="connsiteX12602" fmla="*/ 38521604 w 58051775"/>
                <a:gd name="connsiteY12602" fmla="*/ 13574454 h 57949372"/>
                <a:gd name="connsiteX12603" fmla="*/ 38436722 w 58051775"/>
                <a:gd name="connsiteY12603" fmla="*/ 13515622 h 57949372"/>
                <a:gd name="connsiteX12604" fmla="*/ 38263566 w 58051775"/>
                <a:gd name="connsiteY12604" fmla="*/ 13468849 h 57949372"/>
                <a:gd name="connsiteX12605" fmla="*/ 38216796 w 58051775"/>
                <a:gd name="connsiteY12605" fmla="*/ 13517786 h 57949372"/>
                <a:gd name="connsiteX12606" fmla="*/ 38117448 w 58051775"/>
                <a:gd name="connsiteY12606" fmla="*/ 13560276 h 57949372"/>
                <a:gd name="connsiteX12607" fmla="*/ 37925060 w 58051775"/>
                <a:gd name="connsiteY12607" fmla="*/ 13540429 h 57949372"/>
                <a:gd name="connsiteX12608" fmla="*/ 37883668 w 58051775"/>
                <a:gd name="connsiteY12608" fmla="*/ 13478497 h 57949372"/>
                <a:gd name="connsiteX12609" fmla="*/ 37811470 w 58051775"/>
                <a:gd name="connsiteY12609" fmla="*/ 13335773 h 57949372"/>
                <a:gd name="connsiteX12610" fmla="*/ 37825314 w 58051775"/>
                <a:gd name="connsiteY12610" fmla="*/ 13253178 h 57949372"/>
                <a:gd name="connsiteX12611" fmla="*/ 37748348 w 58051775"/>
                <a:gd name="connsiteY12611" fmla="*/ 13119115 h 57949372"/>
                <a:gd name="connsiteX12612" fmla="*/ 37662696 w 58051775"/>
                <a:gd name="connsiteY12612" fmla="*/ 13074670 h 57949372"/>
                <a:gd name="connsiteX12613" fmla="*/ 37585468 w 58051775"/>
                <a:gd name="connsiteY12613" fmla="*/ 13030206 h 57949372"/>
                <a:gd name="connsiteX12614" fmla="*/ 37522764 w 58051775"/>
                <a:gd name="connsiteY12614" fmla="*/ 12997927 h 57949372"/>
                <a:gd name="connsiteX12615" fmla="*/ 37361564 w 58051775"/>
                <a:gd name="connsiteY12615" fmla="*/ 12941303 h 57949372"/>
                <a:gd name="connsiteX12616" fmla="*/ 37289632 w 58051775"/>
                <a:gd name="connsiteY12616" fmla="*/ 12898136 h 57949372"/>
                <a:gd name="connsiteX12617" fmla="*/ 37215352 w 58051775"/>
                <a:gd name="connsiteY12617" fmla="*/ 12839361 h 57949372"/>
                <a:gd name="connsiteX12618" fmla="*/ 37144024 w 58051775"/>
                <a:gd name="connsiteY12618" fmla="*/ 12801426 h 57949372"/>
                <a:gd name="connsiteX12619" fmla="*/ 37055124 w 58051775"/>
                <a:gd name="connsiteY12619" fmla="*/ 12757721 h 57949372"/>
                <a:gd name="connsiteX12620" fmla="*/ 36957000 w 58051775"/>
                <a:gd name="connsiteY12620" fmla="*/ 12707019 h 57949372"/>
                <a:gd name="connsiteX12621" fmla="*/ 36874452 w 58051775"/>
                <a:gd name="connsiteY12621" fmla="*/ 12661973 h 57949372"/>
                <a:gd name="connsiteX12622" fmla="*/ 36800986 w 58051775"/>
                <a:gd name="connsiteY12622" fmla="*/ 12622412 h 57949372"/>
                <a:gd name="connsiteX12623" fmla="*/ 36726240 w 58051775"/>
                <a:gd name="connsiteY12623" fmla="*/ 12590247 h 57949372"/>
                <a:gd name="connsiteX12624" fmla="*/ 36633526 w 58051775"/>
                <a:gd name="connsiteY12624" fmla="*/ 12546232 h 57949372"/>
                <a:gd name="connsiteX12625" fmla="*/ 36524120 w 58051775"/>
                <a:gd name="connsiteY12625" fmla="*/ 12490260 h 57949372"/>
                <a:gd name="connsiteX12626" fmla="*/ 36427956 w 58051775"/>
                <a:gd name="connsiteY12626" fmla="*/ 12444037 h 57949372"/>
                <a:gd name="connsiteX12627" fmla="*/ 36323720 w 58051775"/>
                <a:gd name="connsiteY12627" fmla="*/ 12409063 h 57949372"/>
                <a:gd name="connsiteX12628" fmla="*/ 36220956 w 58051775"/>
                <a:gd name="connsiteY12628" fmla="*/ 12367060 h 57949372"/>
                <a:gd name="connsiteX12629" fmla="*/ 36132500 w 58051775"/>
                <a:gd name="connsiteY12629" fmla="*/ 12325500 h 57949372"/>
                <a:gd name="connsiteX12630" fmla="*/ 36047308 w 58051775"/>
                <a:gd name="connsiteY12630" fmla="*/ 12300326 h 57949372"/>
                <a:gd name="connsiteX12631" fmla="*/ 35996498 w 58051775"/>
                <a:gd name="connsiteY12631" fmla="*/ 12302224 h 57949372"/>
                <a:gd name="connsiteX12632" fmla="*/ 35913418 w 58051775"/>
                <a:gd name="connsiteY12632" fmla="*/ 12310316 h 57949372"/>
                <a:gd name="connsiteX12633" fmla="*/ 35843480 w 58051775"/>
                <a:gd name="connsiteY12633" fmla="*/ 12260784 h 57949372"/>
                <a:gd name="connsiteX12634" fmla="*/ 35782694 w 58051775"/>
                <a:gd name="connsiteY12634" fmla="*/ 12181403 h 57949372"/>
                <a:gd name="connsiteX12635" fmla="*/ 35674152 w 58051775"/>
                <a:gd name="connsiteY12635" fmla="*/ 12141222 h 57949372"/>
                <a:gd name="connsiteX12636" fmla="*/ 35589826 w 58051775"/>
                <a:gd name="connsiteY12636" fmla="*/ 12108298 h 57949372"/>
                <a:gd name="connsiteX12637" fmla="*/ 35484236 w 58051775"/>
                <a:gd name="connsiteY12637" fmla="*/ 12058532 h 57949372"/>
                <a:gd name="connsiteX12638" fmla="*/ 35468428 w 58051775"/>
                <a:gd name="connsiteY12638" fmla="*/ 12165656 h 57949372"/>
                <a:gd name="connsiteX12639" fmla="*/ 35474232 w 58051775"/>
                <a:gd name="connsiteY12639" fmla="*/ 12265934 h 57949372"/>
                <a:gd name="connsiteX12640" fmla="*/ 35425042 w 58051775"/>
                <a:gd name="connsiteY12640" fmla="*/ 12304337 h 57949372"/>
                <a:gd name="connsiteX12641" fmla="*/ 35354980 w 58051775"/>
                <a:gd name="connsiteY12641" fmla="*/ 12372153 h 57949372"/>
                <a:gd name="connsiteX12642" fmla="*/ 35217384 w 58051775"/>
                <a:gd name="connsiteY12642" fmla="*/ 12405729 h 57949372"/>
                <a:gd name="connsiteX12643" fmla="*/ 35076328 w 58051775"/>
                <a:gd name="connsiteY12643" fmla="*/ 12387894 h 57949372"/>
                <a:gd name="connsiteX12644" fmla="*/ 35052000 w 58051775"/>
                <a:gd name="connsiteY12644" fmla="*/ 12349997 h 57949372"/>
                <a:gd name="connsiteX12645" fmla="*/ 35007552 w 58051775"/>
                <a:gd name="connsiteY12645" fmla="*/ 12280922 h 57949372"/>
                <a:gd name="connsiteX12646" fmla="*/ 34963100 w 58051775"/>
                <a:gd name="connsiteY12646" fmla="*/ 12160044 h 57949372"/>
                <a:gd name="connsiteX12647" fmla="*/ 35069532 w 58051775"/>
                <a:gd name="connsiteY12647" fmla="*/ 11953901 h 57949372"/>
                <a:gd name="connsiteX12648" fmla="*/ 35001872 w 58051775"/>
                <a:gd name="connsiteY12648" fmla="*/ 11878335 h 57949372"/>
                <a:gd name="connsiteX12649" fmla="*/ 34881258 w 58051775"/>
                <a:gd name="connsiteY12649" fmla="*/ 11839919 h 57949372"/>
                <a:gd name="connsiteX12650" fmla="*/ 34683700 w 58051775"/>
                <a:gd name="connsiteY12650" fmla="*/ 11773027 h 57949372"/>
                <a:gd name="connsiteX12651" fmla="*/ 34530280 w 58051775"/>
                <a:gd name="connsiteY12651" fmla="*/ 11712626 h 57949372"/>
                <a:gd name="connsiteX12652" fmla="*/ 34420620 w 58051775"/>
                <a:gd name="connsiteY12652" fmla="*/ 11690413 h 57949372"/>
                <a:gd name="connsiteX12653" fmla="*/ 34308124 w 58051775"/>
                <a:gd name="connsiteY12653" fmla="*/ 11656097 h 57949372"/>
                <a:gd name="connsiteX12654" fmla="*/ 34155044 w 58051775"/>
                <a:gd name="connsiteY12654" fmla="*/ 11608381 h 57949372"/>
                <a:gd name="connsiteX12655" fmla="*/ 34018616 w 58051775"/>
                <a:gd name="connsiteY12655" fmla="*/ 11564151 h 57949372"/>
                <a:gd name="connsiteX12656" fmla="*/ 33874876 w 58051775"/>
                <a:gd name="connsiteY12656" fmla="*/ 11513430 h 57949372"/>
                <a:gd name="connsiteX12657" fmla="*/ 33714092 w 58051775"/>
                <a:gd name="connsiteY12657" fmla="*/ 11469472 h 57949372"/>
                <a:gd name="connsiteX12658" fmla="*/ 33534400 w 58051775"/>
                <a:gd name="connsiteY12658" fmla="*/ 11430588 h 57949372"/>
                <a:gd name="connsiteX12659" fmla="*/ 33366262 w 58051775"/>
                <a:gd name="connsiteY12659" fmla="*/ 11389844 h 57949372"/>
                <a:gd name="connsiteX12660" fmla="*/ 33158278 w 58051775"/>
                <a:gd name="connsiteY12660" fmla="*/ 11341527 h 57949372"/>
                <a:gd name="connsiteX12661" fmla="*/ 32971830 w 58051775"/>
                <a:gd name="connsiteY12661" fmla="*/ 11299214 h 57949372"/>
                <a:gd name="connsiteX12662" fmla="*/ 32909748 w 58051775"/>
                <a:gd name="connsiteY12662" fmla="*/ 11260058 h 57949372"/>
                <a:gd name="connsiteX12663" fmla="*/ 32376120 w 58051775"/>
                <a:gd name="connsiteY12663" fmla="*/ 11248512 h 57949372"/>
                <a:gd name="connsiteX12664" fmla="*/ 32190194 w 58051775"/>
                <a:gd name="connsiteY12664" fmla="*/ 11150125 h 57949372"/>
                <a:gd name="connsiteX12665" fmla="*/ 32131000 w 58051775"/>
                <a:gd name="connsiteY12665" fmla="*/ 11079144 h 57949372"/>
                <a:gd name="connsiteX12666" fmla="*/ 31877000 w 58051775"/>
                <a:gd name="connsiteY12666" fmla="*/ 11062188 h 57949372"/>
                <a:gd name="connsiteX12667" fmla="*/ 31572200 w 58051775"/>
                <a:gd name="connsiteY12667" fmla="*/ 11016818 h 57949372"/>
                <a:gd name="connsiteX12668" fmla="*/ 31502352 w 58051775"/>
                <a:gd name="connsiteY12668" fmla="*/ 10979334 h 57949372"/>
                <a:gd name="connsiteX12669" fmla="*/ 30940076 w 58051775"/>
                <a:gd name="connsiteY12669" fmla="*/ 10976900 h 57949372"/>
                <a:gd name="connsiteX12670" fmla="*/ 30803852 w 58051775"/>
                <a:gd name="connsiteY12670" fmla="*/ 10890874 h 57949372"/>
                <a:gd name="connsiteX12671" fmla="*/ 30359352 w 58051775"/>
                <a:gd name="connsiteY12671" fmla="*/ 10882240 h 57949372"/>
                <a:gd name="connsiteX12672" fmla="*/ 29855500 w 58051775"/>
                <a:gd name="connsiteY12672" fmla="*/ 10878752 h 57949372"/>
                <a:gd name="connsiteX12673" fmla="*/ 29757536 w 58051775"/>
                <a:gd name="connsiteY12673" fmla="*/ 10851414 h 57949372"/>
                <a:gd name="connsiteX12674" fmla="*/ 29718924 w 58051775"/>
                <a:gd name="connsiteY12674" fmla="*/ 10818920 h 57949372"/>
                <a:gd name="connsiteX12675" fmla="*/ 29034924 w 58051775"/>
                <a:gd name="connsiteY12675" fmla="*/ 10810138 h 57949372"/>
                <a:gd name="connsiteX12676" fmla="*/ 28438500 w 58051775"/>
                <a:gd name="connsiteY12676" fmla="*/ 10804862 h 57949372"/>
                <a:gd name="connsiteX12677" fmla="*/ 28882248 w 58051775"/>
                <a:gd name="connsiteY12677" fmla="*/ 10098924 h 57949372"/>
                <a:gd name="connsiteX12678" fmla="*/ 30253546 w 58051775"/>
                <a:gd name="connsiteY12678" fmla="*/ 10121400 h 57949372"/>
                <a:gd name="connsiteX12679" fmla="*/ 30384754 w 58051775"/>
                <a:gd name="connsiteY12679" fmla="*/ 10136352 h 57949372"/>
                <a:gd name="connsiteX12680" fmla="*/ 30530804 w 58051775"/>
                <a:gd name="connsiteY12680" fmla="*/ 10154014 h 57949372"/>
                <a:gd name="connsiteX12681" fmla="*/ 30991786 w 58051775"/>
                <a:gd name="connsiteY12681" fmla="*/ 10194480 h 57949372"/>
                <a:gd name="connsiteX12682" fmla="*/ 31347386 w 58051775"/>
                <a:gd name="connsiteY12682" fmla="*/ 10234952 h 57949372"/>
                <a:gd name="connsiteX12683" fmla="*/ 31629354 w 58051775"/>
                <a:gd name="connsiteY12683" fmla="*/ 10276532 h 57949372"/>
                <a:gd name="connsiteX12684" fmla="*/ 31934154 w 58051775"/>
                <a:gd name="connsiteY12684" fmla="*/ 10321254 h 57949372"/>
                <a:gd name="connsiteX12685" fmla="*/ 32206210 w 58051775"/>
                <a:gd name="connsiteY12685" fmla="*/ 10370990 h 57949372"/>
                <a:gd name="connsiteX12686" fmla="*/ 32477546 w 58051775"/>
                <a:gd name="connsiteY12686" fmla="*/ 10420964 h 57949372"/>
                <a:gd name="connsiteX12687" fmla="*/ 32694442 w 58051775"/>
                <a:gd name="connsiteY12687" fmla="*/ 10459994 h 57949372"/>
                <a:gd name="connsiteX12688" fmla="*/ 32918404 w 58051775"/>
                <a:gd name="connsiteY12688" fmla="*/ 10498378 h 57949372"/>
                <a:gd name="connsiteX12689" fmla="*/ 33121604 w 58051775"/>
                <a:gd name="connsiteY12689" fmla="*/ 10542986 h 57949372"/>
                <a:gd name="connsiteX12690" fmla="*/ 33327042 w 58051775"/>
                <a:gd name="connsiteY12690" fmla="*/ 10598416 h 57949372"/>
                <a:gd name="connsiteX12691" fmla="*/ 33454042 w 58051775"/>
                <a:gd name="connsiteY12691" fmla="*/ 10638972 h 57949372"/>
                <a:gd name="connsiteX12692" fmla="*/ 33711334 w 58051775"/>
                <a:gd name="connsiteY12692" fmla="*/ 10688564 h 57949372"/>
                <a:gd name="connsiteX12693" fmla="*/ 33855942 w 58051775"/>
                <a:gd name="connsiteY12693" fmla="*/ 10722248 h 57949372"/>
                <a:gd name="connsiteX12694" fmla="*/ 34042354 w 58051775"/>
                <a:gd name="connsiteY12694" fmla="*/ 10771906 h 57949372"/>
                <a:gd name="connsiteX12695" fmla="*/ 34193294 w 58051775"/>
                <a:gd name="connsiteY12695" fmla="*/ 10824146 h 57949372"/>
                <a:gd name="connsiteX12696" fmla="*/ 34282194 w 58051775"/>
                <a:gd name="connsiteY12696" fmla="*/ 10853678 h 57949372"/>
                <a:gd name="connsiteX12697" fmla="*/ 34462164 w 58051775"/>
                <a:gd name="connsiteY12697" fmla="*/ 10920504 h 57949372"/>
                <a:gd name="connsiteX12698" fmla="*/ 34608664 w 58051775"/>
                <a:gd name="connsiteY12698" fmla="*/ 10967256 h 57949372"/>
                <a:gd name="connsiteX12699" fmla="*/ 34753342 w 58051775"/>
                <a:gd name="connsiteY12699" fmla="*/ 11008116 h 57949372"/>
                <a:gd name="connsiteX12700" fmla="*/ 34864182 w 58051775"/>
                <a:gd name="connsiteY12700" fmla="*/ 11031452 h 57949372"/>
                <a:gd name="connsiteX12701" fmla="*/ 35020254 w 58051775"/>
                <a:gd name="connsiteY12701" fmla="*/ 11084604 h 57949372"/>
                <a:gd name="connsiteX12702" fmla="*/ 35155892 w 58051775"/>
                <a:gd name="connsiteY12702" fmla="*/ 11134454 h 57949372"/>
                <a:gd name="connsiteX12703" fmla="*/ 35294050 w 58051775"/>
                <a:gd name="connsiteY12703" fmla="*/ 11185814 h 57949372"/>
                <a:gd name="connsiteX12704" fmla="*/ 35428992 w 58051775"/>
                <a:gd name="connsiteY12704" fmla="*/ 11230563 h 57949372"/>
                <a:gd name="connsiteX12705" fmla="*/ 35532130 w 58051775"/>
                <a:gd name="connsiteY12705" fmla="*/ 11268327 h 57949372"/>
                <a:gd name="connsiteX12706" fmla="*/ 35633640 w 58051775"/>
                <a:gd name="connsiteY12706" fmla="*/ 11307464 h 57949372"/>
                <a:gd name="connsiteX12707" fmla="*/ 35759554 w 58051775"/>
                <a:gd name="connsiteY12707" fmla="*/ 11359691 h 57949372"/>
                <a:gd name="connsiteX12708" fmla="*/ 35873064 w 58051775"/>
                <a:gd name="connsiteY12708" fmla="*/ 11404370 h 57949372"/>
                <a:gd name="connsiteX12709" fmla="*/ 35972670 w 58051775"/>
                <a:gd name="connsiteY12709" fmla="*/ 11447126 h 57949372"/>
                <a:gd name="connsiteX12710" fmla="*/ 36074726 w 58051775"/>
                <a:gd name="connsiteY12710" fmla="*/ 11485219 h 57949372"/>
                <a:gd name="connsiteX12711" fmla="*/ 36160352 w 58051775"/>
                <a:gd name="connsiteY12711" fmla="*/ 11522553 h 57949372"/>
                <a:gd name="connsiteX12712" fmla="*/ 36305182 w 58051775"/>
                <a:gd name="connsiteY12712" fmla="*/ 11590350 h 57949372"/>
                <a:gd name="connsiteX12713" fmla="*/ 36411026 w 58051775"/>
                <a:gd name="connsiteY12713" fmla="*/ 11630347 h 57949372"/>
                <a:gd name="connsiteX12714" fmla="*/ 36513950 w 58051775"/>
                <a:gd name="connsiteY12714" fmla="*/ 11668124 h 57949372"/>
                <a:gd name="connsiteX12715" fmla="*/ 36598606 w 58051775"/>
                <a:gd name="connsiteY12715" fmla="*/ 11705477 h 57949372"/>
                <a:gd name="connsiteX12716" fmla="*/ 36734934 w 58051775"/>
                <a:gd name="connsiteY12716" fmla="*/ 11766618 h 57949372"/>
                <a:gd name="connsiteX12717" fmla="*/ 36842322 w 58051775"/>
                <a:gd name="connsiteY12717" fmla="*/ 11806995 h 57949372"/>
                <a:gd name="connsiteX12718" fmla="*/ 36946926 w 58051775"/>
                <a:gd name="connsiteY12718" fmla="*/ 11854034 h 57949372"/>
                <a:gd name="connsiteX12719" fmla="*/ 37030038 w 58051775"/>
                <a:gd name="connsiteY12719" fmla="*/ 11890900 h 57949372"/>
                <a:gd name="connsiteX12720" fmla="*/ 37117546 w 58051775"/>
                <a:gd name="connsiteY12720" fmla="*/ 11933548 h 57949372"/>
                <a:gd name="connsiteX12721" fmla="*/ 37206446 w 58051775"/>
                <a:gd name="connsiteY12721" fmla="*/ 11984086 h 57949372"/>
                <a:gd name="connsiteX12722" fmla="*/ 37281626 w 58051775"/>
                <a:gd name="connsiteY12722" fmla="*/ 12022084 h 57949372"/>
                <a:gd name="connsiteX12723" fmla="*/ 37365850 w 58051775"/>
                <a:gd name="connsiteY12723" fmla="*/ 12073324 h 57949372"/>
                <a:gd name="connsiteX12724" fmla="*/ 37451386 w 58051775"/>
                <a:gd name="connsiteY12724" fmla="*/ 12113644 h 57949372"/>
                <a:gd name="connsiteX12725" fmla="*/ 37538612 w 58051775"/>
                <a:gd name="connsiteY12725" fmla="*/ 12151927 h 57949372"/>
                <a:gd name="connsiteX12726" fmla="*/ 37624714 w 58051775"/>
                <a:gd name="connsiteY12726" fmla="*/ 12200769 h 57949372"/>
                <a:gd name="connsiteX12727" fmla="*/ 37694466 w 58051775"/>
                <a:gd name="connsiteY12727" fmla="*/ 12240836 h 57949372"/>
                <a:gd name="connsiteX12728" fmla="*/ 37767624 w 58051775"/>
                <a:gd name="connsiteY12728" fmla="*/ 12280922 h 57949372"/>
                <a:gd name="connsiteX12729" fmla="*/ 37862974 w 58051775"/>
                <a:gd name="connsiteY12729" fmla="*/ 12329511 h 57949372"/>
                <a:gd name="connsiteX12730" fmla="*/ 37951284 w 58051775"/>
                <a:gd name="connsiteY12730" fmla="*/ 12367623 h 57949372"/>
                <a:gd name="connsiteX12731" fmla="*/ 38040184 w 58051775"/>
                <a:gd name="connsiteY12731" fmla="*/ 12413112 h 57949372"/>
                <a:gd name="connsiteX12732" fmla="*/ 38129378 w 58051775"/>
                <a:gd name="connsiteY12732" fmla="*/ 12457570 h 57949372"/>
                <a:gd name="connsiteX12733" fmla="*/ 38211930 w 58051775"/>
                <a:gd name="connsiteY12733" fmla="*/ 12502135 h 57949372"/>
                <a:gd name="connsiteX12734" fmla="*/ 38287130 w 58051775"/>
                <a:gd name="connsiteY12734" fmla="*/ 12540228 h 57949372"/>
                <a:gd name="connsiteX12735" fmla="*/ 38356692 w 58051775"/>
                <a:gd name="connsiteY12735" fmla="*/ 12579359 h 57949372"/>
                <a:gd name="connsiteX12736" fmla="*/ 38440092 w 58051775"/>
                <a:gd name="connsiteY12736" fmla="*/ 12636508 h 57949372"/>
                <a:gd name="connsiteX12737" fmla="*/ 38516580 w 58051775"/>
                <a:gd name="connsiteY12737" fmla="*/ 12685894 h 57949372"/>
                <a:gd name="connsiteX12738" fmla="*/ 38582604 w 58051775"/>
                <a:gd name="connsiteY12738" fmla="*/ 12726885 h 57949372"/>
                <a:gd name="connsiteX12739" fmla="*/ 38646104 w 58051775"/>
                <a:gd name="connsiteY12739" fmla="*/ 12766395 h 57949372"/>
                <a:gd name="connsiteX12740" fmla="*/ 38725662 w 58051775"/>
                <a:gd name="connsiteY12740" fmla="*/ 12820659 h 57949372"/>
                <a:gd name="connsiteX12741" fmla="*/ 38808212 w 58051775"/>
                <a:gd name="connsiteY12741" fmla="*/ 12869457 h 57949372"/>
                <a:gd name="connsiteX12742" fmla="*/ 38874704 w 58051775"/>
                <a:gd name="connsiteY12742" fmla="*/ 12903615 h 57949372"/>
                <a:gd name="connsiteX12743" fmla="*/ 38938204 w 58051775"/>
                <a:gd name="connsiteY12743" fmla="*/ 12950072 h 57949372"/>
                <a:gd name="connsiteX12744" fmla="*/ 39015334 w 58051775"/>
                <a:gd name="connsiteY12744" fmla="*/ 13009853 h 57949372"/>
                <a:gd name="connsiteX12745" fmla="*/ 39090050 w 58051775"/>
                <a:gd name="connsiteY12745" fmla="*/ 13052824 h 57949372"/>
                <a:gd name="connsiteX12746" fmla="*/ 39150672 w 58051775"/>
                <a:gd name="connsiteY12746" fmla="*/ 13079529 h 57949372"/>
                <a:gd name="connsiteX12747" fmla="*/ 39215660 w 58051775"/>
                <a:gd name="connsiteY12747" fmla="*/ 13125366 h 57949372"/>
                <a:gd name="connsiteX12748" fmla="*/ 39285502 w 58051775"/>
                <a:gd name="connsiteY12748" fmla="*/ 13176163 h 57949372"/>
                <a:gd name="connsiteX12749" fmla="*/ 39360910 w 58051775"/>
                <a:gd name="connsiteY12749" fmla="*/ 13219368 h 57949372"/>
                <a:gd name="connsiteX12750" fmla="*/ 39442422 w 58051775"/>
                <a:gd name="connsiteY12750" fmla="*/ 13270165 h 57949372"/>
                <a:gd name="connsiteX12751" fmla="*/ 39519412 w 58051775"/>
                <a:gd name="connsiteY12751" fmla="*/ 13314357 h 57949372"/>
                <a:gd name="connsiteX12752" fmla="*/ 39595696 w 58051775"/>
                <a:gd name="connsiteY12752" fmla="*/ 13352450 h 57949372"/>
                <a:gd name="connsiteX12753" fmla="*/ 39646496 w 58051775"/>
                <a:gd name="connsiteY12753" fmla="*/ 13391853 h 57949372"/>
                <a:gd name="connsiteX12754" fmla="*/ 39703354 w 58051775"/>
                <a:gd name="connsiteY12754" fmla="*/ 13442650 h 57949372"/>
                <a:gd name="connsiteX12755" fmla="*/ 39773204 w 58051775"/>
                <a:gd name="connsiteY12755" fmla="*/ 13492808 h 57949372"/>
                <a:gd name="connsiteX12756" fmla="*/ 39827204 w 58051775"/>
                <a:gd name="connsiteY12756" fmla="*/ 13527042 h 57949372"/>
                <a:gd name="connsiteX12757" fmla="*/ 39884354 w 58051775"/>
                <a:gd name="connsiteY12757" fmla="*/ 13565565 h 57949372"/>
                <a:gd name="connsiteX12758" fmla="*/ 40057776 w 58051775"/>
                <a:gd name="connsiteY12758" fmla="*/ 13709662 h 57949372"/>
                <a:gd name="connsiteX12759" fmla="*/ 40129854 w 58051775"/>
                <a:gd name="connsiteY12759" fmla="*/ 13759510 h 57949372"/>
                <a:gd name="connsiteX12760" fmla="*/ 40182804 w 58051775"/>
                <a:gd name="connsiteY12760" fmla="*/ 13793744 h 57949372"/>
                <a:gd name="connsiteX12761" fmla="*/ 40239954 w 58051775"/>
                <a:gd name="connsiteY12761" fmla="*/ 13832419 h 57949372"/>
                <a:gd name="connsiteX12762" fmla="*/ 40407950 w 58051775"/>
                <a:gd name="connsiteY12762" fmla="*/ 13970006 h 57949372"/>
                <a:gd name="connsiteX12763" fmla="*/ 40486268 w 58051775"/>
                <a:gd name="connsiteY12763" fmla="*/ 14026263 h 57949372"/>
                <a:gd name="connsiteX12764" fmla="*/ 40542434 w 58051775"/>
                <a:gd name="connsiteY12764" fmla="*/ 14064356 h 57949372"/>
                <a:gd name="connsiteX12765" fmla="*/ 40604304 w 58051775"/>
                <a:gd name="connsiteY12765" fmla="*/ 14109535 h 57949372"/>
                <a:gd name="connsiteX12766" fmla="*/ 40678718 w 58051775"/>
                <a:gd name="connsiteY12766" fmla="*/ 14085721 h 57949372"/>
                <a:gd name="connsiteX12767" fmla="*/ 40798754 w 58051775"/>
                <a:gd name="connsiteY12767" fmla="*/ 14014103 h 57949372"/>
                <a:gd name="connsiteX12768" fmla="*/ 40849594 w 58051775"/>
                <a:gd name="connsiteY12768" fmla="*/ 13980755 h 57949372"/>
                <a:gd name="connsiteX12769" fmla="*/ 40916758 w 58051775"/>
                <a:gd name="connsiteY12769" fmla="*/ 13941738 h 57949372"/>
                <a:gd name="connsiteX12770" fmla="*/ 40979598 w 58051775"/>
                <a:gd name="connsiteY12770" fmla="*/ 13896496 h 57949372"/>
                <a:gd name="connsiteX12771" fmla="*/ 41039434 w 58051775"/>
                <a:gd name="connsiteY12771" fmla="*/ 13850893 h 57949372"/>
                <a:gd name="connsiteX12772" fmla="*/ 41108058 w 58051775"/>
                <a:gd name="connsiteY12772" fmla="*/ 13806435 h 57949372"/>
                <a:gd name="connsiteX12773" fmla="*/ 41190610 w 58051775"/>
                <a:gd name="connsiteY12773" fmla="*/ 13755752 h 57949372"/>
                <a:gd name="connsiteX12774" fmla="*/ 41258580 w 58051775"/>
                <a:gd name="connsiteY12774" fmla="*/ 13717659 h 57949372"/>
                <a:gd name="connsiteX12775" fmla="*/ 41315262 w 58051775"/>
                <a:gd name="connsiteY12775" fmla="*/ 13677921 h 57949372"/>
                <a:gd name="connsiteX12776" fmla="*/ 41397762 w 58051775"/>
                <a:gd name="connsiteY12776" fmla="*/ 13629585 h 57949372"/>
                <a:gd name="connsiteX12777" fmla="*/ 41480782 w 58051775"/>
                <a:gd name="connsiteY12777" fmla="*/ 13587000 h 57949372"/>
                <a:gd name="connsiteX12778" fmla="*/ 41539734 w 58051775"/>
                <a:gd name="connsiteY12778" fmla="*/ 13552779 h 57949372"/>
                <a:gd name="connsiteX12779" fmla="*/ 41638282 w 58051775"/>
                <a:gd name="connsiteY12779" fmla="*/ 13492093 h 57949372"/>
                <a:gd name="connsiteX12780" fmla="*/ 41715008 w 58051775"/>
                <a:gd name="connsiteY12780" fmla="*/ 13439069 h 57949372"/>
                <a:gd name="connsiteX12781" fmla="*/ 41777702 w 58051775"/>
                <a:gd name="connsiteY12781" fmla="*/ 13406841 h 57949372"/>
                <a:gd name="connsiteX12782" fmla="*/ 41850408 w 58051775"/>
                <a:gd name="connsiteY12782" fmla="*/ 13368925 h 57949372"/>
                <a:gd name="connsiteX12783" fmla="*/ 41938604 w 58051775"/>
                <a:gd name="connsiteY12783" fmla="*/ 13324176 h 57949372"/>
                <a:gd name="connsiteX12784" fmla="*/ 42003546 w 58051775"/>
                <a:gd name="connsiteY12784" fmla="*/ 13282211 h 57949372"/>
                <a:gd name="connsiteX12785" fmla="*/ 42043152 w 58051775"/>
                <a:gd name="connsiteY12785" fmla="*/ 13231395 h 57949372"/>
                <a:gd name="connsiteX12786" fmla="*/ 42100504 w 58051775"/>
                <a:gd name="connsiteY12786" fmla="*/ 13196965 h 57949372"/>
                <a:gd name="connsiteX12787" fmla="*/ 42232288 w 58051775"/>
                <a:gd name="connsiteY12787" fmla="*/ 13187393 h 57949372"/>
                <a:gd name="connsiteX12788" fmla="*/ 42234134 w 58051775"/>
                <a:gd name="connsiteY12788" fmla="*/ 13266907 h 57949372"/>
                <a:gd name="connsiteX12789" fmla="*/ 42192300 w 58051775"/>
                <a:gd name="connsiteY12789" fmla="*/ 13341353 h 57949372"/>
                <a:gd name="connsiteX12790" fmla="*/ 41131472 w 58051775"/>
                <a:gd name="connsiteY12790" fmla="*/ 14399937 h 57949372"/>
                <a:gd name="connsiteX12791" fmla="*/ 41081918 w 58051775"/>
                <a:gd name="connsiteY12791" fmla="*/ 14450734 h 57949372"/>
                <a:gd name="connsiteX12792" fmla="*/ 41037468 w 58051775"/>
                <a:gd name="connsiteY12792" fmla="*/ 14494964 h 57949372"/>
                <a:gd name="connsiteX12793" fmla="*/ 40993018 w 58051775"/>
                <a:gd name="connsiteY12793" fmla="*/ 14539428 h 57949372"/>
                <a:gd name="connsiteX12794" fmla="*/ 40903794 w 58051775"/>
                <a:gd name="connsiteY12794" fmla="*/ 14627407 h 57949372"/>
                <a:gd name="connsiteX12795" fmla="*/ 40817804 w 58051775"/>
                <a:gd name="connsiteY12795" fmla="*/ 14713874 h 57949372"/>
                <a:gd name="connsiteX12796" fmla="*/ 40725598 w 58051775"/>
                <a:gd name="connsiteY12796" fmla="*/ 14805782 h 57949372"/>
                <a:gd name="connsiteX12797" fmla="*/ 40522398 w 58051775"/>
                <a:gd name="connsiteY12797" fmla="*/ 15014266 h 57949372"/>
                <a:gd name="connsiteX12798" fmla="*/ 40324530 w 58051775"/>
                <a:gd name="connsiteY12798" fmla="*/ 15217467 h 57949372"/>
                <a:gd name="connsiteX12799" fmla="*/ 40280078 w 58051775"/>
                <a:gd name="connsiteY12799" fmla="*/ 15261564 h 57949372"/>
                <a:gd name="connsiteX12800" fmla="*/ 40235630 w 58051775"/>
                <a:gd name="connsiteY12800" fmla="*/ 15306009 h 57949372"/>
                <a:gd name="connsiteX12801" fmla="*/ 40191178 w 58051775"/>
                <a:gd name="connsiteY12801" fmla="*/ 15350454 h 57949372"/>
                <a:gd name="connsiteX12802" fmla="*/ 40146730 w 58051775"/>
                <a:gd name="connsiteY12802" fmla="*/ 15394912 h 57949372"/>
                <a:gd name="connsiteX12803" fmla="*/ 40102278 w 58051775"/>
                <a:gd name="connsiteY12803" fmla="*/ 15439357 h 57949372"/>
                <a:gd name="connsiteX12804" fmla="*/ 40057830 w 58051775"/>
                <a:gd name="connsiteY12804" fmla="*/ 15483821 h 57949372"/>
                <a:gd name="connsiteX12805" fmla="*/ 40013378 w 58051775"/>
                <a:gd name="connsiteY12805" fmla="*/ 15528260 h 57949372"/>
                <a:gd name="connsiteX12806" fmla="*/ 39968930 w 58051775"/>
                <a:gd name="connsiteY12806" fmla="*/ 15572705 h 57949372"/>
                <a:gd name="connsiteX12807" fmla="*/ 39924478 w 58051775"/>
                <a:gd name="connsiteY12807" fmla="*/ 15617156 h 57949372"/>
                <a:gd name="connsiteX12808" fmla="*/ 39880030 w 58051775"/>
                <a:gd name="connsiteY12808" fmla="*/ 15661614 h 57949372"/>
                <a:gd name="connsiteX12809" fmla="*/ 39835578 w 58051775"/>
                <a:gd name="connsiteY12809" fmla="*/ 15706059 h 57949372"/>
                <a:gd name="connsiteX12810" fmla="*/ 39791130 w 58051775"/>
                <a:gd name="connsiteY12810" fmla="*/ 15750504 h 57949372"/>
                <a:gd name="connsiteX12811" fmla="*/ 39749696 w 58051775"/>
                <a:gd name="connsiteY12811" fmla="*/ 15792463 h 57949372"/>
                <a:gd name="connsiteX12812" fmla="*/ 39694142 w 58051775"/>
                <a:gd name="connsiteY12812" fmla="*/ 15849612 h 57949372"/>
                <a:gd name="connsiteX12813" fmla="*/ 39653418 w 58051775"/>
                <a:gd name="connsiteY12813" fmla="*/ 15917915 h 57949372"/>
                <a:gd name="connsiteX12814" fmla="*/ 39609042 w 58051775"/>
                <a:gd name="connsiteY12814" fmla="*/ 15966599 h 57949372"/>
                <a:gd name="connsiteX12815" fmla="*/ 39566098 w 58051775"/>
                <a:gd name="connsiteY12815" fmla="*/ 16004401 h 57949372"/>
                <a:gd name="connsiteX12816" fmla="*/ 39514746 w 58051775"/>
                <a:gd name="connsiteY12816" fmla="*/ 16044601 h 57949372"/>
                <a:gd name="connsiteX12817" fmla="*/ 39470296 w 58051775"/>
                <a:gd name="connsiteY12817" fmla="*/ 16089065 h 57949372"/>
                <a:gd name="connsiteX12818" fmla="*/ 39425846 w 58051775"/>
                <a:gd name="connsiteY12818" fmla="*/ 16133510 h 57949372"/>
                <a:gd name="connsiteX12819" fmla="*/ 39381396 w 58051775"/>
                <a:gd name="connsiteY12819" fmla="*/ 16177949 h 57949372"/>
                <a:gd name="connsiteX12820" fmla="*/ 39336946 w 58051775"/>
                <a:gd name="connsiteY12820" fmla="*/ 16222400 h 57949372"/>
                <a:gd name="connsiteX12821" fmla="*/ 39292496 w 58051775"/>
                <a:gd name="connsiteY12821" fmla="*/ 16266858 h 57949372"/>
                <a:gd name="connsiteX12822" fmla="*/ 39248046 w 58051775"/>
                <a:gd name="connsiteY12822" fmla="*/ 16311303 h 57949372"/>
                <a:gd name="connsiteX12823" fmla="*/ 39203596 w 58051775"/>
                <a:gd name="connsiteY12823" fmla="*/ 16355767 h 57949372"/>
                <a:gd name="connsiteX12824" fmla="*/ 39159146 w 58051775"/>
                <a:gd name="connsiteY12824" fmla="*/ 16400206 h 57949372"/>
                <a:gd name="connsiteX12825" fmla="*/ 39114696 w 58051775"/>
                <a:gd name="connsiteY12825" fmla="*/ 16444651 h 57949372"/>
                <a:gd name="connsiteX12826" fmla="*/ 39070246 w 58051775"/>
                <a:gd name="connsiteY12826" fmla="*/ 16489115 h 57949372"/>
                <a:gd name="connsiteX12827" fmla="*/ 39025796 w 58051775"/>
                <a:gd name="connsiteY12827" fmla="*/ 16533560 h 57949372"/>
                <a:gd name="connsiteX12828" fmla="*/ 38981642 w 58051775"/>
                <a:gd name="connsiteY12828" fmla="*/ 16577999 h 57949372"/>
                <a:gd name="connsiteX12829" fmla="*/ 38930754 w 58051775"/>
                <a:gd name="connsiteY12829" fmla="*/ 16633408 h 57949372"/>
                <a:gd name="connsiteX12830" fmla="*/ 38897118 w 58051775"/>
                <a:gd name="connsiteY12830" fmla="*/ 16682402 h 57949372"/>
                <a:gd name="connsiteX12831" fmla="*/ 38850858 w 58051775"/>
                <a:gd name="connsiteY12831" fmla="*/ 16722564 h 57949372"/>
                <a:gd name="connsiteX12832" fmla="*/ 38806630 w 58051775"/>
                <a:gd name="connsiteY12832" fmla="*/ 16774677 h 57949372"/>
                <a:gd name="connsiteX12833" fmla="*/ 38767378 w 58051775"/>
                <a:gd name="connsiteY12833" fmla="*/ 16814320 h 57949372"/>
                <a:gd name="connsiteX12834" fmla="*/ 38722264 w 58051775"/>
                <a:gd name="connsiteY12834" fmla="*/ 16846561 h 57949372"/>
                <a:gd name="connsiteX12835" fmla="*/ 38672618 w 58051775"/>
                <a:gd name="connsiteY12835" fmla="*/ 16895694 h 57949372"/>
                <a:gd name="connsiteX12836" fmla="*/ 38634882 w 58051775"/>
                <a:gd name="connsiteY12836" fmla="*/ 16945245 h 57949372"/>
                <a:gd name="connsiteX12837" fmla="*/ 38590434 w 58051775"/>
                <a:gd name="connsiteY12837" fmla="*/ 16989418 h 57949372"/>
                <a:gd name="connsiteX12838" fmla="*/ 38539930 w 58051775"/>
                <a:gd name="connsiteY12838" fmla="*/ 17040968 h 57949372"/>
                <a:gd name="connsiteX12839" fmla="*/ 38500678 w 58051775"/>
                <a:gd name="connsiteY12839" fmla="*/ 17081003 h 57949372"/>
                <a:gd name="connsiteX12840" fmla="*/ 38455564 w 58051775"/>
                <a:gd name="connsiteY12840" fmla="*/ 17113263 h 57949372"/>
                <a:gd name="connsiteX12841" fmla="*/ 38405918 w 58051775"/>
                <a:gd name="connsiteY12841" fmla="*/ 17162390 h 57949372"/>
                <a:gd name="connsiteX12842" fmla="*/ 38368182 w 58051775"/>
                <a:gd name="connsiteY12842" fmla="*/ 17211947 h 57949372"/>
                <a:gd name="connsiteX12843" fmla="*/ 38323734 w 58051775"/>
                <a:gd name="connsiteY12843" fmla="*/ 17256120 h 57949372"/>
                <a:gd name="connsiteX12844" fmla="*/ 38273114 w 58051775"/>
                <a:gd name="connsiteY12844" fmla="*/ 17307714 h 57949372"/>
                <a:gd name="connsiteX12845" fmla="*/ 38235258 w 58051775"/>
                <a:gd name="connsiteY12845" fmla="*/ 17359239 h 57949372"/>
                <a:gd name="connsiteX12846" fmla="*/ 38196982 w 58051775"/>
                <a:gd name="connsiteY12846" fmla="*/ 17396535 h 57949372"/>
                <a:gd name="connsiteX12847" fmla="*/ 38145934 w 58051775"/>
                <a:gd name="connsiteY12847" fmla="*/ 17433913 h 57949372"/>
                <a:gd name="connsiteX12848" fmla="*/ 38095314 w 58051775"/>
                <a:gd name="connsiteY12848" fmla="*/ 17485520 h 57949372"/>
                <a:gd name="connsiteX12849" fmla="*/ 38057658 w 58051775"/>
                <a:gd name="connsiteY12849" fmla="*/ 17536608 h 57949372"/>
                <a:gd name="connsiteX12850" fmla="*/ 38013210 w 58051775"/>
                <a:gd name="connsiteY12850" fmla="*/ 17581053 h 57949372"/>
                <a:gd name="connsiteX12851" fmla="*/ 37968798 w 58051775"/>
                <a:gd name="connsiteY12851" fmla="*/ 17625416 h 57949372"/>
                <a:gd name="connsiteX12852" fmla="*/ 37929038 w 58051775"/>
                <a:gd name="connsiteY12852" fmla="*/ 17655955 h 57949372"/>
                <a:gd name="connsiteX12853" fmla="*/ 37850766 w 58051775"/>
                <a:gd name="connsiteY12853" fmla="*/ 17731869 h 57949372"/>
                <a:gd name="connsiteX12854" fmla="*/ 37814254 w 58051775"/>
                <a:gd name="connsiteY12854" fmla="*/ 17780009 h 57949372"/>
                <a:gd name="connsiteX12855" fmla="*/ 37592004 w 58051775"/>
                <a:gd name="connsiteY12855" fmla="*/ 18002253 h 57949372"/>
                <a:gd name="connsiteX12856" fmla="*/ 37547700 w 58051775"/>
                <a:gd name="connsiteY12856" fmla="*/ 18046850 h 57949372"/>
                <a:gd name="connsiteX12857" fmla="*/ 37485786 w 58051775"/>
                <a:gd name="connsiteY12857" fmla="*/ 18098109 h 57949372"/>
                <a:gd name="connsiteX12858" fmla="*/ 37433294 w 58051775"/>
                <a:gd name="connsiteY12858" fmla="*/ 18147179 h 57949372"/>
                <a:gd name="connsiteX12859" fmla="*/ 37382494 w 58051775"/>
                <a:gd name="connsiteY12859" fmla="*/ 18201304 h 57949372"/>
                <a:gd name="connsiteX12860" fmla="*/ 37338866 w 58051775"/>
                <a:gd name="connsiteY12860" fmla="*/ 18282349 h 57949372"/>
                <a:gd name="connsiteX12861" fmla="*/ 37309048 w 58051775"/>
                <a:gd name="connsiteY12861" fmla="*/ 18337290 h 57949372"/>
                <a:gd name="connsiteX12862" fmla="*/ 36960786 w 58051775"/>
                <a:gd name="connsiteY12862" fmla="*/ 18673491 h 57949372"/>
                <a:gd name="connsiteX12863" fmla="*/ 36897286 w 58051775"/>
                <a:gd name="connsiteY12863" fmla="*/ 18718670 h 57949372"/>
                <a:gd name="connsiteX12864" fmla="*/ 36722054 w 58051775"/>
                <a:gd name="connsiteY12864" fmla="*/ 18872782 h 57949372"/>
                <a:gd name="connsiteX12865" fmla="*/ 35067932 w 58051775"/>
                <a:gd name="connsiteY12865" fmla="*/ 20552745 h 57949372"/>
                <a:gd name="connsiteX12866" fmla="*/ 34934582 w 58051775"/>
                <a:gd name="connsiteY12866" fmla="*/ 20685821 h 57949372"/>
                <a:gd name="connsiteX12867" fmla="*/ 34800986 w 58051775"/>
                <a:gd name="connsiteY12867" fmla="*/ 20819170 h 57949372"/>
                <a:gd name="connsiteX12868" fmla="*/ 34667638 w 58051775"/>
                <a:gd name="connsiteY12868" fmla="*/ 20953478 h 57949372"/>
                <a:gd name="connsiteX12869" fmla="*/ 34579606 w 58051775"/>
                <a:gd name="connsiteY12869" fmla="*/ 21041016 h 57949372"/>
                <a:gd name="connsiteX12870" fmla="*/ 34385254 w 58051775"/>
                <a:gd name="connsiteY12870" fmla="*/ 21250548 h 57949372"/>
                <a:gd name="connsiteX12871" fmla="*/ 34347946 w 58051775"/>
                <a:gd name="connsiteY12871" fmla="*/ 21296685 h 57949372"/>
                <a:gd name="connsiteX12872" fmla="*/ 34303588 w 58051775"/>
                <a:gd name="connsiteY12872" fmla="*/ 21351763 h 57949372"/>
                <a:gd name="connsiteX12873" fmla="*/ 34251998 w 58051775"/>
                <a:gd name="connsiteY12873" fmla="*/ 21390910 h 57949372"/>
                <a:gd name="connsiteX12874" fmla="*/ 34207454 w 58051775"/>
                <a:gd name="connsiteY12874" fmla="*/ 21424337 h 57949372"/>
                <a:gd name="connsiteX12875" fmla="*/ 34163004 w 58051775"/>
                <a:gd name="connsiteY12875" fmla="*/ 21469383 h 57949372"/>
                <a:gd name="connsiteX12876" fmla="*/ 34118554 w 58051775"/>
                <a:gd name="connsiteY12876" fmla="*/ 21513834 h 57949372"/>
                <a:gd name="connsiteX12877" fmla="*/ 34074104 w 58051775"/>
                <a:gd name="connsiteY12877" fmla="*/ 21558285 h 57949372"/>
                <a:gd name="connsiteX12878" fmla="*/ 34029654 w 58051775"/>
                <a:gd name="connsiteY12878" fmla="*/ 21603129 h 57949372"/>
                <a:gd name="connsiteX12879" fmla="*/ 33992346 w 58051775"/>
                <a:gd name="connsiteY12879" fmla="*/ 21652284 h 57949372"/>
                <a:gd name="connsiteX12880" fmla="*/ 33947988 w 58051775"/>
                <a:gd name="connsiteY12880" fmla="*/ 21707363 h 57949372"/>
                <a:gd name="connsiteX12881" fmla="*/ 33896398 w 58051775"/>
                <a:gd name="connsiteY12881" fmla="*/ 21746511 h 57949372"/>
                <a:gd name="connsiteX12882" fmla="*/ 33851854 w 58051775"/>
                <a:gd name="connsiteY12882" fmla="*/ 21780331 h 57949372"/>
                <a:gd name="connsiteX12883" fmla="*/ 33814546 w 58051775"/>
                <a:gd name="connsiteY12883" fmla="*/ 21830084 h 57949372"/>
                <a:gd name="connsiteX12884" fmla="*/ 33763746 w 58051775"/>
                <a:gd name="connsiteY12884" fmla="*/ 21879412 h 57949372"/>
                <a:gd name="connsiteX12885" fmla="*/ 33720904 w 58051775"/>
                <a:gd name="connsiteY12885" fmla="*/ 21921839 h 57949372"/>
                <a:gd name="connsiteX12886" fmla="*/ 33689206 w 58051775"/>
                <a:gd name="connsiteY12886" fmla="*/ 21968638 h 57949372"/>
                <a:gd name="connsiteX12887" fmla="*/ 33632474 w 58051775"/>
                <a:gd name="connsiteY12887" fmla="*/ 22015162 h 57949372"/>
                <a:gd name="connsiteX12888" fmla="*/ 33590044 w 58051775"/>
                <a:gd name="connsiteY12888" fmla="*/ 22062494 h 57949372"/>
                <a:gd name="connsiteX12889" fmla="*/ 33552722 w 58051775"/>
                <a:gd name="connsiteY12889" fmla="*/ 22111486 h 57949372"/>
                <a:gd name="connsiteX12890" fmla="*/ 33508102 w 58051775"/>
                <a:gd name="connsiteY12890" fmla="*/ 22151992 h 57949372"/>
                <a:gd name="connsiteX12891" fmla="*/ 33456846 w 58051775"/>
                <a:gd name="connsiteY12891" fmla="*/ 22191900 h 57949372"/>
                <a:gd name="connsiteX12892" fmla="*/ 33412396 w 58051775"/>
                <a:gd name="connsiteY12892" fmla="*/ 22236351 h 57949372"/>
                <a:gd name="connsiteX12893" fmla="*/ 33367622 w 58051775"/>
                <a:gd name="connsiteY12893" fmla="*/ 22280801 h 57949372"/>
                <a:gd name="connsiteX12894" fmla="*/ 33323344 w 58051775"/>
                <a:gd name="connsiteY12894" fmla="*/ 22329195 h 57949372"/>
                <a:gd name="connsiteX12895" fmla="*/ 33286022 w 58051775"/>
                <a:gd name="connsiteY12895" fmla="*/ 22378185 h 57949372"/>
                <a:gd name="connsiteX12896" fmla="*/ 33241402 w 58051775"/>
                <a:gd name="connsiteY12896" fmla="*/ 22418692 h 57949372"/>
                <a:gd name="connsiteX12897" fmla="*/ 33189822 w 58051775"/>
                <a:gd name="connsiteY12897" fmla="*/ 22458601 h 57949372"/>
                <a:gd name="connsiteX12898" fmla="*/ 33145544 w 58051775"/>
                <a:gd name="connsiteY12898" fmla="*/ 22506994 h 57949372"/>
                <a:gd name="connsiteX12899" fmla="*/ 33108222 w 58051775"/>
                <a:gd name="connsiteY12899" fmla="*/ 22555985 h 57949372"/>
                <a:gd name="connsiteX12900" fmla="*/ 33063602 w 58051775"/>
                <a:gd name="connsiteY12900" fmla="*/ 22596492 h 57949372"/>
                <a:gd name="connsiteX12901" fmla="*/ 33012022 w 58051775"/>
                <a:gd name="connsiteY12901" fmla="*/ 22636400 h 57949372"/>
                <a:gd name="connsiteX12902" fmla="*/ 32967218 w 58051775"/>
                <a:gd name="connsiteY12902" fmla="*/ 22686893 h 57949372"/>
                <a:gd name="connsiteX12903" fmla="*/ 32934192 w 58051775"/>
                <a:gd name="connsiteY12903" fmla="*/ 22737301 h 57949372"/>
                <a:gd name="connsiteX12904" fmla="*/ 32890702 w 58051775"/>
                <a:gd name="connsiteY12904" fmla="*/ 22785442 h 57949372"/>
                <a:gd name="connsiteX12905" fmla="*/ 32844710 w 58051775"/>
                <a:gd name="connsiteY12905" fmla="*/ 22825119 h 57949372"/>
                <a:gd name="connsiteX12906" fmla="*/ 32795398 w 58051775"/>
                <a:gd name="connsiteY12906" fmla="*/ 22861687 h 57949372"/>
                <a:gd name="connsiteX12907" fmla="*/ 32750948 w 58051775"/>
                <a:gd name="connsiteY12907" fmla="*/ 22907309 h 57949372"/>
                <a:gd name="connsiteX12908" fmla="*/ 32706498 w 58051775"/>
                <a:gd name="connsiteY12908" fmla="*/ 22951760 h 57949372"/>
                <a:gd name="connsiteX12909" fmla="*/ 32662048 w 58051775"/>
                <a:gd name="connsiteY12909" fmla="*/ 22996209 h 57949372"/>
                <a:gd name="connsiteX12910" fmla="*/ 32617598 w 58051775"/>
                <a:gd name="connsiteY12910" fmla="*/ 23040658 h 57949372"/>
                <a:gd name="connsiteX12911" fmla="*/ 32573148 w 58051775"/>
                <a:gd name="connsiteY12911" fmla="*/ 23085108 h 57949372"/>
                <a:gd name="connsiteX12912" fmla="*/ 32528698 w 58051775"/>
                <a:gd name="connsiteY12912" fmla="*/ 23129560 h 57949372"/>
                <a:gd name="connsiteX12913" fmla="*/ 32484248 w 58051775"/>
                <a:gd name="connsiteY12913" fmla="*/ 23174009 h 57949372"/>
                <a:gd name="connsiteX12914" fmla="*/ 32439798 w 58051775"/>
                <a:gd name="connsiteY12914" fmla="*/ 23218459 h 57949372"/>
                <a:gd name="connsiteX12915" fmla="*/ 32395348 w 58051775"/>
                <a:gd name="connsiteY12915" fmla="*/ 23262908 h 57949372"/>
                <a:gd name="connsiteX12916" fmla="*/ 32350898 w 58051775"/>
                <a:gd name="connsiteY12916" fmla="*/ 23307359 h 57949372"/>
                <a:gd name="connsiteX12917" fmla="*/ 32306448 w 58051775"/>
                <a:gd name="connsiteY12917" fmla="*/ 23351810 h 57949372"/>
                <a:gd name="connsiteX12918" fmla="*/ 32261998 w 58051775"/>
                <a:gd name="connsiteY12918" fmla="*/ 23396259 h 57949372"/>
                <a:gd name="connsiteX12919" fmla="*/ 32217548 w 58051775"/>
                <a:gd name="connsiteY12919" fmla="*/ 23440709 h 57949372"/>
                <a:gd name="connsiteX12920" fmla="*/ 32173098 w 58051775"/>
                <a:gd name="connsiteY12920" fmla="*/ 23485158 h 57949372"/>
                <a:gd name="connsiteX12921" fmla="*/ 32128648 w 58051775"/>
                <a:gd name="connsiteY12921" fmla="*/ 23529608 h 57949372"/>
                <a:gd name="connsiteX12922" fmla="*/ 32084198 w 58051775"/>
                <a:gd name="connsiteY12922" fmla="*/ 23574059 h 57949372"/>
                <a:gd name="connsiteX12923" fmla="*/ 32039748 w 58051775"/>
                <a:gd name="connsiteY12923" fmla="*/ 23618509 h 57949372"/>
                <a:gd name="connsiteX12924" fmla="*/ 31995298 w 58051775"/>
                <a:gd name="connsiteY12924" fmla="*/ 23662959 h 57949372"/>
                <a:gd name="connsiteX12925" fmla="*/ 31950848 w 58051775"/>
                <a:gd name="connsiteY12925" fmla="*/ 23707409 h 57949372"/>
                <a:gd name="connsiteX12926" fmla="*/ 31906398 w 58051775"/>
                <a:gd name="connsiteY12926" fmla="*/ 23751858 h 57949372"/>
                <a:gd name="connsiteX12927" fmla="*/ 31861948 w 58051775"/>
                <a:gd name="connsiteY12927" fmla="*/ 23796309 h 57949372"/>
                <a:gd name="connsiteX12928" fmla="*/ 31817498 w 58051775"/>
                <a:gd name="connsiteY12928" fmla="*/ 23840759 h 57949372"/>
                <a:gd name="connsiteX12929" fmla="*/ 31773048 w 58051775"/>
                <a:gd name="connsiteY12929" fmla="*/ 23885208 h 57949372"/>
                <a:gd name="connsiteX12930" fmla="*/ 31728598 w 58051775"/>
                <a:gd name="connsiteY12930" fmla="*/ 23929658 h 57949372"/>
                <a:gd name="connsiteX12931" fmla="*/ 31684148 w 58051775"/>
                <a:gd name="connsiteY12931" fmla="*/ 23974108 h 57949372"/>
                <a:gd name="connsiteX12932" fmla="*/ 31639698 w 58051775"/>
                <a:gd name="connsiteY12932" fmla="*/ 24018559 h 57949372"/>
                <a:gd name="connsiteX12933" fmla="*/ 31595248 w 58051775"/>
                <a:gd name="connsiteY12933" fmla="*/ 24062868 h 57949372"/>
                <a:gd name="connsiteX12934" fmla="*/ 31553154 w 58051775"/>
                <a:gd name="connsiteY12934" fmla="*/ 24106207 h 57949372"/>
                <a:gd name="connsiteX12935" fmla="*/ 31504234 w 58051775"/>
                <a:gd name="connsiteY12935" fmla="*/ 24154791 h 57949372"/>
                <a:gd name="connsiteX12936" fmla="*/ 31462028 w 58051775"/>
                <a:gd name="connsiteY12936" fmla="*/ 24215331 h 57949372"/>
                <a:gd name="connsiteX12937" fmla="*/ 31409350 w 58051775"/>
                <a:gd name="connsiteY12937" fmla="*/ 24288116 h 57949372"/>
                <a:gd name="connsiteX12938" fmla="*/ 30664154 w 58051775"/>
                <a:gd name="connsiteY12938" fmla="*/ 25019368 h 57949372"/>
                <a:gd name="connsiteX12939" fmla="*/ 29883104 w 58051775"/>
                <a:gd name="connsiteY12939" fmla="*/ 25819158 h 57949372"/>
                <a:gd name="connsiteX12940" fmla="*/ 29108404 w 58051775"/>
                <a:gd name="connsiteY12940" fmla="*/ 26602523 h 57949372"/>
                <a:gd name="connsiteX12941" fmla="*/ 29066704 w 58051775"/>
                <a:gd name="connsiteY12941" fmla="*/ 26643011 h 57949372"/>
                <a:gd name="connsiteX12942" fmla="*/ 29015904 w 58051775"/>
                <a:gd name="connsiteY12942" fmla="*/ 26693184 h 57949372"/>
                <a:gd name="connsiteX12943" fmla="*/ 28889918 w 58051775"/>
                <a:gd name="connsiteY12943" fmla="*/ 26820810 h 57949372"/>
                <a:gd name="connsiteX12944" fmla="*/ 28845468 w 58051775"/>
                <a:gd name="connsiteY12944" fmla="*/ 26865261 h 57949372"/>
                <a:gd name="connsiteX12945" fmla="*/ 28800004 w 58051775"/>
                <a:gd name="connsiteY12945" fmla="*/ 26909710 h 57949372"/>
                <a:gd name="connsiteX12946" fmla="*/ 28749204 w 58051775"/>
                <a:gd name="connsiteY12946" fmla="*/ 26959884 h 57949372"/>
                <a:gd name="connsiteX12947" fmla="*/ 28623218 w 58051775"/>
                <a:gd name="connsiteY12947" fmla="*/ 27087512 h 57949372"/>
                <a:gd name="connsiteX12948" fmla="*/ 28578768 w 58051775"/>
                <a:gd name="connsiteY12948" fmla="*/ 27131960 h 57949372"/>
                <a:gd name="connsiteX12949" fmla="*/ 28533478 w 58051775"/>
                <a:gd name="connsiteY12949" fmla="*/ 27176410 h 57949372"/>
                <a:gd name="connsiteX12950" fmla="*/ 28336962 w 58051775"/>
                <a:gd name="connsiteY12950" fmla="*/ 27386108 h 57949372"/>
                <a:gd name="connsiteX12951" fmla="*/ 28290914 w 58051775"/>
                <a:gd name="connsiteY12951" fmla="*/ 27442812 h 57949372"/>
                <a:gd name="connsiteX12952" fmla="*/ 28253784 w 58051775"/>
                <a:gd name="connsiteY12952" fmla="*/ 27492744 h 57949372"/>
                <a:gd name="connsiteX12953" fmla="*/ 28201324 w 58051775"/>
                <a:gd name="connsiteY12953" fmla="*/ 27531348 h 57949372"/>
                <a:gd name="connsiteX12954" fmla="*/ 28149554 w 58051775"/>
                <a:gd name="connsiteY12954" fmla="*/ 27570870 h 57949372"/>
                <a:gd name="connsiteX12955" fmla="*/ 28119282 w 58051775"/>
                <a:gd name="connsiteY12955" fmla="*/ 27614012 h 57949372"/>
                <a:gd name="connsiteX12956" fmla="*/ 28074836 w 58051775"/>
                <a:gd name="connsiteY12956" fmla="*/ 27657906 h 57949372"/>
                <a:gd name="connsiteX12957" fmla="*/ 28024214 w 58051775"/>
                <a:gd name="connsiteY12957" fmla="*/ 27709512 h 57949372"/>
                <a:gd name="connsiteX12958" fmla="*/ 27987082 w 58051775"/>
                <a:gd name="connsiteY12958" fmla="*/ 27759444 h 57949372"/>
                <a:gd name="connsiteX12959" fmla="*/ 27935800 w 58051775"/>
                <a:gd name="connsiteY12959" fmla="*/ 27797992 h 57949372"/>
                <a:gd name="connsiteX12960" fmla="*/ 27884026 w 58051775"/>
                <a:gd name="connsiteY12960" fmla="*/ 27832552 h 57949372"/>
                <a:gd name="connsiteX12961" fmla="*/ 27852220 w 58051775"/>
                <a:gd name="connsiteY12961" fmla="*/ 27870652 h 57949372"/>
                <a:gd name="connsiteX12962" fmla="*/ 27822056 w 58051775"/>
                <a:gd name="connsiteY12962" fmla="*/ 27910340 h 57949372"/>
                <a:gd name="connsiteX12963" fmla="*/ 27738618 w 58051775"/>
                <a:gd name="connsiteY12963" fmla="*/ 27996066 h 57949372"/>
                <a:gd name="connsiteX12964" fmla="*/ 27639278 w 58051775"/>
                <a:gd name="connsiteY12964" fmla="*/ 28110282 h 57949372"/>
                <a:gd name="connsiteX12965" fmla="*/ 27588928 w 58051775"/>
                <a:gd name="connsiteY12965" fmla="*/ 28166182 h 57949372"/>
                <a:gd name="connsiteX12966" fmla="*/ 27540654 w 58051775"/>
                <a:gd name="connsiteY12966" fmla="*/ 28215286 h 57949372"/>
                <a:gd name="connsiteX12967" fmla="*/ 27500648 w 58051775"/>
                <a:gd name="connsiteY12967" fmla="*/ 28253092 h 57949372"/>
                <a:gd name="connsiteX12968" fmla="*/ 27419696 w 58051775"/>
                <a:gd name="connsiteY12968" fmla="*/ 28326684 h 57949372"/>
                <a:gd name="connsiteX12969" fmla="*/ 27375184 w 58051775"/>
                <a:gd name="connsiteY12969" fmla="*/ 28367596 h 57949372"/>
                <a:gd name="connsiteX12970" fmla="*/ 27273672 w 58051775"/>
                <a:gd name="connsiteY12970" fmla="*/ 28483118 h 57949372"/>
                <a:gd name="connsiteX12971" fmla="*/ 27233168 w 58051775"/>
                <a:gd name="connsiteY12971" fmla="*/ 28519988 h 57949372"/>
                <a:gd name="connsiteX12972" fmla="*/ 27185936 w 58051775"/>
                <a:gd name="connsiteY12972" fmla="*/ 28565136 h 57949372"/>
                <a:gd name="connsiteX12973" fmla="*/ 27142264 w 58051775"/>
                <a:gd name="connsiteY12973" fmla="*/ 28609388 h 57949372"/>
                <a:gd name="connsiteX12974" fmla="*/ 27097664 w 58051775"/>
                <a:gd name="connsiteY12974" fmla="*/ 28649368 h 57949372"/>
                <a:gd name="connsiteX12975" fmla="*/ 27048488 w 58051775"/>
                <a:gd name="connsiteY12975" fmla="*/ 28701596 h 57949372"/>
                <a:gd name="connsiteX12976" fmla="*/ 27006584 w 58051775"/>
                <a:gd name="connsiteY12976" fmla="*/ 28751350 h 57949372"/>
                <a:gd name="connsiteX12977" fmla="*/ 26972384 w 58051775"/>
                <a:gd name="connsiteY12977" fmla="*/ 28788358 h 57949372"/>
                <a:gd name="connsiteX12978" fmla="*/ 26925336 w 58051775"/>
                <a:gd name="connsiteY12978" fmla="*/ 28826748 h 57949372"/>
                <a:gd name="connsiteX12979" fmla="*/ 26881216 w 58051775"/>
                <a:gd name="connsiteY12979" fmla="*/ 28878312 h 57949372"/>
                <a:gd name="connsiteX12980" fmla="*/ 26843560 w 58051775"/>
                <a:gd name="connsiteY12980" fmla="*/ 28928996 h 57949372"/>
                <a:gd name="connsiteX12981" fmla="*/ 26799112 w 58051775"/>
                <a:gd name="connsiteY12981" fmla="*/ 28973446 h 57949372"/>
                <a:gd name="connsiteX12982" fmla="*/ 26754656 w 58051775"/>
                <a:gd name="connsiteY12982" fmla="*/ 29017396 h 57949372"/>
                <a:gd name="connsiteX12983" fmla="*/ 26710208 w 58051775"/>
                <a:gd name="connsiteY12983" fmla="*/ 29061846 h 57949372"/>
                <a:gd name="connsiteX12984" fmla="*/ 26665760 w 58051775"/>
                <a:gd name="connsiteY12984" fmla="*/ 29106296 h 57949372"/>
                <a:gd name="connsiteX12985" fmla="*/ 26621312 w 58051775"/>
                <a:gd name="connsiteY12985" fmla="*/ 29150746 h 57949372"/>
                <a:gd name="connsiteX12986" fmla="*/ 26576856 w 58051775"/>
                <a:gd name="connsiteY12986" fmla="*/ 29195196 h 57949372"/>
                <a:gd name="connsiteX12987" fmla="*/ 26532408 w 58051775"/>
                <a:gd name="connsiteY12987" fmla="*/ 29239646 h 57949372"/>
                <a:gd name="connsiteX12988" fmla="*/ 26487960 w 58051775"/>
                <a:gd name="connsiteY12988" fmla="*/ 29284096 h 57949372"/>
                <a:gd name="connsiteX12989" fmla="*/ 26443512 w 58051775"/>
                <a:gd name="connsiteY12989" fmla="*/ 29328546 h 57949372"/>
                <a:gd name="connsiteX12990" fmla="*/ 26399056 w 58051775"/>
                <a:gd name="connsiteY12990" fmla="*/ 29372996 h 57949372"/>
                <a:gd name="connsiteX12991" fmla="*/ 26355256 w 58051775"/>
                <a:gd name="connsiteY12991" fmla="*/ 29417150 h 57949372"/>
                <a:gd name="connsiteX12992" fmla="*/ 26302416 w 58051775"/>
                <a:gd name="connsiteY12992" fmla="*/ 29456910 h 57949372"/>
                <a:gd name="connsiteX12993" fmla="*/ 26250976 w 58051775"/>
                <a:gd name="connsiteY12993" fmla="*/ 29495750 h 57949372"/>
                <a:gd name="connsiteX12994" fmla="*/ 26214920 w 58051775"/>
                <a:gd name="connsiteY12994" fmla="*/ 29544892 h 57949372"/>
                <a:gd name="connsiteX12995" fmla="*/ 26176808 w 58051775"/>
                <a:gd name="connsiteY12995" fmla="*/ 29595246 h 57949372"/>
                <a:gd name="connsiteX12996" fmla="*/ 26132360 w 58051775"/>
                <a:gd name="connsiteY12996" fmla="*/ 29639696 h 57949372"/>
                <a:gd name="connsiteX12997" fmla="*/ 26088552 w 58051775"/>
                <a:gd name="connsiteY12997" fmla="*/ 29683850 h 57949372"/>
                <a:gd name="connsiteX12998" fmla="*/ 26035716 w 58051775"/>
                <a:gd name="connsiteY12998" fmla="*/ 29723610 h 57949372"/>
                <a:gd name="connsiteX12999" fmla="*/ 25984280 w 58051775"/>
                <a:gd name="connsiteY12999" fmla="*/ 29762450 h 57949372"/>
                <a:gd name="connsiteX13000" fmla="*/ 25948220 w 58051775"/>
                <a:gd name="connsiteY13000" fmla="*/ 29811592 h 57949372"/>
                <a:gd name="connsiteX13001" fmla="*/ 25910108 w 58051775"/>
                <a:gd name="connsiteY13001" fmla="*/ 29861946 h 57949372"/>
                <a:gd name="connsiteX13002" fmla="*/ 25865660 w 58051775"/>
                <a:gd name="connsiteY13002" fmla="*/ 29906396 h 57949372"/>
                <a:gd name="connsiteX13003" fmla="*/ 25821856 w 58051775"/>
                <a:gd name="connsiteY13003" fmla="*/ 29950550 h 57949372"/>
                <a:gd name="connsiteX13004" fmla="*/ 25775028 w 58051775"/>
                <a:gd name="connsiteY13004" fmla="*/ 29996496 h 57949372"/>
                <a:gd name="connsiteX13005" fmla="*/ 25728272 w 58051775"/>
                <a:gd name="connsiteY13005" fmla="*/ 30035338 h 57949372"/>
                <a:gd name="connsiteX13006" fmla="*/ 25658768 w 58051775"/>
                <a:gd name="connsiteY13006" fmla="*/ 30102650 h 57949372"/>
                <a:gd name="connsiteX13007" fmla="*/ 25622256 w 58051775"/>
                <a:gd name="connsiteY13007" fmla="*/ 30149802 h 57949372"/>
                <a:gd name="connsiteX13008" fmla="*/ 25577804 w 58051775"/>
                <a:gd name="connsiteY13008" fmla="*/ 30194250 h 57949372"/>
                <a:gd name="connsiteX13009" fmla="*/ 25525416 w 58051775"/>
                <a:gd name="connsiteY13009" fmla="*/ 30234224 h 57949372"/>
                <a:gd name="connsiteX13010" fmla="*/ 25453896 w 58051775"/>
                <a:gd name="connsiteY13010" fmla="*/ 30299310 h 57949372"/>
                <a:gd name="connsiteX13011" fmla="*/ 25069784 w 58051775"/>
                <a:gd name="connsiteY13011" fmla="*/ 30689550 h 57949372"/>
                <a:gd name="connsiteX13012" fmla="*/ 24711980 w 58051775"/>
                <a:gd name="connsiteY13012" fmla="*/ 31071782 h 57949372"/>
                <a:gd name="connsiteX13013" fmla="*/ 23937052 w 58051775"/>
                <a:gd name="connsiteY13013" fmla="*/ 31865532 h 57949372"/>
                <a:gd name="connsiteX13014" fmla="*/ 23148768 w 58051775"/>
                <a:gd name="connsiteY13014" fmla="*/ 32649830 h 57949372"/>
                <a:gd name="connsiteX13015" fmla="*/ 23098056 w 58051775"/>
                <a:gd name="connsiteY13015" fmla="*/ 32700630 h 57949372"/>
                <a:gd name="connsiteX13016" fmla="*/ 22958356 w 58051775"/>
                <a:gd name="connsiteY13016" fmla="*/ 32838330 h 57949372"/>
                <a:gd name="connsiteX13017" fmla="*/ 22796504 w 58051775"/>
                <a:gd name="connsiteY13017" fmla="*/ 32997082 h 57949372"/>
                <a:gd name="connsiteX13018" fmla="*/ 22752056 w 58051775"/>
                <a:gd name="connsiteY13018" fmla="*/ 33039050 h 57949372"/>
                <a:gd name="connsiteX13019" fmla="*/ 22498056 w 58051775"/>
                <a:gd name="connsiteY13019" fmla="*/ 33043626 h 57949372"/>
                <a:gd name="connsiteX13020" fmla="*/ 19526256 w 58051775"/>
                <a:gd name="connsiteY13020" fmla="*/ 33053956 h 57949372"/>
                <a:gd name="connsiteX13021" fmla="*/ 16795752 w 58051775"/>
                <a:gd name="connsiteY13021" fmla="*/ 33072503 h 57949372"/>
                <a:gd name="connsiteX13022" fmla="*/ 16820940 w 58051775"/>
                <a:gd name="connsiteY13022" fmla="*/ 33117410 h 57949372"/>
                <a:gd name="connsiteX13023" fmla="*/ 16856484 w 58051775"/>
                <a:gd name="connsiteY13023" fmla="*/ 33195882 h 57949372"/>
                <a:gd name="connsiteX13024" fmla="*/ 16906700 w 58051775"/>
                <a:gd name="connsiteY13024" fmla="*/ 33328835 h 57949372"/>
                <a:gd name="connsiteX13025" fmla="*/ 16939304 w 58051775"/>
                <a:gd name="connsiteY13025" fmla="*/ 33443136 h 57949372"/>
                <a:gd name="connsiteX13026" fmla="*/ 16977404 w 58051775"/>
                <a:gd name="connsiteY13026" fmla="*/ 33552187 h 57949372"/>
                <a:gd name="connsiteX13027" fmla="*/ 17021352 w 58051775"/>
                <a:gd name="connsiteY13027" fmla="*/ 33641086 h 57949372"/>
                <a:gd name="connsiteX13028" fmla="*/ 17089448 w 58051775"/>
                <a:gd name="connsiteY13028" fmla="*/ 33790580 h 57949372"/>
                <a:gd name="connsiteX13029" fmla="*/ 17129444 w 58051775"/>
                <a:gd name="connsiteY13029" fmla="*/ 33896423 h 57949372"/>
                <a:gd name="connsiteX13030" fmla="*/ 17162596 w 58051775"/>
                <a:gd name="connsiteY13030" fmla="*/ 33994642 h 57949372"/>
                <a:gd name="connsiteX13031" fmla="*/ 17199700 w 58051775"/>
                <a:gd name="connsiteY13031" fmla="*/ 34072951 h 57949372"/>
                <a:gd name="connsiteX13032" fmla="*/ 17251816 w 58051775"/>
                <a:gd name="connsiteY13032" fmla="*/ 34201602 h 57949372"/>
                <a:gd name="connsiteX13033" fmla="*/ 17276892 w 58051775"/>
                <a:gd name="connsiteY13033" fmla="*/ 34239203 h 57949372"/>
                <a:gd name="connsiteX13034" fmla="*/ 17345072 w 58051775"/>
                <a:gd name="connsiteY13034" fmla="*/ 34404782 h 57949372"/>
                <a:gd name="connsiteX13035" fmla="*/ 17385248 w 58051775"/>
                <a:gd name="connsiteY13035" fmla="*/ 34477271 h 57949372"/>
                <a:gd name="connsiteX13036" fmla="*/ 17423348 w 58051775"/>
                <a:gd name="connsiteY13036" fmla="*/ 34546602 h 57949372"/>
                <a:gd name="connsiteX13037" fmla="*/ 17466692 w 58051775"/>
                <a:gd name="connsiteY13037" fmla="*/ 34644049 h 57949372"/>
                <a:gd name="connsiteX13038" fmla="*/ 17519872 w 58051775"/>
                <a:gd name="connsiteY13038" fmla="*/ 34740850 h 57949372"/>
                <a:gd name="connsiteX13039" fmla="*/ 17550508 w 58051775"/>
                <a:gd name="connsiteY13039" fmla="*/ 34785302 h 57949372"/>
                <a:gd name="connsiteX13040" fmla="*/ 17612632 w 58051775"/>
                <a:gd name="connsiteY13040" fmla="*/ 34889706 h 57949372"/>
                <a:gd name="connsiteX13041" fmla="*/ 17644700 w 58051775"/>
                <a:gd name="connsiteY13041" fmla="*/ 34945220 h 57949372"/>
                <a:gd name="connsiteX13042" fmla="*/ 17709916 w 58051775"/>
                <a:gd name="connsiteY13042" fmla="*/ 35077277 h 57949372"/>
                <a:gd name="connsiteX13043" fmla="*/ 17749492 w 58051775"/>
                <a:gd name="connsiteY13043" fmla="*/ 35139926 h 57949372"/>
                <a:gd name="connsiteX13044" fmla="*/ 17784312 w 58051775"/>
                <a:gd name="connsiteY13044" fmla="*/ 35214582 h 57949372"/>
                <a:gd name="connsiteX13045" fmla="*/ 17833916 w 58051775"/>
                <a:gd name="connsiteY13045" fmla="*/ 35303824 h 57949372"/>
                <a:gd name="connsiteX13046" fmla="*/ 17878368 w 58051775"/>
                <a:gd name="connsiteY13046" fmla="*/ 35392650 h 57949372"/>
                <a:gd name="connsiteX13047" fmla="*/ 17917548 w 58051775"/>
                <a:gd name="connsiteY13047" fmla="*/ 35481211 h 57949372"/>
                <a:gd name="connsiteX13048" fmla="*/ 17954236 w 58051775"/>
                <a:gd name="connsiteY13048" fmla="*/ 35553650 h 57949372"/>
                <a:gd name="connsiteX13049" fmla="*/ 17988144 w 58051775"/>
                <a:gd name="connsiteY13049" fmla="*/ 35603692 h 57949372"/>
                <a:gd name="connsiteX13050" fmla="*/ 18044816 w 58051775"/>
                <a:gd name="connsiteY13050" fmla="*/ 35692590 h 57949372"/>
                <a:gd name="connsiteX13051" fmla="*/ 18161004 w 58051775"/>
                <a:gd name="connsiteY13051" fmla="*/ 35868530 h 57949372"/>
                <a:gd name="connsiteX13052" fmla="*/ 18211804 w 58051775"/>
                <a:gd name="connsiteY13052" fmla="*/ 35936810 h 57949372"/>
                <a:gd name="connsiteX13053" fmla="*/ 18268952 w 58051775"/>
                <a:gd name="connsiteY13053" fmla="*/ 36012199 h 57949372"/>
                <a:gd name="connsiteX13054" fmla="*/ 18319752 w 58051775"/>
                <a:gd name="connsiteY13054" fmla="*/ 36090959 h 57949372"/>
                <a:gd name="connsiteX13055" fmla="*/ 18355780 w 58051775"/>
                <a:gd name="connsiteY13055" fmla="*/ 36154714 h 57949372"/>
                <a:gd name="connsiteX13056" fmla="*/ 18412848 w 58051775"/>
                <a:gd name="connsiteY13056" fmla="*/ 36228158 h 57949372"/>
                <a:gd name="connsiteX13057" fmla="*/ 18463820 w 58051775"/>
                <a:gd name="connsiteY13057" fmla="*/ 36299528 h 57949372"/>
                <a:gd name="connsiteX13058" fmla="*/ 18495652 w 58051775"/>
                <a:gd name="connsiteY13058" fmla="*/ 36351866 h 57949372"/>
                <a:gd name="connsiteX13059" fmla="*/ 18533356 w 58051775"/>
                <a:gd name="connsiteY13059" fmla="*/ 36415366 h 57949372"/>
                <a:gd name="connsiteX13060" fmla="*/ 18571456 w 58051775"/>
                <a:gd name="connsiteY13060" fmla="*/ 36476226 h 57949372"/>
                <a:gd name="connsiteX13061" fmla="*/ 18624424 w 58051775"/>
                <a:gd name="connsiteY13061" fmla="*/ 36546078 h 57949372"/>
                <a:gd name="connsiteX13062" fmla="*/ 18671952 w 58051775"/>
                <a:gd name="connsiteY13062" fmla="*/ 36614102 h 57949372"/>
                <a:gd name="connsiteX13063" fmla="*/ 18708992 w 58051775"/>
                <a:gd name="connsiteY13063" fmla="*/ 36670506 h 57949372"/>
                <a:gd name="connsiteX13064" fmla="*/ 18805500 w 58051775"/>
                <a:gd name="connsiteY13064" fmla="*/ 36794262 h 57949372"/>
                <a:gd name="connsiteX13065" fmla="*/ 19081576 w 58051775"/>
                <a:gd name="connsiteY13065" fmla="*/ 37117730 h 57949372"/>
                <a:gd name="connsiteX13066" fmla="*/ 19135304 w 58051775"/>
                <a:gd name="connsiteY13066" fmla="*/ 37176466 h 57949372"/>
                <a:gd name="connsiteX13067" fmla="*/ 19170808 w 58051775"/>
                <a:gd name="connsiteY13067" fmla="*/ 37211488 h 57949372"/>
                <a:gd name="connsiteX13068" fmla="*/ 19212328 w 58051775"/>
                <a:gd name="connsiteY13068" fmla="*/ 37273124 h 57949372"/>
                <a:gd name="connsiteX13069" fmla="*/ 19287792 w 58051775"/>
                <a:gd name="connsiteY13069" fmla="*/ 37360290 h 57949372"/>
                <a:gd name="connsiteX13070" fmla="*/ 19354464 w 58051775"/>
                <a:gd name="connsiteY13070" fmla="*/ 37433250 h 57949372"/>
                <a:gd name="connsiteX13071" fmla="*/ 19415124 w 58051775"/>
                <a:gd name="connsiteY13071" fmla="*/ 37505076 h 57949372"/>
                <a:gd name="connsiteX13072" fmla="*/ 20180200 w 58051775"/>
                <a:gd name="connsiteY13072" fmla="*/ 38269392 h 57949372"/>
                <a:gd name="connsiteX13073" fmla="*/ 20313548 w 58051775"/>
                <a:gd name="connsiteY13073" fmla="*/ 38402650 h 57949372"/>
                <a:gd name="connsiteX13074" fmla="*/ 20508448 w 58051775"/>
                <a:gd name="connsiteY13074" fmla="*/ 38593150 h 57949372"/>
                <a:gd name="connsiteX13075" fmla="*/ 20652348 w 58051775"/>
                <a:gd name="connsiteY13075" fmla="*/ 38728650 h 57949372"/>
                <a:gd name="connsiteX13076" fmla="*/ 20724256 w 58051775"/>
                <a:gd name="connsiteY13076" fmla="*/ 38778778 h 57949372"/>
                <a:gd name="connsiteX13077" fmla="*/ 20845260 w 58051775"/>
                <a:gd name="connsiteY13077" fmla="*/ 38871870 h 57949372"/>
                <a:gd name="connsiteX13078" fmla="*/ 20918548 w 58051775"/>
                <a:gd name="connsiteY13078" fmla="*/ 38931850 h 57949372"/>
                <a:gd name="connsiteX13079" fmla="*/ 21002892 w 58051775"/>
                <a:gd name="connsiteY13079" fmla="*/ 38999062 h 57949372"/>
                <a:gd name="connsiteX13080" fmla="*/ 21161388 w 58051775"/>
                <a:gd name="connsiteY13080" fmla="*/ 39122350 h 57949372"/>
                <a:gd name="connsiteX13081" fmla="*/ 21238408 w 58051775"/>
                <a:gd name="connsiteY13081" fmla="*/ 39179018 h 57949372"/>
                <a:gd name="connsiteX13082" fmla="*/ 21340200 w 58051775"/>
                <a:gd name="connsiteY13082" fmla="*/ 39229818 h 57949372"/>
                <a:gd name="connsiteX13083" fmla="*/ 21434744 w 58051775"/>
                <a:gd name="connsiteY13083" fmla="*/ 39273430 h 57949372"/>
                <a:gd name="connsiteX13084" fmla="*/ 21581344 w 58051775"/>
                <a:gd name="connsiteY13084" fmla="*/ 39313414 h 57949372"/>
                <a:gd name="connsiteX13085" fmla="*/ 21748752 w 58051775"/>
                <a:gd name="connsiteY13085" fmla="*/ 39351782 h 57949372"/>
                <a:gd name="connsiteX13086" fmla="*/ 21882104 w 58051775"/>
                <a:gd name="connsiteY13086" fmla="*/ 39391702 h 57949372"/>
                <a:gd name="connsiteX13087" fmla="*/ 22056776 w 58051775"/>
                <a:gd name="connsiteY13087" fmla="*/ 39434298 h 57949372"/>
                <a:gd name="connsiteX13088" fmla="*/ 22180016 w 58051775"/>
                <a:gd name="connsiteY13088" fmla="*/ 39486124 h 57949372"/>
                <a:gd name="connsiteX13089" fmla="*/ 22489120 w 58051775"/>
                <a:gd name="connsiteY13089" fmla="*/ 39547898 h 57949372"/>
                <a:gd name="connsiteX13090" fmla="*/ 22747520 w 58051775"/>
                <a:gd name="connsiteY13090" fmla="*/ 39587782 h 57949372"/>
                <a:gd name="connsiteX13091" fmla="*/ 23011316 w 58051775"/>
                <a:gd name="connsiteY13091" fmla="*/ 39626870 h 57949372"/>
                <a:gd name="connsiteX13092" fmla="*/ 23342604 w 58051775"/>
                <a:gd name="connsiteY13092" fmla="*/ 39658334 h 57949372"/>
                <a:gd name="connsiteX13093" fmla="*/ 23717256 w 58051775"/>
                <a:gd name="connsiteY13093" fmla="*/ 39675558 h 57949372"/>
                <a:gd name="connsiteX13094" fmla="*/ 23888704 w 58051775"/>
                <a:gd name="connsiteY13094" fmla="*/ 39688816 h 57949372"/>
                <a:gd name="connsiteX13095" fmla="*/ 24009352 w 58051775"/>
                <a:gd name="connsiteY13095" fmla="*/ 39716042 h 57949372"/>
                <a:gd name="connsiteX13096" fmla="*/ 24296960 w 58051775"/>
                <a:gd name="connsiteY13096" fmla="*/ 39744650 h 57949372"/>
                <a:gd name="connsiteX13097" fmla="*/ 24574712 w 58051775"/>
                <a:gd name="connsiteY13097" fmla="*/ 39719250 h 57949372"/>
                <a:gd name="connsiteX13098" fmla="*/ 24698148 w 58051775"/>
                <a:gd name="connsiteY13098" fmla="*/ 39704024 h 57949372"/>
                <a:gd name="connsiteX13099" fmla="*/ 24795048 w 58051775"/>
                <a:gd name="connsiteY13099" fmla="*/ 39699764 h 57949372"/>
                <a:gd name="connsiteX13100" fmla="*/ 24799296 w 58051775"/>
                <a:gd name="connsiteY13100" fmla="*/ 39583978 h 57949372"/>
                <a:gd name="connsiteX13101" fmla="*/ 24745400 w 58051775"/>
                <a:gd name="connsiteY13101" fmla="*/ 39388304 h 57949372"/>
                <a:gd name="connsiteX13102" fmla="*/ 24712904 w 58051775"/>
                <a:gd name="connsiteY13102" fmla="*/ 39235904 h 57949372"/>
                <a:gd name="connsiteX13103" fmla="*/ 24668624 w 58051775"/>
                <a:gd name="connsiteY13103" fmla="*/ 39035386 h 57949372"/>
                <a:gd name="connsiteX13104" fmla="*/ 24623280 w 58051775"/>
                <a:gd name="connsiteY13104" fmla="*/ 38851236 h 57949372"/>
                <a:gd name="connsiteX13105" fmla="*/ 24571640 w 58051775"/>
                <a:gd name="connsiteY13105" fmla="*/ 38646102 h 57949372"/>
                <a:gd name="connsiteX13106" fmla="*/ 24527264 w 58051775"/>
                <a:gd name="connsiteY13106" fmla="*/ 38468302 h 57949372"/>
                <a:gd name="connsiteX13107" fmla="*/ 24482872 w 58051775"/>
                <a:gd name="connsiteY13107" fmla="*/ 38290502 h 57949372"/>
                <a:gd name="connsiteX13108" fmla="*/ 24434064 w 58051775"/>
                <a:gd name="connsiteY13108" fmla="*/ 37958106 h 57949372"/>
                <a:gd name="connsiteX13109" fmla="*/ 24402632 w 58051775"/>
                <a:gd name="connsiteY13109" fmla="*/ 37898618 h 57949372"/>
                <a:gd name="connsiteX13110" fmla="*/ 24360504 w 58051775"/>
                <a:gd name="connsiteY13110" fmla="*/ 37722682 h 57949372"/>
                <a:gd name="connsiteX13111" fmla="*/ 24315232 w 58051775"/>
                <a:gd name="connsiteY13111" fmla="*/ 37512790 h 57949372"/>
                <a:gd name="connsiteX13112" fmla="*/ 24270624 w 58051775"/>
                <a:gd name="connsiteY13112" fmla="*/ 37328498 h 57949372"/>
                <a:gd name="connsiteX13113" fmla="*/ 24226960 w 58051775"/>
                <a:gd name="connsiteY13113" fmla="*/ 37141312 h 57949372"/>
                <a:gd name="connsiteX13114" fmla="*/ 24161184 w 58051775"/>
                <a:gd name="connsiteY13114" fmla="*/ 36850798 h 57949372"/>
                <a:gd name="connsiteX13115" fmla="*/ 24130336 w 58051775"/>
                <a:gd name="connsiteY13115" fmla="*/ 36748182 h 57949372"/>
                <a:gd name="connsiteX13116" fmla="*/ 24092860 w 58051775"/>
                <a:gd name="connsiteY13116" fmla="*/ 36590330 h 57949372"/>
                <a:gd name="connsiteX13117" fmla="*/ 24040528 w 58051775"/>
                <a:gd name="connsiteY13117" fmla="*/ 36400842 h 57949372"/>
                <a:gd name="connsiteX13118" fmla="*/ 23994044 w 58051775"/>
                <a:gd name="connsiteY13118" fmla="*/ 36201350 h 57949372"/>
                <a:gd name="connsiteX13119" fmla="*/ 23944444 w 58051775"/>
                <a:gd name="connsiteY13119" fmla="*/ 36008960 h 57949372"/>
                <a:gd name="connsiteX13120" fmla="*/ 23911708 w 58051775"/>
                <a:gd name="connsiteY13120" fmla="*/ 35856561 h 57949372"/>
                <a:gd name="connsiteX13121" fmla="*/ 23866724 w 58051775"/>
                <a:gd name="connsiteY13121" fmla="*/ 35649782 h 57949372"/>
                <a:gd name="connsiteX13122" fmla="*/ 23821752 w 58051775"/>
                <a:gd name="connsiteY13122" fmla="*/ 35465632 h 57949372"/>
                <a:gd name="connsiteX13123" fmla="*/ 23771960 w 58051775"/>
                <a:gd name="connsiteY13123" fmla="*/ 35267902 h 57949372"/>
                <a:gd name="connsiteX13124" fmla="*/ 23730488 w 58051775"/>
                <a:gd name="connsiteY13124" fmla="*/ 35080386 h 57949372"/>
                <a:gd name="connsiteX13125" fmla="*/ 23685568 w 58051775"/>
                <a:gd name="connsiteY13125" fmla="*/ 34902586 h 57949372"/>
                <a:gd name="connsiteX13126" fmla="*/ 23637820 w 58051775"/>
                <a:gd name="connsiteY13126" fmla="*/ 34696404 h 57949372"/>
                <a:gd name="connsiteX13127" fmla="*/ 23589496 w 58051775"/>
                <a:gd name="connsiteY13127" fmla="*/ 34498530 h 57949372"/>
                <a:gd name="connsiteX13128" fmla="*/ 23560000 w 58051775"/>
                <a:gd name="connsiteY13128" fmla="*/ 34339536 h 57949372"/>
                <a:gd name="connsiteX13129" fmla="*/ 23514452 w 58051775"/>
                <a:gd name="connsiteY13129" fmla="*/ 34133198 h 57949372"/>
                <a:gd name="connsiteX13130" fmla="*/ 23466236 w 58051775"/>
                <a:gd name="connsiteY13130" fmla="*/ 33955647 h 57949372"/>
                <a:gd name="connsiteX13131" fmla="*/ 23415056 w 58051775"/>
                <a:gd name="connsiteY13131" fmla="*/ 33756603 h 57949372"/>
                <a:gd name="connsiteX13132" fmla="*/ 23375180 w 58051775"/>
                <a:gd name="connsiteY13132" fmla="*/ 33515303 h 57949372"/>
                <a:gd name="connsiteX13133" fmla="*/ 23374352 w 58051775"/>
                <a:gd name="connsiteY13133" fmla="*/ 33369252 h 57949372"/>
                <a:gd name="connsiteX13134" fmla="*/ 23421832 w 58051775"/>
                <a:gd name="connsiteY13134" fmla="*/ 33357498 h 57949372"/>
                <a:gd name="connsiteX13135" fmla="*/ 23477080 w 58051775"/>
                <a:gd name="connsiteY13135" fmla="*/ 33321250 h 57949372"/>
                <a:gd name="connsiteX13136" fmla="*/ 23515360 w 58051775"/>
                <a:gd name="connsiteY13136" fmla="*/ 33269504 h 57949372"/>
                <a:gd name="connsiteX13137" fmla="*/ 23559812 w 58051775"/>
                <a:gd name="connsiteY13137" fmla="*/ 33225052 h 57949372"/>
                <a:gd name="connsiteX13138" fmla="*/ 23604264 w 58051775"/>
                <a:gd name="connsiteY13138" fmla="*/ 33180602 h 57949372"/>
                <a:gd name="connsiteX13139" fmla="*/ 23648712 w 58051775"/>
                <a:gd name="connsiteY13139" fmla="*/ 33136152 h 57949372"/>
                <a:gd name="connsiteX13140" fmla="*/ 23693160 w 58051775"/>
                <a:gd name="connsiteY13140" fmla="*/ 33091702 h 57949372"/>
                <a:gd name="connsiteX13141" fmla="*/ 23737612 w 58051775"/>
                <a:gd name="connsiteY13141" fmla="*/ 33047253 h 57949372"/>
                <a:gd name="connsiteX13142" fmla="*/ 23782064 w 58051775"/>
                <a:gd name="connsiteY13142" fmla="*/ 33002802 h 57949372"/>
                <a:gd name="connsiteX13143" fmla="*/ 23819992 w 58051775"/>
                <a:gd name="connsiteY13143" fmla="*/ 32950151 h 57949372"/>
                <a:gd name="connsiteX13144" fmla="*/ 23854884 w 58051775"/>
                <a:gd name="connsiteY13144" fmla="*/ 32902154 h 57949372"/>
                <a:gd name="connsiteX13145" fmla="*/ 23895056 w 58051775"/>
                <a:gd name="connsiteY13145" fmla="*/ 32853416 h 57949372"/>
                <a:gd name="connsiteX13146" fmla="*/ 23939504 w 58051775"/>
                <a:gd name="connsiteY13146" fmla="*/ 32810752 h 57949372"/>
                <a:gd name="connsiteX13147" fmla="*/ 23986308 w 58051775"/>
                <a:gd name="connsiteY13147" fmla="*/ 32764241 h 57949372"/>
                <a:gd name="connsiteX13148" fmla="*/ 24030760 w 58051775"/>
                <a:gd name="connsiteY13148" fmla="*/ 32719195 h 57949372"/>
                <a:gd name="connsiteX13149" fmla="*/ 24075208 w 58051775"/>
                <a:gd name="connsiteY13149" fmla="*/ 32674746 h 57949372"/>
                <a:gd name="connsiteX13150" fmla="*/ 24119660 w 58051775"/>
                <a:gd name="connsiteY13150" fmla="*/ 32630434 h 57949372"/>
                <a:gd name="connsiteX13151" fmla="*/ 24161752 w 58051775"/>
                <a:gd name="connsiteY13151" fmla="*/ 32588050 h 57949372"/>
                <a:gd name="connsiteX13152" fmla="*/ 24206204 w 58051775"/>
                <a:gd name="connsiteY13152" fmla="*/ 32544053 h 57949372"/>
                <a:gd name="connsiteX13153" fmla="*/ 24252868 w 58051775"/>
                <a:gd name="connsiteY13153" fmla="*/ 32497540 h 57949372"/>
                <a:gd name="connsiteX13154" fmla="*/ 24296208 w 58051775"/>
                <a:gd name="connsiteY13154" fmla="*/ 32454850 h 57949372"/>
                <a:gd name="connsiteX13155" fmla="*/ 24344792 w 58051775"/>
                <a:gd name="connsiteY13155" fmla="*/ 32406078 h 57949372"/>
                <a:gd name="connsiteX13156" fmla="*/ 24390352 w 58051775"/>
                <a:gd name="connsiteY13156" fmla="*/ 32360474 h 57949372"/>
                <a:gd name="connsiteX13157" fmla="*/ 24428456 w 58051775"/>
                <a:gd name="connsiteY13157" fmla="*/ 32322410 h 57949372"/>
                <a:gd name="connsiteX13158" fmla="*/ 24472904 w 58051775"/>
                <a:gd name="connsiteY13158" fmla="*/ 32277352 h 57949372"/>
                <a:gd name="connsiteX13159" fmla="*/ 24519708 w 58051775"/>
                <a:gd name="connsiteY13159" fmla="*/ 32230840 h 57949372"/>
                <a:gd name="connsiteX13160" fmla="*/ 24564160 w 58051775"/>
                <a:gd name="connsiteY13160" fmla="*/ 32185934 h 57949372"/>
                <a:gd name="connsiteX13161" fmla="*/ 24606256 w 58051775"/>
                <a:gd name="connsiteY13161" fmla="*/ 32142190 h 57949372"/>
                <a:gd name="connsiteX13162" fmla="*/ 25046348 w 58051775"/>
                <a:gd name="connsiteY13162" fmla="*/ 31691938 h 57949372"/>
                <a:gd name="connsiteX13163" fmla="*/ 25335436 w 58051775"/>
                <a:gd name="connsiteY13163" fmla="*/ 31383862 h 57949372"/>
                <a:gd name="connsiteX13164" fmla="*/ 26071080 w 58051775"/>
                <a:gd name="connsiteY13164" fmla="*/ 30617386 h 57949372"/>
                <a:gd name="connsiteX13165" fmla="*/ 26115528 w 58051775"/>
                <a:gd name="connsiteY13165" fmla="*/ 30572753 h 57949372"/>
                <a:gd name="connsiteX13166" fmla="*/ 26159980 w 58051775"/>
                <a:gd name="connsiteY13166" fmla="*/ 30528302 h 57949372"/>
                <a:gd name="connsiteX13167" fmla="*/ 26204428 w 58051775"/>
                <a:gd name="connsiteY13167" fmla="*/ 30483852 h 57949372"/>
                <a:gd name="connsiteX13168" fmla="*/ 26248880 w 58051775"/>
                <a:gd name="connsiteY13168" fmla="*/ 30439402 h 57949372"/>
                <a:gd name="connsiteX13169" fmla="*/ 26293328 w 58051775"/>
                <a:gd name="connsiteY13169" fmla="*/ 30394952 h 57949372"/>
                <a:gd name="connsiteX13170" fmla="*/ 26410472 w 58051775"/>
                <a:gd name="connsiteY13170" fmla="*/ 30283150 h 57949372"/>
                <a:gd name="connsiteX13171" fmla="*/ 26488632 w 58051775"/>
                <a:gd name="connsiteY13171" fmla="*/ 30196194 h 57949372"/>
                <a:gd name="connsiteX13172" fmla="*/ 26547696 w 58051775"/>
                <a:gd name="connsiteY13172" fmla="*/ 30152192 h 57949372"/>
                <a:gd name="connsiteX13173" fmla="*/ 26598048 w 58051775"/>
                <a:gd name="connsiteY13173" fmla="*/ 30113806 h 57949372"/>
                <a:gd name="connsiteX13174" fmla="*/ 26642496 w 58051775"/>
                <a:gd name="connsiteY13174" fmla="*/ 30069356 h 57949372"/>
                <a:gd name="connsiteX13175" fmla="*/ 26686952 w 58051775"/>
                <a:gd name="connsiteY13175" fmla="*/ 30024906 h 57949372"/>
                <a:gd name="connsiteX13176" fmla="*/ 26731400 w 58051775"/>
                <a:gd name="connsiteY13176" fmla="*/ 29980456 h 57949372"/>
                <a:gd name="connsiteX13177" fmla="*/ 26775848 w 58051775"/>
                <a:gd name="connsiteY13177" fmla="*/ 29936006 h 57949372"/>
                <a:gd name="connsiteX13178" fmla="*/ 26820296 w 58051775"/>
                <a:gd name="connsiteY13178" fmla="*/ 29891556 h 57949372"/>
                <a:gd name="connsiteX13179" fmla="*/ 26864752 w 58051775"/>
                <a:gd name="connsiteY13179" fmla="*/ 29847106 h 57949372"/>
                <a:gd name="connsiteX13180" fmla="*/ 26909640 w 58051775"/>
                <a:gd name="connsiteY13180" fmla="*/ 29802454 h 57949372"/>
                <a:gd name="connsiteX13181" fmla="*/ 26946936 w 58051775"/>
                <a:gd name="connsiteY13181" fmla="*/ 29764178 h 57949372"/>
                <a:gd name="connsiteX13182" fmla="*/ 26984592 w 58051775"/>
                <a:gd name="connsiteY13182" fmla="*/ 29713130 h 57949372"/>
                <a:gd name="connsiteX13183" fmla="*/ 27029040 w 58051775"/>
                <a:gd name="connsiteY13183" fmla="*/ 29668680 h 57949372"/>
                <a:gd name="connsiteX13184" fmla="*/ 27073488 w 58051775"/>
                <a:gd name="connsiteY13184" fmla="*/ 29624230 h 57949372"/>
                <a:gd name="connsiteX13185" fmla="*/ 27117936 w 58051775"/>
                <a:gd name="connsiteY13185" fmla="*/ 29579780 h 57949372"/>
                <a:gd name="connsiteX13186" fmla="*/ 27162392 w 58051775"/>
                <a:gd name="connsiteY13186" fmla="*/ 29535330 h 57949372"/>
                <a:gd name="connsiteX13187" fmla="*/ 27206840 w 58051775"/>
                <a:gd name="connsiteY13187" fmla="*/ 29490880 h 57949372"/>
                <a:gd name="connsiteX13188" fmla="*/ 27251288 w 58051775"/>
                <a:gd name="connsiteY13188" fmla="*/ 29446430 h 57949372"/>
                <a:gd name="connsiteX13189" fmla="*/ 27365512 w 58051775"/>
                <a:gd name="connsiteY13189" fmla="*/ 29294494 h 57949372"/>
                <a:gd name="connsiteX13190" fmla="*/ 27423992 w 58051775"/>
                <a:gd name="connsiteY13190" fmla="*/ 29250492 h 57949372"/>
                <a:gd name="connsiteX13191" fmla="*/ 27474552 w 58051775"/>
                <a:gd name="connsiteY13191" fmla="*/ 29211666 h 57949372"/>
                <a:gd name="connsiteX13192" fmla="*/ 27512824 w 58051775"/>
                <a:gd name="connsiteY13192" fmla="*/ 29174372 h 57949372"/>
                <a:gd name="connsiteX13193" fmla="*/ 27551176 w 58051775"/>
                <a:gd name="connsiteY13193" fmla="*/ 29124298 h 57949372"/>
                <a:gd name="connsiteX13194" fmla="*/ 27601794 w 58051775"/>
                <a:gd name="connsiteY13194" fmla="*/ 29072692 h 57949372"/>
                <a:gd name="connsiteX13195" fmla="*/ 27652152 w 58051775"/>
                <a:gd name="connsiteY13195" fmla="*/ 29034306 h 57949372"/>
                <a:gd name="connsiteX13196" fmla="*/ 27696598 w 58051775"/>
                <a:gd name="connsiteY13196" fmla="*/ 28989856 h 57949372"/>
                <a:gd name="connsiteX13197" fmla="*/ 27741250 w 58051775"/>
                <a:gd name="connsiteY13197" fmla="*/ 28945466 h 57949372"/>
                <a:gd name="connsiteX13198" fmla="*/ 27779528 w 58051775"/>
                <a:gd name="connsiteY13198" fmla="*/ 28908174 h 57949372"/>
                <a:gd name="connsiteX13199" fmla="*/ 27817876 w 58051775"/>
                <a:gd name="connsiteY13199" fmla="*/ 28858100 h 57949372"/>
                <a:gd name="connsiteX13200" fmla="*/ 27868494 w 58051775"/>
                <a:gd name="connsiteY13200" fmla="*/ 28806494 h 57949372"/>
                <a:gd name="connsiteX13201" fmla="*/ 27918852 w 58051775"/>
                <a:gd name="connsiteY13201" fmla="*/ 28768108 h 57949372"/>
                <a:gd name="connsiteX13202" fmla="*/ 27963298 w 58051775"/>
                <a:gd name="connsiteY13202" fmla="*/ 28723658 h 57949372"/>
                <a:gd name="connsiteX13203" fmla="*/ 28007754 w 58051775"/>
                <a:gd name="connsiteY13203" fmla="*/ 28679208 h 57949372"/>
                <a:gd name="connsiteX13204" fmla="*/ 28052198 w 58051775"/>
                <a:gd name="connsiteY13204" fmla="*/ 28634758 h 57949372"/>
                <a:gd name="connsiteX13205" fmla="*/ 28096650 w 58051775"/>
                <a:gd name="connsiteY13205" fmla="*/ 28590308 h 57949372"/>
                <a:gd name="connsiteX13206" fmla="*/ 28141098 w 58051775"/>
                <a:gd name="connsiteY13206" fmla="*/ 28545858 h 57949372"/>
                <a:gd name="connsiteX13207" fmla="*/ 28179646 w 58051775"/>
                <a:gd name="connsiteY13207" fmla="*/ 28493676 h 57949372"/>
                <a:gd name="connsiteX13208" fmla="*/ 28399684 w 58051775"/>
                <a:gd name="connsiteY13208" fmla="*/ 28239228 h 57949372"/>
                <a:gd name="connsiteX13209" fmla="*/ 28844186 w 58051775"/>
                <a:gd name="connsiteY13209" fmla="*/ 27779824 h 57949372"/>
                <a:gd name="connsiteX13210" fmla="*/ 29283330 w 58051775"/>
                <a:gd name="connsiteY13210" fmla="*/ 27328974 h 57949372"/>
                <a:gd name="connsiteX13211" fmla="*/ 29511930 w 58051775"/>
                <a:gd name="connsiteY13211" fmla="*/ 27085196 h 57949372"/>
                <a:gd name="connsiteX13212" fmla="*/ 29571162 w 58051775"/>
                <a:gd name="connsiteY13212" fmla="*/ 27040800 h 57949372"/>
                <a:gd name="connsiteX13213" fmla="*/ 29628220 w 58051775"/>
                <a:gd name="connsiteY13213" fmla="*/ 26998142 h 57949372"/>
                <a:gd name="connsiteX13214" fmla="*/ 29672664 w 58051775"/>
                <a:gd name="connsiteY13214" fmla="*/ 26952716 h 57949372"/>
                <a:gd name="connsiteX13215" fmla="*/ 29704504 w 58051775"/>
                <a:gd name="connsiteY13215" fmla="*/ 26910876 h 57949372"/>
                <a:gd name="connsiteX13216" fmla="*/ 29728538 w 58051775"/>
                <a:gd name="connsiteY13216" fmla="*/ 26881832 h 57949372"/>
                <a:gd name="connsiteX13217" fmla="*/ 29845606 w 58051775"/>
                <a:gd name="connsiteY13217" fmla="*/ 26773883 h 57949372"/>
                <a:gd name="connsiteX13218" fmla="*/ 29967978 w 58051775"/>
                <a:gd name="connsiteY13218" fmla="*/ 26640412 h 57949372"/>
                <a:gd name="connsiteX13219" fmla="*/ 30020054 w 58051775"/>
                <a:gd name="connsiteY13219" fmla="*/ 26603054 h 57949372"/>
                <a:gd name="connsiteX13220" fmla="*/ 30060190 w 58051775"/>
                <a:gd name="connsiteY13220" fmla="*/ 26550595 h 57949372"/>
                <a:gd name="connsiteX13221" fmla="*/ 30098930 w 58051775"/>
                <a:gd name="connsiteY13221" fmla="*/ 26499053 h 57949372"/>
                <a:gd name="connsiteX13222" fmla="*/ 30147690 w 58051775"/>
                <a:gd name="connsiteY13222" fmla="*/ 26462613 h 57949372"/>
                <a:gd name="connsiteX13223" fmla="*/ 30198498 w 58051775"/>
                <a:gd name="connsiteY13223" fmla="*/ 26424958 h 57949372"/>
                <a:gd name="connsiteX13224" fmla="*/ 30242950 w 58051775"/>
                <a:gd name="connsiteY13224" fmla="*/ 26380508 h 57949372"/>
                <a:gd name="connsiteX13225" fmla="*/ 30287398 w 58051775"/>
                <a:gd name="connsiteY13225" fmla="*/ 26336059 h 57949372"/>
                <a:gd name="connsiteX13226" fmla="*/ 30331850 w 58051775"/>
                <a:gd name="connsiteY13226" fmla="*/ 26291608 h 57949372"/>
                <a:gd name="connsiteX13227" fmla="*/ 30376298 w 58051775"/>
                <a:gd name="connsiteY13227" fmla="*/ 26247158 h 57949372"/>
                <a:gd name="connsiteX13228" fmla="*/ 30421146 w 58051775"/>
                <a:gd name="connsiteY13228" fmla="*/ 26201841 h 57949372"/>
                <a:gd name="connsiteX13229" fmla="*/ 30464110 w 58051775"/>
                <a:gd name="connsiteY13229" fmla="*/ 26144245 h 57949372"/>
                <a:gd name="connsiteX13230" fmla="*/ 30506712 w 58051775"/>
                <a:gd name="connsiteY13230" fmla="*/ 26100854 h 57949372"/>
                <a:gd name="connsiteX13231" fmla="*/ 30556914 w 58051775"/>
                <a:gd name="connsiteY13231" fmla="*/ 26062847 h 57949372"/>
                <a:gd name="connsiteX13232" fmla="*/ 30597910 w 58051775"/>
                <a:gd name="connsiteY13232" fmla="*/ 26010197 h 57949372"/>
                <a:gd name="connsiteX13233" fmla="*/ 30631730 w 58051775"/>
                <a:gd name="connsiteY13233" fmla="*/ 25965653 h 57949372"/>
                <a:gd name="connsiteX13234" fmla="*/ 30681486 w 58051775"/>
                <a:gd name="connsiteY13234" fmla="*/ 25928344 h 57949372"/>
                <a:gd name="connsiteX13235" fmla="*/ 30730810 w 58051775"/>
                <a:gd name="connsiteY13235" fmla="*/ 25877544 h 57949372"/>
                <a:gd name="connsiteX13236" fmla="*/ 30773412 w 58051775"/>
                <a:gd name="connsiteY13236" fmla="*/ 25834156 h 57949372"/>
                <a:gd name="connsiteX13237" fmla="*/ 30817750 w 58051775"/>
                <a:gd name="connsiteY13237" fmla="*/ 25789706 h 57949372"/>
                <a:gd name="connsiteX13238" fmla="*/ 30854574 w 58051775"/>
                <a:gd name="connsiteY13238" fmla="*/ 25752475 h 57949372"/>
                <a:gd name="connsiteX13239" fmla="*/ 30885604 w 58051775"/>
                <a:gd name="connsiteY13239" fmla="*/ 25708024 h 57949372"/>
                <a:gd name="connsiteX13240" fmla="*/ 30928640 w 58051775"/>
                <a:gd name="connsiteY13240" fmla="*/ 25641804 h 57949372"/>
                <a:gd name="connsiteX13241" fmla="*/ 30977066 w 58051775"/>
                <a:gd name="connsiteY13241" fmla="*/ 25595139 h 57949372"/>
                <a:gd name="connsiteX13242" fmla="*/ 31019754 w 58051775"/>
                <a:gd name="connsiteY13242" fmla="*/ 25552750 h 57949372"/>
                <a:gd name="connsiteX13243" fmla="*/ 31064204 w 58051775"/>
                <a:gd name="connsiteY13243" fmla="*/ 25508924 h 57949372"/>
                <a:gd name="connsiteX13244" fmla="*/ 31108654 w 58051775"/>
                <a:gd name="connsiteY13244" fmla="*/ 25464473 h 57949372"/>
                <a:gd name="connsiteX13245" fmla="*/ 31153104 w 58051775"/>
                <a:gd name="connsiteY13245" fmla="*/ 25420023 h 57949372"/>
                <a:gd name="connsiteX13246" fmla="*/ 31197554 w 58051775"/>
                <a:gd name="connsiteY13246" fmla="*/ 25375573 h 57949372"/>
                <a:gd name="connsiteX13247" fmla="*/ 31242004 w 58051775"/>
                <a:gd name="connsiteY13247" fmla="*/ 25331123 h 57949372"/>
                <a:gd name="connsiteX13248" fmla="*/ 31286454 w 58051775"/>
                <a:gd name="connsiteY13248" fmla="*/ 25286674 h 57949372"/>
                <a:gd name="connsiteX13249" fmla="*/ 31330904 w 58051775"/>
                <a:gd name="connsiteY13249" fmla="*/ 25242224 h 57949372"/>
                <a:gd name="connsiteX13250" fmla="*/ 31375354 w 58051775"/>
                <a:gd name="connsiteY13250" fmla="*/ 25197773 h 57949372"/>
                <a:gd name="connsiteX13251" fmla="*/ 31419804 w 58051775"/>
                <a:gd name="connsiteY13251" fmla="*/ 25153155 h 57949372"/>
                <a:gd name="connsiteX13252" fmla="*/ 31466610 w 58051775"/>
                <a:gd name="connsiteY13252" fmla="*/ 25106641 h 57949372"/>
                <a:gd name="connsiteX13253" fmla="*/ 31511060 w 58051775"/>
                <a:gd name="connsiteY13253" fmla="*/ 25061738 h 57949372"/>
                <a:gd name="connsiteX13254" fmla="*/ 31553154 w 58051775"/>
                <a:gd name="connsiteY13254" fmla="*/ 25019350 h 57949372"/>
                <a:gd name="connsiteX13255" fmla="*/ 31597604 w 58051775"/>
                <a:gd name="connsiteY13255" fmla="*/ 24975523 h 57949372"/>
                <a:gd name="connsiteX13256" fmla="*/ 31642054 w 58051775"/>
                <a:gd name="connsiteY13256" fmla="*/ 24929522 h 57949372"/>
                <a:gd name="connsiteX13257" fmla="*/ 31866218 w 58051775"/>
                <a:gd name="connsiteY13257" fmla="*/ 24683466 h 57949372"/>
                <a:gd name="connsiteX13258" fmla="*/ 32317066 w 58051775"/>
                <a:gd name="connsiteY13258" fmla="*/ 24217897 h 57949372"/>
                <a:gd name="connsiteX13259" fmla="*/ 32804104 w 58051775"/>
                <a:gd name="connsiteY13259" fmla="*/ 23718100 h 57949372"/>
                <a:gd name="connsiteX13260" fmla="*/ 33077154 w 58051775"/>
                <a:gd name="connsiteY13260" fmla="*/ 23431092 h 57949372"/>
                <a:gd name="connsiteX13261" fmla="*/ 33132454 w 58051775"/>
                <a:gd name="connsiteY13261" fmla="*/ 23393039 h 57949372"/>
                <a:gd name="connsiteX13262" fmla="*/ 33176902 w 58051775"/>
                <a:gd name="connsiteY13262" fmla="*/ 23348147 h 57949372"/>
                <a:gd name="connsiteX13263" fmla="*/ 33221354 w 58051775"/>
                <a:gd name="connsiteY13263" fmla="*/ 23303696 h 57949372"/>
                <a:gd name="connsiteX13264" fmla="*/ 33265802 w 58051775"/>
                <a:gd name="connsiteY13264" fmla="*/ 23259246 h 57949372"/>
                <a:gd name="connsiteX13265" fmla="*/ 33310254 w 58051775"/>
                <a:gd name="connsiteY13265" fmla="*/ 23214795 h 57949372"/>
                <a:gd name="connsiteX13266" fmla="*/ 33354702 w 58051775"/>
                <a:gd name="connsiteY13266" fmla="*/ 23170345 h 57949372"/>
                <a:gd name="connsiteX13267" fmla="*/ 33399154 w 58051775"/>
                <a:gd name="connsiteY13267" fmla="*/ 23125897 h 57949372"/>
                <a:gd name="connsiteX13268" fmla="*/ 33443602 w 58051775"/>
                <a:gd name="connsiteY13268" fmla="*/ 23081446 h 57949372"/>
                <a:gd name="connsiteX13269" fmla="*/ 33487504 w 58051775"/>
                <a:gd name="connsiteY13269" fmla="*/ 23037169 h 57949372"/>
                <a:gd name="connsiteX13270" fmla="*/ 33531902 w 58051775"/>
                <a:gd name="connsiteY13270" fmla="*/ 23003070 h 57949372"/>
                <a:gd name="connsiteX13271" fmla="*/ 33577090 w 58051775"/>
                <a:gd name="connsiteY13271" fmla="*/ 22943844 h 57949372"/>
                <a:gd name="connsiteX13272" fmla="*/ 33620338 w 58051775"/>
                <a:gd name="connsiteY13272" fmla="*/ 22900084 h 57949372"/>
                <a:gd name="connsiteX13273" fmla="*/ 33664790 w 58051775"/>
                <a:gd name="connsiteY13273" fmla="*/ 22855635 h 57949372"/>
                <a:gd name="connsiteX13274" fmla="*/ 33709238 w 58051775"/>
                <a:gd name="connsiteY13274" fmla="*/ 22811185 h 57949372"/>
                <a:gd name="connsiteX13275" fmla="*/ 33753690 w 58051775"/>
                <a:gd name="connsiteY13275" fmla="*/ 22766736 h 57949372"/>
                <a:gd name="connsiteX13276" fmla="*/ 33798138 w 58051775"/>
                <a:gd name="connsiteY13276" fmla="*/ 22722285 h 57949372"/>
                <a:gd name="connsiteX13277" fmla="*/ 33842590 w 58051775"/>
                <a:gd name="connsiteY13277" fmla="*/ 22677834 h 57949372"/>
                <a:gd name="connsiteX13278" fmla="*/ 33887038 w 58051775"/>
                <a:gd name="connsiteY13278" fmla="*/ 22633385 h 57949372"/>
                <a:gd name="connsiteX13279" fmla="*/ 33930010 w 58051775"/>
                <a:gd name="connsiteY13279" fmla="*/ 22588935 h 57949372"/>
                <a:gd name="connsiteX13280" fmla="*/ 33973812 w 58051775"/>
                <a:gd name="connsiteY13280" fmla="*/ 22544856 h 57949372"/>
                <a:gd name="connsiteX13281" fmla="*/ 34018262 w 58051775"/>
                <a:gd name="connsiteY13281" fmla="*/ 22500407 h 57949372"/>
                <a:gd name="connsiteX13282" fmla="*/ 34062712 w 58051775"/>
                <a:gd name="connsiteY13282" fmla="*/ 22455956 h 57949372"/>
                <a:gd name="connsiteX13283" fmla="*/ 34107162 w 58051775"/>
                <a:gd name="connsiteY13283" fmla="*/ 22411506 h 57949372"/>
                <a:gd name="connsiteX13284" fmla="*/ 34151612 w 58051775"/>
                <a:gd name="connsiteY13284" fmla="*/ 22367057 h 57949372"/>
                <a:gd name="connsiteX13285" fmla="*/ 34196062 w 58051775"/>
                <a:gd name="connsiteY13285" fmla="*/ 22322608 h 57949372"/>
                <a:gd name="connsiteX13286" fmla="*/ 34240512 w 58051775"/>
                <a:gd name="connsiteY13286" fmla="*/ 22278157 h 57949372"/>
                <a:gd name="connsiteX13287" fmla="*/ 34284962 w 58051775"/>
                <a:gd name="connsiteY13287" fmla="*/ 22233706 h 57949372"/>
                <a:gd name="connsiteX13288" fmla="*/ 34322824 w 58051775"/>
                <a:gd name="connsiteY13288" fmla="*/ 22181054 h 57949372"/>
                <a:gd name="connsiteX13289" fmla="*/ 34355574 w 58051775"/>
                <a:gd name="connsiteY13289" fmla="*/ 22136603 h 57949372"/>
                <a:gd name="connsiteX13290" fmla="*/ 34402162 w 58051775"/>
                <a:gd name="connsiteY13290" fmla="*/ 22081116 h 57949372"/>
                <a:gd name="connsiteX13291" fmla="*/ 34453626 w 58051775"/>
                <a:gd name="connsiteY13291" fmla="*/ 22044266 h 57949372"/>
                <a:gd name="connsiteX13292" fmla="*/ 34498074 w 58051775"/>
                <a:gd name="connsiteY13292" fmla="*/ 22000098 h 57949372"/>
                <a:gd name="connsiteX13293" fmla="*/ 34548694 w 58051775"/>
                <a:gd name="connsiteY13293" fmla="*/ 21948495 h 57949372"/>
                <a:gd name="connsiteX13294" fmla="*/ 34599050 w 58051775"/>
                <a:gd name="connsiteY13294" fmla="*/ 21910108 h 57949372"/>
                <a:gd name="connsiteX13295" fmla="*/ 34643498 w 58051775"/>
                <a:gd name="connsiteY13295" fmla="*/ 21865659 h 57949372"/>
                <a:gd name="connsiteX13296" fmla="*/ 34687950 w 58051775"/>
                <a:gd name="connsiteY13296" fmla="*/ 21821210 h 57949372"/>
                <a:gd name="connsiteX13297" fmla="*/ 34732398 w 58051775"/>
                <a:gd name="connsiteY13297" fmla="*/ 21776759 h 57949372"/>
                <a:gd name="connsiteX13298" fmla="*/ 34776850 w 58051775"/>
                <a:gd name="connsiteY13298" fmla="*/ 21732309 h 57949372"/>
                <a:gd name="connsiteX13299" fmla="*/ 34821298 w 58051775"/>
                <a:gd name="connsiteY13299" fmla="*/ 21687858 h 57949372"/>
                <a:gd name="connsiteX13300" fmla="*/ 34865750 w 58051775"/>
                <a:gd name="connsiteY13300" fmla="*/ 21643409 h 57949372"/>
                <a:gd name="connsiteX13301" fmla="*/ 34910198 w 58051775"/>
                <a:gd name="connsiteY13301" fmla="*/ 21598960 h 57949372"/>
                <a:gd name="connsiteX13302" fmla="*/ 34954850 w 58051775"/>
                <a:gd name="connsiteY13302" fmla="*/ 21554072 h 57949372"/>
                <a:gd name="connsiteX13303" fmla="*/ 34993126 w 58051775"/>
                <a:gd name="connsiteY13303" fmla="*/ 21516774 h 57949372"/>
                <a:gd name="connsiteX13304" fmla="*/ 35031474 w 58051775"/>
                <a:gd name="connsiteY13304" fmla="*/ 21466698 h 57949372"/>
                <a:gd name="connsiteX13305" fmla="*/ 35082094 w 58051775"/>
                <a:gd name="connsiteY13305" fmla="*/ 21415095 h 57949372"/>
                <a:gd name="connsiteX13306" fmla="*/ 35132450 w 58051775"/>
                <a:gd name="connsiteY13306" fmla="*/ 21376709 h 57949372"/>
                <a:gd name="connsiteX13307" fmla="*/ 35176898 w 58051775"/>
                <a:gd name="connsiteY13307" fmla="*/ 21332258 h 57949372"/>
                <a:gd name="connsiteX13308" fmla="*/ 35215352 w 58051775"/>
                <a:gd name="connsiteY13308" fmla="*/ 21279799 h 57949372"/>
                <a:gd name="connsiteX13309" fmla="*/ 35426562 w 58051775"/>
                <a:gd name="connsiteY13309" fmla="*/ 21039818 h 57949372"/>
                <a:gd name="connsiteX13310" fmla="*/ 35642534 w 58051775"/>
                <a:gd name="connsiteY13310" fmla="*/ 20817568 h 57949372"/>
                <a:gd name="connsiteX13311" fmla="*/ 36325498 w 58051775"/>
                <a:gd name="connsiteY13311" fmla="*/ 20102620 h 57949372"/>
                <a:gd name="connsiteX13312" fmla="*/ 36581086 w 58051775"/>
                <a:gd name="connsiteY13312" fmla="*/ 19852191 h 57949372"/>
                <a:gd name="connsiteX13313" fmla="*/ 36633154 w 58051775"/>
                <a:gd name="connsiteY13313" fmla="*/ 19812503 h 57949372"/>
                <a:gd name="connsiteX13314" fmla="*/ 36810954 w 58051775"/>
                <a:gd name="connsiteY13314" fmla="*/ 19634704 h 57949372"/>
                <a:gd name="connsiteX13315" fmla="*/ 36850424 w 58051775"/>
                <a:gd name="connsiteY13315" fmla="*/ 19582317 h 57949372"/>
                <a:gd name="connsiteX13316" fmla="*/ 36924254 w 58051775"/>
                <a:gd name="connsiteY13316" fmla="*/ 19500859 h 57949372"/>
                <a:gd name="connsiteX13317" fmla="*/ 37003398 w 58051775"/>
                <a:gd name="connsiteY13317" fmla="*/ 19426318 h 57949372"/>
                <a:gd name="connsiteX13318" fmla="*/ 37056498 w 58051775"/>
                <a:gd name="connsiteY13318" fmla="*/ 19388674 h 57949372"/>
                <a:gd name="connsiteX13319" fmla="*/ 37100950 w 58051775"/>
                <a:gd name="connsiteY13319" fmla="*/ 19344210 h 57949372"/>
                <a:gd name="connsiteX13320" fmla="*/ 37145398 w 58051775"/>
                <a:gd name="connsiteY13320" fmla="*/ 19299765 h 57949372"/>
                <a:gd name="connsiteX13321" fmla="*/ 37189850 w 58051775"/>
                <a:gd name="connsiteY13321" fmla="*/ 19255307 h 57949372"/>
                <a:gd name="connsiteX13322" fmla="*/ 37234298 w 58051775"/>
                <a:gd name="connsiteY13322" fmla="*/ 19210862 h 57949372"/>
                <a:gd name="connsiteX13323" fmla="*/ 37278750 w 58051775"/>
                <a:gd name="connsiteY13323" fmla="*/ 19166417 h 57949372"/>
                <a:gd name="connsiteX13324" fmla="*/ 37323114 w 58051775"/>
                <a:gd name="connsiteY13324" fmla="*/ 19121997 h 57949372"/>
                <a:gd name="connsiteX13325" fmla="*/ 37353708 w 58051775"/>
                <a:gd name="connsiteY13325" fmla="*/ 19082240 h 57949372"/>
                <a:gd name="connsiteX13326" fmla="*/ 37380850 w 58051775"/>
                <a:gd name="connsiteY13326" fmla="*/ 19034113 h 57949372"/>
                <a:gd name="connsiteX13327" fmla="*/ 37433254 w 58051775"/>
                <a:gd name="connsiteY13327" fmla="*/ 18974180 h 57949372"/>
                <a:gd name="connsiteX13328" fmla="*/ 37488554 w 58051775"/>
                <a:gd name="connsiteY13328" fmla="*/ 18934847 h 57949372"/>
                <a:gd name="connsiteX13329" fmla="*/ 37533002 w 58051775"/>
                <a:gd name="connsiteY13329" fmla="*/ 18889959 h 57949372"/>
                <a:gd name="connsiteX13330" fmla="*/ 37577454 w 58051775"/>
                <a:gd name="connsiteY13330" fmla="*/ 18845514 h 57949372"/>
                <a:gd name="connsiteX13331" fmla="*/ 37621902 w 58051775"/>
                <a:gd name="connsiteY13331" fmla="*/ 18801050 h 57949372"/>
                <a:gd name="connsiteX13332" fmla="*/ 37666354 w 58051775"/>
                <a:gd name="connsiteY13332" fmla="*/ 18756605 h 57949372"/>
                <a:gd name="connsiteX13333" fmla="*/ 37710802 w 58051775"/>
                <a:gd name="connsiteY13333" fmla="*/ 18712451 h 57949372"/>
                <a:gd name="connsiteX13334" fmla="*/ 37765090 w 58051775"/>
                <a:gd name="connsiteY13334" fmla="*/ 18662027 h 57949372"/>
                <a:gd name="connsiteX13335" fmla="*/ 37810538 w 58051775"/>
                <a:gd name="connsiteY13335" fmla="*/ 18620473 h 57949372"/>
                <a:gd name="connsiteX13336" fmla="*/ 37845610 w 58051775"/>
                <a:gd name="connsiteY13336" fmla="*/ 18573757 h 57949372"/>
                <a:gd name="connsiteX13337" fmla="*/ 37888062 w 58051775"/>
                <a:gd name="connsiteY13337" fmla="*/ 18542522 h 57949372"/>
                <a:gd name="connsiteX13338" fmla="*/ 37923934 w 58051775"/>
                <a:gd name="connsiteY13338" fmla="*/ 18491725 h 57949372"/>
                <a:gd name="connsiteX13339" fmla="*/ 38021698 w 58051775"/>
                <a:gd name="connsiteY13339" fmla="*/ 18398058 h 57949372"/>
                <a:gd name="connsiteX13340" fmla="*/ 38066150 w 58051775"/>
                <a:gd name="connsiteY13340" fmla="*/ 18353613 h 57949372"/>
                <a:gd name="connsiteX13341" fmla="*/ 38110598 w 58051775"/>
                <a:gd name="connsiteY13341" fmla="*/ 18309168 h 57949372"/>
                <a:gd name="connsiteX13342" fmla="*/ 38155050 w 58051775"/>
                <a:gd name="connsiteY13342" fmla="*/ 18264710 h 57949372"/>
                <a:gd name="connsiteX13343" fmla="*/ 38199498 w 58051775"/>
                <a:gd name="connsiteY13343" fmla="*/ 18220265 h 57949372"/>
                <a:gd name="connsiteX13344" fmla="*/ 38243950 w 58051775"/>
                <a:gd name="connsiteY13344" fmla="*/ 18175820 h 57949372"/>
                <a:gd name="connsiteX13345" fmla="*/ 38288398 w 58051775"/>
                <a:gd name="connsiteY13345" fmla="*/ 18131362 h 57949372"/>
                <a:gd name="connsiteX13346" fmla="*/ 38332554 w 58051775"/>
                <a:gd name="connsiteY13346" fmla="*/ 18087556 h 57949372"/>
                <a:gd name="connsiteX13347" fmla="*/ 38372314 w 58051775"/>
                <a:gd name="connsiteY13347" fmla="*/ 18034722 h 57949372"/>
                <a:gd name="connsiteX13348" fmla="*/ 38411154 w 58051775"/>
                <a:gd name="connsiteY13348" fmla="*/ 17983292 h 57949372"/>
                <a:gd name="connsiteX13349" fmla="*/ 38460294 w 58051775"/>
                <a:gd name="connsiteY13349" fmla="*/ 17947230 h 57949372"/>
                <a:gd name="connsiteX13350" fmla="*/ 38510650 w 58051775"/>
                <a:gd name="connsiteY13350" fmla="*/ 17909118 h 57949372"/>
                <a:gd name="connsiteX13351" fmla="*/ 38555098 w 58051775"/>
                <a:gd name="connsiteY13351" fmla="*/ 17864660 h 57949372"/>
                <a:gd name="connsiteX13352" fmla="*/ 38599550 w 58051775"/>
                <a:gd name="connsiteY13352" fmla="*/ 17820215 h 57949372"/>
                <a:gd name="connsiteX13353" fmla="*/ 38643998 w 58051775"/>
                <a:gd name="connsiteY13353" fmla="*/ 17775770 h 57949372"/>
                <a:gd name="connsiteX13354" fmla="*/ 38682546 w 58051775"/>
                <a:gd name="connsiteY13354" fmla="*/ 17723309 h 57949372"/>
                <a:gd name="connsiteX13355" fmla="*/ 38902162 w 58051775"/>
                <a:gd name="connsiteY13355" fmla="*/ 17468868 h 57949372"/>
                <a:gd name="connsiteX13356" fmla="*/ 39346662 w 58051775"/>
                <a:gd name="connsiteY13356" fmla="*/ 17010296 h 57949372"/>
                <a:gd name="connsiteX13357" fmla="*/ 39839904 w 58051775"/>
                <a:gd name="connsiteY13357" fmla="*/ 16503445 h 57949372"/>
                <a:gd name="connsiteX13358" fmla="*/ 40112954 w 58051775"/>
                <a:gd name="connsiteY13358" fmla="*/ 16214378 h 57949372"/>
                <a:gd name="connsiteX13359" fmla="*/ 40162962 w 58051775"/>
                <a:gd name="connsiteY13359" fmla="*/ 16181536 h 57949372"/>
                <a:gd name="connsiteX13360" fmla="*/ 40213762 w 58051775"/>
                <a:gd name="connsiteY13360" fmla="*/ 16132213 h 57949372"/>
                <a:gd name="connsiteX13361" fmla="*/ 40257154 w 58051775"/>
                <a:gd name="connsiteY13361" fmla="*/ 16089609 h 57949372"/>
                <a:gd name="connsiteX13362" fmla="*/ 40301602 w 58051775"/>
                <a:gd name="connsiteY13362" fmla="*/ 16045145 h 57949372"/>
                <a:gd name="connsiteX13363" fmla="*/ 40346054 w 58051775"/>
                <a:gd name="connsiteY13363" fmla="*/ 16000700 h 57949372"/>
                <a:gd name="connsiteX13364" fmla="*/ 40390502 w 58051775"/>
                <a:gd name="connsiteY13364" fmla="*/ 15956255 h 57949372"/>
                <a:gd name="connsiteX13365" fmla="*/ 40434404 w 58051775"/>
                <a:gd name="connsiteY13365" fmla="*/ 15911968 h 57949372"/>
                <a:gd name="connsiteX13366" fmla="*/ 40478802 w 58051775"/>
                <a:gd name="connsiteY13366" fmla="*/ 15877886 h 57949372"/>
                <a:gd name="connsiteX13367" fmla="*/ 40528266 w 58051775"/>
                <a:gd name="connsiteY13367" fmla="*/ 15825096 h 57949372"/>
                <a:gd name="connsiteX13368" fmla="*/ 40567410 w 58051775"/>
                <a:gd name="connsiteY13368" fmla="*/ 15773508 h 57949372"/>
                <a:gd name="connsiteX13369" fmla="*/ 40600838 w 58051775"/>
                <a:gd name="connsiteY13369" fmla="*/ 15728968 h 57949372"/>
                <a:gd name="connsiteX13370" fmla="*/ 40646054 w 58051775"/>
                <a:gd name="connsiteY13370" fmla="*/ 15684504 h 57949372"/>
                <a:gd name="connsiteX13371" fmla="*/ 40692566 w 58051775"/>
                <a:gd name="connsiteY13371" fmla="*/ 15637838 h 57949372"/>
                <a:gd name="connsiteX13372" fmla="*/ 40735254 w 58051775"/>
                <a:gd name="connsiteY13372" fmla="*/ 15594513 h 57949372"/>
                <a:gd name="connsiteX13373" fmla="*/ 40782914 w 58051775"/>
                <a:gd name="connsiteY13373" fmla="*/ 15545924 h 57949372"/>
                <a:gd name="connsiteX13374" fmla="*/ 40831812 w 58051775"/>
                <a:gd name="connsiteY13374" fmla="*/ 15508571 h 57949372"/>
                <a:gd name="connsiteX13375" fmla="*/ 40876262 w 58051775"/>
                <a:gd name="connsiteY13375" fmla="*/ 15464126 h 57949372"/>
                <a:gd name="connsiteX13376" fmla="*/ 40920712 w 58051775"/>
                <a:gd name="connsiteY13376" fmla="*/ 15419662 h 57949372"/>
                <a:gd name="connsiteX13377" fmla="*/ 40965162 w 58051775"/>
                <a:gd name="connsiteY13377" fmla="*/ 15375217 h 57949372"/>
                <a:gd name="connsiteX13378" fmla="*/ 41009612 w 58051775"/>
                <a:gd name="connsiteY13378" fmla="*/ 15330759 h 57949372"/>
                <a:gd name="connsiteX13379" fmla="*/ 41054062 w 58051775"/>
                <a:gd name="connsiteY13379" fmla="*/ 15286314 h 57949372"/>
                <a:gd name="connsiteX13380" fmla="*/ 41098512 w 58051775"/>
                <a:gd name="connsiteY13380" fmla="*/ 15241869 h 57949372"/>
                <a:gd name="connsiteX13381" fmla="*/ 41142962 w 58051775"/>
                <a:gd name="connsiteY13381" fmla="*/ 15197411 h 57949372"/>
                <a:gd name="connsiteX13382" fmla="*/ 41187412 w 58051775"/>
                <a:gd name="connsiteY13382" fmla="*/ 15152960 h 57949372"/>
                <a:gd name="connsiteX13383" fmla="*/ 41231862 w 58051775"/>
                <a:gd name="connsiteY13383" fmla="*/ 15108521 h 57949372"/>
                <a:gd name="connsiteX13384" fmla="*/ 41276312 w 58051775"/>
                <a:gd name="connsiteY13384" fmla="*/ 15064057 h 57949372"/>
                <a:gd name="connsiteX13385" fmla="*/ 41320762 w 58051775"/>
                <a:gd name="connsiteY13385" fmla="*/ 15019612 h 57949372"/>
                <a:gd name="connsiteX13386" fmla="*/ 41358690 w 58051775"/>
                <a:gd name="connsiteY13386" fmla="*/ 14966955 h 57949372"/>
                <a:gd name="connsiteX13387" fmla="*/ 41393582 w 58051775"/>
                <a:gd name="connsiteY13387" fmla="*/ 14918853 h 57949372"/>
                <a:gd name="connsiteX13388" fmla="*/ 41435970 w 58051775"/>
                <a:gd name="connsiteY13388" fmla="*/ 14868056 h 57949372"/>
                <a:gd name="connsiteX13389" fmla="*/ 41479308 w 58051775"/>
                <a:gd name="connsiteY13389" fmla="*/ 14827255 h 57949372"/>
                <a:gd name="connsiteX13390" fmla="*/ 41527890 w 58051775"/>
                <a:gd name="connsiteY13390" fmla="*/ 14778495 h 57949372"/>
                <a:gd name="connsiteX13391" fmla="*/ 41573454 w 58051775"/>
                <a:gd name="connsiteY13391" fmla="*/ 14732715 h 57949372"/>
                <a:gd name="connsiteX13392" fmla="*/ 41613910 w 58051775"/>
                <a:gd name="connsiteY13392" fmla="*/ 14692591 h 57949372"/>
                <a:gd name="connsiteX13393" fmla="*/ 41658360 w 58051775"/>
                <a:gd name="connsiteY13393" fmla="*/ 14647102 h 57949372"/>
                <a:gd name="connsiteX13394" fmla="*/ 41702670 w 58051775"/>
                <a:gd name="connsiteY13394" fmla="*/ 14602657 h 57949372"/>
                <a:gd name="connsiteX13395" fmla="*/ 41746008 w 58051775"/>
                <a:gd name="connsiteY13395" fmla="*/ 14560559 h 57949372"/>
                <a:gd name="connsiteX13396" fmla="*/ 41794590 w 58051775"/>
                <a:gd name="connsiteY13396" fmla="*/ 14511426 h 57949372"/>
                <a:gd name="connsiteX13397" fmla="*/ 41845026 w 58051775"/>
                <a:gd name="connsiteY13397" fmla="*/ 14474573 h 57949372"/>
                <a:gd name="connsiteX13398" fmla="*/ 41889474 w 58051775"/>
                <a:gd name="connsiteY13398" fmla="*/ 14430115 h 57949372"/>
                <a:gd name="connsiteX13399" fmla="*/ 41933926 w 58051775"/>
                <a:gd name="connsiteY13399" fmla="*/ 14385670 h 57949372"/>
                <a:gd name="connsiteX13400" fmla="*/ 41978374 w 58051775"/>
                <a:gd name="connsiteY13400" fmla="*/ 14341225 h 57949372"/>
                <a:gd name="connsiteX13401" fmla="*/ 42022826 w 58051775"/>
                <a:gd name="connsiteY13401" fmla="*/ 14296780 h 57949372"/>
                <a:gd name="connsiteX13402" fmla="*/ 42067274 w 58051775"/>
                <a:gd name="connsiteY13402" fmla="*/ 14252316 h 57949372"/>
                <a:gd name="connsiteX13403" fmla="*/ 42111726 w 58051775"/>
                <a:gd name="connsiteY13403" fmla="*/ 14207871 h 57949372"/>
                <a:gd name="connsiteX13404" fmla="*/ 42156174 w 58051775"/>
                <a:gd name="connsiteY13404" fmla="*/ 14163799 h 57949372"/>
                <a:gd name="connsiteX13405" fmla="*/ 42195754 w 58051775"/>
                <a:gd name="connsiteY13405" fmla="*/ 14110579 h 57949372"/>
                <a:gd name="connsiteX13406" fmla="*/ 42233854 w 58051775"/>
                <a:gd name="connsiteY13406" fmla="*/ 14070841 h 57949372"/>
                <a:gd name="connsiteX13407" fmla="*/ 42402574 w 58051775"/>
                <a:gd name="connsiteY13407" fmla="*/ 13874770 h 57949372"/>
                <a:gd name="connsiteX13408" fmla="*/ 42527570 w 58051775"/>
                <a:gd name="connsiteY13408" fmla="*/ 13735070 h 57949372"/>
                <a:gd name="connsiteX13409" fmla="*/ 42627846 w 58051775"/>
                <a:gd name="connsiteY13409" fmla="*/ 13691846 h 57949372"/>
                <a:gd name="connsiteX13410" fmla="*/ 42727462 w 58051775"/>
                <a:gd name="connsiteY13410" fmla="*/ 13742466 h 57949372"/>
                <a:gd name="connsiteX13411" fmla="*/ 42711222 w 58051775"/>
                <a:gd name="connsiteY13411" fmla="*/ 13779199 h 57949372"/>
                <a:gd name="connsiteX13412" fmla="*/ 42676746 w 58051775"/>
                <a:gd name="connsiteY13412" fmla="*/ 13837297 h 57949372"/>
                <a:gd name="connsiteX13413" fmla="*/ 42636230 w 58051775"/>
                <a:gd name="connsiteY13413" fmla="*/ 13907403 h 57949372"/>
                <a:gd name="connsiteX13414" fmla="*/ 42584158 w 58051775"/>
                <a:gd name="connsiteY13414" fmla="*/ 13963926 h 57949372"/>
                <a:gd name="connsiteX13415" fmla="*/ 42545658 w 58051775"/>
                <a:gd name="connsiteY13415" fmla="*/ 14016273 h 57949372"/>
                <a:gd name="connsiteX13416" fmla="*/ 42507206 w 58051775"/>
                <a:gd name="connsiteY13416" fmla="*/ 14067070 h 57949372"/>
                <a:gd name="connsiteX13417" fmla="*/ 42454268 w 58051775"/>
                <a:gd name="connsiteY13417" fmla="*/ 14135120 h 57949372"/>
                <a:gd name="connsiteX13418" fmla="*/ 42404942 w 58051775"/>
                <a:gd name="connsiteY13418" fmla="*/ 14211306 h 57949372"/>
                <a:gd name="connsiteX13419" fmla="*/ 42368978 w 58051775"/>
                <a:gd name="connsiteY13419" fmla="*/ 14271081 h 57949372"/>
                <a:gd name="connsiteX13420" fmla="*/ 42329104 w 58051775"/>
                <a:gd name="connsiteY13420" fmla="*/ 14327768 h 57949372"/>
                <a:gd name="connsiteX13421" fmla="*/ 42271954 w 58051775"/>
                <a:gd name="connsiteY13421" fmla="*/ 14405827 h 57949372"/>
                <a:gd name="connsiteX13422" fmla="*/ 42229210 w 58051775"/>
                <a:gd name="connsiteY13422" fmla="*/ 14484392 h 57949372"/>
                <a:gd name="connsiteX13423" fmla="*/ 42191110 w 58051775"/>
                <a:gd name="connsiteY13423" fmla="*/ 14531722 h 57949372"/>
                <a:gd name="connsiteX13424" fmla="*/ 42144954 w 58051775"/>
                <a:gd name="connsiteY13424" fmla="*/ 14580134 h 57949372"/>
                <a:gd name="connsiteX13425" fmla="*/ 42100504 w 58051775"/>
                <a:gd name="connsiteY13425" fmla="*/ 14659186 h 57949372"/>
                <a:gd name="connsiteX13426" fmla="*/ 42049794 w 58051775"/>
                <a:gd name="connsiteY13426" fmla="*/ 14729539 h 57949372"/>
                <a:gd name="connsiteX13427" fmla="*/ 42005344 w 58051775"/>
                <a:gd name="connsiteY13427" fmla="*/ 14786707 h 57949372"/>
                <a:gd name="connsiteX13428" fmla="*/ 41967154 w 58051775"/>
                <a:gd name="connsiteY13428" fmla="*/ 14850050 h 57949372"/>
                <a:gd name="connsiteX13429" fmla="*/ 41929054 w 58051775"/>
                <a:gd name="connsiteY13429" fmla="*/ 14914051 h 57949372"/>
                <a:gd name="connsiteX13430" fmla="*/ 41878482 w 58051775"/>
                <a:gd name="connsiteY13430" fmla="*/ 14984062 h 57949372"/>
                <a:gd name="connsiteX13431" fmla="*/ 41828102 w 58051775"/>
                <a:gd name="connsiteY13431" fmla="*/ 15067151 h 57949372"/>
                <a:gd name="connsiteX13432" fmla="*/ 41797950 w 58051775"/>
                <a:gd name="connsiteY13432" fmla="*/ 15146184 h 57949372"/>
                <a:gd name="connsiteX13433" fmla="*/ 41825860 w 58051775"/>
                <a:gd name="connsiteY13433" fmla="*/ 15203491 h 57949372"/>
                <a:gd name="connsiteX13434" fmla="*/ 41866394 w 58051775"/>
                <a:gd name="connsiteY13434" fmla="*/ 15242660 h 57949372"/>
                <a:gd name="connsiteX13435" fmla="*/ 41917312 w 58051775"/>
                <a:gd name="connsiteY13435" fmla="*/ 15287472 h 57949372"/>
                <a:gd name="connsiteX13436" fmla="*/ 41968128 w 58051775"/>
                <a:gd name="connsiteY13436" fmla="*/ 15331974 h 57949372"/>
                <a:gd name="connsiteX13437" fmla="*/ 42003180 w 58051775"/>
                <a:gd name="connsiteY13437" fmla="*/ 15364474 h 57949372"/>
                <a:gd name="connsiteX13438" fmla="*/ 42121626 w 58051775"/>
                <a:gd name="connsiteY13438" fmla="*/ 15481303 h 57949372"/>
                <a:gd name="connsiteX13439" fmla="*/ 42164158 w 58051775"/>
                <a:gd name="connsiteY13439" fmla="*/ 15525767 h 57949372"/>
                <a:gd name="connsiteX13440" fmla="*/ 42214138 w 58051775"/>
                <a:gd name="connsiteY13440" fmla="*/ 15560431 h 57949372"/>
                <a:gd name="connsiteX13441" fmla="*/ 42250642 w 58051775"/>
                <a:gd name="connsiteY13441" fmla="*/ 15598518 h 57949372"/>
                <a:gd name="connsiteX13442" fmla="*/ 42285338 w 58051775"/>
                <a:gd name="connsiteY13442" fmla="*/ 15633707 h 57949372"/>
                <a:gd name="connsiteX13443" fmla="*/ 42334552 w 58051775"/>
                <a:gd name="connsiteY13443" fmla="*/ 15684504 h 57949372"/>
                <a:gd name="connsiteX13444" fmla="*/ 42382402 w 58051775"/>
                <a:gd name="connsiteY13444" fmla="*/ 15733283 h 57949372"/>
                <a:gd name="connsiteX13445" fmla="*/ 42497894 w 58051775"/>
                <a:gd name="connsiteY13445" fmla="*/ 15840299 h 57949372"/>
                <a:gd name="connsiteX13446" fmla="*/ 42561394 w 58051775"/>
                <a:gd name="connsiteY13446" fmla="*/ 15919035 h 57949372"/>
                <a:gd name="connsiteX13447" fmla="*/ 42598714 w 58051775"/>
                <a:gd name="connsiteY13447" fmla="*/ 15976184 h 57949372"/>
                <a:gd name="connsiteX13448" fmla="*/ 42636814 w 58051775"/>
                <a:gd name="connsiteY13448" fmla="*/ 16012689 h 57949372"/>
                <a:gd name="connsiteX13449" fmla="*/ 42678354 w 58051775"/>
                <a:gd name="connsiteY13449" fmla="*/ 16054344 h 57949372"/>
                <a:gd name="connsiteX13450" fmla="*/ 42884842 w 58051775"/>
                <a:gd name="connsiteY13450" fmla="*/ 16265757 h 57949372"/>
                <a:gd name="connsiteX13451" fmla="*/ 43059782 w 58051775"/>
                <a:gd name="connsiteY13451" fmla="*/ 16452863 h 57949372"/>
                <a:gd name="connsiteX13452" fmla="*/ 43139048 w 58051775"/>
                <a:gd name="connsiteY13452" fmla="*/ 16539254 h 57949372"/>
                <a:gd name="connsiteX13453" fmla="*/ 43199056 w 58051775"/>
                <a:gd name="connsiteY13453" fmla="*/ 16626531 h 57949372"/>
                <a:gd name="connsiteX13454" fmla="*/ 43260808 w 58051775"/>
                <a:gd name="connsiteY13454" fmla="*/ 16698402 h 57949372"/>
                <a:gd name="connsiteX13455" fmla="*/ 43297184 w 58051775"/>
                <a:gd name="connsiteY13455" fmla="*/ 16731769 h 57949372"/>
                <a:gd name="connsiteX13456" fmla="*/ 43328072 w 58051775"/>
                <a:gd name="connsiteY13456" fmla="*/ 16770356 h 57949372"/>
                <a:gd name="connsiteX13457" fmla="*/ 43367016 w 58051775"/>
                <a:gd name="connsiteY13457" fmla="*/ 16821153 h 57949372"/>
                <a:gd name="connsiteX13458" fmla="*/ 43458528 w 58051775"/>
                <a:gd name="connsiteY13458" fmla="*/ 16926657 h 57949372"/>
                <a:gd name="connsiteX13459" fmla="*/ 43554656 w 58051775"/>
                <a:gd name="connsiteY13459" fmla="*/ 17028245 h 57949372"/>
                <a:gd name="connsiteX13460" fmla="*/ 43599104 w 58051775"/>
                <a:gd name="connsiteY13460" fmla="*/ 17084407 h 57949372"/>
                <a:gd name="connsiteX13461" fmla="*/ 43643552 w 58051775"/>
                <a:gd name="connsiteY13461" fmla="*/ 17147598 h 57949372"/>
                <a:gd name="connsiteX13462" fmla="*/ 43684736 w 58051775"/>
                <a:gd name="connsiteY13462" fmla="*/ 17201856 h 57949372"/>
                <a:gd name="connsiteX13463" fmla="*/ 43728152 w 58051775"/>
                <a:gd name="connsiteY13463" fmla="*/ 17258638 h 57949372"/>
                <a:gd name="connsiteX13464" fmla="*/ 43845608 w 58051775"/>
                <a:gd name="connsiteY13464" fmla="*/ 17399002 h 57949372"/>
                <a:gd name="connsiteX13465" fmla="*/ 43919192 w 58051775"/>
                <a:gd name="connsiteY13465" fmla="*/ 17499989 h 57949372"/>
                <a:gd name="connsiteX13466" fmla="*/ 44035960 w 58051775"/>
                <a:gd name="connsiteY13466" fmla="*/ 17653013 h 57949372"/>
                <a:gd name="connsiteX13467" fmla="*/ 44081376 w 58051775"/>
                <a:gd name="connsiteY13467" fmla="*/ 17713787 h 57949372"/>
                <a:gd name="connsiteX13468" fmla="*/ 44174776 w 58051775"/>
                <a:gd name="connsiteY13468" fmla="*/ 17832217 h 57949372"/>
                <a:gd name="connsiteX13469" fmla="*/ 44265856 w 58051775"/>
                <a:gd name="connsiteY13469" fmla="*/ 17961775 h 57949372"/>
                <a:gd name="connsiteX13470" fmla="*/ 44303952 w 58051775"/>
                <a:gd name="connsiteY13470" fmla="*/ 18025738 h 57949372"/>
                <a:gd name="connsiteX13471" fmla="*/ 44348400 w 58051775"/>
                <a:gd name="connsiteY13471" fmla="*/ 18083026 h 57949372"/>
                <a:gd name="connsiteX13472" fmla="*/ 44399200 w 58051775"/>
                <a:gd name="connsiteY13472" fmla="*/ 18151266 h 57949372"/>
                <a:gd name="connsiteX13473" fmla="*/ 44450000 w 58051775"/>
                <a:gd name="connsiteY13473" fmla="*/ 18221113 h 57949372"/>
                <a:gd name="connsiteX13474" fmla="*/ 44488104 w 58051775"/>
                <a:gd name="connsiteY13474" fmla="*/ 18278401 h 57949372"/>
                <a:gd name="connsiteX13475" fmla="*/ 44526200 w 58051775"/>
                <a:gd name="connsiteY13475" fmla="*/ 18341314 h 57949372"/>
                <a:gd name="connsiteX13476" fmla="*/ 44577000 w 58051775"/>
                <a:gd name="connsiteY13476" fmla="*/ 18418297 h 57949372"/>
                <a:gd name="connsiteX13477" fmla="*/ 44627800 w 58051775"/>
                <a:gd name="connsiteY13477" fmla="*/ 18488726 h 57949372"/>
                <a:gd name="connsiteX13478" fmla="*/ 44665904 w 58051775"/>
                <a:gd name="connsiteY13478" fmla="*/ 18545097 h 57949372"/>
                <a:gd name="connsiteX13479" fmla="*/ 44704000 w 58051775"/>
                <a:gd name="connsiteY13479" fmla="*/ 18608598 h 57949372"/>
                <a:gd name="connsiteX13480" fmla="*/ 44754800 w 58051775"/>
                <a:gd name="connsiteY13480" fmla="*/ 18681197 h 57949372"/>
                <a:gd name="connsiteX13481" fmla="*/ 44817864 w 58051775"/>
                <a:gd name="connsiteY13481" fmla="*/ 18804694 h 57949372"/>
                <a:gd name="connsiteX13482" fmla="*/ 44857208 w 58051775"/>
                <a:gd name="connsiteY13482" fmla="*/ 18853416 h 57949372"/>
                <a:gd name="connsiteX13483" fmla="*/ 44890912 w 58051775"/>
                <a:gd name="connsiteY13483" fmla="*/ 18889181 h 57949372"/>
                <a:gd name="connsiteX13484" fmla="*/ 44941440 w 58051775"/>
                <a:gd name="connsiteY13484" fmla="*/ 18956111 h 57949372"/>
                <a:gd name="connsiteX13485" fmla="*/ 44985552 w 58051775"/>
                <a:gd name="connsiteY13485" fmla="*/ 19038649 h 57949372"/>
                <a:gd name="connsiteX13486" fmla="*/ 45019976 w 58051775"/>
                <a:gd name="connsiteY13486" fmla="*/ 19116284 h 57949372"/>
                <a:gd name="connsiteX13487" fmla="*/ 45072304 w 58051775"/>
                <a:gd name="connsiteY13487" fmla="*/ 19191686 h 57949372"/>
                <a:gd name="connsiteX13488" fmla="*/ 45108168 w 58051775"/>
                <a:gd name="connsiteY13488" fmla="*/ 19246051 h 57949372"/>
                <a:gd name="connsiteX13489" fmla="*/ 45145880 w 58051775"/>
                <a:gd name="connsiteY13489" fmla="*/ 19310362 h 57949372"/>
                <a:gd name="connsiteX13490" fmla="*/ 45209136 w 58051775"/>
                <a:gd name="connsiteY13490" fmla="*/ 19401827 h 57949372"/>
                <a:gd name="connsiteX13491" fmla="*/ 45252032 w 58051775"/>
                <a:gd name="connsiteY13491" fmla="*/ 19484378 h 57949372"/>
                <a:gd name="connsiteX13492" fmla="*/ 45296816 w 58051775"/>
                <a:gd name="connsiteY13492" fmla="*/ 19566646 h 57949372"/>
                <a:gd name="connsiteX13493" fmla="*/ 45346744 w 58051775"/>
                <a:gd name="connsiteY13493" fmla="*/ 19655545 h 57949372"/>
                <a:gd name="connsiteX13494" fmla="*/ 45386976 w 58051775"/>
                <a:gd name="connsiteY13494" fmla="*/ 19732883 h 57949372"/>
                <a:gd name="connsiteX13495" fmla="*/ 45438656 w 58051775"/>
                <a:gd name="connsiteY13495" fmla="*/ 19812101 h 57949372"/>
                <a:gd name="connsiteX13496" fmla="*/ 45476752 w 58051775"/>
                <a:gd name="connsiteY13496" fmla="*/ 19890045 h 57949372"/>
                <a:gd name="connsiteX13497" fmla="*/ 45523136 w 58051775"/>
                <a:gd name="connsiteY13497" fmla="*/ 19982255 h 57949372"/>
                <a:gd name="connsiteX13498" fmla="*/ 45567584 w 58051775"/>
                <a:gd name="connsiteY13498" fmla="*/ 20065432 h 57949372"/>
                <a:gd name="connsiteX13499" fmla="*/ 45604200 w 58051775"/>
                <a:gd name="connsiteY13499" fmla="*/ 20135303 h 57949372"/>
                <a:gd name="connsiteX13500" fmla="*/ 45648648 w 58051775"/>
                <a:gd name="connsiteY13500" fmla="*/ 20216386 h 57949372"/>
                <a:gd name="connsiteX13501" fmla="*/ 45692744 w 58051775"/>
                <a:gd name="connsiteY13501" fmla="*/ 20305285 h 57949372"/>
                <a:gd name="connsiteX13502" fmla="*/ 45737200 w 58051775"/>
                <a:gd name="connsiteY13502" fmla="*/ 20394185 h 57949372"/>
                <a:gd name="connsiteX13503" fmla="*/ 45781648 w 58051775"/>
                <a:gd name="connsiteY13503" fmla="*/ 20483084 h 57949372"/>
                <a:gd name="connsiteX13504" fmla="*/ 45826096 w 58051775"/>
                <a:gd name="connsiteY13504" fmla="*/ 20571984 h 57949372"/>
                <a:gd name="connsiteX13505" fmla="*/ 45870592 w 58051775"/>
                <a:gd name="connsiteY13505" fmla="*/ 20660885 h 57949372"/>
                <a:gd name="connsiteX13506" fmla="*/ 45908696 w 58051775"/>
                <a:gd name="connsiteY13506" fmla="*/ 20742847 h 57949372"/>
                <a:gd name="connsiteX13507" fmla="*/ 45974360 w 58051775"/>
                <a:gd name="connsiteY13507" fmla="*/ 20877508 h 57949372"/>
                <a:gd name="connsiteX13508" fmla="*/ 46020752 w 58051775"/>
                <a:gd name="connsiteY13508" fmla="*/ 20962868 h 57949372"/>
                <a:gd name="connsiteX13509" fmla="*/ 46065808 w 58051775"/>
                <a:gd name="connsiteY13509" fmla="*/ 21052334 h 57949372"/>
                <a:gd name="connsiteX13510" fmla="*/ 46111024 w 58051775"/>
                <a:gd name="connsiteY13510" fmla="*/ 21141941 h 57949372"/>
                <a:gd name="connsiteX13511" fmla="*/ 46149664 w 58051775"/>
                <a:gd name="connsiteY13511" fmla="*/ 21238421 h 57949372"/>
                <a:gd name="connsiteX13512" fmla="*/ 46188712 w 58051775"/>
                <a:gd name="connsiteY13512" fmla="*/ 21340379 h 57949372"/>
                <a:gd name="connsiteX13513" fmla="*/ 46231936 w 58051775"/>
                <a:gd name="connsiteY13513" fmla="*/ 21440387 h 57949372"/>
                <a:gd name="connsiteX13514" fmla="*/ 46272008 w 58051775"/>
                <a:gd name="connsiteY13514" fmla="*/ 21531760 h 57949372"/>
                <a:gd name="connsiteX13515" fmla="*/ 46308616 w 58051775"/>
                <a:gd name="connsiteY13515" fmla="*/ 21584153 h 57949372"/>
                <a:gd name="connsiteX13516" fmla="*/ 46329376 w 58051775"/>
                <a:gd name="connsiteY13516" fmla="*/ 21663154 h 57949372"/>
                <a:gd name="connsiteX13517" fmla="*/ 46371384 w 58051775"/>
                <a:gd name="connsiteY13517" fmla="*/ 21750837 h 57949372"/>
                <a:gd name="connsiteX13518" fmla="*/ 46410512 w 58051775"/>
                <a:gd name="connsiteY13518" fmla="*/ 21855988 h 57949372"/>
                <a:gd name="connsiteX13519" fmla="*/ 46460656 w 58051775"/>
                <a:gd name="connsiteY13519" fmla="*/ 21963531 h 57949372"/>
                <a:gd name="connsiteX13520" fmla="*/ 46508672 w 58051775"/>
                <a:gd name="connsiteY13520" fmla="*/ 22075836 h 57949372"/>
                <a:gd name="connsiteX13521" fmla="*/ 46553200 w 58051775"/>
                <a:gd name="connsiteY13521" fmla="*/ 22188804 h 57949372"/>
                <a:gd name="connsiteX13522" fmla="*/ 46594200 w 58051775"/>
                <a:gd name="connsiteY13522" fmla="*/ 22311077 h 57949372"/>
                <a:gd name="connsiteX13523" fmla="*/ 46638056 w 58051775"/>
                <a:gd name="connsiteY13523" fmla="*/ 22432115 h 57949372"/>
                <a:gd name="connsiteX13524" fmla="*/ 46680320 w 58051775"/>
                <a:gd name="connsiteY13524" fmla="*/ 22527734 h 57949372"/>
                <a:gd name="connsiteX13525" fmla="*/ 46742368 w 58051775"/>
                <a:gd name="connsiteY13525" fmla="*/ 22695404 h 57949372"/>
                <a:gd name="connsiteX13526" fmla="*/ 46774912 w 58051775"/>
                <a:gd name="connsiteY13526" fmla="*/ 22821007 h 57949372"/>
                <a:gd name="connsiteX13527" fmla="*/ 46816080 w 58051775"/>
                <a:gd name="connsiteY13527" fmla="*/ 22941657 h 57949372"/>
                <a:gd name="connsiteX13528" fmla="*/ 46860792 w 58051775"/>
                <a:gd name="connsiteY13528" fmla="*/ 23063547 h 57949372"/>
                <a:gd name="connsiteX13529" fmla="*/ 46920200 w 58051775"/>
                <a:gd name="connsiteY13529" fmla="*/ 23235218 h 57949372"/>
                <a:gd name="connsiteX13530" fmla="*/ 46954136 w 58051775"/>
                <a:gd name="connsiteY13530" fmla="*/ 23374918 h 57949372"/>
                <a:gd name="connsiteX13531" fmla="*/ 46988904 w 58051775"/>
                <a:gd name="connsiteY13531" fmla="*/ 23517496 h 57949372"/>
                <a:gd name="connsiteX13532" fmla="*/ 47024248 w 58051775"/>
                <a:gd name="connsiteY13532" fmla="*/ 23580995 h 57949372"/>
                <a:gd name="connsiteX13533" fmla="*/ 47092648 w 58051775"/>
                <a:gd name="connsiteY13533" fmla="*/ 23831308 h 57949372"/>
                <a:gd name="connsiteX13534" fmla="*/ 47140704 w 58051775"/>
                <a:gd name="connsiteY13534" fmla="*/ 24004705 h 57949372"/>
                <a:gd name="connsiteX13535" fmla="*/ 47171632 w 58051775"/>
                <a:gd name="connsiteY13535" fmla="*/ 24148519 h 57949372"/>
                <a:gd name="connsiteX13536" fmla="*/ 47215136 w 58051775"/>
                <a:gd name="connsiteY13536" fmla="*/ 24333703 h 57949372"/>
                <a:gd name="connsiteX13537" fmla="*/ 47236168 w 58051775"/>
                <a:gd name="connsiteY13537" fmla="*/ 24470681 h 57949372"/>
                <a:gd name="connsiteX13538" fmla="*/ 47308544 w 58051775"/>
                <a:gd name="connsiteY13538" fmla="*/ 24692145 h 57949372"/>
                <a:gd name="connsiteX13539" fmla="*/ 47340152 w 58051775"/>
                <a:gd name="connsiteY13539" fmla="*/ 24844545 h 57949372"/>
                <a:gd name="connsiteX13540" fmla="*/ 47399040 w 58051775"/>
                <a:gd name="connsiteY13540" fmla="*/ 25118751 h 57949372"/>
                <a:gd name="connsiteX13541" fmla="*/ 47441904 w 58051775"/>
                <a:gd name="connsiteY13541" fmla="*/ 25347350 h 57949372"/>
                <a:gd name="connsiteX13542" fmla="*/ 47478920 w 58051775"/>
                <a:gd name="connsiteY13542" fmla="*/ 25552903 h 57949372"/>
                <a:gd name="connsiteX13543" fmla="*/ 47531432 w 58051775"/>
                <a:gd name="connsiteY13543" fmla="*/ 25803260 h 57949372"/>
                <a:gd name="connsiteX13544" fmla="*/ 47575768 w 58051775"/>
                <a:gd name="connsiteY13544" fmla="*/ 25894867 h 57949372"/>
                <a:gd name="connsiteX13545" fmla="*/ 47576928 w 58051775"/>
                <a:gd name="connsiteY13545" fmla="*/ 26346653 h 57949372"/>
                <a:gd name="connsiteX13546" fmla="*/ 47664864 w 58051775"/>
                <a:gd name="connsiteY13546" fmla="*/ 26517365 h 57949372"/>
                <a:gd name="connsiteX13547" fmla="*/ 47666320 w 58051775"/>
                <a:gd name="connsiteY13547" fmla="*/ 27121352 h 57949372"/>
                <a:gd name="connsiteX13548" fmla="*/ 47699576 w 58051775"/>
                <a:gd name="connsiteY13548" fmla="*/ 27157242 h 57949372"/>
                <a:gd name="connsiteX13549" fmla="*/ 47737336 w 58051775"/>
                <a:gd name="connsiteY13549" fmla="*/ 27277892 h 57949372"/>
                <a:gd name="connsiteX13550" fmla="*/ 47743744 w 58051775"/>
                <a:gd name="connsiteY13550" fmla="*/ 28953050 h 57949372"/>
                <a:gd name="connsiteX13551" fmla="*/ 47722576 w 58051775"/>
                <a:gd name="connsiteY13551" fmla="*/ 30603550 h 57949372"/>
                <a:gd name="connsiteX13552" fmla="*/ 47662088 w 58051775"/>
                <a:gd name="connsiteY13552" fmla="*/ 31070550 h 57949372"/>
                <a:gd name="connsiteX13553" fmla="*/ 47616160 w 58051775"/>
                <a:gd name="connsiteY13553" fmla="*/ 31451551 h 57949372"/>
                <a:gd name="connsiteX13554" fmla="*/ 47578544 w 58051775"/>
                <a:gd name="connsiteY13554" fmla="*/ 31736306 h 57949372"/>
                <a:gd name="connsiteX13555" fmla="*/ 47535088 w 58051775"/>
                <a:gd name="connsiteY13555" fmla="*/ 32034756 h 57949372"/>
                <a:gd name="connsiteX13556" fmla="*/ 47484184 w 58051775"/>
                <a:gd name="connsiteY13556" fmla="*/ 32277050 h 57949372"/>
                <a:gd name="connsiteX13557" fmla="*/ 47472312 w 58051775"/>
                <a:gd name="connsiteY13557" fmla="*/ 32489826 h 57949372"/>
                <a:gd name="connsiteX13558" fmla="*/ 47437096 w 58051775"/>
                <a:gd name="connsiteY13558" fmla="*/ 32557182 h 57949372"/>
                <a:gd name="connsiteX13559" fmla="*/ 47395368 w 58051775"/>
                <a:gd name="connsiteY13559" fmla="*/ 32819480 h 57949372"/>
                <a:gd name="connsiteX13560" fmla="*/ 47360520 w 58051775"/>
                <a:gd name="connsiteY13560" fmla="*/ 32932879 h 57949372"/>
                <a:gd name="connsiteX13561" fmla="*/ 47307120 w 58051775"/>
                <a:gd name="connsiteY13561" fmla="*/ 33169784 h 57949372"/>
                <a:gd name="connsiteX13562" fmla="*/ 47304928 w 58051775"/>
                <a:gd name="connsiteY13562" fmla="*/ 33325910 h 57949372"/>
                <a:gd name="connsiteX13563" fmla="*/ 47264944 w 58051775"/>
                <a:gd name="connsiteY13563" fmla="*/ 33359406 h 57949372"/>
                <a:gd name="connsiteX13564" fmla="*/ 47215600 w 58051775"/>
                <a:gd name="connsiteY13564" fmla="*/ 33514426 h 57949372"/>
                <a:gd name="connsiteX13565" fmla="*/ 47205920 w 58051775"/>
                <a:gd name="connsiteY13565" fmla="*/ 33670516 h 57949372"/>
                <a:gd name="connsiteX13566" fmla="*/ 47179800 w 58051775"/>
                <a:gd name="connsiteY13566" fmla="*/ 33714967 h 57949372"/>
                <a:gd name="connsiteX13567" fmla="*/ 47129152 w 58051775"/>
                <a:gd name="connsiteY13567" fmla="*/ 33894370 h 57949372"/>
                <a:gd name="connsiteX13568" fmla="*/ 47098272 w 58051775"/>
                <a:gd name="connsiteY13568" fmla="*/ 34027718 h 57949372"/>
                <a:gd name="connsiteX13569" fmla="*/ 47044632 w 58051775"/>
                <a:gd name="connsiteY13569" fmla="*/ 34216960 h 57949372"/>
                <a:gd name="connsiteX13570" fmla="*/ 46997536 w 58051775"/>
                <a:gd name="connsiteY13570" fmla="*/ 34350662 h 57949372"/>
                <a:gd name="connsiteX13571" fmla="*/ 46951544 w 58051775"/>
                <a:gd name="connsiteY13571" fmla="*/ 34515687 h 57949372"/>
                <a:gd name="connsiteX13572" fmla="*/ 46918272 w 58051775"/>
                <a:gd name="connsiteY13572" fmla="*/ 34645520 h 57949372"/>
                <a:gd name="connsiteX13573" fmla="*/ 46867480 w 58051775"/>
                <a:gd name="connsiteY13573" fmla="*/ 34762734 h 57949372"/>
                <a:gd name="connsiteX13574" fmla="*/ 46836312 w 58051775"/>
                <a:gd name="connsiteY13574" fmla="*/ 34867850 h 57949372"/>
                <a:gd name="connsiteX13575" fmla="*/ 46772488 w 58051775"/>
                <a:gd name="connsiteY13575" fmla="*/ 35059494 h 57949372"/>
                <a:gd name="connsiteX13576" fmla="*/ 46733408 w 58051775"/>
                <a:gd name="connsiteY13576" fmla="*/ 35174356 h 57949372"/>
                <a:gd name="connsiteX13577" fmla="*/ 46688960 w 58051775"/>
                <a:gd name="connsiteY13577" fmla="*/ 35301356 h 57949372"/>
                <a:gd name="connsiteX13578" fmla="*/ 46638760 w 58051775"/>
                <a:gd name="connsiteY13578" fmla="*/ 35427883 h 57949372"/>
                <a:gd name="connsiteX13579" fmla="*/ 46594080 w 58051775"/>
                <a:gd name="connsiteY13579" fmla="*/ 35529482 h 57949372"/>
                <a:gd name="connsiteX13580" fmla="*/ 46537488 w 58051775"/>
                <a:gd name="connsiteY13580" fmla="*/ 35682881 h 57949372"/>
                <a:gd name="connsiteX13581" fmla="*/ 46510256 w 58051775"/>
                <a:gd name="connsiteY13581" fmla="*/ 35788762 h 57949372"/>
                <a:gd name="connsiteX13582" fmla="*/ 46483456 w 58051775"/>
                <a:gd name="connsiteY13582" fmla="*/ 35859992 h 57949372"/>
                <a:gd name="connsiteX13583" fmla="*/ 46411032 w 58051775"/>
                <a:gd name="connsiteY13583" fmla="*/ 35966402 h 57949372"/>
                <a:gd name="connsiteX13584" fmla="*/ 46359760 w 58051775"/>
                <a:gd name="connsiteY13584" fmla="*/ 36127380 h 57949372"/>
                <a:gd name="connsiteX13585" fmla="*/ 46332456 w 58051775"/>
                <a:gd name="connsiteY13585" fmla="*/ 36233262 h 57949372"/>
                <a:gd name="connsiteX13586" fmla="*/ 46305656 w 58051775"/>
                <a:gd name="connsiteY13586" fmla="*/ 36304492 h 57949372"/>
                <a:gd name="connsiteX13587" fmla="*/ 46243672 w 58051775"/>
                <a:gd name="connsiteY13587" fmla="*/ 36422578 h 57949372"/>
                <a:gd name="connsiteX13588" fmla="*/ 46216760 w 58051775"/>
                <a:gd name="connsiteY13588" fmla="*/ 36495516 h 57949372"/>
                <a:gd name="connsiteX13589" fmla="*/ 46156616 w 58051775"/>
                <a:gd name="connsiteY13589" fmla="*/ 36621316 h 57949372"/>
                <a:gd name="connsiteX13590" fmla="*/ 46110192 w 58051775"/>
                <a:gd name="connsiteY13590" fmla="*/ 36724860 h 57949372"/>
                <a:gd name="connsiteX13591" fmla="*/ 46057896 w 58051775"/>
                <a:gd name="connsiteY13591" fmla="*/ 36814382 h 57949372"/>
                <a:gd name="connsiteX13592" fmla="*/ 46009256 w 58051775"/>
                <a:gd name="connsiteY13592" fmla="*/ 36927010 h 57949372"/>
                <a:gd name="connsiteX13593" fmla="*/ 45977432 w 58051775"/>
                <a:gd name="connsiteY13593" fmla="*/ 37020810 h 57949372"/>
                <a:gd name="connsiteX13594" fmla="*/ 45931256 w 58051775"/>
                <a:gd name="connsiteY13594" fmla="*/ 37119100 h 57949372"/>
                <a:gd name="connsiteX13595" fmla="*/ 45887168 w 58051775"/>
                <a:gd name="connsiteY13595" fmla="*/ 37207586 h 57949372"/>
                <a:gd name="connsiteX13596" fmla="*/ 45842720 w 58051775"/>
                <a:gd name="connsiteY13596" fmla="*/ 37296486 h 57949372"/>
                <a:gd name="connsiteX13597" fmla="*/ 45798272 w 58051775"/>
                <a:gd name="connsiteY13597" fmla="*/ 37385386 h 57949372"/>
                <a:gd name="connsiteX13598" fmla="*/ 45753824 w 58051775"/>
                <a:gd name="connsiteY13598" fmla="*/ 37474286 h 57949372"/>
                <a:gd name="connsiteX13599" fmla="*/ 45709432 w 58051775"/>
                <a:gd name="connsiteY13599" fmla="*/ 37562658 h 57949372"/>
                <a:gd name="connsiteX13600" fmla="*/ 45664544 w 58051775"/>
                <a:gd name="connsiteY13600" fmla="*/ 37638538 h 57949372"/>
                <a:gd name="connsiteX13601" fmla="*/ 45612056 w 58051775"/>
                <a:gd name="connsiteY13601" fmla="*/ 37710274 h 57949372"/>
                <a:gd name="connsiteX13602" fmla="*/ 45567600 w 58051775"/>
                <a:gd name="connsiteY13602" fmla="*/ 37786870 h 57949372"/>
                <a:gd name="connsiteX13603" fmla="*/ 45523456 w 58051775"/>
                <a:gd name="connsiteY13603" fmla="*/ 37869922 h 57949372"/>
                <a:gd name="connsiteX13604" fmla="*/ 45486080 w 58051775"/>
                <a:gd name="connsiteY13604" fmla="*/ 37953808 h 57949372"/>
                <a:gd name="connsiteX13605" fmla="*/ 45448216 w 58051775"/>
                <a:gd name="connsiteY13605" fmla="*/ 38048038 h 57949372"/>
                <a:gd name="connsiteX13606" fmla="*/ 45396696 w 58051775"/>
                <a:gd name="connsiteY13606" fmla="*/ 38135866 h 57949372"/>
                <a:gd name="connsiteX13607" fmla="*/ 45346928 w 58051775"/>
                <a:gd name="connsiteY13607" fmla="*/ 38200386 h 57949372"/>
                <a:gd name="connsiteX13608" fmla="*/ 45296128 w 58051775"/>
                <a:gd name="connsiteY13608" fmla="*/ 38273270 h 57949372"/>
                <a:gd name="connsiteX13609" fmla="*/ 45258784 w 58051775"/>
                <a:gd name="connsiteY13609" fmla="*/ 38352678 h 57949372"/>
                <a:gd name="connsiteX13610" fmla="*/ 45220680 w 58051775"/>
                <a:gd name="connsiteY13610" fmla="*/ 38425702 h 57949372"/>
                <a:gd name="connsiteX13611" fmla="*/ 45168000 w 58051775"/>
                <a:gd name="connsiteY13611" fmla="*/ 38498696 h 57949372"/>
                <a:gd name="connsiteX13612" fmla="*/ 45128128 w 58051775"/>
                <a:gd name="connsiteY13612" fmla="*/ 38563550 h 57949372"/>
                <a:gd name="connsiteX13613" fmla="*/ 45080480 w 58051775"/>
                <a:gd name="connsiteY13613" fmla="*/ 38652450 h 57949372"/>
                <a:gd name="connsiteX13614" fmla="*/ 45031984 w 58051775"/>
                <a:gd name="connsiteY13614" fmla="*/ 38741540 h 57949372"/>
                <a:gd name="connsiteX13615" fmla="*/ 44993128 w 58051775"/>
                <a:gd name="connsiteY13615" fmla="*/ 38817106 h 57949372"/>
                <a:gd name="connsiteX13616" fmla="*/ 44954496 w 58051775"/>
                <a:gd name="connsiteY13616" fmla="*/ 38883086 h 57949372"/>
                <a:gd name="connsiteX13617" fmla="*/ 44900856 w 58051775"/>
                <a:gd name="connsiteY13617" fmla="*/ 38951952 h 57949372"/>
                <a:gd name="connsiteX13618" fmla="*/ 44853440 w 58051775"/>
                <a:gd name="connsiteY13618" fmla="*/ 39024248 h 57949372"/>
                <a:gd name="connsiteX13619" fmla="*/ 44817392 w 58051775"/>
                <a:gd name="connsiteY13619" fmla="*/ 39083018 h 57949372"/>
                <a:gd name="connsiteX13620" fmla="*/ 44767424 w 58051775"/>
                <a:gd name="connsiteY13620" fmla="*/ 39154102 h 57949372"/>
                <a:gd name="connsiteX13621" fmla="*/ 44716136 w 58051775"/>
                <a:gd name="connsiteY13621" fmla="*/ 39230302 h 57949372"/>
                <a:gd name="connsiteX13622" fmla="*/ 44680176 w 58051775"/>
                <a:gd name="connsiteY13622" fmla="*/ 39296892 h 57949372"/>
                <a:gd name="connsiteX13623" fmla="*/ 44640504 w 58051775"/>
                <a:gd name="connsiteY13623" fmla="*/ 39360392 h 57949372"/>
                <a:gd name="connsiteX13624" fmla="*/ 44583352 w 58051775"/>
                <a:gd name="connsiteY13624" fmla="*/ 39436942 h 57949372"/>
                <a:gd name="connsiteX13625" fmla="*/ 44534072 w 58051775"/>
                <a:gd name="connsiteY13625" fmla="*/ 39506794 h 57949372"/>
                <a:gd name="connsiteX13626" fmla="*/ 44502320 w 58051775"/>
                <a:gd name="connsiteY13626" fmla="*/ 39563706 h 57949372"/>
                <a:gd name="connsiteX13627" fmla="*/ 44469056 w 58051775"/>
                <a:gd name="connsiteY13627" fmla="*/ 39612522 h 57949372"/>
                <a:gd name="connsiteX13628" fmla="*/ 44424600 w 58051775"/>
                <a:gd name="connsiteY13628" fmla="*/ 39669508 h 57949372"/>
                <a:gd name="connsiteX13629" fmla="*/ 44373800 w 58051775"/>
                <a:gd name="connsiteY13629" fmla="*/ 39740030 h 57949372"/>
                <a:gd name="connsiteX13630" fmla="*/ 44329352 w 58051775"/>
                <a:gd name="connsiteY13630" fmla="*/ 39805062 h 57949372"/>
                <a:gd name="connsiteX13631" fmla="*/ 44284904 w 58051775"/>
                <a:gd name="connsiteY13631" fmla="*/ 39863524 h 57949372"/>
                <a:gd name="connsiteX13632" fmla="*/ 44253152 w 58051775"/>
                <a:gd name="connsiteY13632" fmla="*/ 39907360 h 57949372"/>
                <a:gd name="connsiteX13633" fmla="*/ 44200632 w 58051775"/>
                <a:gd name="connsiteY13633" fmla="*/ 40006718 h 57949372"/>
                <a:gd name="connsiteX13634" fmla="*/ 44142512 w 58051775"/>
                <a:gd name="connsiteY13634" fmla="*/ 40075086 h 57949372"/>
                <a:gd name="connsiteX13635" fmla="*/ 44090184 w 58051775"/>
                <a:gd name="connsiteY13635" fmla="*/ 40125650 h 57949372"/>
                <a:gd name="connsiteX13636" fmla="*/ 44057416 w 58051775"/>
                <a:gd name="connsiteY13636" fmla="*/ 40177846 h 57949372"/>
                <a:gd name="connsiteX13637" fmla="*/ 44018200 w 58051775"/>
                <a:gd name="connsiteY13637" fmla="*/ 40231840 h 57949372"/>
                <a:gd name="connsiteX13638" fmla="*/ 43885104 w 58051775"/>
                <a:gd name="connsiteY13638" fmla="*/ 40398702 h 57949372"/>
                <a:gd name="connsiteX13639" fmla="*/ 43833312 w 58051775"/>
                <a:gd name="connsiteY13639" fmla="*/ 40462202 h 57949372"/>
                <a:gd name="connsiteX13640" fmla="*/ 43806384 w 58051775"/>
                <a:gd name="connsiteY13640" fmla="*/ 40506650 h 57949372"/>
                <a:gd name="connsiteX13641" fmla="*/ 43760464 w 58051775"/>
                <a:gd name="connsiteY13641" fmla="*/ 40574024 h 57949372"/>
                <a:gd name="connsiteX13642" fmla="*/ 43711088 w 58051775"/>
                <a:gd name="connsiteY13642" fmla="*/ 40635994 h 57949372"/>
                <a:gd name="connsiteX13643" fmla="*/ 43674856 w 58051775"/>
                <a:gd name="connsiteY13643" fmla="*/ 40691890 h 57949372"/>
                <a:gd name="connsiteX13644" fmla="*/ 43607320 w 58051775"/>
                <a:gd name="connsiteY13644" fmla="*/ 40772450 h 57949372"/>
                <a:gd name="connsiteX13645" fmla="*/ 43472104 w 58051775"/>
                <a:gd name="connsiteY13645" fmla="*/ 40918014 h 57949372"/>
                <a:gd name="connsiteX13646" fmla="*/ 43434000 w 58051775"/>
                <a:gd name="connsiteY13646" fmla="*/ 40966524 h 57949372"/>
                <a:gd name="connsiteX13647" fmla="*/ 43389552 w 58051775"/>
                <a:gd name="connsiteY13647" fmla="*/ 41019554 h 57949372"/>
                <a:gd name="connsiteX13648" fmla="*/ 43338752 w 58051775"/>
                <a:gd name="connsiteY13648" fmla="*/ 41068676 h 57949372"/>
                <a:gd name="connsiteX13649" fmla="*/ 43300656 w 58051775"/>
                <a:gd name="connsiteY13649" fmla="*/ 41109786 h 57949372"/>
                <a:gd name="connsiteX13650" fmla="*/ 43252672 w 58051775"/>
                <a:gd name="connsiteY13650" fmla="*/ 41159588 h 57949372"/>
                <a:gd name="connsiteX13651" fmla="*/ 43216120 w 58051775"/>
                <a:gd name="connsiteY13651" fmla="*/ 41215694 h 57949372"/>
                <a:gd name="connsiteX13652" fmla="*/ 43185584 w 58051775"/>
                <a:gd name="connsiteY13652" fmla="*/ 41264964 h 57949372"/>
                <a:gd name="connsiteX13653" fmla="*/ 43141928 w 58051775"/>
                <a:gd name="connsiteY13653" fmla="*/ 41313050 h 57949372"/>
                <a:gd name="connsiteX13654" fmla="*/ 43098016 w 58051775"/>
                <a:gd name="connsiteY13654" fmla="*/ 41363600 h 57949372"/>
                <a:gd name="connsiteX13655" fmla="*/ 43052576 w 58051775"/>
                <a:gd name="connsiteY13655" fmla="*/ 41409154 h 57949372"/>
                <a:gd name="connsiteX13656" fmla="*/ 42984502 w 58051775"/>
                <a:gd name="connsiteY13656" fmla="*/ 41482520 h 57949372"/>
                <a:gd name="connsiteX13657" fmla="*/ 42674694 w 58051775"/>
                <a:gd name="connsiteY13657" fmla="*/ 41800590 h 57949372"/>
                <a:gd name="connsiteX13658" fmla="*/ 42617994 w 58051775"/>
                <a:gd name="connsiteY13658" fmla="*/ 41857742 h 57949372"/>
                <a:gd name="connsiteX13659" fmla="*/ 42575534 w 58051775"/>
                <a:gd name="connsiteY13659" fmla="*/ 41903650 h 57949372"/>
                <a:gd name="connsiteX13660" fmla="*/ 42548108 w 58051775"/>
                <a:gd name="connsiteY13660" fmla="*/ 41941750 h 57949372"/>
                <a:gd name="connsiteX13661" fmla="*/ 42516100 w 58051775"/>
                <a:gd name="connsiteY13661" fmla="*/ 41981584 h 57949372"/>
                <a:gd name="connsiteX13662" fmla="*/ 42464186 w 58051775"/>
                <a:gd name="connsiteY13662" fmla="*/ 42037594 h 57949372"/>
                <a:gd name="connsiteX13663" fmla="*/ 42411766 w 58051775"/>
                <a:gd name="connsiteY13663" fmla="*/ 42086660 h 57949372"/>
                <a:gd name="connsiteX13664" fmla="*/ 42373666 w 58051775"/>
                <a:gd name="connsiteY13664" fmla="*/ 42129110 h 57949372"/>
                <a:gd name="connsiteX13665" fmla="*/ 42322754 w 58051775"/>
                <a:gd name="connsiteY13665" fmla="*/ 42187668 h 57949372"/>
                <a:gd name="connsiteX13666" fmla="*/ 42272994 w 58051775"/>
                <a:gd name="connsiteY13666" fmla="*/ 42235258 h 57949372"/>
                <a:gd name="connsiteX13667" fmla="*/ 42234894 w 58051775"/>
                <a:gd name="connsiteY13667" fmla="*/ 42271950 h 57949372"/>
                <a:gd name="connsiteX13668" fmla="*/ 42214926 w 58051775"/>
                <a:gd name="connsiteY13668" fmla="*/ 42308954 h 57949372"/>
                <a:gd name="connsiteX13669" fmla="*/ 42101388 w 58051775"/>
                <a:gd name="connsiteY13669" fmla="*/ 42398798 h 57949372"/>
                <a:gd name="connsiteX13670" fmla="*/ 42062404 w 58051775"/>
                <a:gd name="connsiteY13670" fmla="*/ 42434758 h 57949372"/>
                <a:gd name="connsiteX13671" fmla="*/ 42007198 w 58051775"/>
                <a:gd name="connsiteY13671" fmla="*/ 42479358 h 57949372"/>
                <a:gd name="connsiteX13672" fmla="*/ 41962996 w 58051775"/>
                <a:gd name="connsiteY13672" fmla="*/ 42537432 h 57949372"/>
                <a:gd name="connsiteX13673" fmla="*/ 41931306 w 58051775"/>
                <a:gd name="connsiteY13673" fmla="*/ 42580494 h 57949372"/>
                <a:gd name="connsiteX13674" fmla="*/ 41797292 w 58051775"/>
                <a:gd name="connsiteY13674" fmla="*/ 42689850 h 57949372"/>
                <a:gd name="connsiteX13675" fmla="*/ 41752842 w 58051775"/>
                <a:gd name="connsiteY13675" fmla="*/ 42734338 h 57949372"/>
                <a:gd name="connsiteX13676" fmla="*/ 41636954 w 58051775"/>
                <a:gd name="connsiteY13676" fmla="*/ 42831766 h 57949372"/>
                <a:gd name="connsiteX13677" fmla="*/ 41475618 w 58051775"/>
                <a:gd name="connsiteY13677" fmla="*/ 42974212 h 57949372"/>
                <a:gd name="connsiteX13678" fmla="*/ 41308014 w 58051775"/>
                <a:gd name="connsiteY13678" fmla="*/ 43147960 h 57949372"/>
                <a:gd name="connsiteX13679" fmla="*/ 41226946 w 58051775"/>
                <a:gd name="connsiteY13679" fmla="*/ 43220944 h 57949372"/>
                <a:gd name="connsiteX13680" fmla="*/ 41173878 w 58051775"/>
                <a:gd name="connsiteY13680" fmla="*/ 43267758 h 57949372"/>
                <a:gd name="connsiteX13681" fmla="*/ 41129934 w 58051775"/>
                <a:gd name="connsiteY13681" fmla="*/ 43311970 h 57949372"/>
                <a:gd name="connsiteX13682" fmla="*/ 41088814 w 58051775"/>
                <a:gd name="connsiteY13682" fmla="*/ 43347200 h 57949372"/>
                <a:gd name="connsiteX13683" fmla="*/ 41045478 w 58051775"/>
                <a:gd name="connsiteY13683" fmla="*/ 43382290 h 57949372"/>
                <a:gd name="connsiteX13684" fmla="*/ 40992362 w 58051775"/>
                <a:gd name="connsiteY13684" fmla="*/ 43414838 h 57949372"/>
                <a:gd name="connsiteX13685" fmla="*/ 40930944 w 58051775"/>
                <a:gd name="connsiteY13685" fmla="*/ 43459402 h 57949372"/>
                <a:gd name="connsiteX13686" fmla="*/ 40883834 w 58051775"/>
                <a:gd name="connsiteY13686" fmla="*/ 43514892 h 57949372"/>
                <a:gd name="connsiteX13687" fmla="*/ 40837300 w 58051775"/>
                <a:gd name="connsiteY13687" fmla="*/ 43559212 h 57949372"/>
                <a:gd name="connsiteX13688" fmla="*/ 40767004 w 58051775"/>
                <a:gd name="connsiteY13688" fmla="*/ 43600338 h 57949372"/>
                <a:gd name="connsiteX13689" fmla="*/ 40654346 w 58051775"/>
                <a:gd name="connsiteY13689" fmla="*/ 43691084 h 57949372"/>
                <a:gd name="connsiteX13690" fmla="*/ 40614604 w 58051775"/>
                <a:gd name="connsiteY13690" fmla="*/ 43721444 h 57949372"/>
                <a:gd name="connsiteX13691" fmla="*/ 40489908 w 58051775"/>
                <a:gd name="connsiteY13691" fmla="*/ 43815004 h 57949372"/>
                <a:gd name="connsiteX13692" fmla="*/ 40417754 w 58051775"/>
                <a:gd name="connsiteY13692" fmla="*/ 43870420 h 57949372"/>
                <a:gd name="connsiteX13693" fmla="*/ 40341554 w 58051775"/>
                <a:gd name="connsiteY13693" fmla="*/ 43943092 h 57949372"/>
                <a:gd name="connsiteX13694" fmla="*/ 40265354 w 58051775"/>
                <a:gd name="connsiteY13694" fmla="*/ 43995620 h 57949372"/>
                <a:gd name="connsiteX13695" fmla="*/ 40195504 w 58051775"/>
                <a:gd name="connsiteY13695" fmla="*/ 44044828 h 57949372"/>
                <a:gd name="connsiteX13696" fmla="*/ 40132004 w 58051775"/>
                <a:gd name="connsiteY13696" fmla="*/ 44086636 h 57949372"/>
                <a:gd name="connsiteX13697" fmla="*/ 40072570 w 58051775"/>
                <a:gd name="connsiteY13697" fmla="*/ 44129852 h 57949372"/>
                <a:gd name="connsiteX13698" fmla="*/ 40017402 w 58051775"/>
                <a:gd name="connsiteY13698" fmla="*/ 44176948 h 57949372"/>
                <a:gd name="connsiteX13699" fmla="*/ 39959138 w 58051775"/>
                <a:gd name="connsiteY13699" fmla="*/ 44221404 h 57949372"/>
                <a:gd name="connsiteX13700" fmla="*/ 39893650 w 58051775"/>
                <a:gd name="connsiteY13700" fmla="*/ 44271948 h 57949372"/>
                <a:gd name="connsiteX13701" fmla="*/ 39833554 w 58051775"/>
                <a:gd name="connsiteY13701" fmla="*/ 44318348 h 57949372"/>
                <a:gd name="connsiteX13702" fmla="*/ 39776404 w 58051775"/>
                <a:gd name="connsiteY13702" fmla="*/ 44354004 h 57949372"/>
                <a:gd name="connsiteX13703" fmla="*/ 39714766 w 58051775"/>
                <a:gd name="connsiteY13703" fmla="*/ 44396500 h 57949372"/>
                <a:gd name="connsiteX13704" fmla="*/ 39629436 w 58051775"/>
                <a:gd name="connsiteY13704" fmla="*/ 44460972 h 57949372"/>
                <a:gd name="connsiteX13705" fmla="*/ 39566228 w 58051775"/>
                <a:gd name="connsiteY13705" fmla="*/ 44515468 h 57949372"/>
                <a:gd name="connsiteX13706" fmla="*/ 39519686 w 58051775"/>
                <a:gd name="connsiteY13706" fmla="*/ 44547700 h 57949372"/>
                <a:gd name="connsiteX13707" fmla="*/ 39454034 w 58051775"/>
                <a:gd name="connsiteY13707" fmla="*/ 44585484 h 57949372"/>
                <a:gd name="connsiteX13708" fmla="*/ 39376354 w 58051775"/>
                <a:gd name="connsiteY13708" fmla="*/ 44628660 h 57949372"/>
                <a:gd name="connsiteX13709" fmla="*/ 39300154 w 58051775"/>
                <a:gd name="connsiteY13709" fmla="*/ 44672460 h 57949372"/>
                <a:gd name="connsiteX13710" fmla="*/ 39243004 w 58051775"/>
                <a:gd name="connsiteY13710" fmla="*/ 44711136 h 57949372"/>
                <a:gd name="connsiteX13711" fmla="*/ 39185854 w 58051775"/>
                <a:gd name="connsiteY13711" fmla="*/ 44749904 h 57949372"/>
                <a:gd name="connsiteX13712" fmla="*/ 39116004 w 58051775"/>
                <a:gd name="connsiteY13712" fmla="*/ 44802116 h 57949372"/>
                <a:gd name="connsiteX13713" fmla="*/ 39042784 w 58051775"/>
                <a:gd name="connsiteY13713" fmla="*/ 44849520 h 57949372"/>
                <a:gd name="connsiteX13714" fmla="*/ 38972934 w 58051775"/>
                <a:gd name="connsiteY13714" fmla="*/ 44888148 h 57949372"/>
                <a:gd name="connsiteX13715" fmla="*/ 38906454 w 58051775"/>
                <a:gd name="connsiteY13715" fmla="*/ 44929368 h 57949372"/>
                <a:gd name="connsiteX13716" fmla="*/ 38831734 w 58051775"/>
                <a:gd name="connsiteY13716" fmla="*/ 44980168 h 57949372"/>
                <a:gd name="connsiteX13717" fmla="*/ 38758462 w 58051775"/>
                <a:gd name="connsiteY13717" fmla="*/ 45027848 h 57949372"/>
                <a:gd name="connsiteX13718" fmla="*/ 38687134 w 58051775"/>
                <a:gd name="connsiteY13718" fmla="*/ 45071208 h 57949372"/>
                <a:gd name="connsiteX13719" fmla="*/ 38611396 w 58051775"/>
                <a:gd name="connsiteY13719" fmla="*/ 45127348 h 57949372"/>
                <a:gd name="connsiteX13720" fmla="*/ 38543030 w 58051775"/>
                <a:gd name="connsiteY13720" fmla="*/ 45171404 h 57949372"/>
                <a:gd name="connsiteX13721" fmla="*/ 38449198 w 58051775"/>
                <a:gd name="connsiteY13721" fmla="*/ 45229348 h 57949372"/>
                <a:gd name="connsiteX13722" fmla="*/ 38403146 w 58051775"/>
                <a:gd name="connsiteY13722" fmla="*/ 45252340 h 57949372"/>
                <a:gd name="connsiteX13723" fmla="*/ 38300426 w 58051775"/>
                <a:gd name="connsiteY13723" fmla="*/ 45308276 h 57949372"/>
                <a:gd name="connsiteX13724" fmla="*/ 38222242 w 58051775"/>
                <a:gd name="connsiteY13724" fmla="*/ 45349200 h 57949372"/>
                <a:gd name="connsiteX13725" fmla="*/ 38135444 w 58051775"/>
                <a:gd name="connsiteY13725" fmla="*/ 45383448 h 57949372"/>
                <a:gd name="connsiteX13726" fmla="*/ 38064834 w 58051775"/>
                <a:gd name="connsiteY13726" fmla="*/ 45426808 h 57949372"/>
                <a:gd name="connsiteX13727" fmla="*/ 37981798 w 58051775"/>
                <a:gd name="connsiteY13727" fmla="*/ 45477608 h 57949372"/>
                <a:gd name="connsiteX13728" fmla="*/ 37899246 w 58051775"/>
                <a:gd name="connsiteY13728" fmla="*/ 45520032 h 57949372"/>
                <a:gd name="connsiteX13729" fmla="*/ 37833304 w 58051775"/>
                <a:gd name="connsiteY13729" fmla="*/ 45555600 h 57949372"/>
                <a:gd name="connsiteX13730" fmla="*/ 37720798 w 58051775"/>
                <a:gd name="connsiteY13730" fmla="*/ 45618424 h 57949372"/>
                <a:gd name="connsiteX13731" fmla="*/ 37648366 w 58051775"/>
                <a:gd name="connsiteY13731" fmla="*/ 45664900 h 57949372"/>
                <a:gd name="connsiteX13732" fmla="*/ 37557668 w 58051775"/>
                <a:gd name="connsiteY13732" fmla="*/ 45702892 h 57949372"/>
                <a:gd name="connsiteX13733" fmla="*/ 37469410 w 58051775"/>
                <a:gd name="connsiteY13733" fmla="*/ 45742948 h 57949372"/>
                <a:gd name="connsiteX13734" fmla="*/ 37387938 w 58051775"/>
                <a:gd name="connsiteY13734" fmla="*/ 45792272 h 57949372"/>
                <a:gd name="connsiteX13735" fmla="*/ 37299130 w 58051775"/>
                <a:gd name="connsiteY13735" fmla="*/ 45836720 h 57949372"/>
                <a:gd name="connsiteX13736" fmla="*/ 37222938 w 58051775"/>
                <a:gd name="connsiteY13736" fmla="*/ 45876464 h 57949372"/>
                <a:gd name="connsiteX13737" fmla="*/ 37137490 w 58051775"/>
                <a:gd name="connsiteY13737" fmla="*/ 45920916 h 57949372"/>
                <a:gd name="connsiteX13738" fmla="*/ 37034830 w 58051775"/>
                <a:gd name="connsiteY13738" fmla="*/ 45969820 h 57949372"/>
                <a:gd name="connsiteX13739" fmla="*/ 36950678 w 58051775"/>
                <a:gd name="connsiteY13739" fmla="*/ 46005388 h 57949372"/>
                <a:gd name="connsiteX13740" fmla="*/ 36833154 w 58051775"/>
                <a:gd name="connsiteY13740" fmla="*/ 46062668 h 57949372"/>
                <a:gd name="connsiteX13741" fmla="*/ 36761706 w 58051775"/>
                <a:gd name="connsiteY13741" fmla="*/ 46109276 h 57949372"/>
                <a:gd name="connsiteX13742" fmla="*/ 36670246 w 58051775"/>
                <a:gd name="connsiteY13742" fmla="*/ 46153244 h 57949372"/>
                <a:gd name="connsiteX13743" fmla="*/ 36573694 w 58051775"/>
                <a:gd name="connsiteY13743" fmla="*/ 46198460 h 57949372"/>
                <a:gd name="connsiteX13744" fmla="*/ 36458806 w 58051775"/>
                <a:gd name="connsiteY13744" fmla="*/ 46238104 h 57949372"/>
                <a:gd name="connsiteX13745" fmla="*/ 36348582 w 58051775"/>
                <a:gd name="connsiteY13745" fmla="*/ 46277268 h 57949372"/>
                <a:gd name="connsiteX13746" fmla="*/ 36247426 w 58051775"/>
                <a:gd name="connsiteY13746" fmla="*/ 46324744 h 57949372"/>
                <a:gd name="connsiteX13747" fmla="*/ 36138220 w 58051775"/>
                <a:gd name="connsiteY13747" fmla="*/ 46385640 h 57949372"/>
                <a:gd name="connsiteX13748" fmla="*/ 36050022 w 58051775"/>
                <a:gd name="connsiteY13748" fmla="*/ 46421980 h 57949372"/>
                <a:gd name="connsiteX13749" fmla="*/ 35926512 w 58051775"/>
                <a:gd name="connsiteY13749" fmla="*/ 46454836 h 57949372"/>
                <a:gd name="connsiteX13750" fmla="*/ 35779138 w 58051775"/>
                <a:gd name="connsiteY13750" fmla="*/ 46507800 h 57949372"/>
                <a:gd name="connsiteX13751" fmla="*/ 35685014 w 58051775"/>
                <a:gd name="connsiteY13751" fmla="*/ 46555476 h 57949372"/>
                <a:gd name="connsiteX13752" fmla="*/ 35561126 w 58051775"/>
                <a:gd name="connsiteY13752" fmla="*/ 46594620 h 57949372"/>
                <a:gd name="connsiteX13753" fmla="*/ 35446918 w 58051775"/>
                <a:gd name="connsiteY13753" fmla="*/ 46633040 h 57949372"/>
                <a:gd name="connsiteX13754" fmla="*/ 35335794 w 58051775"/>
                <a:gd name="connsiteY13754" fmla="*/ 46683228 h 57949372"/>
                <a:gd name="connsiteX13755" fmla="*/ 35201226 w 58051775"/>
                <a:gd name="connsiteY13755" fmla="*/ 46726932 h 57949372"/>
                <a:gd name="connsiteX13756" fmla="*/ 35066510 w 58051775"/>
                <a:gd name="connsiteY13756" fmla="*/ 46772148 h 57949372"/>
                <a:gd name="connsiteX13757" fmla="*/ 34947490 w 58051775"/>
                <a:gd name="connsiteY13757" fmla="*/ 46822952 h 57949372"/>
                <a:gd name="connsiteX13758" fmla="*/ 34825034 w 58051775"/>
                <a:gd name="connsiteY13758" fmla="*/ 46860028 h 57949372"/>
                <a:gd name="connsiteX13759" fmla="*/ 34658304 w 58051775"/>
                <a:gd name="connsiteY13759" fmla="*/ 46913580 h 57949372"/>
                <a:gd name="connsiteX13760" fmla="*/ 34544004 w 58051775"/>
                <a:gd name="connsiteY13760" fmla="*/ 46946324 h 57949372"/>
                <a:gd name="connsiteX13761" fmla="*/ 34381456 w 58051775"/>
                <a:gd name="connsiteY13761" fmla="*/ 47008852 h 57949372"/>
                <a:gd name="connsiteX13762" fmla="*/ 34233080 w 58051775"/>
                <a:gd name="connsiteY13762" fmla="*/ 47048932 h 57949372"/>
                <a:gd name="connsiteX13763" fmla="*/ 34055054 w 58051775"/>
                <a:gd name="connsiteY13763" fmla="*/ 47097636 h 57949372"/>
                <a:gd name="connsiteX13764" fmla="*/ 33905170 w 58051775"/>
                <a:gd name="connsiteY13764" fmla="*/ 47133524 h 57949372"/>
                <a:gd name="connsiteX13765" fmla="*/ 33745092 w 58051775"/>
                <a:gd name="connsiteY13765" fmla="*/ 47185712 h 57949372"/>
                <a:gd name="connsiteX13766" fmla="*/ 33573522 w 58051775"/>
                <a:gd name="connsiteY13766" fmla="*/ 47227512 h 57949372"/>
                <a:gd name="connsiteX13767" fmla="*/ 33383630 w 58051775"/>
                <a:gd name="connsiteY13767" fmla="*/ 47270928 h 57949372"/>
                <a:gd name="connsiteX13768" fmla="*/ 33197086 w 58051775"/>
                <a:gd name="connsiteY13768" fmla="*/ 47307944 h 57949372"/>
                <a:gd name="connsiteX13769" fmla="*/ 32981904 w 58051775"/>
                <a:gd name="connsiteY13769" fmla="*/ 47358140 h 57949372"/>
                <a:gd name="connsiteX13770" fmla="*/ 32781898 w 58051775"/>
                <a:gd name="connsiteY13770" fmla="*/ 47400372 h 57949372"/>
                <a:gd name="connsiteX13771" fmla="*/ 32577358 w 58051775"/>
                <a:gd name="connsiteY13771" fmla="*/ 47451776 h 57949372"/>
                <a:gd name="connsiteX13772" fmla="*/ 32351914 w 58051775"/>
                <a:gd name="connsiteY13772" fmla="*/ 47486692 h 57949372"/>
                <a:gd name="connsiteX13773" fmla="*/ 32118304 w 58051775"/>
                <a:gd name="connsiteY13773" fmla="*/ 47508296 h 57949372"/>
                <a:gd name="connsiteX13774" fmla="*/ 31764266 w 58051775"/>
                <a:gd name="connsiteY13774" fmla="*/ 47577520 h 57949372"/>
                <a:gd name="connsiteX13775" fmla="*/ 31510468 w 58051775"/>
                <a:gd name="connsiteY13775" fmla="*/ 47610736 h 57949372"/>
                <a:gd name="connsiteX13776" fmla="*/ 31062024 w 58051775"/>
                <a:gd name="connsiteY13776" fmla="*/ 47660416 h 57949372"/>
                <a:gd name="connsiteX13777" fmla="*/ 30727422 w 58051775"/>
                <a:gd name="connsiteY13777" fmla="*/ 47701200 h 57949372"/>
                <a:gd name="connsiteX13778" fmla="*/ 30602602 w 58051775"/>
                <a:gd name="connsiteY13778" fmla="*/ 47736980 h 57949372"/>
                <a:gd name="connsiteX13779" fmla="*/ 28860754 w 58051775"/>
                <a:gd name="connsiteY13779" fmla="*/ 47743332 h 57949372"/>
                <a:gd name="connsiteX13780" fmla="*/ 27209752 w 58051775"/>
                <a:gd name="connsiteY13780" fmla="*/ 47745648 h 57949372"/>
                <a:gd name="connsiteX13781" fmla="*/ 27044656 w 58051775"/>
                <a:gd name="connsiteY13781" fmla="*/ 47665508 h 57949372"/>
                <a:gd name="connsiteX13782" fmla="*/ 26771604 w 58051775"/>
                <a:gd name="connsiteY13782" fmla="*/ 47659040 h 57949372"/>
                <a:gd name="connsiteX13783" fmla="*/ 26416004 w 58051775"/>
                <a:gd name="connsiteY13783" fmla="*/ 47613396 h 57949372"/>
                <a:gd name="connsiteX13784" fmla="*/ 26193752 w 58051775"/>
                <a:gd name="connsiteY13784" fmla="*/ 47573104 h 57949372"/>
                <a:gd name="connsiteX13785" fmla="*/ 25814392 w 58051775"/>
                <a:gd name="connsiteY13785" fmla="*/ 47528368 h 57949372"/>
                <a:gd name="connsiteX13786" fmla="*/ 25613220 w 58051775"/>
                <a:gd name="connsiteY13786" fmla="*/ 47488932 h 57949372"/>
                <a:gd name="connsiteX13787" fmla="*/ 25361904 w 58051775"/>
                <a:gd name="connsiteY13787" fmla="*/ 47440416 h 57949372"/>
                <a:gd name="connsiteX13788" fmla="*/ 25139656 w 58051775"/>
                <a:gd name="connsiteY13788" fmla="*/ 47395216 h 57949372"/>
                <a:gd name="connsiteX13789" fmla="*/ 24914508 w 58051775"/>
                <a:gd name="connsiteY13789" fmla="*/ 47354692 h 57949372"/>
                <a:gd name="connsiteX13790" fmla="*/ 24714000 w 58051775"/>
                <a:gd name="connsiteY13790" fmla="*/ 47314452 h 57949372"/>
                <a:gd name="connsiteX13791" fmla="*/ 24558144 w 58051775"/>
                <a:gd name="connsiteY13791" fmla="*/ 47276420 h 57949372"/>
                <a:gd name="connsiteX13792" fmla="*/ 24508664 w 58051775"/>
                <a:gd name="connsiteY13792" fmla="*/ 47239372 h 57949372"/>
                <a:gd name="connsiteX13793" fmla="*/ 24254804 w 58051775"/>
                <a:gd name="connsiteY13793" fmla="*/ 47213724 h 57949372"/>
                <a:gd name="connsiteX13794" fmla="*/ 24146168 w 58051775"/>
                <a:gd name="connsiteY13794" fmla="*/ 47176552 h 57949372"/>
                <a:gd name="connsiteX13795" fmla="*/ 24034072 w 58051775"/>
                <a:gd name="connsiteY13795" fmla="*/ 47135744 h 57949372"/>
                <a:gd name="connsiteX13796" fmla="*/ 23929620 w 58051775"/>
                <a:gd name="connsiteY13796" fmla="*/ 47124304 h 57949372"/>
                <a:gd name="connsiteX13797" fmla="*/ 23862024 w 58051775"/>
                <a:gd name="connsiteY13797" fmla="*/ 47086504 h 57949372"/>
                <a:gd name="connsiteX13798" fmla="*/ 23619456 w 58051775"/>
                <a:gd name="connsiteY13798" fmla="*/ 47035876 h 57949372"/>
                <a:gd name="connsiteX13799" fmla="*/ 23525648 w 58051775"/>
                <a:gd name="connsiteY13799" fmla="*/ 46998704 h 57949372"/>
                <a:gd name="connsiteX13800" fmla="*/ 23420248 w 58051775"/>
                <a:gd name="connsiteY13800" fmla="*/ 46957944 h 57949372"/>
                <a:gd name="connsiteX13801" fmla="*/ 23237120 w 58051775"/>
                <a:gd name="connsiteY13801" fmla="*/ 46906572 h 57949372"/>
                <a:gd name="connsiteX13802" fmla="*/ 23144376 w 58051775"/>
                <a:gd name="connsiteY13802" fmla="*/ 46862356 h 57949372"/>
                <a:gd name="connsiteX13803" fmla="*/ 23060464 w 58051775"/>
                <a:gd name="connsiteY13803" fmla="*/ 46858372 h 57949372"/>
                <a:gd name="connsiteX13804" fmla="*/ 22999704 w 58051775"/>
                <a:gd name="connsiteY13804" fmla="*/ 46824900 h 57949372"/>
                <a:gd name="connsiteX13805" fmla="*/ 22813164 w 58051775"/>
                <a:gd name="connsiteY13805" fmla="*/ 46769100 h 57949372"/>
                <a:gd name="connsiteX13806" fmla="*/ 22732392 w 58051775"/>
                <a:gd name="connsiteY13806" fmla="*/ 46737308 h 57949372"/>
                <a:gd name="connsiteX13807" fmla="*/ 22560408 w 58051775"/>
                <a:gd name="connsiteY13807" fmla="*/ 46685200 h 57949372"/>
                <a:gd name="connsiteX13808" fmla="*/ 22461340 w 58051775"/>
                <a:gd name="connsiteY13808" fmla="*/ 46646612 h 57949372"/>
                <a:gd name="connsiteX13809" fmla="*/ 22350112 w 58051775"/>
                <a:gd name="connsiteY13809" fmla="*/ 46600056 h 57949372"/>
                <a:gd name="connsiteX13810" fmla="*/ 22242892 w 58051775"/>
                <a:gd name="connsiteY13810" fmla="*/ 46549744 h 57949372"/>
                <a:gd name="connsiteX13811" fmla="*/ 22132084 w 58051775"/>
                <a:gd name="connsiteY13811" fmla="*/ 46507400 h 57949372"/>
                <a:gd name="connsiteX13812" fmla="*/ 22019284 w 58051775"/>
                <a:gd name="connsiteY13812" fmla="*/ 46467892 h 57949372"/>
                <a:gd name="connsiteX13813" fmla="*/ 21881376 w 58051775"/>
                <a:gd name="connsiteY13813" fmla="*/ 46418500 h 57949372"/>
                <a:gd name="connsiteX13814" fmla="*/ 21798944 w 58051775"/>
                <a:gd name="connsiteY13814" fmla="*/ 46381960 h 57949372"/>
                <a:gd name="connsiteX13815" fmla="*/ 21690576 w 58051775"/>
                <a:gd name="connsiteY13815" fmla="*/ 46336844 h 57949372"/>
                <a:gd name="connsiteX13816" fmla="*/ 21571400 w 58051775"/>
                <a:gd name="connsiteY13816" fmla="*/ 46290188 h 57949372"/>
                <a:gd name="connsiteX13817" fmla="*/ 21462412 w 58051775"/>
                <a:gd name="connsiteY13817" fmla="*/ 46241740 h 57949372"/>
                <a:gd name="connsiteX13818" fmla="*/ 21369136 w 58051775"/>
                <a:gd name="connsiteY13818" fmla="*/ 46196680 h 57949372"/>
                <a:gd name="connsiteX13819" fmla="*/ 21272068 w 58051775"/>
                <a:gd name="connsiteY13819" fmla="*/ 46148864 h 57949372"/>
                <a:gd name="connsiteX13820" fmla="*/ 21169192 w 58051775"/>
                <a:gd name="connsiteY13820" fmla="*/ 46099312 h 57949372"/>
                <a:gd name="connsiteX13821" fmla="*/ 21079616 w 58051775"/>
                <a:gd name="connsiteY13821" fmla="*/ 46062900 h 57949372"/>
                <a:gd name="connsiteX13822" fmla="*/ 20972480 w 58051775"/>
                <a:gd name="connsiteY13822" fmla="*/ 46025376 h 57949372"/>
                <a:gd name="connsiteX13823" fmla="*/ 20867792 w 58051775"/>
                <a:gd name="connsiteY13823" fmla="*/ 45975792 h 57949372"/>
                <a:gd name="connsiteX13824" fmla="*/ 20783840 w 58051775"/>
                <a:gd name="connsiteY13824" fmla="*/ 45931056 h 57949372"/>
                <a:gd name="connsiteX13825" fmla="*/ 20699700 w 58051775"/>
                <a:gd name="connsiteY13825" fmla="*/ 45889768 h 57949372"/>
                <a:gd name="connsiteX13826" fmla="*/ 20609512 w 58051775"/>
                <a:gd name="connsiteY13826" fmla="*/ 45846432 h 57949372"/>
                <a:gd name="connsiteX13827" fmla="*/ 20513976 w 58051775"/>
                <a:gd name="connsiteY13827" fmla="*/ 45796800 h 57949372"/>
                <a:gd name="connsiteX13828" fmla="*/ 20426368 w 58051775"/>
                <a:gd name="connsiteY13828" fmla="*/ 45751236 h 57949372"/>
                <a:gd name="connsiteX13829" fmla="*/ 20343800 w 58051775"/>
                <a:gd name="connsiteY13829" fmla="*/ 45711920 h 57949372"/>
                <a:gd name="connsiteX13830" fmla="*/ 20262152 w 58051775"/>
                <a:gd name="connsiteY13830" fmla="*/ 45673592 h 57949372"/>
                <a:gd name="connsiteX13831" fmla="*/ 20180996 w 58051775"/>
                <a:gd name="connsiteY13831" fmla="*/ 45624996 h 57949372"/>
                <a:gd name="connsiteX13832" fmla="*/ 20091572 w 58051775"/>
                <a:gd name="connsiteY13832" fmla="*/ 45567780 h 57949372"/>
                <a:gd name="connsiteX13833" fmla="*/ 20005012 w 58051775"/>
                <a:gd name="connsiteY13833" fmla="*/ 45529500 h 57949372"/>
                <a:gd name="connsiteX13834" fmla="*/ 19927984 w 58051775"/>
                <a:gd name="connsiteY13834" fmla="*/ 45485048 h 57949372"/>
                <a:gd name="connsiteX13835" fmla="*/ 19857304 w 58051775"/>
                <a:gd name="connsiteY13835" fmla="*/ 45440600 h 57949372"/>
                <a:gd name="connsiteX13836" fmla="*/ 19768400 w 58051775"/>
                <a:gd name="connsiteY13836" fmla="*/ 45396148 h 57949372"/>
                <a:gd name="connsiteX13837" fmla="*/ 19698012 w 58051775"/>
                <a:gd name="connsiteY13837" fmla="*/ 45351700 h 57949372"/>
                <a:gd name="connsiteX13838" fmla="*/ 19633344 w 58051775"/>
                <a:gd name="connsiteY13838" fmla="*/ 45314688 h 57949372"/>
                <a:gd name="connsiteX13839" fmla="*/ 19531592 w 58051775"/>
                <a:gd name="connsiteY13839" fmla="*/ 45262556 h 57949372"/>
                <a:gd name="connsiteX13840" fmla="*/ 19456260 w 58051775"/>
                <a:gd name="connsiteY13840" fmla="*/ 45224428 h 57949372"/>
                <a:gd name="connsiteX13841" fmla="*/ 19377152 w 58051775"/>
                <a:gd name="connsiteY13841" fmla="*/ 45174900 h 57949372"/>
                <a:gd name="connsiteX13842" fmla="*/ 19295072 w 58051775"/>
                <a:gd name="connsiteY13842" fmla="*/ 45116688 h 57949372"/>
                <a:gd name="connsiteX13843" fmla="*/ 19233488 w 58051775"/>
                <a:gd name="connsiteY13843" fmla="*/ 45085000 h 57949372"/>
                <a:gd name="connsiteX13844" fmla="*/ 19151416 w 58051775"/>
                <a:gd name="connsiteY13844" fmla="*/ 45046696 h 57949372"/>
                <a:gd name="connsiteX13845" fmla="*/ 19070988 w 58051775"/>
                <a:gd name="connsiteY13845" fmla="*/ 44989740 h 57949372"/>
                <a:gd name="connsiteX13846" fmla="*/ 19018224 w 58051775"/>
                <a:gd name="connsiteY13846" fmla="*/ 44957948 h 57949372"/>
                <a:gd name="connsiteX13847" fmla="*/ 18944328 w 58051775"/>
                <a:gd name="connsiteY13847" fmla="*/ 44908040 h 57949372"/>
                <a:gd name="connsiteX13848" fmla="*/ 18869668 w 58051775"/>
                <a:gd name="connsiteY13848" fmla="*/ 44852324 h 57949372"/>
                <a:gd name="connsiteX13849" fmla="*/ 18806168 w 58051775"/>
                <a:gd name="connsiteY13849" fmla="*/ 44811612 h 57949372"/>
                <a:gd name="connsiteX13850" fmla="*/ 18719804 w 58051775"/>
                <a:gd name="connsiteY13850" fmla="*/ 44761644 h 57949372"/>
                <a:gd name="connsiteX13851" fmla="*/ 18654928 w 58051775"/>
                <a:gd name="connsiteY13851" fmla="*/ 44724280 h 57949372"/>
                <a:gd name="connsiteX13852" fmla="*/ 18595040 w 58051775"/>
                <a:gd name="connsiteY13852" fmla="*/ 44678908 h 57949372"/>
                <a:gd name="connsiteX13853" fmla="*/ 18529756 w 58051775"/>
                <a:gd name="connsiteY13853" fmla="*/ 44634252 h 57949372"/>
                <a:gd name="connsiteX13854" fmla="*/ 18475136 w 58051775"/>
                <a:gd name="connsiteY13854" fmla="*/ 44602804 h 57949372"/>
                <a:gd name="connsiteX13855" fmla="*/ 18411224 w 58051775"/>
                <a:gd name="connsiteY13855" fmla="*/ 44559844 h 57949372"/>
                <a:gd name="connsiteX13856" fmla="*/ 18321032 w 58051775"/>
                <a:gd name="connsiteY13856" fmla="*/ 44494932 h 57949372"/>
                <a:gd name="connsiteX13857" fmla="*/ 18259484 w 58051775"/>
                <a:gd name="connsiteY13857" fmla="*/ 44450004 h 57949372"/>
                <a:gd name="connsiteX13858" fmla="*/ 18223736 w 58051775"/>
                <a:gd name="connsiteY13858" fmla="*/ 44430020 h 57949372"/>
                <a:gd name="connsiteX13859" fmla="*/ 18149152 w 58051775"/>
                <a:gd name="connsiteY13859" fmla="*/ 44377348 h 57949372"/>
                <a:gd name="connsiteX13860" fmla="*/ 17982060 w 58051775"/>
                <a:gd name="connsiteY13860" fmla="*/ 44240948 h 57949372"/>
                <a:gd name="connsiteX13861" fmla="*/ 17886812 w 58051775"/>
                <a:gd name="connsiteY13861" fmla="*/ 44181468 h 57949372"/>
                <a:gd name="connsiteX13862" fmla="*/ 17697456 w 58051775"/>
                <a:gd name="connsiteY13862" fmla="*/ 44044228 h 57949372"/>
                <a:gd name="connsiteX13863" fmla="*/ 17637144 w 58051775"/>
                <a:gd name="connsiteY13863" fmla="*/ 44000276 h 57949372"/>
                <a:gd name="connsiteX13864" fmla="*/ 17494928 w 58051775"/>
                <a:gd name="connsiteY13864" fmla="*/ 43881676 h 57949372"/>
                <a:gd name="connsiteX13865" fmla="*/ 17431616 w 58051775"/>
                <a:gd name="connsiteY13865" fmla="*/ 43840404 h 57949372"/>
                <a:gd name="connsiteX13866" fmla="*/ 17259480 w 58051775"/>
                <a:gd name="connsiteY13866" fmla="*/ 43697524 h 57949372"/>
                <a:gd name="connsiteX13867" fmla="*/ 17194780 w 58051775"/>
                <a:gd name="connsiteY13867" fmla="*/ 43649902 h 57949372"/>
                <a:gd name="connsiteX13868" fmla="*/ 17136712 w 58051775"/>
                <a:gd name="connsiteY13868" fmla="*/ 43611802 h 57949372"/>
                <a:gd name="connsiteX13869" fmla="*/ 17079896 w 58051775"/>
                <a:gd name="connsiteY13869" fmla="*/ 43573702 h 57949372"/>
                <a:gd name="connsiteX13870" fmla="*/ 16758344 w 58051775"/>
                <a:gd name="connsiteY13870" fmla="*/ 43284776 h 57949372"/>
                <a:gd name="connsiteX13871" fmla="*/ 16568272 w 58051775"/>
                <a:gd name="connsiteY13871" fmla="*/ 43116502 h 57949372"/>
                <a:gd name="connsiteX13872" fmla="*/ 16438896 w 58051775"/>
                <a:gd name="connsiteY13872" fmla="*/ 42999770 h 57949372"/>
                <a:gd name="connsiteX13873" fmla="*/ 16388520 w 58051775"/>
                <a:gd name="connsiteY13873" fmla="*/ 42951082 h 57949372"/>
                <a:gd name="connsiteX13874" fmla="*/ 16345584 w 58051775"/>
                <a:gd name="connsiteY13874" fmla="*/ 42908738 h 57949372"/>
                <a:gd name="connsiteX13875" fmla="*/ 16291836 w 58051775"/>
                <a:gd name="connsiteY13875" fmla="*/ 42859390 h 57949372"/>
                <a:gd name="connsiteX13876" fmla="*/ 16172760 w 58051775"/>
                <a:gd name="connsiteY13876" fmla="*/ 42765760 h 57949372"/>
                <a:gd name="connsiteX13877" fmla="*/ 16052108 w 58051775"/>
                <a:gd name="connsiteY13877" fmla="*/ 42657310 h 57949372"/>
                <a:gd name="connsiteX13878" fmla="*/ 15163804 w 58051775"/>
                <a:gd name="connsiteY13878" fmla="*/ 41757566 h 57949372"/>
                <a:gd name="connsiteX13879" fmla="*/ 15041072 w 58051775"/>
                <a:gd name="connsiteY13879" fmla="*/ 41627058 h 57949372"/>
                <a:gd name="connsiteX13880" fmla="*/ 15006120 w 58051775"/>
                <a:gd name="connsiteY13880" fmla="*/ 41573174 h 57949372"/>
                <a:gd name="connsiteX13881" fmla="*/ 14973060 w 58051775"/>
                <a:gd name="connsiteY13881" fmla="*/ 41535274 h 57949372"/>
                <a:gd name="connsiteX13882" fmla="*/ 14929252 w 58051775"/>
                <a:gd name="connsiteY13882" fmla="*/ 41483546 h 57949372"/>
                <a:gd name="connsiteX13883" fmla="*/ 14879372 w 58051775"/>
                <a:gd name="connsiteY13883" fmla="*/ 41427902 h 57949372"/>
                <a:gd name="connsiteX13884" fmla="*/ 14751400 w 58051775"/>
                <a:gd name="connsiteY13884" fmla="*/ 41297686 h 57949372"/>
                <a:gd name="connsiteX13885" fmla="*/ 14658980 w 58051775"/>
                <a:gd name="connsiteY13885" fmla="*/ 41188612 h 57949372"/>
                <a:gd name="connsiteX13886" fmla="*/ 14371536 w 58051775"/>
                <a:gd name="connsiteY13886" fmla="*/ 40871776 h 57949372"/>
                <a:gd name="connsiteX13887" fmla="*/ 14337428 w 58051775"/>
                <a:gd name="connsiteY13887" fmla="*/ 40830502 h 57949372"/>
                <a:gd name="connsiteX13888" fmla="*/ 14217656 w 58051775"/>
                <a:gd name="connsiteY13888" fmla="*/ 40673450 h 57949372"/>
                <a:gd name="connsiteX13889" fmla="*/ 14154152 w 58051775"/>
                <a:gd name="connsiteY13889" fmla="*/ 40594778 h 57949372"/>
                <a:gd name="connsiteX13890" fmla="*/ 14020804 w 58051775"/>
                <a:gd name="connsiteY13890" fmla="*/ 40429390 h 57949372"/>
                <a:gd name="connsiteX13891" fmla="*/ 13982704 w 58051775"/>
                <a:gd name="connsiteY13891" fmla="*/ 40383992 h 57949372"/>
                <a:gd name="connsiteX13892" fmla="*/ 13944604 w 58051775"/>
                <a:gd name="connsiteY13892" fmla="*/ 40341538 h 57949372"/>
                <a:gd name="connsiteX13893" fmla="*/ 13906504 w 58051775"/>
                <a:gd name="connsiteY13893" fmla="*/ 40290750 h 57949372"/>
                <a:gd name="connsiteX13894" fmla="*/ 13868404 w 58051775"/>
                <a:gd name="connsiteY13894" fmla="*/ 40237998 h 57949372"/>
                <a:gd name="connsiteX13895" fmla="*/ 13811256 w 58051775"/>
                <a:gd name="connsiteY13895" fmla="*/ 40157402 h 57949372"/>
                <a:gd name="connsiteX13896" fmla="*/ 13754104 w 58051775"/>
                <a:gd name="connsiteY13896" fmla="*/ 40074526 h 57949372"/>
                <a:gd name="connsiteX13897" fmla="*/ 13717100 w 58051775"/>
                <a:gd name="connsiteY13897" fmla="*/ 40023026 h 57949372"/>
                <a:gd name="connsiteX13898" fmla="*/ 13672796 w 58051775"/>
                <a:gd name="connsiteY13898" fmla="*/ 39960986 h 57949372"/>
                <a:gd name="connsiteX13899" fmla="*/ 13633604 w 58051775"/>
                <a:gd name="connsiteY13899" fmla="*/ 39911016 h 57949372"/>
                <a:gd name="connsiteX13900" fmla="*/ 13601704 w 58051775"/>
                <a:gd name="connsiteY13900" fmla="*/ 39874462 h 57949372"/>
                <a:gd name="connsiteX13901" fmla="*/ 13552212 w 58051775"/>
                <a:gd name="connsiteY13901" fmla="*/ 39806272 h 57949372"/>
                <a:gd name="connsiteX13902" fmla="*/ 13494032 w 58051775"/>
                <a:gd name="connsiteY13902" fmla="*/ 39714160 h 57949372"/>
                <a:gd name="connsiteX13903" fmla="*/ 13460952 w 58051775"/>
                <a:gd name="connsiteY13903" fmla="*/ 39661538 h 57949372"/>
                <a:gd name="connsiteX13904" fmla="*/ 13418192 w 58051775"/>
                <a:gd name="connsiteY13904" fmla="*/ 39604520 h 57949372"/>
                <a:gd name="connsiteX13905" fmla="*/ 13367452 w 58051775"/>
                <a:gd name="connsiteY13905" fmla="*/ 39545806 h 57949372"/>
                <a:gd name="connsiteX13906" fmla="*/ 13303324 w 58051775"/>
                <a:gd name="connsiteY13906" fmla="*/ 39417918 h 57949372"/>
                <a:gd name="connsiteX13907" fmla="*/ 13279064 w 58051775"/>
                <a:gd name="connsiteY13907" fmla="*/ 39388676 h 57949372"/>
                <a:gd name="connsiteX13908" fmla="*/ 13240932 w 58051775"/>
                <a:gd name="connsiteY13908" fmla="*/ 39338426 h 57949372"/>
                <a:gd name="connsiteX13909" fmla="*/ 13195592 w 58051775"/>
                <a:gd name="connsiteY13909" fmla="*/ 39281306 h 57949372"/>
                <a:gd name="connsiteX13910" fmla="*/ 13143952 w 58051775"/>
                <a:gd name="connsiteY13910" fmla="*/ 39202848 h 57949372"/>
                <a:gd name="connsiteX13911" fmla="*/ 13094600 w 58051775"/>
                <a:gd name="connsiteY13911" fmla="*/ 39117762 h 57949372"/>
                <a:gd name="connsiteX13912" fmla="*/ 13055920 w 58051775"/>
                <a:gd name="connsiteY13912" fmla="*/ 39060154 h 57949372"/>
                <a:gd name="connsiteX13913" fmla="*/ 13009704 w 58051775"/>
                <a:gd name="connsiteY13913" fmla="*/ 38993054 h 57949372"/>
                <a:gd name="connsiteX13914" fmla="*/ 12966704 w 58051775"/>
                <a:gd name="connsiteY13914" fmla="*/ 38918306 h 57949372"/>
                <a:gd name="connsiteX13915" fmla="*/ 12922256 w 58051775"/>
                <a:gd name="connsiteY13915" fmla="*/ 38842106 h 57949372"/>
                <a:gd name="connsiteX13916" fmla="*/ 12877804 w 58051775"/>
                <a:gd name="connsiteY13916" fmla="*/ 38781404 h 57949372"/>
                <a:gd name="connsiteX13917" fmla="*/ 12840556 w 58051775"/>
                <a:gd name="connsiteY13917" fmla="*/ 38729470 h 57949372"/>
                <a:gd name="connsiteX13918" fmla="*/ 12795260 w 58051775"/>
                <a:gd name="connsiteY13918" fmla="*/ 38646130 h 57949372"/>
                <a:gd name="connsiteX13919" fmla="*/ 12743604 w 58051775"/>
                <a:gd name="connsiteY13919" fmla="*/ 38559870 h 57949372"/>
                <a:gd name="connsiteX13920" fmla="*/ 12700004 w 58051775"/>
                <a:gd name="connsiteY13920" fmla="*/ 38481662 h 57949372"/>
                <a:gd name="connsiteX13921" fmla="*/ 12656812 w 58051775"/>
                <a:gd name="connsiteY13921" fmla="*/ 38398860 h 57949372"/>
                <a:gd name="connsiteX13922" fmla="*/ 12604812 w 58051775"/>
                <a:gd name="connsiteY13922" fmla="*/ 38303542 h 57949372"/>
                <a:gd name="connsiteX13923" fmla="*/ 12566096 w 58051775"/>
                <a:gd name="connsiteY13923" fmla="*/ 38231816 h 57949372"/>
                <a:gd name="connsiteX13924" fmla="*/ 12521424 w 58051775"/>
                <a:gd name="connsiteY13924" fmla="*/ 38167490 h 57949372"/>
                <a:gd name="connsiteX13925" fmla="*/ 12476508 w 58051775"/>
                <a:gd name="connsiteY13925" fmla="*/ 38096544 h 57949372"/>
                <a:gd name="connsiteX13926" fmla="*/ 12432080 w 58051775"/>
                <a:gd name="connsiteY13926" fmla="*/ 38018486 h 57949372"/>
                <a:gd name="connsiteX13927" fmla="*/ 12381104 w 58051775"/>
                <a:gd name="connsiteY13927" fmla="*/ 37932374 h 57949372"/>
                <a:gd name="connsiteX13928" fmla="*/ 12344404 w 58051775"/>
                <a:gd name="connsiteY13928" fmla="*/ 37847026 h 57949372"/>
                <a:gd name="connsiteX13929" fmla="*/ 12306608 w 58051775"/>
                <a:gd name="connsiteY13929" fmla="*/ 37768014 h 57949372"/>
                <a:gd name="connsiteX13930" fmla="*/ 12248932 w 58051775"/>
                <a:gd name="connsiteY13930" fmla="*/ 37680228 h 57949372"/>
                <a:gd name="connsiteX13931" fmla="*/ 12204052 w 58051775"/>
                <a:gd name="connsiteY13931" fmla="*/ 37597762 h 57949372"/>
                <a:gd name="connsiteX13932" fmla="*/ 12160104 w 58051775"/>
                <a:gd name="connsiteY13932" fmla="*/ 37511338 h 57949372"/>
                <a:gd name="connsiteX13933" fmla="*/ 12111148 w 58051775"/>
                <a:gd name="connsiteY13933" fmla="*/ 37414994 h 57949372"/>
                <a:gd name="connsiteX13934" fmla="*/ 12066668 w 58051775"/>
                <a:gd name="connsiteY13934" fmla="*/ 37326066 h 57949372"/>
                <a:gd name="connsiteX13935" fmla="*/ 12022096 w 58051775"/>
                <a:gd name="connsiteY13935" fmla="*/ 37237166 h 57949372"/>
                <a:gd name="connsiteX13936" fmla="*/ 11977168 w 58051775"/>
                <a:gd name="connsiteY13936" fmla="*/ 37145820 h 57949372"/>
                <a:gd name="connsiteX13937" fmla="*/ 11937076 w 58051775"/>
                <a:gd name="connsiteY13937" fmla="*/ 37064110 h 57949372"/>
                <a:gd name="connsiteX13938" fmla="*/ 11897936 w 58051775"/>
                <a:gd name="connsiteY13938" fmla="*/ 36986196 h 57949372"/>
                <a:gd name="connsiteX13939" fmla="*/ 11847540 w 58051775"/>
                <a:gd name="connsiteY13939" fmla="*/ 36885186 h 57949372"/>
                <a:gd name="connsiteX13940" fmla="*/ 11811004 w 58051775"/>
                <a:gd name="connsiteY13940" fmla="*/ 36782550 h 57949372"/>
                <a:gd name="connsiteX13941" fmla="*/ 11772792 w 58051775"/>
                <a:gd name="connsiteY13941" fmla="*/ 36690198 h 57949372"/>
                <a:gd name="connsiteX13942" fmla="*/ 11721992 w 58051775"/>
                <a:gd name="connsiteY13942" fmla="*/ 36588118 h 57949372"/>
                <a:gd name="connsiteX13943" fmla="*/ 11709404 w 58051775"/>
                <a:gd name="connsiteY13943" fmla="*/ 36518862 h 57949372"/>
                <a:gd name="connsiteX13944" fmla="*/ 11671940 w 58051775"/>
                <a:gd name="connsiteY13944" fmla="*/ 36468850 h 57949372"/>
                <a:gd name="connsiteX13945" fmla="*/ 11625692 w 58051775"/>
                <a:gd name="connsiteY13945" fmla="*/ 36363130 h 57949372"/>
                <a:gd name="connsiteX13946" fmla="*/ 11577936 w 58051775"/>
                <a:gd name="connsiteY13946" fmla="*/ 36265650 h 57949372"/>
                <a:gd name="connsiteX13947" fmla="*/ 11536424 w 58051775"/>
                <a:gd name="connsiteY13947" fmla="*/ 36158006 h 57949372"/>
                <a:gd name="connsiteX13948" fmla="*/ 11494644 w 58051775"/>
                <a:gd name="connsiteY13948" fmla="*/ 36052588 h 57949372"/>
                <a:gd name="connsiteX13949" fmla="*/ 11455404 w 58051775"/>
                <a:gd name="connsiteY13949" fmla="*/ 35974004 h 57949372"/>
                <a:gd name="connsiteX13950" fmla="*/ 11385312 w 58051775"/>
                <a:gd name="connsiteY13950" fmla="*/ 35801302 h 57949372"/>
                <a:gd name="connsiteX13951" fmla="*/ 11357008 w 58051775"/>
                <a:gd name="connsiteY13951" fmla="*/ 35707694 h 57949372"/>
                <a:gd name="connsiteX13952" fmla="*/ 11317420 w 58051775"/>
                <a:gd name="connsiteY13952" fmla="*/ 35608625 h 57949372"/>
                <a:gd name="connsiteX13953" fmla="*/ 11271184 w 58051775"/>
                <a:gd name="connsiteY13953" fmla="*/ 35524430 h 57949372"/>
                <a:gd name="connsiteX13954" fmla="*/ 11220472 w 58051775"/>
                <a:gd name="connsiteY13954" fmla="*/ 35369520 h 57949372"/>
                <a:gd name="connsiteX13955" fmla="*/ 11188704 w 58051775"/>
                <a:gd name="connsiteY13955" fmla="*/ 35283902 h 57949372"/>
                <a:gd name="connsiteX13956" fmla="*/ 11128592 w 58051775"/>
                <a:gd name="connsiteY13956" fmla="*/ 35138622 h 57949372"/>
                <a:gd name="connsiteX13957" fmla="*/ 11099904 w 58051775"/>
                <a:gd name="connsiteY13957" fmla="*/ 35027517 h 57949372"/>
                <a:gd name="connsiteX13958" fmla="*/ 11060000 w 58051775"/>
                <a:gd name="connsiteY13958" fmla="*/ 34897938 h 57949372"/>
                <a:gd name="connsiteX13959" fmla="*/ 10998344 w 58051775"/>
                <a:gd name="connsiteY13959" fmla="*/ 34740850 h 57949372"/>
                <a:gd name="connsiteX13960" fmla="*/ 10969584 w 58051775"/>
                <a:gd name="connsiteY13960" fmla="*/ 34633922 h 57949372"/>
                <a:gd name="connsiteX13961" fmla="*/ 10915840 w 58051775"/>
                <a:gd name="connsiteY13961" fmla="*/ 34482102 h 57949372"/>
                <a:gd name="connsiteX13962" fmla="*/ 10878256 w 58051775"/>
                <a:gd name="connsiteY13962" fmla="*/ 34329654 h 57949372"/>
                <a:gd name="connsiteX13963" fmla="*/ 10826724 w 58051775"/>
                <a:gd name="connsiteY13963" fmla="*/ 34132170 h 57949372"/>
                <a:gd name="connsiteX13964" fmla="*/ 10787920 w 58051775"/>
                <a:gd name="connsiteY13964" fmla="*/ 33994710 h 57949372"/>
                <a:gd name="connsiteX13965" fmla="*/ 10733388 w 58051775"/>
                <a:gd name="connsiteY13965" fmla="*/ 33824934 h 57949372"/>
                <a:gd name="connsiteX13966" fmla="*/ 10694720 w 58051775"/>
                <a:gd name="connsiteY13966" fmla="*/ 33662622 h 57949372"/>
                <a:gd name="connsiteX13967" fmla="*/ 10647212 w 58051775"/>
                <a:gd name="connsiteY13967" fmla="*/ 33443697 h 57949372"/>
                <a:gd name="connsiteX13968" fmla="*/ 10608884 w 58051775"/>
                <a:gd name="connsiteY13968" fmla="*/ 33286676 h 57949372"/>
                <a:gd name="connsiteX13969" fmla="*/ 10579104 w 58051775"/>
                <a:gd name="connsiteY13969" fmla="*/ 33220734 h 57949372"/>
                <a:gd name="connsiteX13970" fmla="*/ 10080856 w 58051775"/>
                <a:gd name="connsiteY13970" fmla="*/ 33159702 h 57949372"/>
                <a:gd name="connsiteX13971" fmla="*/ 9519176 w 58051775"/>
                <a:gd name="connsiteY13971" fmla="*/ 33097842 h 57949372"/>
                <a:gd name="connsiteX13972" fmla="*/ 9640512 w 58051775"/>
                <a:gd name="connsiteY13972" fmla="*/ 32986774 h 57949372"/>
                <a:gd name="connsiteX13973" fmla="*/ 9702984 w 58051775"/>
                <a:gd name="connsiteY13973" fmla="*/ 32949816 h 57949372"/>
                <a:gd name="connsiteX13974" fmla="*/ 9743048 w 58051775"/>
                <a:gd name="connsiteY13974" fmla="*/ 32916815 h 57949372"/>
                <a:gd name="connsiteX13975" fmla="*/ 9779004 w 58051775"/>
                <a:gd name="connsiteY13975" fmla="*/ 32912051 h 57949372"/>
                <a:gd name="connsiteX13976" fmla="*/ 9817696 w 58051775"/>
                <a:gd name="connsiteY13976" fmla="*/ 32907290 h 57949372"/>
                <a:gd name="connsiteX13977" fmla="*/ 9858968 w 58051775"/>
                <a:gd name="connsiteY13977" fmla="*/ 32861583 h 57949372"/>
                <a:gd name="connsiteX13978" fmla="*/ 9916472 w 58051775"/>
                <a:gd name="connsiteY13978" fmla="*/ 32815914 h 57949372"/>
                <a:gd name="connsiteX13979" fmla="*/ 9992672 w 58051775"/>
                <a:gd name="connsiteY13979" fmla="*/ 32773047 h 57949372"/>
                <a:gd name="connsiteX13980" fmla="*/ 10071032 w 58051775"/>
                <a:gd name="connsiteY13980" fmla="*/ 32728790 h 57949372"/>
                <a:gd name="connsiteX13981" fmla="*/ 10140880 w 58051775"/>
                <a:gd name="connsiteY13981" fmla="*/ 32681572 h 57949372"/>
                <a:gd name="connsiteX13982" fmla="*/ 10227256 w 58051775"/>
                <a:gd name="connsiteY13982" fmla="*/ 32636397 h 57949372"/>
                <a:gd name="connsiteX13983" fmla="*/ 10305928 w 58051775"/>
                <a:gd name="connsiteY13983" fmla="*/ 32601146 h 57949372"/>
                <a:gd name="connsiteX13984" fmla="*/ 10381548 w 58051775"/>
                <a:gd name="connsiteY13984" fmla="*/ 32544698 h 57949372"/>
                <a:gd name="connsiteX13985" fmla="*/ 10439404 w 58051775"/>
                <a:gd name="connsiteY13985" fmla="*/ 32473242 h 57949372"/>
                <a:gd name="connsiteX13986" fmla="*/ 10408216 w 58051775"/>
                <a:gd name="connsiteY13986" fmla="*/ 32369518 h 57949372"/>
                <a:gd name="connsiteX13987" fmla="*/ 10365376 w 58051775"/>
                <a:gd name="connsiteY13987" fmla="*/ 32156403 h 57949372"/>
                <a:gd name="connsiteX13988" fmla="*/ 10325984 w 58051775"/>
                <a:gd name="connsiteY13988" fmla="*/ 31923282 h 57949372"/>
                <a:gd name="connsiteX13989" fmla="*/ 10288368 w 58051775"/>
                <a:gd name="connsiteY13989" fmla="*/ 31612026 h 57949372"/>
                <a:gd name="connsiteX13990" fmla="*/ 10238380 w 58051775"/>
                <a:gd name="connsiteY13990" fmla="*/ 31292692 h 57949372"/>
                <a:gd name="connsiteX13991" fmla="*/ 10198280 w 58051775"/>
                <a:gd name="connsiteY13991" fmla="*/ 31210250 h 57949372"/>
                <a:gd name="connsiteX13992" fmla="*/ 10187264 w 58051775"/>
                <a:gd name="connsiteY13992" fmla="*/ 30861002 h 57949372"/>
                <a:gd name="connsiteX13993" fmla="*/ 10149428 w 58051775"/>
                <a:gd name="connsiteY13993" fmla="*/ 30448250 h 57949372"/>
                <a:gd name="connsiteX13994" fmla="*/ 10109636 w 58051775"/>
                <a:gd name="connsiteY13994" fmla="*/ 30137102 h 57949372"/>
                <a:gd name="connsiteX13995" fmla="*/ 10108888 w 58051775"/>
                <a:gd name="connsiteY13995" fmla="*/ 27730952 h 57949372"/>
                <a:gd name="connsiteX13996" fmla="*/ 10119460 w 58051775"/>
                <a:gd name="connsiteY13996" fmla="*/ 27451552 h 57949372"/>
                <a:gd name="connsiteX13997" fmla="*/ 10193980 w 58051775"/>
                <a:gd name="connsiteY13997" fmla="*/ 27347448 h 57949372"/>
                <a:gd name="connsiteX13998" fmla="*/ 10201772 w 58051775"/>
                <a:gd name="connsiteY13998" fmla="*/ 27024124 h 57949372"/>
                <a:gd name="connsiteX13999" fmla="*/ 10241924 w 58051775"/>
                <a:gd name="connsiteY13999" fmla="*/ 26612627 h 57949372"/>
                <a:gd name="connsiteX14000" fmla="*/ 10275200 w 58051775"/>
                <a:gd name="connsiteY14000" fmla="*/ 26346653 h 57949372"/>
                <a:gd name="connsiteX14001" fmla="*/ 10333480 w 58051775"/>
                <a:gd name="connsiteY14001" fmla="*/ 25932542 h 57949372"/>
                <a:gd name="connsiteX14002" fmla="*/ 10369112 w 58051775"/>
                <a:gd name="connsiteY14002" fmla="*/ 25679903 h 57949372"/>
                <a:gd name="connsiteX14003" fmla="*/ 10399028 w 58051775"/>
                <a:gd name="connsiteY14003" fmla="*/ 25452797 h 57949372"/>
                <a:gd name="connsiteX14004" fmla="*/ 10452988 w 58051775"/>
                <a:gd name="connsiteY14004" fmla="*/ 25267154 h 57949372"/>
                <a:gd name="connsiteX14005" fmla="*/ 10515148 w 58051775"/>
                <a:gd name="connsiteY14005" fmla="*/ 25000940 h 57949372"/>
                <a:gd name="connsiteX14006" fmla="*/ 10548824 w 58051775"/>
                <a:gd name="connsiteY14006" fmla="*/ 24838664 h 57949372"/>
                <a:gd name="connsiteX14007" fmla="*/ 10600424 w 58051775"/>
                <a:gd name="connsiteY14007" fmla="*/ 24643865 h 57949372"/>
                <a:gd name="connsiteX14008" fmla="*/ 10637808 w 58051775"/>
                <a:gd name="connsiteY14008" fmla="*/ 24476195 h 57949372"/>
                <a:gd name="connsiteX14009" fmla="*/ 10693404 w 58051775"/>
                <a:gd name="connsiteY14009" fmla="*/ 24251153 h 57949372"/>
                <a:gd name="connsiteX14010" fmla="*/ 10725912 w 58051775"/>
                <a:gd name="connsiteY14010" fmla="*/ 24131932 h 57949372"/>
                <a:gd name="connsiteX14011" fmla="*/ 10784564 w 58051775"/>
                <a:gd name="connsiteY14011" fmla="*/ 23923632 h 57949372"/>
                <a:gd name="connsiteX14012" fmla="*/ 10825176 w 58051775"/>
                <a:gd name="connsiteY14012" fmla="*/ 23768004 h 57949372"/>
                <a:gd name="connsiteX14013" fmla="*/ 10871676 w 58051775"/>
                <a:gd name="connsiteY14013" fmla="*/ 23602968 h 57949372"/>
                <a:gd name="connsiteX14014" fmla="*/ 10903712 w 58051775"/>
                <a:gd name="connsiteY14014" fmla="*/ 23501249 h 57949372"/>
                <a:gd name="connsiteX14015" fmla="*/ 10963152 w 58051775"/>
                <a:gd name="connsiteY14015" fmla="*/ 23298493 h 57949372"/>
                <a:gd name="connsiteX14016" fmla="*/ 11004664 w 58051775"/>
                <a:gd name="connsiteY14016" fmla="*/ 23176892 h 57949372"/>
                <a:gd name="connsiteX14017" fmla="*/ 11050356 w 58051775"/>
                <a:gd name="connsiteY14017" fmla="*/ 23060696 h 57949372"/>
                <a:gd name="connsiteX14018" fmla="*/ 11081308 w 58051775"/>
                <a:gd name="connsiteY14018" fmla="*/ 22969239 h 57949372"/>
                <a:gd name="connsiteX14019" fmla="*/ 11122204 w 58051775"/>
                <a:gd name="connsiteY14019" fmla="*/ 22800119 h 57949372"/>
                <a:gd name="connsiteX14020" fmla="*/ 11177196 w 58051775"/>
                <a:gd name="connsiteY14020" fmla="*/ 22700135 h 57949372"/>
                <a:gd name="connsiteX14021" fmla="*/ 11229264 w 58051775"/>
                <a:gd name="connsiteY14021" fmla="*/ 22535794 h 57949372"/>
                <a:gd name="connsiteX14022" fmla="*/ 11269016 w 58051775"/>
                <a:gd name="connsiteY14022" fmla="*/ 22405176 h 57949372"/>
                <a:gd name="connsiteX14023" fmla="*/ 11310148 w 58051775"/>
                <a:gd name="connsiteY14023" fmla="*/ 22286365 h 57949372"/>
                <a:gd name="connsiteX14024" fmla="*/ 11354012 w 58051775"/>
                <a:gd name="connsiteY14024" fmla="*/ 22184765 h 57949372"/>
                <a:gd name="connsiteX14025" fmla="*/ 11403328 w 58051775"/>
                <a:gd name="connsiteY14025" fmla="*/ 22079860 h 57949372"/>
                <a:gd name="connsiteX14026" fmla="*/ 11455404 w 58051775"/>
                <a:gd name="connsiteY14026" fmla="*/ 21950358 h 57949372"/>
                <a:gd name="connsiteX14027" fmla="*/ 11492644 w 58051775"/>
                <a:gd name="connsiteY14027" fmla="*/ 21849890 h 57949372"/>
                <a:gd name="connsiteX14028" fmla="*/ 11531812 w 58051775"/>
                <a:gd name="connsiteY14028" fmla="*/ 21740265 h 57949372"/>
                <a:gd name="connsiteX14029" fmla="*/ 11583780 w 58051775"/>
                <a:gd name="connsiteY14029" fmla="*/ 21634516 h 57949372"/>
                <a:gd name="connsiteX14030" fmla="*/ 11633204 w 58051775"/>
                <a:gd name="connsiteY14030" fmla="*/ 21515853 h 57949372"/>
                <a:gd name="connsiteX14031" fmla="*/ 11670036 w 58051775"/>
                <a:gd name="connsiteY14031" fmla="*/ 21432969 h 57949372"/>
                <a:gd name="connsiteX14032" fmla="*/ 11715512 w 58051775"/>
                <a:gd name="connsiteY14032" fmla="*/ 21340040 h 57949372"/>
                <a:gd name="connsiteX14033" fmla="*/ 11753780 w 58051775"/>
                <a:gd name="connsiteY14033" fmla="*/ 21242776 h 57949372"/>
                <a:gd name="connsiteX14034" fmla="*/ 11792276 w 58051775"/>
                <a:gd name="connsiteY14034" fmla="*/ 21126953 h 57949372"/>
                <a:gd name="connsiteX14035" fmla="*/ 11844604 w 58051775"/>
                <a:gd name="connsiteY14035" fmla="*/ 21017957 h 57949372"/>
                <a:gd name="connsiteX14036" fmla="*/ 11891652 w 58051775"/>
                <a:gd name="connsiteY14036" fmla="*/ 20916359 h 57949372"/>
                <a:gd name="connsiteX14037" fmla="*/ 11942024 w 58051775"/>
                <a:gd name="connsiteY14037" fmla="*/ 20813605 h 57949372"/>
                <a:gd name="connsiteX14038" fmla="*/ 11988804 w 58051775"/>
                <a:gd name="connsiteY14038" fmla="*/ 20734724 h 57949372"/>
                <a:gd name="connsiteX14039" fmla="*/ 12054124 w 58051775"/>
                <a:gd name="connsiteY14039" fmla="*/ 20638003 h 57949372"/>
                <a:gd name="connsiteX14040" fmla="*/ 12065160 w 58051775"/>
                <a:gd name="connsiteY14040" fmla="*/ 20584028 h 57949372"/>
                <a:gd name="connsiteX14041" fmla="*/ 12122024 w 58051775"/>
                <a:gd name="connsiteY14041" fmla="*/ 20472974 h 57949372"/>
                <a:gd name="connsiteX14042" fmla="*/ 12162236 w 58051775"/>
                <a:gd name="connsiteY14042" fmla="*/ 20406229 h 57949372"/>
                <a:gd name="connsiteX14043" fmla="*/ 12212824 w 58051775"/>
                <a:gd name="connsiteY14043" fmla="*/ 20305685 h 57949372"/>
                <a:gd name="connsiteX14044" fmla="*/ 12255504 w 58051775"/>
                <a:gd name="connsiteY14044" fmla="*/ 20218904 h 57949372"/>
                <a:gd name="connsiteX14045" fmla="*/ 12299952 w 58051775"/>
                <a:gd name="connsiteY14045" fmla="*/ 20130004 h 57949372"/>
                <a:gd name="connsiteX14046" fmla="*/ 12344404 w 58051775"/>
                <a:gd name="connsiteY14046" fmla="*/ 20033649 h 57949372"/>
                <a:gd name="connsiteX14047" fmla="*/ 12382088 w 58051775"/>
                <a:gd name="connsiteY14047" fmla="*/ 19956922 h 57949372"/>
                <a:gd name="connsiteX14048" fmla="*/ 12433532 w 58051775"/>
                <a:gd name="connsiteY14048" fmla="*/ 19881663 h 57949372"/>
                <a:gd name="connsiteX14049" fmla="*/ 12477196 w 58051775"/>
                <a:gd name="connsiteY14049" fmla="*/ 19820386 h 57949372"/>
                <a:gd name="connsiteX14050" fmla="*/ 12515812 w 58051775"/>
                <a:gd name="connsiteY14050" fmla="*/ 19749260 h 57949372"/>
                <a:gd name="connsiteX14051" fmla="*/ 12567808 w 58051775"/>
                <a:gd name="connsiteY14051" fmla="*/ 19664710 h 57949372"/>
                <a:gd name="connsiteX14052" fmla="*/ 12611104 w 58051775"/>
                <a:gd name="connsiteY14052" fmla="*/ 19581748 h 57949372"/>
                <a:gd name="connsiteX14053" fmla="*/ 12647688 w 58051775"/>
                <a:gd name="connsiteY14053" fmla="*/ 19484340 h 57949372"/>
                <a:gd name="connsiteX14054" fmla="*/ 12697824 w 58051775"/>
                <a:gd name="connsiteY14054" fmla="*/ 19395260 h 57949372"/>
                <a:gd name="connsiteX14055" fmla="*/ 12742872 w 58051775"/>
                <a:gd name="connsiteY14055" fmla="*/ 19328387 h 57949372"/>
                <a:gd name="connsiteX14056" fmla="*/ 12788624 w 58051775"/>
                <a:gd name="connsiteY14056" fmla="*/ 19260400 h 57949372"/>
                <a:gd name="connsiteX14057" fmla="*/ 12832280 w 58051775"/>
                <a:gd name="connsiteY14057" fmla="*/ 19197930 h 57949372"/>
                <a:gd name="connsiteX14058" fmla="*/ 12875672 w 58051775"/>
                <a:gd name="connsiteY14058" fmla="*/ 19123060 h 57949372"/>
                <a:gd name="connsiteX14059" fmla="*/ 12921504 w 58051775"/>
                <a:gd name="connsiteY14059" fmla="*/ 19050417 h 57949372"/>
                <a:gd name="connsiteX14060" fmla="*/ 12967500 w 58051775"/>
                <a:gd name="connsiteY14060" fmla="*/ 18990446 h 57949372"/>
                <a:gd name="connsiteX14061" fmla="*/ 13012380 w 58051775"/>
                <a:gd name="connsiteY14061" fmla="*/ 18927388 h 57949372"/>
                <a:gd name="connsiteX14062" fmla="*/ 13060120 w 58051775"/>
                <a:gd name="connsiteY14062" fmla="*/ 18794293 h 57949372"/>
                <a:gd name="connsiteX14063" fmla="*/ 13101468 w 58051775"/>
                <a:gd name="connsiteY14063" fmla="*/ 18761647 h 57949372"/>
                <a:gd name="connsiteX14064" fmla="*/ 13149036 w 58051775"/>
                <a:gd name="connsiteY14064" fmla="*/ 18706662 h 57949372"/>
                <a:gd name="connsiteX14065" fmla="*/ 13187920 w 58051775"/>
                <a:gd name="connsiteY14065" fmla="*/ 18642155 h 57949372"/>
                <a:gd name="connsiteX14066" fmla="*/ 13227120 w 58051775"/>
                <a:gd name="connsiteY14066" fmla="*/ 18579805 h 57949372"/>
                <a:gd name="connsiteX14067" fmla="*/ 13277376 w 58051775"/>
                <a:gd name="connsiteY14067" fmla="*/ 18509756 h 57949372"/>
                <a:gd name="connsiteX14068" fmla="*/ 13327080 w 58051775"/>
                <a:gd name="connsiteY14068" fmla="*/ 18438764 h 57949372"/>
                <a:gd name="connsiteX14069" fmla="*/ 13365720 w 58051775"/>
                <a:gd name="connsiteY14069" fmla="*/ 18375459 h 57949372"/>
                <a:gd name="connsiteX14070" fmla="*/ 13404920 w 58051775"/>
                <a:gd name="connsiteY14070" fmla="*/ 18313103 h 57949372"/>
                <a:gd name="connsiteX14071" fmla="*/ 13456696 w 58051775"/>
                <a:gd name="connsiteY14071" fmla="*/ 18241915 h 57949372"/>
                <a:gd name="connsiteX14072" fmla="*/ 13500104 w 58051775"/>
                <a:gd name="connsiteY14072" fmla="*/ 18191681 h 57949372"/>
                <a:gd name="connsiteX14073" fmla="*/ 13544552 w 58051775"/>
                <a:gd name="connsiteY14073" fmla="*/ 18130103 h 57949372"/>
                <a:gd name="connsiteX14074" fmla="*/ 13589004 w 58051775"/>
                <a:gd name="connsiteY14074" fmla="*/ 18062325 h 57949372"/>
                <a:gd name="connsiteX14075" fmla="*/ 13632460 w 58051775"/>
                <a:gd name="connsiteY14075" fmla="*/ 17996869 h 57949372"/>
                <a:gd name="connsiteX14076" fmla="*/ 13682736 w 58051775"/>
                <a:gd name="connsiteY14076" fmla="*/ 17927573 h 57949372"/>
                <a:gd name="connsiteX14077" fmla="*/ 13726744 w 58051775"/>
                <a:gd name="connsiteY14077" fmla="*/ 17878446 h 57949372"/>
                <a:gd name="connsiteX14078" fmla="*/ 13772060 w 58051775"/>
                <a:gd name="connsiteY14078" fmla="*/ 17813123 h 57949372"/>
                <a:gd name="connsiteX14079" fmla="*/ 13811600 w 58051775"/>
                <a:gd name="connsiteY14079" fmla="*/ 17749198 h 57949372"/>
                <a:gd name="connsiteX14080" fmla="*/ 13843004 w 58051775"/>
                <a:gd name="connsiteY14080" fmla="*/ 17710295 h 57949372"/>
                <a:gd name="connsiteX14081" fmla="*/ 13900152 w 58051775"/>
                <a:gd name="connsiteY14081" fmla="*/ 17627605 h 57949372"/>
                <a:gd name="connsiteX14082" fmla="*/ 13957304 w 58051775"/>
                <a:gd name="connsiteY14082" fmla="*/ 17551305 h 57949372"/>
                <a:gd name="connsiteX14083" fmla="*/ 13995404 w 58051775"/>
                <a:gd name="connsiteY14083" fmla="*/ 17519665 h 57949372"/>
                <a:gd name="connsiteX14084" fmla="*/ 14033504 w 58051775"/>
                <a:gd name="connsiteY14084" fmla="*/ 17480813 h 57949372"/>
                <a:gd name="connsiteX14085" fmla="*/ 14077952 w 58051775"/>
                <a:gd name="connsiteY14085" fmla="*/ 17417217 h 57949372"/>
                <a:gd name="connsiteX14086" fmla="*/ 14122404 w 58051775"/>
                <a:gd name="connsiteY14086" fmla="*/ 17354905 h 57949372"/>
                <a:gd name="connsiteX14087" fmla="*/ 14261496 w 58051775"/>
                <a:gd name="connsiteY14087" fmla="*/ 17161447 h 57949372"/>
                <a:gd name="connsiteX14088" fmla="*/ 14312904 w 58051775"/>
                <a:gd name="connsiteY14088" fmla="*/ 17107803 h 57949372"/>
                <a:gd name="connsiteX14089" fmla="*/ 14349628 w 58051775"/>
                <a:gd name="connsiteY14089" fmla="*/ 17075866 h 57949372"/>
                <a:gd name="connsiteX14090" fmla="*/ 14399424 w 58051775"/>
                <a:gd name="connsiteY14090" fmla="*/ 17019375 h 57949372"/>
                <a:gd name="connsiteX14091" fmla="*/ 14438040 w 58051775"/>
                <a:gd name="connsiteY14091" fmla="*/ 16968217 h 57949372"/>
                <a:gd name="connsiteX14092" fmla="*/ 14466248 w 58051775"/>
                <a:gd name="connsiteY14092" fmla="*/ 16919609 h 57949372"/>
                <a:gd name="connsiteX14093" fmla="*/ 14550128 w 58051775"/>
                <a:gd name="connsiteY14093" fmla="*/ 16802103 h 57949372"/>
                <a:gd name="connsiteX14094" fmla="*/ 14750184 w 58051775"/>
                <a:gd name="connsiteY14094" fmla="*/ 16595435 h 57949372"/>
                <a:gd name="connsiteX14095" fmla="*/ 14902116 w 58051775"/>
                <a:gd name="connsiteY14095" fmla="*/ 16445290 h 57949372"/>
                <a:gd name="connsiteX14096" fmla="*/ 14935204 w 58051775"/>
                <a:gd name="connsiteY14096" fmla="*/ 16400864 h 57949372"/>
                <a:gd name="connsiteX14097" fmla="*/ 14966884 w 58051775"/>
                <a:gd name="connsiteY14097" fmla="*/ 16368028 h 57949372"/>
                <a:gd name="connsiteX14098" fmla="*/ 15023604 w 58051775"/>
                <a:gd name="connsiteY14098" fmla="*/ 16311151 h 57949372"/>
                <a:gd name="connsiteX14099" fmla="*/ 15067800 w 58051775"/>
                <a:gd name="connsiteY14099" fmla="*/ 16268718 h 57949372"/>
                <a:gd name="connsiteX14100" fmla="*/ 15106940 w 58051775"/>
                <a:gd name="connsiteY14100" fmla="*/ 16230062 h 57949372"/>
                <a:gd name="connsiteX14101" fmla="*/ 15157432 w 58051775"/>
                <a:gd name="connsiteY14101" fmla="*/ 16177506 h 57949372"/>
                <a:gd name="connsiteX14102" fmla="*/ 15200672 w 58051775"/>
                <a:gd name="connsiteY14102" fmla="*/ 16127101 h 57949372"/>
                <a:gd name="connsiteX14103" fmla="*/ 15233520 w 58051775"/>
                <a:gd name="connsiteY14103" fmla="*/ 16082852 h 57949372"/>
                <a:gd name="connsiteX14104" fmla="*/ 15272832 w 58051775"/>
                <a:gd name="connsiteY14104" fmla="*/ 16038021 h 57949372"/>
                <a:gd name="connsiteX14105" fmla="*/ 15323392 w 58051775"/>
                <a:gd name="connsiteY14105" fmla="*/ 15988989 h 57949372"/>
                <a:gd name="connsiteX14106" fmla="*/ 15366524 w 58051775"/>
                <a:gd name="connsiteY14106" fmla="*/ 15946113 h 57949372"/>
                <a:gd name="connsiteX14107" fmla="*/ 15407036 w 58051775"/>
                <a:gd name="connsiteY14107" fmla="*/ 15891912 h 57949372"/>
                <a:gd name="connsiteX14108" fmla="*/ 15442668 w 58051775"/>
                <a:gd name="connsiteY14108" fmla="*/ 15841343 h 57949372"/>
                <a:gd name="connsiteX14109" fmla="*/ 15629912 w 58051775"/>
                <a:gd name="connsiteY14109" fmla="*/ 15629917 h 57949372"/>
                <a:gd name="connsiteX14110" fmla="*/ 15841332 w 58051775"/>
                <a:gd name="connsiteY14110" fmla="*/ 15442672 h 57949372"/>
                <a:gd name="connsiteX14111" fmla="*/ 15891912 w 58051775"/>
                <a:gd name="connsiteY14111" fmla="*/ 15407040 h 57949372"/>
                <a:gd name="connsiteX14112" fmla="*/ 15945112 w 58051775"/>
                <a:gd name="connsiteY14112" fmla="*/ 15366910 h 57949372"/>
                <a:gd name="connsiteX14113" fmla="*/ 15989516 w 58051775"/>
                <a:gd name="connsiteY14113" fmla="*/ 15328507 h 57949372"/>
                <a:gd name="connsiteX14114" fmla="*/ 16039336 w 58051775"/>
                <a:gd name="connsiteY14114" fmla="*/ 15289180 h 57949372"/>
                <a:gd name="connsiteX14115" fmla="*/ 16088604 w 58051775"/>
                <a:gd name="connsiteY14115" fmla="*/ 15246342 h 57949372"/>
                <a:gd name="connsiteX14116" fmla="*/ 16140252 w 58051775"/>
                <a:gd name="connsiteY14116" fmla="*/ 15196304 h 57949372"/>
                <a:gd name="connsiteX14117" fmla="*/ 16186152 w 58051775"/>
                <a:gd name="connsiteY14117" fmla="*/ 15151106 h 57949372"/>
                <a:gd name="connsiteX14118" fmla="*/ 16231504 w 58051775"/>
                <a:gd name="connsiteY14118" fmla="*/ 15106193 h 57949372"/>
                <a:gd name="connsiteX14119" fmla="*/ 16268704 w 58051775"/>
                <a:gd name="connsiteY14119" fmla="*/ 15067815 h 57949372"/>
                <a:gd name="connsiteX14120" fmla="*/ 16311148 w 58051775"/>
                <a:gd name="connsiteY14120" fmla="*/ 15023623 h 57949372"/>
                <a:gd name="connsiteX14121" fmla="*/ 16368024 w 58051775"/>
                <a:gd name="connsiteY14121" fmla="*/ 14966885 h 57949372"/>
                <a:gd name="connsiteX14122" fmla="*/ 16400860 w 58051775"/>
                <a:gd name="connsiteY14122" fmla="*/ 14935220 h 57949372"/>
                <a:gd name="connsiteX14123" fmla="*/ 16445288 w 58051775"/>
                <a:gd name="connsiteY14123" fmla="*/ 14902125 h 57949372"/>
                <a:gd name="connsiteX14124" fmla="*/ 16595432 w 58051775"/>
                <a:gd name="connsiteY14124" fmla="*/ 14750512 h 57949372"/>
                <a:gd name="connsiteX14125" fmla="*/ 16751304 w 58051775"/>
                <a:gd name="connsiteY14125" fmla="*/ 14601398 h 57949372"/>
                <a:gd name="connsiteX14126" fmla="*/ 16828208 w 58051775"/>
                <a:gd name="connsiteY14126" fmla="*/ 14557092 h 57949372"/>
                <a:gd name="connsiteX14127" fmla="*/ 16888260 w 58051775"/>
                <a:gd name="connsiteY14127" fmla="*/ 14510711 h 57949372"/>
                <a:gd name="connsiteX14128" fmla="*/ 16921616 w 58051775"/>
                <a:gd name="connsiteY14128" fmla="*/ 14478002 h 57949372"/>
                <a:gd name="connsiteX14129" fmla="*/ 16967184 w 58051775"/>
                <a:gd name="connsiteY14129" fmla="*/ 14439934 h 57949372"/>
                <a:gd name="connsiteX14130" fmla="*/ 17025640 w 58051775"/>
                <a:gd name="connsiteY14130" fmla="*/ 14394015 h 57949372"/>
                <a:gd name="connsiteX14131" fmla="*/ 17075456 w 58051775"/>
                <a:gd name="connsiteY14131" fmla="*/ 14350424 h 57949372"/>
                <a:gd name="connsiteX14132" fmla="*/ 17118336 w 58051775"/>
                <a:gd name="connsiteY14132" fmla="*/ 14306966 h 57949372"/>
                <a:gd name="connsiteX14133" fmla="*/ 17175480 w 58051775"/>
                <a:gd name="connsiteY14133" fmla="*/ 14256308 h 57949372"/>
                <a:gd name="connsiteX14134" fmla="*/ 17246892 w 58051775"/>
                <a:gd name="connsiteY14134" fmla="*/ 14204891 h 57949372"/>
                <a:gd name="connsiteX14135" fmla="*/ 17312928 w 58051775"/>
                <a:gd name="connsiteY14135" fmla="*/ 14159402 h 57949372"/>
                <a:gd name="connsiteX14136" fmla="*/ 17357656 w 58051775"/>
                <a:gd name="connsiteY14136" fmla="*/ 14122416 h 57949372"/>
                <a:gd name="connsiteX14137" fmla="*/ 17402896 w 58051775"/>
                <a:gd name="connsiteY14137" fmla="*/ 14079420 h 57949372"/>
                <a:gd name="connsiteX14138" fmla="*/ 17465820 w 58051775"/>
                <a:gd name="connsiteY14138" fmla="*/ 14034070 h 57949372"/>
                <a:gd name="connsiteX14139" fmla="*/ 17520120 w 58051775"/>
                <a:gd name="connsiteY14139" fmla="*/ 13994503 h 57949372"/>
                <a:gd name="connsiteX14140" fmla="*/ 17552012 w 58051775"/>
                <a:gd name="connsiteY14140" fmla="*/ 13957308 h 57949372"/>
                <a:gd name="connsiteX14141" fmla="*/ 17612012 w 58051775"/>
                <a:gd name="connsiteY14141" fmla="*/ 13901861 h 57949372"/>
                <a:gd name="connsiteX14142" fmla="*/ 17705440 w 58051775"/>
                <a:gd name="connsiteY14142" fmla="*/ 13832476 h 57949372"/>
                <a:gd name="connsiteX14143" fmla="*/ 17758400 w 58051775"/>
                <a:gd name="connsiteY14143" fmla="*/ 13800640 h 57949372"/>
                <a:gd name="connsiteX14144" fmla="*/ 17810708 w 58051775"/>
                <a:gd name="connsiteY14144" fmla="*/ 13774188 h 57949372"/>
                <a:gd name="connsiteX14145" fmla="*/ 17875084 w 58051775"/>
                <a:gd name="connsiteY14145" fmla="*/ 13729047 h 57949372"/>
                <a:gd name="connsiteX14146" fmla="*/ 17916388 w 58051775"/>
                <a:gd name="connsiteY14146" fmla="*/ 13677124 h 57949372"/>
                <a:gd name="connsiteX14147" fmla="*/ 18084512 w 58051775"/>
                <a:gd name="connsiteY14147" fmla="*/ 13589012 h 57949372"/>
                <a:gd name="connsiteX14148" fmla="*/ 18141488 w 58051775"/>
                <a:gd name="connsiteY14148" fmla="*/ 13551811 h 57949372"/>
                <a:gd name="connsiteX14149" fmla="*/ 18184400 w 58051775"/>
                <a:gd name="connsiteY14149" fmla="*/ 13507100 h 57949372"/>
                <a:gd name="connsiteX14150" fmla="*/ 18241332 w 58051775"/>
                <a:gd name="connsiteY14150" fmla="*/ 13462250 h 57949372"/>
                <a:gd name="connsiteX14151" fmla="*/ 18367744 w 58051775"/>
                <a:gd name="connsiteY14151" fmla="*/ 13352678 h 57949372"/>
                <a:gd name="connsiteX14152" fmla="*/ 18435140 w 58051775"/>
                <a:gd name="connsiteY14152" fmla="*/ 13327618 h 57949372"/>
                <a:gd name="connsiteX14153" fmla="*/ 18494808 w 58051775"/>
                <a:gd name="connsiteY14153" fmla="*/ 13279478 h 57949372"/>
                <a:gd name="connsiteX14154" fmla="*/ 18527584 w 58051775"/>
                <a:gd name="connsiteY14154" fmla="*/ 13237924 h 57949372"/>
                <a:gd name="connsiteX14155" fmla="*/ 18660680 w 58051775"/>
                <a:gd name="connsiteY14155" fmla="*/ 13190183 h 57949372"/>
                <a:gd name="connsiteX14156" fmla="*/ 18725704 w 58051775"/>
                <a:gd name="connsiteY14156" fmla="*/ 13144656 h 57949372"/>
                <a:gd name="connsiteX14157" fmla="*/ 18770604 w 58051775"/>
                <a:gd name="connsiteY14157" fmla="*/ 13118128 h 57949372"/>
                <a:gd name="connsiteX14158" fmla="*/ 18870952 w 58051775"/>
                <a:gd name="connsiteY14158" fmla="*/ 13055614 h 57949372"/>
                <a:gd name="connsiteX14159" fmla="*/ 18946720 w 58051775"/>
                <a:gd name="connsiteY14159" fmla="*/ 13011156 h 57949372"/>
                <a:gd name="connsiteX14160" fmla="*/ 18991224 w 58051775"/>
                <a:gd name="connsiteY14160" fmla="*/ 12966705 h 57949372"/>
                <a:gd name="connsiteX14161" fmla="*/ 19062704 w 58051775"/>
                <a:gd name="connsiteY14161" fmla="*/ 12922266 h 57949372"/>
                <a:gd name="connsiteX14162" fmla="*/ 19151300 w 58051775"/>
                <a:gd name="connsiteY14162" fmla="*/ 12877821 h 57949372"/>
                <a:gd name="connsiteX14163" fmla="*/ 19219712 w 58051775"/>
                <a:gd name="connsiteY14163" fmla="*/ 12834521 h 57949372"/>
                <a:gd name="connsiteX14164" fmla="*/ 19304260 w 58051775"/>
                <a:gd name="connsiteY14164" fmla="*/ 12782522 h 57949372"/>
                <a:gd name="connsiteX14165" fmla="*/ 19375748 w 58051775"/>
                <a:gd name="connsiteY14165" fmla="*/ 12743347 h 57949372"/>
                <a:gd name="connsiteX14166" fmla="*/ 19441928 w 58051775"/>
                <a:gd name="connsiteY14166" fmla="*/ 12691639 h 57949372"/>
                <a:gd name="connsiteX14167" fmla="*/ 19533208 w 58051775"/>
                <a:gd name="connsiteY14167" fmla="*/ 12640747 h 57949372"/>
                <a:gd name="connsiteX14168" fmla="*/ 19605328 w 58051775"/>
                <a:gd name="connsiteY14168" fmla="*/ 12611106 h 57949372"/>
                <a:gd name="connsiteX14169" fmla="*/ 19683424 w 58051775"/>
                <a:gd name="connsiteY14169" fmla="*/ 12550895 h 57949372"/>
                <a:gd name="connsiteX14170" fmla="*/ 19749396 w 58051775"/>
                <a:gd name="connsiteY14170" fmla="*/ 12516598 h 57949372"/>
                <a:gd name="connsiteX14171" fmla="*/ 19824720 w 58051775"/>
                <a:gd name="connsiteY14171" fmla="*/ 12465067 h 57949372"/>
                <a:gd name="connsiteX14172" fmla="*/ 19912640 w 58051775"/>
                <a:gd name="connsiteY14172" fmla="*/ 12420350 h 57949372"/>
                <a:gd name="connsiteX14173" fmla="*/ 20003928 w 58051775"/>
                <a:gd name="connsiteY14173" fmla="*/ 12380226 h 57949372"/>
                <a:gd name="connsiteX14174" fmla="*/ 20091600 w 58051775"/>
                <a:gd name="connsiteY14174" fmla="*/ 12338033 h 57949372"/>
                <a:gd name="connsiteX14175" fmla="*/ 20180124 w 58051775"/>
                <a:gd name="connsiteY14175" fmla="*/ 12293860 h 57949372"/>
                <a:gd name="connsiteX14176" fmla="*/ 20250884 w 58051775"/>
                <a:gd name="connsiteY14176" fmla="*/ 12249858 h 57949372"/>
                <a:gd name="connsiteX14177" fmla="*/ 20334040 w 58051775"/>
                <a:gd name="connsiteY14177" fmla="*/ 12205343 h 57949372"/>
                <a:gd name="connsiteX14178" fmla="*/ 20426496 w 58051775"/>
                <a:gd name="connsiteY14178" fmla="*/ 12161145 h 57949372"/>
                <a:gd name="connsiteX14179" fmla="*/ 20517324 w 58051775"/>
                <a:gd name="connsiteY14179" fmla="*/ 12115314 h 57949372"/>
                <a:gd name="connsiteX14180" fmla="*/ 20581528 w 58051775"/>
                <a:gd name="connsiteY14180" fmla="*/ 12077702 h 57949372"/>
                <a:gd name="connsiteX14181" fmla="*/ 20662904 w 58051775"/>
                <a:gd name="connsiteY14181" fmla="*/ 12033257 h 57949372"/>
                <a:gd name="connsiteX14182" fmla="*/ 20747064 w 58051775"/>
                <a:gd name="connsiteY14182" fmla="*/ 11988812 h 57949372"/>
                <a:gd name="connsiteX14183" fmla="*/ 20812536 w 58051775"/>
                <a:gd name="connsiteY14183" fmla="*/ 11965169 h 57949372"/>
                <a:gd name="connsiteX14184" fmla="*/ 20876916 w 58051775"/>
                <a:gd name="connsiteY14184" fmla="*/ 11921464 h 57949372"/>
                <a:gd name="connsiteX14185" fmla="*/ 20974232 w 58051775"/>
                <a:gd name="connsiteY14185" fmla="*/ 11892981 h 57949372"/>
                <a:gd name="connsiteX14186" fmla="*/ 21076452 w 58051775"/>
                <a:gd name="connsiteY14186" fmla="*/ 11848277 h 57949372"/>
                <a:gd name="connsiteX14187" fmla="*/ 21166700 w 58051775"/>
                <a:gd name="connsiteY14187" fmla="*/ 11803680 h 57949372"/>
                <a:gd name="connsiteX14188" fmla="*/ 21247880 w 58051775"/>
                <a:gd name="connsiteY14188" fmla="*/ 11762683 h 57949372"/>
                <a:gd name="connsiteX14189" fmla="*/ 21351792 w 58051775"/>
                <a:gd name="connsiteY14189" fmla="*/ 11720800 h 57949372"/>
                <a:gd name="connsiteX14190" fmla="*/ 21466212 w 58051775"/>
                <a:gd name="connsiteY14190" fmla="*/ 11655344 h 57949372"/>
                <a:gd name="connsiteX14191" fmla="*/ 21538648 w 58051775"/>
                <a:gd name="connsiteY14191" fmla="*/ 11632163 h 57949372"/>
                <a:gd name="connsiteX14192" fmla="*/ 21639760 w 58051775"/>
                <a:gd name="connsiteY14192" fmla="*/ 11577918 h 57949372"/>
                <a:gd name="connsiteX14193" fmla="*/ 21752060 w 58051775"/>
                <a:gd name="connsiteY14193" fmla="*/ 11532100 h 57949372"/>
                <a:gd name="connsiteX14194" fmla="*/ 21870948 w 58051775"/>
                <a:gd name="connsiteY14194" fmla="*/ 11496607 h 57949372"/>
                <a:gd name="connsiteX14195" fmla="*/ 21980440 w 58051775"/>
                <a:gd name="connsiteY14195" fmla="*/ 11453959 h 57949372"/>
                <a:gd name="connsiteX14196" fmla="*/ 22083804 w 58051775"/>
                <a:gd name="connsiteY14196" fmla="*/ 11400220 h 57949372"/>
                <a:gd name="connsiteX14197" fmla="*/ 22217988 w 58051775"/>
                <a:gd name="connsiteY14197" fmla="*/ 11355332 h 57949372"/>
                <a:gd name="connsiteX14198" fmla="*/ 22347912 w 58051775"/>
                <a:gd name="connsiteY14198" fmla="*/ 11317650 h 57949372"/>
                <a:gd name="connsiteX14199" fmla="*/ 22447704 w 58051775"/>
                <a:gd name="connsiteY14199" fmla="*/ 11271750 h 57949372"/>
                <a:gd name="connsiteX14200" fmla="*/ 22560752 w 58051775"/>
                <a:gd name="connsiteY14200" fmla="*/ 11225805 h 57949372"/>
                <a:gd name="connsiteX14201" fmla="*/ 22737044 w 58051775"/>
                <a:gd name="connsiteY14201" fmla="*/ 11170649 h 57949372"/>
                <a:gd name="connsiteX14202" fmla="*/ 22825944 w 58051775"/>
                <a:gd name="connsiteY14202" fmla="*/ 11128330 h 57949372"/>
                <a:gd name="connsiteX14203" fmla="*/ 22940844 w 58051775"/>
                <a:gd name="connsiteY14203" fmla="*/ 11089748 h 57949372"/>
                <a:gd name="connsiteX14204" fmla="*/ 23061496 w 58051775"/>
                <a:gd name="connsiteY14204" fmla="*/ 11045196 h 57949372"/>
                <a:gd name="connsiteX14205" fmla="*/ 23194264 w 58051775"/>
                <a:gd name="connsiteY14205" fmla="*/ 11001308 h 57949372"/>
                <a:gd name="connsiteX14206" fmla="*/ 23334568 w 58051775"/>
                <a:gd name="connsiteY14206" fmla="*/ 10961732 h 57949372"/>
                <a:gd name="connsiteX14207" fmla="*/ 23551656 w 58051775"/>
                <a:gd name="connsiteY14207" fmla="*/ 10903280 h 57949372"/>
                <a:gd name="connsiteX14208" fmla="*/ 23660656 w 58051775"/>
                <a:gd name="connsiteY14208" fmla="*/ 10870472 h 57949372"/>
                <a:gd name="connsiteX14209" fmla="*/ 23850000 w 58051775"/>
                <a:gd name="connsiteY14209" fmla="*/ 10814604 h 57949372"/>
                <a:gd name="connsiteX14210" fmla="*/ 23951600 w 58051775"/>
                <a:gd name="connsiteY14210" fmla="*/ 10777512 h 57949372"/>
                <a:gd name="connsiteX14211" fmla="*/ 23983952 w 58051775"/>
                <a:gd name="connsiteY14211" fmla="*/ 10734624 h 57949372"/>
                <a:gd name="connsiteX14212" fmla="*/ 24120872 w 58051775"/>
                <a:gd name="connsiteY14212" fmla="*/ 10728562 h 57949372"/>
                <a:gd name="connsiteX14213" fmla="*/ 24289496 w 58051775"/>
                <a:gd name="connsiteY14213" fmla="*/ 10692704 h 57949372"/>
                <a:gd name="connsiteX14214" fmla="*/ 24542148 w 58051775"/>
                <a:gd name="connsiteY14214" fmla="*/ 10637324 h 57949372"/>
                <a:gd name="connsiteX14215" fmla="*/ 24662800 w 58051775"/>
                <a:gd name="connsiteY14215" fmla="*/ 10598816 h 57949372"/>
                <a:gd name="connsiteX14216" fmla="*/ 24695152 w 58051775"/>
                <a:gd name="connsiteY14216" fmla="*/ 10555032 h 57949372"/>
                <a:gd name="connsiteX14217" fmla="*/ 24852064 w 58051775"/>
                <a:gd name="connsiteY14217" fmla="*/ 10552426 h 57949372"/>
                <a:gd name="connsiteX14218" fmla="*/ 25045504 w 58051775"/>
                <a:gd name="connsiteY14218" fmla="*/ 10519078 h 57949372"/>
                <a:gd name="connsiteX14219" fmla="*/ 25337932 w 58051775"/>
                <a:gd name="connsiteY14219" fmla="*/ 10458704 h 57949372"/>
                <a:gd name="connsiteX14220" fmla="*/ 25493600 w 58051775"/>
                <a:gd name="connsiteY14220" fmla="*/ 10428018 h 57949372"/>
                <a:gd name="connsiteX14221" fmla="*/ 25720768 w 58051775"/>
                <a:gd name="connsiteY14221" fmla="*/ 10376192 h 57949372"/>
                <a:gd name="connsiteX14222" fmla="*/ 25987824 w 58051775"/>
                <a:gd name="connsiteY14222" fmla="*/ 10329824 h 57949372"/>
                <a:gd name="connsiteX14223" fmla="*/ 26330728 w 58051775"/>
                <a:gd name="connsiteY14223" fmla="*/ 10284960 h 57949372"/>
                <a:gd name="connsiteX14224" fmla="*/ 26641648 w 58051775"/>
                <a:gd name="connsiteY14224" fmla="*/ 10245584 h 57949372"/>
                <a:gd name="connsiteX14225" fmla="*/ 27217388 w 58051775"/>
                <a:gd name="connsiteY14225" fmla="*/ 10192348 h 57949372"/>
                <a:gd name="connsiteX14226" fmla="*/ 27486592 w 58051775"/>
                <a:gd name="connsiteY14226" fmla="*/ 10167066 h 57949372"/>
                <a:gd name="connsiteX14227" fmla="*/ 27758358 w 58051775"/>
                <a:gd name="connsiteY14227" fmla="*/ 10117498 h 57949372"/>
                <a:gd name="connsiteX14228" fmla="*/ 28882248 w 58051775"/>
                <a:gd name="connsiteY14228" fmla="*/ 10098924 h 57949372"/>
                <a:gd name="connsiteX14229" fmla="*/ 42569150 w 58051775"/>
                <a:gd name="connsiteY14229" fmla="*/ 9045652 h 57949372"/>
                <a:gd name="connsiteX14230" fmla="*/ 42647394 w 58051775"/>
                <a:gd name="connsiteY14230" fmla="*/ 9046142 h 57949372"/>
                <a:gd name="connsiteX14231" fmla="*/ 42845028 w 58051775"/>
                <a:gd name="connsiteY14231" fmla="*/ 9048752 h 57949372"/>
                <a:gd name="connsiteX14232" fmla="*/ 42891736 w 58051775"/>
                <a:gd name="connsiteY14232" fmla="*/ 9089098 h 57949372"/>
                <a:gd name="connsiteX14233" fmla="*/ 43008536 w 58051775"/>
                <a:gd name="connsiteY14233" fmla="*/ 9138200 h 57949372"/>
                <a:gd name="connsiteX14234" fmla="*/ 43124716 w 58051775"/>
                <a:gd name="connsiteY14234" fmla="*/ 9183580 h 57949372"/>
                <a:gd name="connsiteX14235" fmla="*/ 43200764 w 58051775"/>
                <a:gd name="connsiteY14235" fmla="*/ 9220200 h 57949372"/>
                <a:gd name="connsiteX14236" fmla="*/ 43272044 w 58051775"/>
                <a:gd name="connsiteY14236" fmla="*/ 9256616 h 57949372"/>
                <a:gd name="connsiteX14237" fmla="*/ 43348420 w 58051775"/>
                <a:gd name="connsiteY14237" fmla="*/ 9308318 h 57949372"/>
                <a:gd name="connsiteX14238" fmla="*/ 43402720 w 58051775"/>
                <a:gd name="connsiteY14238" fmla="*/ 9360800 h 57949372"/>
                <a:gd name="connsiteX14239" fmla="*/ 43437232 w 58051775"/>
                <a:gd name="connsiteY14239" fmla="*/ 9398000 h 57949372"/>
                <a:gd name="connsiteX14240" fmla="*/ 43492688 w 58051775"/>
                <a:gd name="connsiteY14240" fmla="*/ 9439276 h 57949372"/>
                <a:gd name="connsiteX14241" fmla="*/ 43550114 w 58051775"/>
                <a:gd name="connsiteY14241" fmla="*/ 9497790 h 57949372"/>
                <a:gd name="connsiteX14242" fmla="*/ 43660220 w 58051775"/>
                <a:gd name="connsiteY14242" fmla="*/ 9623536 h 57949372"/>
                <a:gd name="connsiteX14243" fmla="*/ 43706454 w 58051775"/>
                <a:gd name="connsiteY14243" fmla="*/ 9666738 h 57949372"/>
                <a:gd name="connsiteX14244" fmla="*/ 43745876 w 58051775"/>
                <a:gd name="connsiteY14244" fmla="*/ 9705068 h 57949372"/>
                <a:gd name="connsiteX14245" fmla="*/ 43781044 w 58051775"/>
                <a:gd name="connsiteY14245" fmla="*/ 9743584 h 57949372"/>
                <a:gd name="connsiteX14246" fmla="*/ 43842844 w 58051775"/>
                <a:gd name="connsiteY14246" fmla="*/ 9789218 h 57949372"/>
                <a:gd name="connsiteX14247" fmla="*/ 43877030 w 58051775"/>
                <a:gd name="connsiteY14247" fmla="*/ 9820142 h 57949372"/>
                <a:gd name="connsiteX14248" fmla="*/ 43946176 w 58051775"/>
                <a:gd name="connsiteY14248" fmla="*/ 9791482 h 57949372"/>
                <a:gd name="connsiteX14249" fmla="*/ 44107106 w 58051775"/>
                <a:gd name="connsiteY14249" fmla="*/ 9912258 h 57949372"/>
                <a:gd name="connsiteX14250" fmla="*/ 44075992 w 58051775"/>
                <a:gd name="connsiteY14250" fmla="*/ 10004832 h 57949372"/>
                <a:gd name="connsiteX14251" fmla="*/ 44023748 w 58051775"/>
                <a:gd name="connsiteY14251" fmla="*/ 10082118 h 57949372"/>
                <a:gd name="connsiteX14252" fmla="*/ 43967682 w 58051775"/>
                <a:gd name="connsiteY14252" fmla="*/ 10159804 h 57949372"/>
                <a:gd name="connsiteX14253" fmla="*/ 43925818 w 58051775"/>
                <a:gd name="connsiteY14253" fmla="*/ 10227372 h 57949372"/>
                <a:gd name="connsiteX14254" fmla="*/ 43879648 w 58051775"/>
                <a:gd name="connsiteY14254" fmla="*/ 10309304 h 57949372"/>
                <a:gd name="connsiteX14255" fmla="*/ 43840406 w 58051775"/>
                <a:gd name="connsiteY14255" fmla="*/ 10368998 h 57949372"/>
                <a:gd name="connsiteX14256" fmla="*/ 43795956 w 58051775"/>
                <a:gd name="connsiteY14256" fmla="*/ 10433896 h 57949372"/>
                <a:gd name="connsiteX14257" fmla="*/ 43751506 w 58051775"/>
                <a:gd name="connsiteY14257" fmla="*/ 10503958 h 57949372"/>
                <a:gd name="connsiteX14258" fmla="*/ 43680220 w 58051775"/>
                <a:gd name="connsiteY14258" fmla="*/ 10617750 h 57949372"/>
                <a:gd name="connsiteX14259" fmla="*/ 43586024 w 58051775"/>
                <a:gd name="connsiteY14259" fmla="*/ 10629902 h 57949372"/>
                <a:gd name="connsiteX14260" fmla="*/ 43510652 w 58051775"/>
                <a:gd name="connsiteY14260" fmla="*/ 10605336 h 57949372"/>
                <a:gd name="connsiteX14261" fmla="*/ 43504244 w 58051775"/>
                <a:gd name="connsiteY14261" fmla="*/ 10295784 h 57949372"/>
                <a:gd name="connsiteX14262" fmla="*/ 43499344 w 58051775"/>
                <a:gd name="connsiteY14262" fmla="*/ 10073464 h 57949372"/>
                <a:gd name="connsiteX14263" fmla="*/ 43456026 w 58051775"/>
                <a:gd name="connsiteY14263" fmla="*/ 9908364 h 57949372"/>
                <a:gd name="connsiteX14264" fmla="*/ 43404972 w 58051775"/>
                <a:gd name="connsiteY14264" fmla="*/ 9821364 h 57949372"/>
                <a:gd name="connsiteX14265" fmla="*/ 43360742 w 58051775"/>
                <a:gd name="connsiteY14265" fmla="*/ 9755174 h 57949372"/>
                <a:gd name="connsiteX14266" fmla="*/ 43320212 w 58051775"/>
                <a:gd name="connsiteY14266" fmla="*/ 9704024 h 57949372"/>
                <a:gd name="connsiteX14267" fmla="*/ 43269594 w 58051775"/>
                <a:gd name="connsiteY14267" fmla="*/ 9658502 h 57949372"/>
                <a:gd name="connsiteX14268" fmla="*/ 43192944 w 58051775"/>
                <a:gd name="connsiteY14268" fmla="*/ 9607798 h 57949372"/>
                <a:gd name="connsiteX14269" fmla="*/ 43101956 w 58051775"/>
                <a:gd name="connsiteY14269" fmla="*/ 9556440 h 57949372"/>
                <a:gd name="connsiteX14270" fmla="*/ 43040624 w 58051775"/>
                <a:gd name="connsiteY14270" fmla="*/ 9525602 h 57949372"/>
                <a:gd name="connsiteX14271" fmla="*/ 42754968 w 58051775"/>
                <a:gd name="connsiteY14271" fmla="*/ 9470088 h 57949372"/>
                <a:gd name="connsiteX14272" fmla="*/ 42555616 w 58051775"/>
                <a:gd name="connsiteY14272" fmla="*/ 9467852 h 57949372"/>
                <a:gd name="connsiteX14273" fmla="*/ 42536536 w 58051775"/>
                <a:gd name="connsiteY14273" fmla="*/ 9509148 h 57949372"/>
                <a:gd name="connsiteX14274" fmla="*/ 42466056 w 58051775"/>
                <a:gd name="connsiteY14274" fmla="*/ 9558666 h 57949372"/>
                <a:gd name="connsiteX14275" fmla="*/ 42387754 w 58051775"/>
                <a:gd name="connsiteY14275" fmla="*/ 9596948 h 57949372"/>
                <a:gd name="connsiteX14276" fmla="*/ 42320152 w 58051775"/>
                <a:gd name="connsiteY14276" fmla="*/ 9646192 h 57949372"/>
                <a:gd name="connsiteX14277" fmla="*/ 42240206 w 58051775"/>
                <a:gd name="connsiteY14277" fmla="*/ 9715716 h 57949372"/>
                <a:gd name="connsiteX14278" fmla="*/ 42199304 w 58051775"/>
                <a:gd name="connsiteY14278" fmla="*/ 9737034 h 57949372"/>
                <a:gd name="connsiteX14279" fmla="*/ 42149840 w 58051775"/>
                <a:gd name="connsiteY14279" fmla="*/ 9783512 h 57949372"/>
                <a:gd name="connsiteX14280" fmla="*/ 42105016 w 58051775"/>
                <a:gd name="connsiteY14280" fmla="*/ 9828336 h 57949372"/>
                <a:gd name="connsiteX14281" fmla="*/ 42059684 w 58051775"/>
                <a:gd name="connsiteY14281" fmla="*/ 9875412 h 57949372"/>
                <a:gd name="connsiteX14282" fmla="*/ 42020610 w 58051775"/>
                <a:gd name="connsiteY14282" fmla="*/ 9929982 h 57949372"/>
                <a:gd name="connsiteX14283" fmla="*/ 41975324 w 58051775"/>
                <a:gd name="connsiteY14283" fmla="*/ 9988312 h 57949372"/>
                <a:gd name="connsiteX14284" fmla="*/ 41929196 w 58051775"/>
                <a:gd name="connsiteY14284" fmla="*/ 10050794 h 57949372"/>
                <a:gd name="connsiteX14285" fmla="*/ 41876386 w 58051775"/>
                <a:gd name="connsiteY14285" fmla="*/ 10118676 h 57949372"/>
                <a:gd name="connsiteX14286" fmla="*/ 41825062 w 58051775"/>
                <a:gd name="connsiteY14286" fmla="*/ 10214418 h 57949372"/>
                <a:gd name="connsiteX14287" fmla="*/ 41795706 w 58051775"/>
                <a:gd name="connsiteY14287" fmla="*/ 10310948 h 57949372"/>
                <a:gd name="connsiteX14288" fmla="*/ 41757812 w 58051775"/>
                <a:gd name="connsiteY14288" fmla="*/ 10439400 h 57949372"/>
                <a:gd name="connsiteX14289" fmla="*/ 41727304 w 58051775"/>
                <a:gd name="connsiteY14289" fmla="*/ 10482598 h 57949372"/>
                <a:gd name="connsiteX14290" fmla="*/ 41706806 w 58051775"/>
                <a:gd name="connsiteY14290" fmla="*/ 10761618 h 57949372"/>
                <a:gd name="connsiteX14291" fmla="*/ 41706806 w 58051775"/>
                <a:gd name="connsiteY14291" fmla="*/ 10997440 h 57949372"/>
                <a:gd name="connsiteX14292" fmla="*/ 41744646 w 58051775"/>
                <a:gd name="connsiteY14292" fmla="*/ 11025416 h 57949372"/>
                <a:gd name="connsiteX14293" fmla="*/ 41795924 w 58051775"/>
                <a:gd name="connsiteY14293" fmla="*/ 11094112 h 57949372"/>
                <a:gd name="connsiteX14294" fmla="*/ 41833564 w 58051775"/>
                <a:gd name="connsiteY14294" fmla="*/ 11156743 h 57949372"/>
                <a:gd name="connsiteX14295" fmla="*/ 41865600 w 58051775"/>
                <a:gd name="connsiteY14295" fmla="*/ 11214297 h 57949372"/>
                <a:gd name="connsiteX14296" fmla="*/ 42046348 w 58051775"/>
                <a:gd name="connsiteY14296" fmla="*/ 11400359 h 57949372"/>
                <a:gd name="connsiteX14297" fmla="*/ 42141840 w 58051775"/>
                <a:gd name="connsiteY14297" fmla="*/ 11449315 h 57949372"/>
                <a:gd name="connsiteX14298" fmla="*/ 42203904 w 58051775"/>
                <a:gd name="connsiteY14298" fmla="*/ 11476621 h 57949372"/>
                <a:gd name="connsiteX14299" fmla="*/ 42593644 w 58051775"/>
                <a:gd name="connsiteY14299" fmla="*/ 11524495 h 57949372"/>
                <a:gd name="connsiteX14300" fmla="*/ 42902634 w 58051775"/>
                <a:gd name="connsiteY14300" fmla="*/ 11525267 h 57949372"/>
                <a:gd name="connsiteX14301" fmla="*/ 42927020 w 58051775"/>
                <a:gd name="connsiteY14301" fmla="*/ 11556255 h 57949372"/>
                <a:gd name="connsiteX14302" fmla="*/ 42951406 w 58051775"/>
                <a:gd name="connsiteY14302" fmla="*/ 11659621 h 57949372"/>
                <a:gd name="connsiteX14303" fmla="*/ 42672006 w 58051775"/>
                <a:gd name="connsiteY14303" fmla="*/ 11774305 h 57949372"/>
                <a:gd name="connsiteX14304" fmla="*/ 42306164 w 58051775"/>
                <a:gd name="connsiteY14304" fmla="*/ 11781777 h 57949372"/>
                <a:gd name="connsiteX14305" fmla="*/ 42162574 w 58051775"/>
                <a:gd name="connsiteY14305" fmla="*/ 11785611 h 57949372"/>
                <a:gd name="connsiteX14306" fmla="*/ 42126152 w 58051775"/>
                <a:gd name="connsiteY14306" fmla="*/ 11745721 h 57949372"/>
                <a:gd name="connsiteX14307" fmla="*/ 42000912 w 58051775"/>
                <a:gd name="connsiteY14307" fmla="*/ 11697714 h 57949372"/>
                <a:gd name="connsiteX14308" fmla="*/ 41878188 w 58051775"/>
                <a:gd name="connsiteY14308" fmla="*/ 11655654 h 57949372"/>
                <a:gd name="connsiteX14309" fmla="*/ 41800152 w 58051775"/>
                <a:gd name="connsiteY14309" fmla="*/ 11607179 h 57949372"/>
                <a:gd name="connsiteX14310" fmla="*/ 41744200 w 58051775"/>
                <a:gd name="connsiteY14310" fmla="*/ 11561500 h 57949372"/>
                <a:gd name="connsiteX14311" fmla="*/ 41688296 w 58051775"/>
                <a:gd name="connsiteY14311" fmla="*/ 11511962 h 57949372"/>
                <a:gd name="connsiteX14312" fmla="*/ 41631076 w 58051775"/>
                <a:gd name="connsiteY14312" fmla="*/ 11468991 h 57949372"/>
                <a:gd name="connsiteX14313" fmla="*/ 41582992 w 58051775"/>
                <a:gd name="connsiteY14313" fmla="*/ 11429506 h 57949372"/>
                <a:gd name="connsiteX14314" fmla="*/ 41452806 w 58051775"/>
                <a:gd name="connsiteY14314" fmla="*/ 11309090 h 57949372"/>
                <a:gd name="connsiteX14315" fmla="*/ 41415324 w 58051775"/>
                <a:gd name="connsiteY14315" fmla="*/ 11259147 h 57949372"/>
                <a:gd name="connsiteX14316" fmla="*/ 41369658 w 58051775"/>
                <a:gd name="connsiteY14316" fmla="*/ 11185985 h 57949372"/>
                <a:gd name="connsiteX14317" fmla="*/ 41320500 w 58051775"/>
                <a:gd name="connsiteY14317" fmla="*/ 11102034 h 57949372"/>
                <a:gd name="connsiteX14318" fmla="*/ 41264334 w 58051775"/>
                <a:gd name="connsiteY14318" fmla="*/ 10985502 h 57949372"/>
                <a:gd name="connsiteX14319" fmla="*/ 41214444 w 58051775"/>
                <a:gd name="connsiteY14319" fmla="*/ 10845802 h 57949372"/>
                <a:gd name="connsiteX14320" fmla="*/ 41179756 w 58051775"/>
                <a:gd name="connsiteY14320" fmla="*/ 10520864 h 57949372"/>
                <a:gd name="connsiteX14321" fmla="*/ 41179756 w 58051775"/>
                <a:gd name="connsiteY14321" fmla="*/ 10265782 h 57949372"/>
                <a:gd name="connsiteX14322" fmla="*/ 41221296 w 58051775"/>
                <a:gd name="connsiteY14322" fmla="*/ 10221356 h 57949372"/>
                <a:gd name="connsiteX14323" fmla="*/ 41270374 w 58051775"/>
                <a:gd name="connsiteY14323" fmla="*/ 10089090 h 57949372"/>
                <a:gd name="connsiteX14324" fmla="*/ 41312948 w 58051775"/>
                <a:gd name="connsiteY14324" fmla="*/ 9963152 h 57949372"/>
                <a:gd name="connsiteX14325" fmla="*/ 41363160 w 58051775"/>
                <a:gd name="connsiteY14325" fmla="*/ 9893994 h 57949372"/>
                <a:gd name="connsiteX14326" fmla="*/ 41415572 w 58051775"/>
                <a:gd name="connsiteY14326" fmla="*/ 9820524 h 57949372"/>
                <a:gd name="connsiteX14327" fmla="*/ 41452806 w 58051775"/>
                <a:gd name="connsiteY14327" fmla="*/ 9759008 h 57949372"/>
                <a:gd name="connsiteX14328" fmla="*/ 41503606 w 58051775"/>
                <a:gd name="connsiteY14328" fmla="*/ 9690104 h 57949372"/>
                <a:gd name="connsiteX14329" fmla="*/ 41554406 w 58051775"/>
                <a:gd name="connsiteY14329" fmla="*/ 9623142 h 57949372"/>
                <a:gd name="connsiteX14330" fmla="*/ 41592506 w 58051775"/>
                <a:gd name="connsiteY14330" fmla="*/ 9577810 h 57949372"/>
                <a:gd name="connsiteX14331" fmla="*/ 41630606 w 58051775"/>
                <a:gd name="connsiteY14331" fmla="*/ 9532644 h 57949372"/>
                <a:gd name="connsiteX14332" fmla="*/ 41763528 w 58051775"/>
                <a:gd name="connsiteY14332" fmla="*/ 9398000 h 57949372"/>
                <a:gd name="connsiteX14333" fmla="*/ 41812756 w 58051775"/>
                <a:gd name="connsiteY14333" fmla="*/ 9359900 h 57949372"/>
                <a:gd name="connsiteX14334" fmla="*/ 41862200 w 58051775"/>
                <a:gd name="connsiteY14334" fmla="*/ 9321800 h 57949372"/>
                <a:gd name="connsiteX14335" fmla="*/ 41924136 w 58051775"/>
                <a:gd name="connsiteY14335" fmla="*/ 9271000 h 57949372"/>
                <a:gd name="connsiteX14336" fmla="*/ 42005042 w 58051775"/>
                <a:gd name="connsiteY14336" fmla="*/ 9220200 h 57949372"/>
                <a:gd name="connsiteX14337" fmla="*/ 42075864 w 58051775"/>
                <a:gd name="connsiteY14337" fmla="*/ 9181290 h 57949372"/>
                <a:gd name="connsiteX14338" fmla="*/ 42212540 w 58051775"/>
                <a:gd name="connsiteY14338" fmla="*/ 9132266 h 57949372"/>
                <a:gd name="connsiteX14339" fmla="*/ 42362260 w 58051775"/>
                <a:gd name="connsiteY14339" fmla="*/ 9089434 h 57949372"/>
                <a:gd name="connsiteX14340" fmla="*/ 42430706 w 58051775"/>
                <a:gd name="connsiteY14340" fmla="*/ 9050126 h 57949372"/>
                <a:gd name="connsiteX14341" fmla="*/ 42569150 w 58051775"/>
                <a:gd name="connsiteY14341" fmla="*/ 9045652 h 57949372"/>
                <a:gd name="connsiteX14342" fmla="*/ 15266952 w 58051775"/>
                <a:gd name="connsiteY14342" fmla="*/ 8858256 h 57949372"/>
                <a:gd name="connsiteX14343" fmla="*/ 15324856 w 58051775"/>
                <a:gd name="connsiteY14343" fmla="*/ 8874124 h 57949372"/>
                <a:gd name="connsiteX14344" fmla="*/ 15379704 w 58051775"/>
                <a:gd name="connsiteY14344" fmla="*/ 9042148 h 57949372"/>
                <a:gd name="connsiteX14345" fmla="*/ 15322552 w 58051775"/>
                <a:gd name="connsiteY14345" fmla="*/ 9124290 h 57949372"/>
                <a:gd name="connsiteX14346" fmla="*/ 15265404 w 58051775"/>
                <a:gd name="connsiteY14346" fmla="*/ 9250720 h 57949372"/>
                <a:gd name="connsiteX14347" fmla="*/ 15302608 w 58051775"/>
                <a:gd name="connsiteY14347" fmla="*/ 9354752 h 57949372"/>
                <a:gd name="connsiteX14348" fmla="*/ 15348160 w 58051775"/>
                <a:gd name="connsiteY14348" fmla="*/ 9437320 h 57949372"/>
                <a:gd name="connsiteX14349" fmla="*/ 15393504 w 58051775"/>
                <a:gd name="connsiteY14349" fmla="*/ 9513084 h 57949372"/>
                <a:gd name="connsiteX14350" fmla="*/ 15430504 w 58051775"/>
                <a:gd name="connsiteY14350" fmla="*/ 9553018 h 57949372"/>
                <a:gd name="connsiteX14351" fmla="*/ 15481304 w 58051775"/>
                <a:gd name="connsiteY14351" fmla="*/ 9621720 h 57949372"/>
                <a:gd name="connsiteX14352" fmla="*/ 15532104 w 58051775"/>
                <a:gd name="connsiteY14352" fmla="*/ 9696070 h 57949372"/>
                <a:gd name="connsiteX14353" fmla="*/ 15570204 w 58051775"/>
                <a:gd name="connsiteY14353" fmla="*/ 9749252 h 57949372"/>
                <a:gd name="connsiteX14354" fmla="*/ 15608304 w 58051775"/>
                <a:gd name="connsiteY14354" fmla="*/ 9799790 h 57949372"/>
                <a:gd name="connsiteX14355" fmla="*/ 15724696 w 58051775"/>
                <a:gd name="connsiteY14355" fmla="*/ 9941412 h 57949372"/>
                <a:gd name="connsiteX14356" fmla="*/ 15795992 w 58051775"/>
                <a:gd name="connsiteY14356" fmla="*/ 10039928 h 57949372"/>
                <a:gd name="connsiteX14357" fmla="*/ 15854220 w 58051775"/>
                <a:gd name="connsiteY14357" fmla="*/ 10113246 h 57949372"/>
                <a:gd name="connsiteX14358" fmla="*/ 15887704 w 58051775"/>
                <a:gd name="connsiteY14358" fmla="*/ 10151972 h 57949372"/>
                <a:gd name="connsiteX14359" fmla="*/ 15914404 w 58051775"/>
                <a:gd name="connsiteY14359" fmla="*/ 10192926 h 57949372"/>
                <a:gd name="connsiteX14360" fmla="*/ 15960352 w 58051775"/>
                <a:gd name="connsiteY14360" fmla="*/ 10254312 h 57949372"/>
                <a:gd name="connsiteX14361" fmla="*/ 16013028 w 58051775"/>
                <a:gd name="connsiteY14361" fmla="*/ 10326632 h 57949372"/>
                <a:gd name="connsiteX14362" fmla="*/ 16153616 w 58051775"/>
                <a:gd name="connsiteY14362" fmla="*/ 10506090 h 57949372"/>
                <a:gd name="connsiteX14363" fmla="*/ 16192348 w 58051775"/>
                <a:gd name="connsiteY14363" fmla="*/ 10553616 h 57949372"/>
                <a:gd name="connsiteX14364" fmla="*/ 16229952 w 58051775"/>
                <a:gd name="connsiteY14364" fmla="*/ 10608880 h 57949372"/>
                <a:gd name="connsiteX14365" fmla="*/ 16275676 w 58051775"/>
                <a:gd name="connsiteY14365" fmla="*/ 10665972 h 57949372"/>
                <a:gd name="connsiteX14366" fmla="*/ 16319520 w 58051775"/>
                <a:gd name="connsiteY14366" fmla="*/ 10712486 h 57949372"/>
                <a:gd name="connsiteX14367" fmla="*/ 16370840 w 58051775"/>
                <a:gd name="connsiteY14367" fmla="*/ 10782820 h 57949372"/>
                <a:gd name="connsiteX14368" fmla="*/ 16422828 w 58051775"/>
                <a:gd name="connsiteY14368" fmla="*/ 10857994 h 57949372"/>
                <a:gd name="connsiteX14369" fmla="*/ 16466504 w 58051775"/>
                <a:gd name="connsiteY14369" fmla="*/ 10915104 h 57949372"/>
                <a:gd name="connsiteX14370" fmla="*/ 16497304 w 58051775"/>
                <a:gd name="connsiteY14370" fmla="*/ 10956828 h 57949372"/>
                <a:gd name="connsiteX14371" fmla="*/ 16627480 w 58051775"/>
                <a:gd name="connsiteY14371" fmla="*/ 11109938 h 57949372"/>
                <a:gd name="connsiteX14372" fmla="*/ 16668532 w 58051775"/>
                <a:gd name="connsiteY14372" fmla="*/ 11175179 h 57949372"/>
                <a:gd name="connsiteX14373" fmla="*/ 16604760 w 58051775"/>
                <a:gd name="connsiteY14373" fmla="*/ 11269719 h 57949372"/>
                <a:gd name="connsiteX14374" fmla="*/ 16495784 w 58051775"/>
                <a:gd name="connsiteY14374" fmla="*/ 11337427 h 57949372"/>
                <a:gd name="connsiteX14375" fmla="*/ 16410332 w 58051775"/>
                <a:gd name="connsiteY14375" fmla="*/ 11298537 h 57949372"/>
                <a:gd name="connsiteX14376" fmla="*/ 16232952 w 58051775"/>
                <a:gd name="connsiteY14376" fmla="*/ 11245665 h 57949372"/>
                <a:gd name="connsiteX14377" fmla="*/ 16066588 w 58051775"/>
                <a:gd name="connsiteY14377" fmla="*/ 11190034 h 57949372"/>
                <a:gd name="connsiteX14378" fmla="*/ 15906344 w 58051775"/>
                <a:gd name="connsiteY14378" fmla="*/ 11163835 h 57949372"/>
                <a:gd name="connsiteX14379" fmla="*/ 15743064 w 58051775"/>
                <a:gd name="connsiteY14379" fmla="*/ 11126526 h 57949372"/>
                <a:gd name="connsiteX14380" fmla="*/ 15527952 w 58051775"/>
                <a:gd name="connsiteY14380" fmla="*/ 11068352 h 57949372"/>
                <a:gd name="connsiteX14381" fmla="*/ 15407304 w 58051775"/>
                <a:gd name="connsiteY14381" fmla="*/ 11027334 h 57949372"/>
                <a:gd name="connsiteX14382" fmla="*/ 15360656 w 58051775"/>
                <a:gd name="connsiteY14382" fmla="*/ 10980266 h 57949372"/>
                <a:gd name="connsiteX14383" fmla="*/ 15237320 w 58051775"/>
                <a:gd name="connsiteY14383" fmla="*/ 10979212 h 57949372"/>
                <a:gd name="connsiteX14384" fmla="*/ 15078572 w 58051775"/>
                <a:gd name="connsiteY14384" fmla="*/ 10945314 h 57949372"/>
                <a:gd name="connsiteX14385" fmla="*/ 14885680 w 58051775"/>
                <a:gd name="connsiteY14385" fmla="*/ 10896600 h 57949372"/>
                <a:gd name="connsiteX14386" fmla="*/ 14724648 w 58051775"/>
                <a:gd name="connsiteY14386" fmla="*/ 10855912 h 57949372"/>
                <a:gd name="connsiteX14387" fmla="*/ 14539772 w 58051775"/>
                <a:gd name="connsiteY14387" fmla="*/ 10807060 h 57949372"/>
                <a:gd name="connsiteX14388" fmla="*/ 14366592 w 58051775"/>
                <a:gd name="connsiteY14388" fmla="*/ 10766782 h 57949372"/>
                <a:gd name="connsiteX14389" fmla="*/ 14243888 w 58051775"/>
                <a:gd name="connsiteY14389" fmla="*/ 10718800 h 57949372"/>
                <a:gd name="connsiteX14390" fmla="*/ 14232088 w 58051775"/>
                <a:gd name="connsiteY14390" fmla="*/ 10778252 h 57949372"/>
                <a:gd name="connsiteX14391" fmla="*/ 14282952 w 58051775"/>
                <a:gd name="connsiteY14391" fmla="*/ 10841796 h 57949372"/>
                <a:gd name="connsiteX14392" fmla="*/ 14330736 w 58051775"/>
                <a:gd name="connsiteY14392" fmla="*/ 10903320 h 57949372"/>
                <a:gd name="connsiteX14393" fmla="*/ 14376860 w 58051775"/>
                <a:gd name="connsiteY14393" fmla="*/ 10961208 h 57949372"/>
                <a:gd name="connsiteX14394" fmla="*/ 14416248 w 58051775"/>
                <a:gd name="connsiteY14394" fmla="*/ 11011834 h 57949372"/>
                <a:gd name="connsiteX14395" fmla="*/ 14439904 w 58051775"/>
                <a:gd name="connsiteY14395" fmla="*/ 11044094 h 57949372"/>
                <a:gd name="connsiteX14396" fmla="*/ 14481180 w 58051775"/>
                <a:gd name="connsiteY14396" fmla="*/ 11105962 h 57949372"/>
                <a:gd name="connsiteX14397" fmla="*/ 14706232 w 58051775"/>
                <a:gd name="connsiteY14397" fmla="*/ 11406730 h 57949372"/>
                <a:gd name="connsiteX14398" fmla="*/ 14768860 w 58051775"/>
                <a:gd name="connsiteY14398" fmla="*/ 11479917 h 57949372"/>
                <a:gd name="connsiteX14399" fmla="*/ 14814516 w 58051775"/>
                <a:gd name="connsiteY14399" fmla="*/ 11544133 h 57949372"/>
                <a:gd name="connsiteX14400" fmla="*/ 14858608 w 58051775"/>
                <a:gd name="connsiteY14400" fmla="*/ 11611873 h 57949372"/>
                <a:gd name="connsiteX14401" fmla="*/ 14915152 w 58051775"/>
                <a:gd name="connsiteY14401" fmla="*/ 11682068 h 57949372"/>
                <a:gd name="connsiteX14402" fmla="*/ 14948892 w 58051775"/>
                <a:gd name="connsiteY14402" fmla="*/ 11722116 h 57949372"/>
                <a:gd name="connsiteX14403" fmla="*/ 14974396 w 58051775"/>
                <a:gd name="connsiteY14403" fmla="*/ 11757881 h 57949372"/>
                <a:gd name="connsiteX14404" fmla="*/ 15040312 w 58051775"/>
                <a:gd name="connsiteY14404" fmla="*/ 11837262 h 57949372"/>
                <a:gd name="connsiteX14405" fmla="*/ 15093760 w 58051775"/>
                <a:gd name="connsiteY14405" fmla="*/ 11880853 h 57949372"/>
                <a:gd name="connsiteX14406" fmla="*/ 15259512 w 58051775"/>
                <a:gd name="connsiteY14406" fmla="*/ 11880853 h 57949372"/>
                <a:gd name="connsiteX14407" fmla="*/ 15465984 w 58051775"/>
                <a:gd name="connsiteY14407" fmla="*/ 11909728 h 57949372"/>
                <a:gd name="connsiteX14408" fmla="*/ 15435264 w 58051775"/>
                <a:gd name="connsiteY14408" fmla="*/ 12056710 h 57949372"/>
                <a:gd name="connsiteX14409" fmla="*/ 15326844 w 58051775"/>
                <a:gd name="connsiteY14409" fmla="*/ 12142595 h 57949372"/>
                <a:gd name="connsiteX14410" fmla="*/ 15206952 w 58051775"/>
                <a:gd name="connsiteY14410" fmla="*/ 12222729 h 57949372"/>
                <a:gd name="connsiteX14411" fmla="*/ 15153248 w 58051775"/>
                <a:gd name="connsiteY14411" fmla="*/ 12274918 h 57949372"/>
                <a:gd name="connsiteX14412" fmla="*/ 15126400 w 58051775"/>
                <a:gd name="connsiteY14412" fmla="*/ 12306311 h 57949372"/>
                <a:gd name="connsiteX14413" fmla="*/ 14936032 w 58051775"/>
                <a:gd name="connsiteY14413" fmla="*/ 12449174 h 57949372"/>
                <a:gd name="connsiteX14414" fmla="*/ 14821392 w 58051775"/>
                <a:gd name="connsiteY14414" fmla="*/ 12496808 h 57949372"/>
                <a:gd name="connsiteX14415" fmla="*/ 14707304 w 58051775"/>
                <a:gd name="connsiteY14415" fmla="*/ 12378366 h 57949372"/>
                <a:gd name="connsiteX14416" fmla="*/ 14742976 w 58051775"/>
                <a:gd name="connsiteY14416" fmla="*/ 12324285 h 57949372"/>
                <a:gd name="connsiteX14417" fmla="*/ 14783552 w 58051775"/>
                <a:gd name="connsiteY14417" fmla="*/ 12261518 h 57949372"/>
                <a:gd name="connsiteX14418" fmla="*/ 14824812 w 58051775"/>
                <a:gd name="connsiteY14418" fmla="*/ 12187831 h 57949372"/>
                <a:gd name="connsiteX14419" fmla="*/ 14791372 w 58051775"/>
                <a:gd name="connsiteY14419" fmla="*/ 12099877 h 57949372"/>
                <a:gd name="connsiteX14420" fmla="*/ 14734328 w 58051775"/>
                <a:gd name="connsiteY14420" fmla="*/ 12025975 h 57949372"/>
                <a:gd name="connsiteX14421" fmla="*/ 14701184 w 58051775"/>
                <a:gd name="connsiteY14421" fmla="*/ 11976886 h 57949372"/>
                <a:gd name="connsiteX14422" fmla="*/ 14668156 w 58051775"/>
                <a:gd name="connsiteY14422" fmla="*/ 11911316 h 57949372"/>
                <a:gd name="connsiteX14423" fmla="*/ 14610912 w 58051775"/>
                <a:gd name="connsiteY14423" fmla="*/ 11819427 h 57949372"/>
                <a:gd name="connsiteX14424" fmla="*/ 14566904 w 58051775"/>
                <a:gd name="connsiteY14424" fmla="*/ 11762550 h 57949372"/>
                <a:gd name="connsiteX14425" fmla="*/ 14524168 w 58051775"/>
                <a:gd name="connsiteY14425" fmla="*/ 11700327 h 57949372"/>
                <a:gd name="connsiteX14426" fmla="*/ 14478816 w 58051775"/>
                <a:gd name="connsiteY14426" fmla="*/ 11629898 h 57949372"/>
                <a:gd name="connsiteX14427" fmla="*/ 14440492 w 58051775"/>
                <a:gd name="connsiteY14427" fmla="*/ 11589053 h 57949372"/>
                <a:gd name="connsiteX14428" fmla="*/ 14396964 w 58051775"/>
                <a:gd name="connsiteY14428" fmla="*/ 11539445 h 57949372"/>
                <a:gd name="connsiteX14429" fmla="*/ 14344676 w 58051775"/>
                <a:gd name="connsiteY14429" fmla="*/ 11466359 h 57949372"/>
                <a:gd name="connsiteX14430" fmla="*/ 14300204 w 58051775"/>
                <a:gd name="connsiteY14430" fmla="*/ 11408609 h 57949372"/>
                <a:gd name="connsiteX14431" fmla="*/ 14257468 w 58051775"/>
                <a:gd name="connsiteY14431" fmla="*/ 11344722 h 57949372"/>
                <a:gd name="connsiteX14432" fmla="*/ 14212244 w 58051775"/>
                <a:gd name="connsiteY14432" fmla="*/ 11274698 h 57949372"/>
                <a:gd name="connsiteX14433" fmla="*/ 14172416 w 58051775"/>
                <a:gd name="connsiteY14433" fmla="*/ 11230664 h 57949372"/>
                <a:gd name="connsiteX14434" fmla="*/ 14120732 w 58051775"/>
                <a:gd name="connsiteY14434" fmla="*/ 11176438 h 57949372"/>
                <a:gd name="connsiteX14435" fmla="*/ 14060424 w 58051775"/>
                <a:gd name="connsiteY14435" fmla="*/ 11090720 h 57949372"/>
                <a:gd name="connsiteX14436" fmla="*/ 13950308 w 58051775"/>
                <a:gd name="connsiteY14436" fmla="*/ 10930304 h 57949372"/>
                <a:gd name="connsiteX14437" fmla="*/ 13905016 w 58051775"/>
                <a:gd name="connsiteY14437" fmla="*/ 10876780 h 57949372"/>
                <a:gd name="connsiteX14438" fmla="*/ 13868404 w 58051775"/>
                <a:gd name="connsiteY14438" fmla="*/ 10845896 h 57949372"/>
                <a:gd name="connsiteX14439" fmla="*/ 13811256 w 58051775"/>
                <a:gd name="connsiteY14439" fmla="*/ 10769602 h 57949372"/>
                <a:gd name="connsiteX14440" fmla="*/ 13754104 w 58051775"/>
                <a:gd name="connsiteY14440" fmla="*/ 10688842 h 57949372"/>
                <a:gd name="connsiteX14441" fmla="*/ 13722352 w 58051775"/>
                <a:gd name="connsiteY14441" fmla="*/ 10642600 h 57949372"/>
                <a:gd name="connsiteX14442" fmla="*/ 13690604 w 58051775"/>
                <a:gd name="connsiteY14442" fmla="*/ 10591140 h 57949372"/>
                <a:gd name="connsiteX14443" fmla="*/ 13546980 w 58051775"/>
                <a:gd name="connsiteY14443" fmla="*/ 10536470 h 57949372"/>
                <a:gd name="connsiteX14444" fmla="*/ 13399872 w 58051775"/>
                <a:gd name="connsiteY14444" fmla="*/ 10577196 h 57949372"/>
                <a:gd name="connsiteX14445" fmla="*/ 13313864 w 58051775"/>
                <a:gd name="connsiteY14445" fmla="*/ 10619742 h 57949372"/>
                <a:gd name="connsiteX14446" fmla="*/ 13257724 w 58051775"/>
                <a:gd name="connsiteY14446" fmla="*/ 10608500 h 57949372"/>
                <a:gd name="connsiteX14447" fmla="*/ 13225348 w 58051775"/>
                <a:gd name="connsiteY14447" fmla="*/ 10425208 h 57949372"/>
                <a:gd name="connsiteX14448" fmla="*/ 13269048 w 58051775"/>
                <a:gd name="connsiteY14448" fmla="*/ 10372080 h 57949372"/>
                <a:gd name="connsiteX14449" fmla="*/ 13322660 w 58051775"/>
                <a:gd name="connsiteY14449" fmla="*/ 10337134 h 57949372"/>
                <a:gd name="connsiteX14450" fmla="*/ 13382068 w 58051775"/>
                <a:gd name="connsiteY14450" fmla="*/ 10293076 h 57949372"/>
                <a:gd name="connsiteX14451" fmla="*/ 13445948 w 58051775"/>
                <a:gd name="connsiteY14451" fmla="*/ 10248478 h 57949372"/>
                <a:gd name="connsiteX14452" fmla="*/ 13514260 w 58051775"/>
                <a:gd name="connsiteY14452" fmla="*/ 10197360 h 57949372"/>
                <a:gd name="connsiteX14453" fmla="*/ 13571880 w 58051775"/>
                <a:gd name="connsiteY14453" fmla="*/ 10153212 h 57949372"/>
                <a:gd name="connsiteX14454" fmla="*/ 13626500 w 58051775"/>
                <a:gd name="connsiteY14454" fmla="*/ 10122064 h 57949372"/>
                <a:gd name="connsiteX14455" fmla="*/ 13714680 w 58051775"/>
                <a:gd name="connsiteY14455" fmla="*/ 10070452 h 57949372"/>
                <a:gd name="connsiteX14456" fmla="*/ 13844664 w 58051775"/>
                <a:gd name="connsiteY14456" fmla="*/ 10074336 h 57949372"/>
                <a:gd name="connsiteX14457" fmla="*/ 13990960 w 58051775"/>
                <a:gd name="connsiteY14457" fmla="*/ 10105724 h 57949372"/>
                <a:gd name="connsiteX14458" fmla="*/ 14184048 w 58051775"/>
                <a:gd name="connsiteY14458" fmla="*/ 10155926 h 57949372"/>
                <a:gd name="connsiteX14459" fmla="*/ 14349152 w 58051775"/>
                <a:gd name="connsiteY14459" fmla="*/ 10200422 h 57949372"/>
                <a:gd name="connsiteX14460" fmla="*/ 14478004 w 58051775"/>
                <a:gd name="connsiteY14460" fmla="*/ 10235642 h 57949372"/>
                <a:gd name="connsiteX14461" fmla="*/ 14627272 w 58051775"/>
                <a:gd name="connsiteY14461" fmla="*/ 10283996 h 57949372"/>
                <a:gd name="connsiteX14462" fmla="*/ 14811424 w 58051775"/>
                <a:gd name="connsiteY14462" fmla="*/ 10329596 h 57949372"/>
                <a:gd name="connsiteX14463" fmla="*/ 14991520 w 58051775"/>
                <a:gd name="connsiteY14463" fmla="*/ 10376026 h 57949372"/>
                <a:gd name="connsiteX14464" fmla="*/ 15167824 w 58051775"/>
                <a:gd name="connsiteY14464" fmla="*/ 10428728 h 57949372"/>
                <a:gd name="connsiteX14465" fmla="*/ 15344192 w 58051775"/>
                <a:gd name="connsiteY14465" fmla="*/ 10477024 h 57949372"/>
                <a:gd name="connsiteX14466" fmla="*/ 15472688 w 58051775"/>
                <a:gd name="connsiteY14466" fmla="*/ 10512550 h 57949372"/>
                <a:gd name="connsiteX14467" fmla="*/ 15617828 w 58051775"/>
                <a:gd name="connsiteY14467" fmla="*/ 10552818 h 57949372"/>
                <a:gd name="connsiteX14468" fmla="*/ 15735304 w 58051775"/>
                <a:gd name="connsiteY14468" fmla="*/ 10567724 h 57949372"/>
                <a:gd name="connsiteX14469" fmla="*/ 15735304 w 58051775"/>
                <a:gd name="connsiteY14469" fmla="*/ 10523102 h 57949372"/>
                <a:gd name="connsiteX14470" fmla="*/ 15681328 w 58051775"/>
                <a:gd name="connsiteY14470" fmla="*/ 10422766 h 57949372"/>
                <a:gd name="connsiteX14471" fmla="*/ 15543392 w 58051775"/>
                <a:gd name="connsiteY14471" fmla="*/ 10230612 h 57949372"/>
                <a:gd name="connsiteX14472" fmla="*/ 15500116 w 58051775"/>
                <a:gd name="connsiteY14472" fmla="*/ 10167364 h 57949372"/>
                <a:gd name="connsiteX14473" fmla="*/ 15468604 w 58051775"/>
                <a:gd name="connsiteY14473" fmla="*/ 10129488 h 57949372"/>
                <a:gd name="connsiteX14474" fmla="*/ 15417804 w 58051775"/>
                <a:gd name="connsiteY14474" fmla="*/ 10059918 h 57949372"/>
                <a:gd name="connsiteX14475" fmla="*/ 15367004 w 58051775"/>
                <a:gd name="connsiteY14475" fmla="*/ 9974690 h 57949372"/>
                <a:gd name="connsiteX14476" fmla="*/ 15328904 w 58051775"/>
                <a:gd name="connsiteY14476" fmla="*/ 9908376 h 57949372"/>
                <a:gd name="connsiteX14477" fmla="*/ 15290804 w 58051775"/>
                <a:gd name="connsiteY14477" fmla="*/ 9861096 h 57949372"/>
                <a:gd name="connsiteX14478" fmla="*/ 15244896 w 58051775"/>
                <a:gd name="connsiteY14478" fmla="*/ 9803600 h 57949372"/>
                <a:gd name="connsiteX14479" fmla="*/ 15182344 w 58051775"/>
                <a:gd name="connsiteY14479" fmla="*/ 9713480 h 57949372"/>
                <a:gd name="connsiteX14480" fmla="*/ 15139212 w 58051775"/>
                <a:gd name="connsiteY14480" fmla="*/ 9658608 h 57949372"/>
                <a:gd name="connsiteX14481" fmla="*/ 15093952 w 58051775"/>
                <a:gd name="connsiteY14481" fmla="*/ 9613900 h 57949372"/>
                <a:gd name="connsiteX14482" fmla="*/ 14986004 w 58051775"/>
                <a:gd name="connsiteY14482" fmla="*/ 9545584 h 57949372"/>
                <a:gd name="connsiteX14483" fmla="*/ 14938048 w 58051775"/>
                <a:gd name="connsiteY14483" fmla="*/ 9504700 h 57949372"/>
                <a:gd name="connsiteX14484" fmla="*/ 14874648 w 58051775"/>
                <a:gd name="connsiteY14484" fmla="*/ 9478642 h 57949372"/>
                <a:gd name="connsiteX14485" fmla="*/ 14822592 w 58051775"/>
                <a:gd name="connsiteY14485" fmla="*/ 9500890 h 57949372"/>
                <a:gd name="connsiteX14486" fmla="*/ 14792528 w 58051775"/>
                <a:gd name="connsiteY14486" fmla="*/ 9540680 h 57949372"/>
                <a:gd name="connsiteX14487" fmla="*/ 14585280 w 58051775"/>
                <a:gd name="connsiteY14487" fmla="*/ 9530692 h 57949372"/>
                <a:gd name="connsiteX14488" fmla="*/ 14604144 w 58051775"/>
                <a:gd name="connsiteY14488" fmla="*/ 9411160 h 57949372"/>
                <a:gd name="connsiteX14489" fmla="*/ 14637120 w 58051775"/>
                <a:gd name="connsiteY14489" fmla="*/ 9371452 h 57949372"/>
                <a:gd name="connsiteX14490" fmla="*/ 14689520 w 58051775"/>
                <a:gd name="connsiteY14490" fmla="*/ 9326510 h 57949372"/>
                <a:gd name="connsiteX14491" fmla="*/ 14814688 w 58051775"/>
                <a:gd name="connsiteY14491" fmla="*/ 9216544 h 57949372"/>
                <a:gd name="connsiteX14492" fmla="*/ 15049508 w 58051775"/>
                <a:gd name="connsiteY14492" fmla="*/ 9042400 h 57949372"/>
                <a:gd name="connsiteX14493" fmla="*/ 15099296 w 58051775"/>
                <a:gd name="connsiteY14493" fmla="*/ 9005712 h 57949372"/>
                <a:gd name="connsiteX14494" fmla="*/ 15157120 w 58051775"/>
                <a:gd name="connsiteY14494" fmla="*/ 8961070 h 57949372"/>
                <a:gd name="connsiteX14495" fmla="*/ 15196780 w 58051775"/>
                <a:gd name="connsiteY14495" fmla="*/ 8921392 h 57949372"/>
                <a:gd name="connsiteX14496" fmla="*/ 15219196 w 58051775"/>
                <a:gd name="connsiteY14496" fmla="*/ 8871174 h 57949372"/>
                <a:gd name="connsiteX14497" fmla="*/ 15266952 w 58051775"/>
                <a:gd name="connsiteY14497" fmla="*/ 8858256 h 57949372"/>
                <a:gd name="connsiteX14498" fmla="*/ 40959244 w 58051775"/>
                <a:gd name="connsiteY14498" fmla="*/ 7886702 h 57949372"/>
                <a:gd name="connsiteX14499" fmla="*/ 41113668 w 58051775"/>
                <a:gd name="connsiteY14499" fmla="*/ 7932984 h 57949372"/>
                <a:gd name="connsiteX14500" fmla="*/ 41205592 w 58051775"/>
                <a:gd name="connsiteY14500" fmla="*/ 7982624 h 57949372"/>
                <a:gd name="connsiteX14501" fmla="*/ 41284520 w 58051775"/>
                <a:gd name="connsiteY14501" fmla="*/ 8020266 h 57949372"/>
                <a:gd name="connsiteX14502" fmla="*/ 41357698 w 58051775"/>
                <a:gd name="connsiteY14502" fmla="*/ 8064564 h 57949372"/>
                <a:gd name="connsiteX14503" fmla="*/ 41465502 w 58051775"/>
                <a:gd name="connsiteY14503" fmla="*/ 8115976 h 57949372"/>
                <a:gd name="connsiteX14504" fmla="*/ 41554402 w 58051775"/>
                <a:gd name="connsiteY14504" fmla="*/ 8160560 h 57949372"/>
                <a:gd name="connsiteX14505" fmla="*/ 41826426 w 58051775"/>
                <a:gd name="connsiteY14505" fmla="*/ 8309130 h 57949372"/>
                <a:gd name="connsiteX14506" fmla="*/ 41892336 w 58051775"/>
                <a:gd name="connsiteY14506" fmla="*/ 8376638 h 57949372"/>
                <a:gd name="connsiteX14507" fmla="*/ 41859096 w 58051775"/>
                <a:gd name="connsiteY14507" fmla="*/ 8564988 h 57949372"/>
                <a:gd name="connsiteX14508" fmla="*/ 41747336 w 58051775"/>
                <a:gd name="connsiteY14508" fmla="*/ 8560752 h 57949372"/>
                <a:gd name="connsiteX14509" fmla="*/ 41554402 w 58051775"/>
                <a:gd name="connsiteY14509" fmla="*/ 8521700 h 57949372"/>
                <a:gd name="connsiteX14510" fmla="*/ 41529002 w 58051775"/>
                <a:gd name="connsiteY14510" fmla="*/ 8559474 h 57949372"/>
                <a:gd name="connsiteX14511" fmla="*/ 41490474 w 58051775"/>
                <a:gd name="connsiteY14511" fmla="*/ 8591774 h 57949372"/>
                <a:gd name="connsiteX14512" fmla="*/ 41444612 w 58051775"/>
                <a:gd name="connsiteY14512" fmla="*/ 8648368 h 57949372"/>
                <a:gd name="connsiteX14513" fmla="*/ 41407548 w 58051775"/>
                <a:gd name="connsiteY14513" fmla="*/ 8701796 h 57949372"/>
                <a:gd name="connsiteX14514" fmla="*/ 41343382 w 58051775"/>
                <a:gd name="connsiteY14514" fmla="*/ 8813780 h 57949372"/>
                <a:gd name="connsiteX14515" fmla="*/ 41305726 w 58051775"/>
                <a:gd name="connsiteY14515" fmla="*/ 8883158 h 57949372"/>
                <a:gd name="connsiteX14516" fmla="*/ 41254082 w 58051775"/>
                <a:gd name="connsiteY14516" fmla="*/ 8950274 h 57949372"/>
                <a:gd name="connsiteX14517" fmla="*/ 41204452 w 58051775"/>
                <a:gd name="connsiteY14517" fmla="*/ 9044090 h 57949372"/>
                <a:gd name="connsiteX14518" fmla="*/ 41168272 w 58051775"/>
                <a:gd name="connsiteY14518" fmla="*/ 9135614 h 57949372"/>
                <a:gd name="connsiteX14519" fmla="*/ 41129560 w 58051775"/>
                <a:gd name="connsiteY14519" fmla="*/ 9204752 h 57949372"/>
                <a:gd name="connsiteX14520" fmla="*/ 41085264 w 58051775"/>
                <a:gd name="connsiteY14520" fmla="*/ 9280866 h 57949372"/>
                <a:gd name="connsiteX14521" fmla="*/ 41033860 w 58051775"/>
                <a:gd name="connsiteY14521" fmla="*/ 9359788 h 57949372"/>
                <a:gd name="connsiteX14522" fmla="*/ 40968444 w 58051775"/>
                <a:gd name="connsiteY14522" fmla="*/ 9495778 h 57949372"/>
                <a:gd name="connsiteX14523" fmla="*/ 40946080 w 58051775"/>
                <a:gd name="connsiteY14523" fmla="*/ 9530944 h 57949372"/>
                <a:gd name="connsiteX14524" fmla="*/ 40894002 w 58051775"/>
                <a:gd name="connsiteY14524" fmla="*/ 9628832 h 57949372"/>
                <a:gd name="connsiteX14525" fmla="*/ 40849552 w 58051775"/>
                <a:gd name="connsiteY14525" fmla="*/ 9704472 h 57949372"/>
                <a:gd name="connsiteX14526" fmla="*/ 40805102 w 58051775"/>
                <a:gd name="connsiteY14526" fmla="*/ 9776824 h 57949372"/>
                <a:gd name="connsiteX14527" fmla="*/ 40772862 w 58051775"/>
                <a:gd name="connsiteY14527" fmla="*/ 9830260 h 57949372"/>
                <a:gd name="connsiteX14528" fmla="*/ 40727150 w 58051775"/>
                <a:gd name="connsiteY14528" fmla="*/ 9914050 h 57949372"/>
                <a:gd name="connsiteX14529" fmla="*/ 40678780 w 58051775"/>
                <a:gd name="connsiteY14529" fmla="*/ 9998644 h 57949372"/>
                <a:gd name="connsiteX14530" fmla="*/ 40635260 w 58051775"/>
                <a:gd name="connsiteY14530" fmla="*/ 10103098 h 57949372"/>
                <a:gd name="connsiteX14531" fmla="*/ 40588870 w 58051775"/>
                <a:gd name="connsiteY14531" fmla="*/ 10219470 h 57949372"/>
                <a:gd name="connsiteX14532" fmla="*/ 40601684 w 58051775"/>
                <a:gd name="connsiteY14532" fmla="*/ 10410710 h 57949372"/>
                <a:gd name="connsiteX14533" fmla="*/ 40689894 w 58051775"/>
                <a:gd name="connsiteY14533" fmla="*/ 10481764 h 57949372"/>
                <a:gd name="connsiteX14534" fmla="*/ 40727140 w 58051775"/>
                <a:gd name="connsiteY14534" fmla="*/ 10607912 h 57949372"/>
                <a:gd name="connsiteX14535" fmla="*/ 40640708 w 58051775"/>
                <a:gd name="connsiteY14535" fmla="*/ 10718800 h 57949372"/>
                <a:gd name="connsiteX14536" fmla="*/ 40545652 w 58051775"/>
                <a:gd name="connsiteY14536" fmla="*/ 10674350 h 57949372"/>
                <a:gd name="connsiteX14537" fmla="*/ 40461170 w 58051775"/>
                <a:gd name="connsiteY14537" fmla="*/ 10629902 h 57949372"/>
                <a:gd name="connsiteX14538" fmla="*/ 40386002 w 58051775"/>
                <a:gd name="connsiteY14538" fmla="*/ 10585452 h 57949372"/>
                <a:gd name="connsiteX14539" fmla="*/ 40307140 w 58051775"/>
                <a:gd name="connsiteY14539" fmla="*/ 10541000 h 57949372"/>
                <a:gd name="connsiteX14540" fmla="*/ 40235314 w 58051775"/>
                <a:gd name="connsiteY14540" fmla="*/ 10491222 h 57949372"/>
                <a:gd name="connsiteX14541" fmla="*/ 40151052 w 58051775"/>
                <a:gd name="connsiteY14541" fmla="*/ 10432162 h 57949372"/>
                <a:gd name="connsiteX14542" fmla="*/ 40077584 w 58051775"/>
                <a:gd name="connsiteY14542" fmla="*/ 10393040 h 57949372"/>
                <a:gd name="connsiteX14543" fmla="*/ 40024812 w 58051775"/>
                <a:gd name="connsiteY14543" fmla="*/ 10363200 h 57949372"/>
                <a:gd name="connsiteX14544" fmla="*/ 39954202 w 58051775"/>
                <a:gd name="connsiteY14544" fmla="*/ 10318750 h 57949372"/>
                <a:gd name="connsiteX14545" fmla="*/ 39869804 w 58051775"/>
                <a:gd name="connsiteY14545" fmla="*/ 10274300 h 57949372"/>
                <a:gd name="connsiteX14546" fmla="*/ 39791628 w 58051775"/>
                <a:gd name="connsiteY14546" fmla="*/ 10224778 h 57949372"/>
                <a:gd name="connsiteX14547" fmla="*/ 39712902 w 58051775"/>
                <a:gd name="connsiteY14547" fmla="*/ 10165912 h 57949372"/>
                <a:gd name="connsiteX14548" fmla="*/ 39668648 w 58051775"/>
                <a:gd name="connsiteY14548" fmla="*/ 10094044 h 57949372"/>
                <a:gd name="connsiteX14549" fmla="*/ 39935128 w 58051775"/>
                <a:gd name="connsiteY14549" fmla="*/ 10034876 h 57949372"/>
                <a:gd name="connsiteX14550" fmla="*/ 40056980 w 58051775"/>
                <a:gd name="connsiteY14550" fmla="*/ 10019002 h 57949372"/>
                <a:gd name="connsiteX14551" fmla="*/ 40114676 w 58051775"/>
                <a:gd name="connsiteY14551" fmla="*/ 9951600 h 57949372"/>
                <a:gd name="connsiteX14552" fmla="*/ 40167820 w 58051775"/>
                <a:gd name="connsiteY14552" fmla="*/ 9878956 h 57949372"/>
                <a:gd name="connsiteX14553" fmla="*/ 40214118 w 58051775"/>
                <a:gd name="connsiteY14553" fmla="*/ 9806372 h 57949372"/>
                <a:gd name="connsiteX14554" fmla="*/ 40253452 w 58051775"/>
                <a:gd name="connsiteY14554" fmla="*/ 9740148 h 57949372"/>
                <a:gd name="connsiteX14555" fmla="*/ 40298352 w 58051775"/>
                <a:gd name="connsiteY14555" fmla="*/ 9660064 h 57949372"/>
                <a:gd name="connsiteX14556" fmla="*/ 40349008 w 58051775"/>
                <a:gd name="connsiteY14556" fmla="*/ 9574768 h 57949372"/>
                <a:gd name="connsiteX14557" fmla="*/ 40386002 w 58051775"/>
                <a:gd name="connsiteY14557" fmla="*/ 9505742 h 57949372"/>
                <a:gd name="connsiteX14558" fmla="*/ 40430452 w 58051775"/>
                <a:gd name="connsiteY14558" fmla="*/ 9430562 h 57949372"/>
                <a:gd name="connsiteX14559" fmla="*/ 40474902 w 58051775"/>
                <a:gd name="connsiteY14559" fmla="*/ 9349050 h 57949372"/>
                <a:gd name="connsiteX14560" fmla="*/ 40517708 w 58051775"/>
                <a:gd name="connsiteY14560" fmla="*/ 9265444 h 57949372"/>
                <a:gd name="connsiteX14561" fmla="*/ 40563126 w 58051775"/>
                <a:gd name="connsiteY14561" fmla="*/ 9167444 h 57949372"/>
                <a:gd name="connsiteX14562" fmla="*/ 40601356 w 58051775"/>
                <a:gd name="connsiteY14562" fmla="*/ 9074150 h 57949372"/>
                <a:gd name="connsiteX14563" fmla="*/ 40645806 w 58051775"/>
                <a:gd name="connsiteY14563" fmla="*/ 8985252 h 57949372"/>
                <a:gd name="connsiteX14564" fmla="*/ 40690368 w 58051775"/>
                <a:gd name="connsiteY14564" fmla="*/ 8896350 h 57949372"/>
                <a:gd name="connsiteX14565" fmla="*/ 40741984 w 58051775"/>
                <a:gd name="connsiteY14565" fmla="*/ 8833108 h 57949372"/>
                <a:gd name="connsiteX14566" fmla="*/ 40794184 w 58051775"/>
                <a:gd name="connsiteY14566" fmla="*/ 8774036 h 57949372"/>
                <a:gd name="connsiteX14567" fmla="*/ 40830502 w 58051775"/>
                <a:gd name="connsiteY14567" fmla="*/ 8694830 h 57949372"/>
                <a:gd name="connsiteX14568" fmla="*/ 40874952 w 58051775"/>
                <a:gd name="connsiteY14568" fmla="*/ 8605100 h 57949372"/>
                <a:gd name="connsiteX14569" fmla="*/ 40919402 w 58051775"/>
                <a:gd name="connsiteY14569" fmla="*/ 8527014 h 57949372"/>
                <a:gd name="connsiteX14570" fmla="*/ 40960676 w 58051775"/>
                <a:gd name="connsiteY14570" fmla="*/ 8443404 h 57949372"/>
                <a:gd name="connsiteX14571" fmla="*/ 41001952 w 58051775"/>
                <a:gd name="connsiteY14571" fmla="*/ 8269240 h 57949372"/>
                <a:gd name="connsiteX14572" fmla="*/ 41001952 w 58051775"/>
                <a:gd name="connsiteY14572" fmla="*/ 8145046 h 57949372"/>
                <a:gd name="connsiteX14573" fmla="*/ 40948978 w 58051775"/>
                <a:gd name="connsiteY14573" fmla="*/ 8092074 h 57949372"/>
                <a:gd name="connsiteX14574" fmla="*/ 40876400 w 58051775"/>
                <a:gd name="connsiteY14574" fmla="*/ 8039100 h 57949372"/>
                <a:gd name="connsiteX14575" fmla="*/ 40850460 w 58051775"/>
                <a:gd name="connsiteY14575" fmla="*/ 7906656 h 57949372"/>
                <a:gd name="connsiteX14576" fmla="*/ 40959244 w 58051775"/>
                <a:gd name="connsiteY14576" fmla="*/ 7886702 h 57949372"/>
                <a:gd name="connsiteX14577" fmla="*/ 17835552 w 58051775"/>
                <a:gd name="connsiteY14577" fmla="*/ 7696200 h 57949372"/>
                <a:gd name="connsiteX14578" fmla="*/ 17799052 w 58051775"/>
                <a:gd name="connsiteY14578" fmla="*/ 7734300 h 57949372"/>
                <a:gd name="connsiteX14579" fmla="*/ 17729252 w 58051775"/>
                <a:gd name="connsiteY14579" fmla="*/ 7772400 h 57949372"/>
                <a:gd name="connsiteX14580" fmla="*/ 17667964 w 58051775"/>
                <a:gd name="connsiteY14580" fmla="*/ 7781926 h 57949372"/>
                <a:gd name="connsiteX14581" fmla="*/ 17657684 w 58051775"/>
                <a:gd name="connsiteY14581" fmla="*/ 7909686 h 57949372"/>
                <a:gd name="connsiteX14582" fmla="*/ 17701868 w 58051775"/>
                <a:gd name="connsiteY14582" fmla="*/ 8056094 h 57949372"/>
                <a:gd name="connsiteX14583" fmla="*/ 17748316 w 58051775"/>
                <a:gd name="connsiteY14583" fmla="*/ 8140880 h 57949372"/>
                <a:gd name="connsiteX14584" fmla="*/ 17791856 w 58051775"/>
                <a:gd name="connsiteY14584" fmla="*/ 8223070 h 57949372"/>
                <a:gd name="connsiteX14585" fmla="*/ 17830680 w 58051775"/>
                <a:gd name="connsiteY14585" fmla="*/ 8297218 h 57949372"/>
                <a:gd name="connsiteX14586" fmla="*/ 17874848 w 58051775"/>
                <a:gd name="connsiteY14586" fmla="*/ 8379768 h 57949372"/>
                <a:gd name="connsiteX14587" fmla="*/ 17918696 w 58051775"/>
                <a:gd name="connsiteY14587" fmla="*/ 8459584 h 57949372"/>
                <a:gd name="connsiteX14588" fmla="*/ 17977464 w 58051775"/>
                <a:gd name="connsiteY14588" fmla="*/ 8544224 h 57949372"/>
                <a:gd name="connsiteX14589" fmla="*/ 18021300 w 58051775"/>
                <a:gd name="connsiteY14589" fmla="*/ 8616702 h 57949372"/>
                <a:gd name="connsiteX14590" fmla="*/ 18126000 w 58051775"/>
                <a:gd name="connsiteY14590" fmla="*/ 8693156 h 57949372"/>
                <a:gd name="connsiteX14591" fmla="*/ 18230664 w 58051775"/>
                <a:gd name="connsiteY14591" fmla="*/ 8644154 h 57949372"/>
                <a:gd name="connsiteX14592" fmla="*/ 18303308 w 58051775"/>
                <a:gd name="connsiteY14592" fmla="*/ 8586340 h 57949372"/>
                <a:gd name="connsiteX14593" fmla="*/ 18366808 w 58051775"/>
                <a:gd name="connsiteY14593" fmla="*/ 8532348 h 57949372"/>
                <a:gd name="connsiteX14594" fmla="*/ 18427700 w 58051775"/>
                <a:gd name="connsiteY14594" fmla="*/ 8449146 h 57949372"/>
                <a:gd name="connsiteX14595" fmla="*/ 18472152 w 58051775"/>
                <a:gd name="connsiteY14595" fmla="*/ 8406032 h 57949372"/>
                <a:gd name="connsiteX14596" fmla="*/ 18472152 w 58051775"/>
                <a:gd name="connsiteY14596" fmla="*/ 8255726 h 57949372"/>
                <a:gd name="connsiteX14597" fmla="*/ 18432496 w 58051775"/>
                <a:gd name="connsiteY14597" fmla="*/ 8050034 h 57949372"/>
                <a:gd name="connsiteX14598" fmla="*/ 18390144 w 58051775"/>
                <a:gd name="connsiteY14598" fmla="*/ 7959422 h 57949372"/>
                <a:gd name="connsiteX14599" fmla="*/ 18357132 w 58051775"/>
                <a:gd name="connsiteY14599" fmla="*/ 7888164 h 57949372"/>
                <a:gd name="connsiteX14600" fmla="*/ 18314012 w 58051775"/>
                <a:gd name="connsiteY14600" fmla="*/ 7818462 h 57949372"/>
                <a:gd name="connsiteX14601" fmla="*/ 18259680 w 58051775"/>
                <a:gd name="connsiteY14601" fmla="*/ 7762838 h 57949372"/>
                <a:gd name="connsiteX14602" fmla="*/ 18181456 w 58051775"/>
                <a:gd name="connsiteY14602" fmla="*/ 7718544 h 57949372"/>
                <a:gd name="connsiteX14603" fmla="*/ 17990152 w 58051775"/>
                <a:gd name="connsiteY14603" fmla="*/ 7696200 h 57949372"/>
                <a:gd name="connsiteX14604" fmla="*/ 18275304 w 58051775"/>
                <a:gd name="connsiteY14604" fmla="*/ 7277630 h 57949372"/>
                <a:gd name="connsiteX14605" fmla="*/ 18489980 w 58051775"/>
                <a:gd name="connsiteY14605" fmla="*/ 7327650 h 57949372"/>
                <a:gd name="connsiteX14606" fmla="*/ 18642380 w 58051775"/>
                <a:gd name="connsiteY14606" fmla="*/ 7395806 h 57949372"/>
                <a:gd name="connsiteX14607" fmla="*/ 18716828 w 58051775"/>
                <a:gd name="connsiteY14607" fmla="*/ 7435338 h 57949372"/>
                <a:gd name="connsiteX14608" fmla="*/ 18786680 w 58051775"/>
                <a:gd name="connsiteY14608" fmla="*/ 7482944 h 57949372"/>
                <a:gd name="connsiteX14609" fmla="*/ 18849024 w 58051775"/>
                <a:gd name="connsiteY14609" fmla="*/ 7559062 h 57949372"/>
                <a:gd name="connsiteX14610" fmla="*/ 18904144 w 58051775"/>
                <a:gd name="connsiteY14610" fmla="*/ 7659238 h 57949372"/>
                <a:gd name="connsiteX14611" fmla="*/ 18954008 w 58051775"/>
                <a:gd name="connsiteY14611" fmla="*/ 7758814 h 57949372"/>
                <a:gd name="connsiteX14612" fmla="*/ 19002304 w 58051775"/>
                <a:gd name="connsiteY14612" fmla="*/ 7908676 h 57949372"/>
                <a:gd name="connsiteX14613" fmla="*/ 19032036 w 58051775"/>
                <a:gd name="connsiteY14613" fmla="*/ 8073328 h 57949372"/>
                <a:gd name="connsiteX14614" fmla="*/ 19031772 w 58051775"/>
                <a:gd name="connsiteY14614" fmla="*/ 8172980 h 57949372"/>
                <a:gd name="connsiteX14615" fmla="*/ 18996152 w 58051775"/>
                <a:gd name="connsiteY14615" fmla="*/ 8285610 h 57949372"/>
                <a:gd name="connsiteX14616" fmla="*/ 18925248 w 58051775"/>
                <a:gd name="connsiteY14616" fmla="*/ 8461644 h 57949372"/>
                <a:gd name="connsiteX14617" fmla="*/ 18810164 w 58051775"/>
                <a:gd name="connsiteY14617" fmla="*/ 8600494 h 57949372"/>
                <a:gd name="connsiteX14618" fmla="*/ 18735652 w 58051775"/>
                <a:gd name="connsiteY14618" fmla="*/ 8665324 h 57949372"/>
                <a:gd name="connsiteX14619" fmla="*/ 18657736 w 58051775"/>
                <a:gd name="connsiteY14619" fmla="*/ 8716462 h 57949372"/>
                <a:gd name="connsiteX14620" fmla="*/ 18596636 w 58051775"/>
                <a:gd name="connsiteY14620" fmla="*/ 8757960 h 57949372"/>
                <a:gd name="connsiteX14621" fmla="*/ 18525948 w 58051775"/>
                <a:gd name="connsiteY14621" fmla="*/ 8802922 h 57949372"/>
                <a:gd name="connsiteX14622" fmla="*/ 18440996 w 58051775"/>
                <a:gd name="connsiteY14622" fmla="*/ 8841572 h 57949372"/>
                <a:gd name="connsiteX14623" fmla="*/ 18355856 w 58051775"/>
                <a:gd name="connsiteY14623" fmla="*/ 8885840 h 57949372"/>
                <a:gd name="connsiteX14624" fmla="*/ 18279656 w 58051775"/>
                <a:gd name="connsiteY14624" fmla="*/ 8929976 h 57949372"/>
                <a:gd name="connsiteX14625" fmla="*/ 18202344 w 58051775"/>
                <a:gd name="connsiteY14625" fmla="*/ 9024288 h 57949372"/>
                <a:gd name="connsiteX14626" fmla="*/ 18248304 w 58051775"/>
                <a:gd name="connsiteY14626" fmla="*/ 9125072 h 57949372"/>
                <a:gd name="connsiteX14627" fmla="*/ 18288004 w 58051775"/>
                <a:gd name="connsiteY14627" fmla="*/ 9226570 h 57949372"/>
                <a:gd name="connsiteX14628" fmla="*/ 18332452 w 58051775"/>
                <a:gd name="connsiteY14628" fmla="*/ 9327304 h 57949372"/>
                <a:gd name="connsiteX14629" fmla="*/ 18376904 w 58051775"/>
                <a:gd name="connsiteY14629" fmla="*/ 9418264 h 57949372"/>
                <a:gd name="connsiteX14630" fmla="*/ 18508016 w 58051775"/>
                <a:gd name="connsiteY14630" fmla="*/ 9611000 h 57949372"/>
                <a:gd name="connsiteX14631" fmla="*/ 18561052 w 58051775"/>
                <a:gd name="connsiteY14631" fmla="*/ 9665248 h 57949372"/>
                <a:gd name="connsiteX14632" fmla="*/ 18707896 w 58051775"/>
                <a:gd name="connsiteY14632" fmla="*/ 9663252 h 57949372"/>
                <a:gd name="connsiteX14633" fmla="*/ 18910304 w 58051775"/>
                <a:gd name="connsiteY14633" fmla="*/ 9751472 h 57949372"/>
                <a:gd name="connsiteX14634" fmla="*/ 18856328 w 58051775"/>
                <a:gd name="connsiteY14634" fmla="*/ 9850946 h 57949372"/>
                <a:gd name="connsiteX14635" fmla="*/ 18745984 w 58051775"/>
                <a:gd name="connsiteY14635" fmla="*/ 9911458 h 57949372"/>
                <a:gd name="connsiteX14636" fmla="*/ 18647120 w 58051775"/>
                <a:gd name="connsiteY14636" fmla="*/ 9970288 h 57949372"/>
                <a:gd name="connsiteX14637" fmla="*/ 18579544 w 58051775"/>
                <a:gd name="connsiteY14637" fmla="*/ 10007602 h 57949372"/>
                <a:gd name="connsiteX14638" fmla="*/ 18514892 w 58051775"/>
                <a:gd name="connsiteY14638" fmla="*/ 10045424 h 57949372"/>
                <a:gd name="connsiteX14639" fmla="*/ 18422936 w 58051775"/>
                <a:gd name="connsiteY14639" fmla="*/ 10085042 h 57949372"/>
                <a:gd name="connsiteX14640" fmla="*/ 18338320 w 58051775"/>
                <a:gd name="connsiteY14640" fmla="*/ 10129644 h 57949372"/>
                <a:gd name="connsiteX14641" fmla="*/ 18246584 w 58051775"/>
                <a:gd name="connsiteY14641" fmla="*/ 10183580 h 57949372"/>
                <a:gd name="connsiteX14642" fmla="*/ 18149896 w 58051775"/>
                <a:gd name="connsiteY14642" fmla="*/ 10234504 h 57949372"/>
                <a:gd name="connsiteX14643" fmla="*/ 18063832 w 58051775"/>
                <a:gd name="connsiteY14643" fmla="*/ 10267998 h 57949372"/>
                <a:gd name="connsiteX14644" fmla="*/ 17979720 w 58051775"/>
                <a:gd name="connsiteY14644" fmla="*/ 10293398 h 57949372"/>
                <a:gd name="connsiteX14645" fmla="*/ 17927716 w 58051775"/>
                <a:gd name="connsiteY14645" fmla="*/ 10325102 h 57949372"/>
                <a:gd name="connsiteX14646" fmla="*/ 17860840 w 58051775"/>
                <a:gd name="connsiteY14646" fmla="*/ 10155950 h 57949372"/>
                <a:gd name="connsiteX14647" fmla="*/ 17903984 w 58051775"/>
                <a:gd name="connsiteY14647" fmla="*/ 10110452 h 57949372"/>
                <a:gd name="connsiteX14648" fmla="*/ 17945420 w 58051775"/>
                <a:gd name="connsiteY14648" fmla="*/ 10061222 h 57949372"/>
                <a:gd name="connsiteX14649" fmla="*/ 17980560 w 58051775"/>
                <a:gd name="connsiteY14649" fmla="*/ 10013954 h 57949372"/>
                <a:gd name="connsiteX14650" fmla="*/ 18014696 w 58051775"/>
                <a:gd name="connsiteY14650" fmla="*/ 9975854 h 57949372"/>
                <a:gd name="connsiteX14651" fmla="*/ 18032340 w 58051775"/>
                <a:gd name="connsiteY14651" fmla="*/ 9900328 h 57949372"/>
                <a:gd name="connsiteX14652" fmla="*/ 18003424 w 58051775"/>
                <a:gd name="connsiteY14652" fmla="*/ 9811034 h 57949372"/>
                <a:gd name="connsiteX14653" fmla="*/ 17948008 w 58051775"/>
                <a:gd name="connsiteY14653" fmla="*/ 9708760 h 57949372"/>
                <a:gd name="connsiteX14654" fmla="*/ 17897012 w 58051775"/>
                <a:gd name="connsiteY14654" fmla="*/ 9613900 h 57949372"/>
                <a:gd name="connsiteX14655" fmla="*/ 17851800 w 58051775"/>
                <a:gd name="connsiteY14655" fmla="*/ 9518652 h 57949372"/>
                <a:gd name="connsiteX14656" fmla="*/ 17816116 w 58051775"/>
                <a:gd name="connsiteY14656" fmla="*/ 9431746 h 57949372"/>
                <a:gd name="connsiteX14657" fmla="*/ 17778352 w 58051775"/>
                <a:gd name="connsiteY14657" fmla="*/ 9343912 h 57949372"/>
                <a:gd name="connsiteX14658" fmla="*/ 17730568 w 58051775"/>
                <a:gd name="connsiteY14658" fmla="*/ 9232702 h 57949372"/>
                <a:gd name="connsiteX14659" fmla="*/ 17683992 w 58051775"/>
                <a:gd name="connsiteY14659" fmla="*/ 9138074 h 57949372"/>
                <a:gd name="connsiteX14660" fmla="*/ 17634072 w 58051775"/>
                <a:gd name="connsiteY14660" fmla="*/ 9044092 h 57949372"/>
                <a:gd name="connsiteX14661" fmla="*/ 17584616 w 58051775"/>
                <a:gd name="connsiteY14661" fmla="*/ 8953500 h 57949372"/>
                <a:gd name="connsiteX14662" fmla="*/ 17544704 w 58051775"/>
                <a:gd name="connsiteY14662" fmla="*/ 8865512 h 57949372"/>
                <a:gd name="connsiteX14663" fmla="*/ 17513304 w 58051775"/>
                <a:gd name="connsiteY14663" fmla="*/ 8798418 h 57949372"/>
                <a:gd name="connsiteX14664" fmla="*/ 17470676 w 58051775"/>
                <a:gd name="connsiteY14664" fmla="*/ 8732228 h 57949372"/>
                <a:gd name="connsiteX14665" fmla="*/ 17419484 w 58051775"/>
                <a:gd name="connsiteY14665" fmla="*/ 8625056 h 57949372"/>
                <a:gd name="connsiteX14666" fmla="*/ 17374632 w 58051775"/>
                <a:gd name="connsiteY14666" fmla="*/ 8520784 h 57949372"/>
                <a:gd name="connsiteX14667" fmla="*/ 17330600 w 58051775"/>
                <a:gd name="connsiteY14667" fmla="*/ 8432626 h 57949372"/>
                <a:gd name="connsiteX14668" fmla="*/ 17285504 w 58051775"/>
                <a:gd name="connsiteY14668" fmla="*/ 8348950 h 57949372"/>
                <a:gd name="connsiteX14669" fmla="*/ 17240360 w 58051775"/>
                <a:gd name="connsiteY14669" fmla="*/ 8282664 h 57949372"/>
                <a:gd name="connsiteX14670" fmla="*/ 17181780 w 58051775"/>
                <a:gd name="connsiteY14670" fmla="*/ 8191392 h 57949372"/>
                <a:gd name="connsiteX14671" fmla="*/ 17064972 w 58051775"/>
                <a:gd name="connsiteY14671" fmla="*/ 8117620 h 57949372"/>
                <a:gd name="connsiteX14672" fmla="*/ 16922752 w 58051775"/>
                <a:gd name="connsiteY14672" fmla="*/ 8117312 h 57949372"/>
                <a:gd name="connsiteX14673" fmla="*/ 16756728 w 58051775"/>
                <a:gd name="connsiteY14673" fmla="*/ 8046996 h 57949372"/>
                <a:gd name="connsiteX14674" fmla="*/ 16737796 w 58051775"/>
                <a:gd name="connsiteY14674" fmla="*/ 7945976 h 57949372"/>
                <a:gd name="connsiteX14675" fmla="*/ 16868888 w 58051775"/>
                <a:gd name="connsiteY14675" fmla="*/ 7873732 h 57949372"/>
                <a:gd name="connsiteX14676" fmla="*/ 16905360 w 58051775"/>
                <a:gd name="connsiteY14676" fmla="*/ 7843686 h 57949372"/>
                <a:gd name="connsiteX14677" fmla="*/ 17004400 w 58051775"/>
                <a:gd name="connsiteY14677" fmla="*/ 7791624 h 57949372"/>
                <a:gd name="connsiteX14678" fmla="*/ 17088664 w 58051775"/>
                <a:gd name="connsiteY14678" fmla="*/ 7753354 h 57949372"/>
                <a:gd name="connsiteX14679" fmla="*/ 17180136 w 58051775"/>
                <a:gd name="connsiteY14679" fmla="*/ 7708902 h 57949372"/>
                <a:gd name="connsiteX14680" fmla="*/ 17264792 w 58051775"/>
                <a:gd name="connsiteY14680" fmla="*/ 7664452 h 57949372"/>
                <a:gd name="connsiteX14681" fmla="*/ 17354700 w 58051775"/>
                <a:gd name="connsiteY14681" fmla="*/ 7620000 h 57949372"/>
                <a:gd name="connsiteX14682" fmla="*/ 17417984 w 58051775"/>
                <a:gd name="connsiteY14682" fmla="*/ 7597776 h 57949372"/>
                <a:gd name="connsiteX14683" fmla="*/ 17550188 w 58051775"/>
                <a:gd name="connsiteY14683" fmla="*/ 7531274 h 57949372"/>
                <a:gd name="connsiteX14684" fmla="*/ 17664768 w 58051775"/>
                <a:gd name="connsiteY14684" fmla="*/ 7487550 h 57949372"/>
                <a:gd name="connsiteX14685" fmla="*/ 17761464 w 58051775"/>
                <a:gd name="connsiteY14685" fmla="*/ 7435830 h 57949372"/>
                <a:gd name="connsiteX14686" fmla="*/ 17866372 w 58051775"/>
                <a:gd name="connsiteY14686" fmla="*/ 7384852 h 57949372"/>
                <a:gd name="connsiteX14687" fmla="*/ 18021240 w 58051775"/>
                <a:gd name="connsiteY14687" fmla="*/ 7353300 h 57949372"/>
                <a:gd name="connsiteX14688" fmla="*/ 18163472 w 58051775"/>
                <a:gd name="connsiteY14688" fmla="*/ 7315604 h 57949372"/>
                <a:gd name="connsiteX14689" fmla="*/ 18275304 w 58051775"/>
                <a:gd name="connsiteY14689" fmla="*/ 7277630 h 57949372"/>
                <a:gd name="connsiteX14690" fmla="*/ 20143088 w 58051775"/>
                <a:gd name="connsiteY14690" fmla="*/ 6540500 h 57949372"/>
                <a:gd name="connsiteX14691" fmla="*/ 20099696 w 58051775"/>
                <a:gd name="connsiteY14691" fmla="*/ 6578600 h 57949372"/>
                <a:gd name="connsiteX14692" fmla="*/ 20030312 w 58051775"/>
                <a:gd name="connsiteY14692" fmla="*/ 6616700 h 57949372"/>
                <a:gd name="connsiteX14693" fmla="*/ 19964404 w 58051775"/>
                <a:gd name="connsiteY14693" fmla="*/ 6669906 h 57949372"/>
                <a:gd name="connsiteX14694" fmla="*/ 19926304 w 58051775"/>
                <a:gd name="connsiteY14694" fmla="*/ 6726594 h 57949372"/>
                <a:gd name="connsiteX14695" fmla="*/ 19888204 w 58051775"/>
                <a:gd name="connsiteY14695" fmla="*/ 6794024 h 57949372"/>
                <a:gd name="connsiteX14696" fmla="*/ 19847168 w 58051775"/>
                <a:gd name="connsiteY14696" fmla="*/ 6850176 h 57949372"/>
                <a:gd name="connsiteX14697" fmla="*/ 19798632 w 58051775"/>
                <a:gd name="connsiteY14697" fmla="*/ 6984394 h 57949372"/>
                <a:gd name="connsiteX14698" fmla="*/ 19760912 w 58051775"/>
                <a:gd name="connsiteY14698" fmla="*/ 7118660 h 57949372"/>
                <a:gd name="connsiteX14699" fmla="*/ 19721992 w 58051775"/>
                <a:gd name="connsiteY14699" fmla="*/ 7234940 h 57949372"/>
                <a:gd name="connsiteX14700" fmla="*/ 19763576 w 58051775"/>
                <a:gd name="connsiteY14700" fmla="*/ 7425676 h 57949372"/>
                <a:gd name="connsiteX14701" fmla="*/ 19799224 w 58051775"/>
                <a:gd name="connsiteY14701" fmla="*/ 7586760 h 57949372"/>
                <a:gd name="connsiteX14702" fmla="*/ 19825120 w 58051775"/>
                <a:gd name="connsiteY14702" fmla="*/ 7746698 h 57949372"/>
                <a:gd name="connsiteX14703" fmla="*/ 19881664 w 58051775"/>
                <a:gd name="connsiteY14703" fmla="*/ 7891336 h 57949372"/>
                <a:gd name="connsiteX14704" fmla="*/ 19924000 w 58051775"/>
                <a:gd name="connsiteY14704" fmla="*/ 7986588 h 57949372"/>
                <a:gd name="connsiteX14705" fmla="*/ 19981596 w 58051775"/>
                <a:gd name="connsiteY14705" fmla="*/ 8080168 h 57949372"/>
                <a:gd name="connsiteX14706" fmla="*/ 20026116 w 58051775"/>
                <a:gd name="connsiteY14706" fmla="*/ 8152444 h 57949372"/>
                <a:gd name="connsiteX14707" fmla="*/ 20064296 w 58051775"/>
                <a:gd name="connsiteY14707" fmla="*/ 8216204 h 57949372"/>
                <a:gd name="connsiteX14708" fmla="*/ 20109904 w 58051775"/>
                <a:gd name="connsiteY14708" fmla="*/ 8287556 h 57949372"/>
                <a:gd name="connsiteX14709" fmla="*/ 20159816 w 58051775"/>
                <a:gd name="connsiteY14709" fmla="*/ 8356720 h 57949372"/>
                <a:gd name="connsiteX14710" fmla="*/ 20205216 w 58051775"/>
                <a:gd name="connsiteY14710" fmla="*/ 8419840 h 57949372"/>
                <a:gd name="connsiteX14711" fmla="*/ 20249800 w 58051775"/>
                <a:gd name="connsiteY14711" fmla="*/ 8470220 h 57949372"/>
                <a:gd name="connsiteX14712" fmla="*/ 20305768 w 58051775"/>
                <a:gd name="connsiteY14712" fmla="*/ 8515014 h 57949372"/>
                <a:gd name="connsiteX14713" fmla="*/ 20366280 w 58051775"/>
                <a:gd name="connsiteY14713" fmla="*/ 8549120 h 57949372"/>
                <a:gd name="connsiteX14714" fmla="*/ 20494188 w 58051775"/>
                <a:gd name="connsiteY14714" fmla="*/ 8610600 h 57949372"/>
                <a:gd name="connsiteX14715" fmla="*/ 20610856 w 58051775"/>
                <a:gd name="connsiteY14715" fmla="*/ 8650082 h 57949372"/>
                <a:gd name="connsiteX14716" fmla="*/ 20814892 w 58051775"/>
                <a:gd name="connsiteY14716" fmla="*/ 8644648 h 57949372"/>
                <a:gd name="connsiteX14717" fmla="*/ 20949320 w 58051775"/>
                <a:gd name="connsiteY14717" fmla="*/ 8604596 h 57949372"/>
                <a:gd name="connsiteX14718" fmla="*/ 21060840 w 58051775"/>
                <a:gd name="connsiteY14718" fmla="*/ 8558884 h 57949372"/>
                <a:gd name="connsiteX14719" fmla="*/ 21108872 w 58051775"/>
                <a:gd name="connsiteY14719" fmla="*/ 8510394 h 57949372"/>
                <a:gd name="connsiteX14720" fmla="*/ 21145764 w 58051775"/>
                <a:gd name="connsiteY14720" fmla="*/ 8462452 h 57949372"/>
                <a:gd name="connsiteX14721" fmla="*/ 21190348 w 58051775"/>
                <a:gd name="connsiteY14721" fmla="*/ 8399564 h 57949372"/>
                <a:gd name="connsiteX14722" fmla="*/ 21245684 w 58051775"/>
                <a:gd name="connsiteY14722" fmla="*/ 8324124 h 57949372"/>
                <a:gd name="connsiteX14723" fmla="*/ 21288020 w 58051775"/>
                <a:gd name="connsiteY14723" fmla="*/ 8241098 h 57949372"/>
                <a:gd name="connsiteX14724" fmla="*/ 21316952 w 58051775"/>
                <a:gd name="connsiteY14724" fmla="*/ 7895110 h 57949372"/>
                <a:gd name="connsiteX14725" fmla="*/ 21316952 w 58051775"/>
                <a:gd name="connsiteY14725" fmla="*/ 7583602 h 57949372"/>
                <a:gd name="connsiteX14726" fmla="*/ 21286336 w 58051775"/>
                <a:gd name="connsiteY14726" fmla="*/ 7551344 h 57949372"/>
                <a:gd name="connsiteX14727" fmla="*/ 21247768 w 58051775"/>
                <a:gd name="connsiteY14727" fmla="*/ 7421920 h 57949372"/>
                <a:gd name="connsiteX14728" fmla="*/ 21204712 w 58051775"/>
                <a:gd name="connsiteY14728" fmla="*/ 7296756 h 57949372"/>
                <a:gd name="connsiteX14729" fmla="*/ 21150920 w 58051775"/>
                <a:gd name="connsiteY14729" fmla="*/ 7174506 h 57949372"/>
                <a:gd name="connsiteX14730" fmla="*/ 21101864 w 58051775"/>
                <a:gd name="connsiteY14730" fmla="*/ 7052052 h 57949372"/>
                <a:gd name="connsiteX14731" fmla="*/ 21057336 w 58051775"/>
                <a:gd name="connsiteY14731" fmla="*/ 6982206 h 57949372"/>
                <a:gd name="connsiteX14732" fmla="*/ 20960984 w 58051775"/>
                <a:gd name="connsiteY14732" fmla="*/ 6858444 h 57949372"/>
                <a:gd name="connsiteX14733" fmla="*/ 20871836 w 58051775"/>
                <a:gd name="connsiteY14733" fmla="*/ 6754452 h 57949372"/>
                <a:gd name="connsiteX14734" fmla="*/ 20811524 w 58051775"/>
                <a:gd name="connsiteY14734" fmla="*/ 6711056 h 57949372"/>
                <a:gd name="connsiteX14735" fmla="*/ 20724692 w 58051775"/>
                <a:gd name="connsiteY14735" fmla="*/ 6653122 h 57949372"/>
                <a:gd name="connsiteX14736" fmla="*/ 20639832 w 58051775"/>
                <a:gd name="connsiteY14736" fmla="*/ 6616700 h 57949372"/>
                <a:gd name="connsiteX14737" fmla="*/ 20561304 w 58051775"/>
                <a:gd name="connsiteY14737" fmla="*/ 6578600 h 57949372"/>
                <a:gd name="connsiteX14738" fmla="*/ 20534176 w 58051775"/>
                <a:gd name="connsiteY14738" fmla="*/ 6540500 h 57949372"/>
                <a:gd name="connsiteX14739" fmla="*/ 38393678 w 58051775"/>
                <a:gd name="connsiteY14739" fmla="*/ 6496140 h 57949372"/>
                <a:gd name="connsiteX14740" fmla="*/ 38464834 w 58051775"/>
                <a:gd name="connsiteY14740" fmla="*/ 6527802 h 57949372"/>
                <a:gd name="connsiteX14741" fmla="*/ 38551656 w 58051775"/>
                <a:gd name="connsiteY14741" fmla="*/ 6553200 h 57949372"/>
                <a:gd name="connsiteX14742" fmla="*/ 38656754 w 58051775"/>
                <a:gd name="connsiteY14742" fmla="*/ 6612596 h 57949372"/>
                <a:gd name="connsiteX14743" fmla="*/ 38735696 w 58051775"/>
                <a:gd name="connsiteY14743" fmla="*/ 6643340 h 57949372"/>
                <a:gd name="connsiteX14744" fmla="*/ 38813940 w 58051775"/>
                <a:gd name="connsiteY14744" fmla="*/ 6672848 h 57949372"/>
                <a:gd name="connsiteX14745" fmla="*/ 38909374 w 58051775"/>
                <a:gd name="connsiteY14745" fmla="*/ 6731316 h 57949372"/>
                <a:gd name="connsiteX14746" fmla="*/ 38984744 w 58051775"/>
                <a:gd name="connsiteY14746" fmla="*/ 6751394 h 57949372"/>
                <a:gd name="connsiteX14747" fmla="*/ 39039800 w 58051775"/>
                <a:gd name="connsiteY14747" fmla="*/ 6963588 h 57949372"/>
                <a:gd name="connsiteX14748" fmla="*/ 39077640 w 58051775"/>
                <a:gd name="connsiteY14748" fmla="*/ 7107392 h 57949372"/>
                <a:gd name="connsiteX14749" fmla="*/ 39117384 w 58051775"/>
                <a:gd name="connsiteY14749" fmla="*/ 7361206 h 57949372"/>
                <a:gd name="connsiteX14750" fmla="*/ 39141456 w 58051775"/>
                <a:gd name="connsiteY14750" fmla="*/ 7562850 h 57949372"/>
                <a:gd name="connsiteX14751" fmla="*/ 39206600 w 58051775"/>
                <a:gd name="connsiteY14751" fmla="*/ 7813300 h 57949372"/>
                <a:gd name="connsiteX14752" fmla="*/ 39247108 w 58051775"/>
                <a:gd name="connsiteY14752" fmla="*/ 8024560 h 57949372"/>
                <a:gd name="connsiteX14753" fmla="*/ 39289032 w 58051775"/>
                <a:gd name="connsiteY14753" fmla="*/ 8145212 h 57949372"/>
                <a:gd name="connsiteX14754" fmla="*/ 39326388 w 58051775"/>
                <a:gd name="connsiteY14754" fmla="*/ 8458896 h 57949372"/>
                <a:gd name="connsiteX14755" fmla="*/ 39390916 w 58051775"/>
                <a:gd name="connsiteY14755" fmla="*/ 8711394 h 57949372"/>
                <a:gd name="connsiteX14756" fmla="*/ 39407336 w 58051775"/>
                <a:gd name="connsiteY14756" fmla="*/ 8877300 h 57949372"/>
                <a:gd name="connsiteX14757" fmla="*/ 39456180 w 58051775"/>
                <a:gd name="connsiteY14757" fmla="*/ 8824192 h 57949372"/>
                <a:gd name="connsiteX14758" fmla="*/ 39497000 w 58051775"/>
                <a:gd name="connsiteY14758" fmla="*/ 8722902 h 57949372"/>
                <a:gd name="connsiteX14759" fmla="*/ 39541450 w 58051775"/>
                <a:gd name="connsiteY14759" fmla="*/ 8634268 h 57949372"/>
                <a:gd name="connsiteX14760" fmla="*/ 39585900 w 58051775"/>
                <a:gd name="connsiteY14760" fmla="*/ 8544414 h 57949372"/>
                <a:gd name="connsiteX14761" fmla="*/ 39622532 w 58051775"/>
                <a:gd name="connsiteY14761" fmla="*/ 8448028 h 57949372"/>
                <a:gd name="connsiteX14762" fmla="*/ 39672412 w 58051775"/>
                <a:gd name="connsiteY14762" fmla="*/ 8351298 h 57949372"/>
                <a:gd name="connsiteX14763" fmla="*/ 39724676 w 58051775"/>
                <a:gd name="connsiteY14763" fmla="*/ 8271000 h 57949372"/>
                <a:gd name="connsiteX14764" fmla="*/ 39763700 w 58051775"/>
                <a:gd name="connsiteY14764" fmla="*/ 8189498 h 57949372"/>
                <a:gd name="connsiteX14765" fmla="*/ 39808150 w 58051775"/>
                <a:gd name="connsiteY14765" fmla="*/ 8099180 h 57949372"/>
                <a:gd name="connsiteX14766" fmla="*/ 39852600 w 58051775"/>
                <a:gd name="connsiteY14766" fmla="*/ 8011364 h 57949372"/>
                <a:gd name="connsiteX14767" fmla="*/ 39915188 w 58051775"/>
                <a:gd name="connsiteY14767" fmla="*/ 7895724 h 57949372"/>
                <a:gd name="connsiteX14768" fmla="*/ 39941500 w 58051775"/>
                <a:gd name="connsiteY14768" fmla="*/ 7827794 h 57949372"/>
                <a:gd name="connsiteX14769" fmla="*/ 39979600 w 58051775"/>
                <a:gd name="connsiteY14769" fmla="*/ 7734300 h 57949372"/>
                <a:gd name="connsiteX14770" fmla="*/ 39985950 w 58051775"/>
                <a:gd name="connsiteY14770" fmla="*/ 7604986 h 57949372"/>
                <a:gd name="connsiteX14771" fmla="*/ 39954200 w 58051775"/>
                <a:gd name="connsiteY14771" fmla="*/ 7549276 h 57949372"/>
                <a:gd name="connsiteX14772" fmla="*/ 39900224 w 58051775"/>
                <a:gd name="connsiteY14772" fmla="*/ 7502572 h 57949372"/>
                <a:gd name="connsiteX14773" fmla="*/ 39846250 w 58051775"/>
                <a:gd name="connsiteY14773" fmla="*/ 7473842 h 57949372"/>
                <a:gd name="connsiteX14774" fmla="*/ 39848882 w 58051775"/>
                <a:gd name="connsiteY14774" fmla="*/ 7388822 h 57949372"/>
                <a:gd name="connsiteX14775" fmla="*/ 39883752 w 58051775"/>
                <a:gd name="connsiteY14775" fmla="*/ 7282676 h 57949372"/>
                <a:gd name="connsiteX14776" fmla="*/ 40017060 w 58051775"/>
                <a:gd name="connsiteY14776" fmla="*/ 7301304 h 57949372"/>
                <a:gd name="connsiteX14777" fmla="*/ 40125650 w 58051775"/>
                <a:gd name="connsiteY14777" fmla="*/ 7346826 h 57949372"/>
                <a:gd name="connsiteX14778" fmla="*/ 40195500 w 58051775"/>
                <a:gd name="connsiteY14778" fmla="*/ 7384396 h 57949372"/>
                <a:gd name="connsiteX14779" fmla="*/ 40298780 w 58051775"/>
                <a:gd name="connsiteY14779" fmla="*/ 7441166 h 57949372"/>
                <a:gd name="connsiteX14780" fmla="*/ 40393092 w 58051775"/>
                <a:gd name="connsiteY14780" fmla="*/ 7493820 h 57949372"/>
                <a:gd name="connsiteX14781" fmla="*/ 40482422 w 58051775"/>
                <a:gd name="connsiteY14781" fmla="*/ 7538336 h 57949372"/>
                <a:gd name="connsiteX14782" fmla="*/ 40565404 w 58051775"/>
                <a:gd name="connsiteY14782" fmla="*/ 7577484 h 57949372"/>
                <a:gd name="connsiteX14783" fmla="*/ 40649016 w 58051775"/>
                <a:gd name="connsiteY14783" fmla="*/ 7626990 h 57949372"/>
                <a:gd name="connsiteX14784" fmla="*/ 40716200 w 58051775"/>
                <a:gd name="connsiteY14784" fmla="*/ 7656702 h 57949372"/>
                <a:gd name="connsiteX14785" fmla="*/ 40716200 w 58051775"/>
                <a:gd name="connsiteY14785" fmla="*/ 7745858 h 57949372"/>
                <a:gd name="connsiteX14786" fmla="*/ 40691634 w 58051775"/>
                <a:gd name="connsiteY14786" fmla="*/ 7848154 h 57949372"/>
                <a:gd name="connsiteX14787" fmla="*/ 40546352 w 58051775"/>
                <a:gd name="connsiteY14787" fmla="*/ 7833984 h 57949372"/>
                <a:gd name="connsiteX14788" fmla="*/ 40490130 w 58051775"/>
                <a:gd name="connsiteY14788" fmla="*/ 7806670 h 57949372"/>
                <a:gd name="connsiteX14789" fmla="*/ 40455824 w 58051775"/>
                <a:gd name="connsiteY14789" fmla="*/ 7833652 h 57949372"/>
                <a:gd name="connsiteX14790" fmla="*/ 40368836 w 58051775"/>
                <a:gd name="connsiteY14790" fmla="*/ 7862638 h 57949372"/>
                <a:gd name="connsiteX14791" fmla="*/ 40284400 w 58051775"/>
                <a:gd name="connsiteY14791" fmla="*/ 7923740 h 57949372"/>
                <a:gd name="connsiteX14792" fmla="*/ 40246872 w 58051775"/>
                <a:gd name="connsiteY14792" fmla="*/ 7983880 h 57949372"/>
                <a:gd name="connsiteX14793" fmla="*/ 40188268 w 58051775"/>
                <a:gd name="connsiteY14793" fmla="*/ 8071000 h 57949372"/>
                <a:gd name="connsiteX14794" fmla="*/ 40138682 w 58051775"/>
                <a:gd name="connsiteY14794" fmla="*/ 8147856 h 57949372"/>
                <a:gd name="connsiteX14795" fmla="*/ 40101216 w 58051775"/>
                <a:gd name="connsiteY14795" fmla="*/ 8233936 h 57949372"/>
                <a:gd name="connsiteX14796" fmla="*/ 40062424 w 58051775"/>
                <a:gd name="connsiteY14796" fmla="*/ 8313140 h 57949372"/>
                <a:gd name="connsiteX14797" fmla="*/ 40010856 w 58051775"/>
                <a:gd name="connsiteY14797" fmla="*/ 8392276 h 57949372"/>
                <a:gd name="connsiteX14798" fmla="*/ 39960892 w 58051775"/>
                <a:gd name="connsiteY14798" fmla="*/ 8490656 h 57949372"/>
                <a:gd name="connsiteX14799" fmla="*/ 39923932 w 58051775"/>
                <a:gd name="connsiteY14799" fmla="*/ 8606422 h 57949372"/>
                <a:gd name="connsiteX14800" fmla="*/ 39877720 w 58051775"/>
                <a:gd name="connsiteY14800" fmla="*/ 8716800 h 57949372"/>
                <a:gd name="connsiteX14801" fmla="*/ 39831938 w 58051775"/>
                <a:gd name="connsiteY14801" fmla="*/ 8801976 h 57949372"/>
                <a:gd name="connsiteX14802" fmla="*/ 39780980 w 58051775"/>
                <a:gd name="connsiteY14802" fmla="*/ 8904820 h 57949372"/>
                <a:gd name="connsiteX14803" fmla="*/ 39738300 w 58051775"/>
                <a:gd name="connsiteY14803" fmla="*/ 8992362 h 57949372"/>
                <a:gd name="connsiteX14804" fmla="*/ 39699518 w 58051775"/>
                <a:gd name="connsiteY14804" fmla="*/ 9072986 h 57949372"/>
                <a:gd name="connsiteX14805" fmla="*/ 39647092 w 58051775"/>
                <a:gd name="connsiteY14805" fmla="*/ 9159154 h 57949372"/>
                <a:gd name="connsiteX14806" fmla="*/ 39597682 w 58051775"/>
                <a:gd name="connsiteY14806" fmla="*/ 9239250 h 57949372"/>
                <a:gd name="connsiteX14807" fmla="*/ 39556220 w 58051775"/>
                <a:gd name="connsiteY14807" fmla="*/ 9337624 h 57949372"/>
                <a:gd name="connsiteX14808" fmla="*/ 39511060 w 58051775"/>
                <a:gd name="connsiteY14808" fmla="*/ 9442842 h 57949372"/>
                <a:gd name="connsiteX14809" fmla="*/ 39471600 w 58051775"/>
                <a:gd name="connsiteY14809" fmla="*/ 9525002 h 57949372"/>
                <a:gd name="connsiteX14810" fmla="*/ 39432308 w 58051775"/>
                <a:gd name="connsiteY14810" fmla="*/ 9606964 h 57949372"/>
                <a:gd name="connsiteX14811" fmla="*/ 39386280 w 58051775"/>
                <a:gd name="connsiteY14811" fmla="*/ 9701966 h 57949372"/>
                <a:gd name="connsiteX14812" fmla="*/ 39344250 w 58051775"/>
                <a:gd name="connsiteY14812" fmla="*/ 9783662 h 57949372"/>
                <a:gd name="connsiteX14813" fmla="*/ 39300562 w 58051775"/>
                <a:gd name="connsiteY14813" fmla="*/ 9853326 h 57949372"/>
                <a:gd name="connsiteX14814" fmla="*/ 39177644 w 58051775"/>
                <a:gd name="connsiteY14814" fmla="*/ 9916106 h 57949372"/>
                <a:gd name="connsiteX14815" fmla="*/ 39048728 w 58051775"/>
                <a:gd name="connsiteY14815" fmla="*/ 9775452 h 57949372"/>
                <a:gd name="connsiteX14816" fmla="*/ 39000860 w 58051775"/>
                <a:gd name="connsiteY14816" fmla="*/ 9612556 h 57949372"/>
                <a:gd name="connsiteX14817" fmla="*/ 38950536 w 58051775"/>
                <a:gd name="connsiteY14817" fmla="*/ 9385302 h 57949372"/>
                <a:gd name="connsiteX14818" fmla="*/ 38897772 w 58051775"/>
                <a:gd name="connsiteY14818" fmla="*/ 9112440 h 57949372"/>
                <a:gd name="connsiteX14819" fmla="*/ 38861386 w 58051775"/>
                <a:gd name="connsiteY14819" fmla="*/ 8890004 h 57949372"/>
                <a:gd name="connsiteX14820" fmla="*/ 38816636 w 58051775"/>
                <a:gd name="connsiteY14820" fmla="*/ 8642350 h 57949372"/>
                <a:gd name="connsiteX14821" fmla="*/ 38772088 w 58051775"/>
                <a:gd name="connsiteY14821" fmla="*/ 8420100 h 57949372"/>
                <a:gd name="connsiteX14822" fmla="*/ 38727698 w 58051775"/>
                <a:gd name="connsiteY14822" fmla="*/ 8197850 h 57949372"/>
                <a:gd name="connsiteX14823" fmla="*/ 38683158 w 58051775"/>
                <a:gd name="connsiteY14823" fmla="*/ 7969252 h 57949372"/>
                <a:gd name="connsiteX14824" fmla="*/ 38639436 w 58051775"/>
                <a:gd name="connsiteY14824" fmla="*/ 7740650 h 57949372"/>
                <a:gd name="connsiteX14825" fmla="*/ 38604648 w 58051775"/>
                <a:gd name="connsiteY14825" fmla="*/ 7546978 h 57949372"/>
                <a:gd name="connsiteX14826" fmla="*/ 38576344 w 58051775"/>
                <a:gd name="connsiteY14826" fmla="*/ 7467178 h 57949372"/>
                <a:gd name="connsiteX14827" fmla="*/ 38536560 w 58051775"/>
                <a:gd name="connsiteY14827" fmla="*/ 7551286 h 57949372"/>
                <a:gd name="connsiteX14828" fmla="*/ 38494256 w 58051775"/>
                <a:gd name="connsiteY14828" fmla="*/ 7655500 h 57949372"/>
                <a:gd name="connsiteX14829" fmla="*/ 38450976 w 58051775"/>
                <a:gd name="connsiteY14829" fmla="*/ 7726968 h 57949372"/>
                <a:gd name="connsiteX14830" fmla="*/ 38404320 w 58051775"/>
                <a:gd name="connsiteY14830" fmla="*/ 7796556 h 57949372"/>
                <a:gd name="connsiteX14831" fmla="*/ 38358964 w 58051775"/>
                <a:gd name="connsiteY14831" fmla="*/ 7866406 h 57949372"/>
                <a:gd name="connsiteX14832" fmla="*/ 38317258 w 58051775"/>
                <a:gd name="connsiteY14832" fmla="*/ 7951028 h 57949372"/>
                <a:gd name="connsiteX14833" fmla="*/ 38275260 w 58051775"/>
                <a:gd name="connsiteY14833" fmla="*/ 8053184 h 57949372"/>
                <a:gd name="connsiteX14834" fmla="*/ 38235312 w 58051775"/>
                <a:gd name="connsiteY14834" fmla="*/ 8137640 h 57949372"/>
                <a:gd name="connsiteX14835" fmla="*/ 38195508 w 58051775"/>
                <a:gd name="connsiteY14835" fmla="*/ 8219676 h 57949372"/>
                <a:gd name="connsiteX14836" fmla="*/ 38145882 w 58051775"/>
                <a:gd name="connsiteY14836" fmla="*/ 8309502 h 57949372"/>
                <a:gd name="connsiteX14837" fmla="*/ 38096228 w 58051775"/>
                <a:gd name="connsiteY14837" fmla="*/ 8394944 h 57949372"/>
                <a:gd name="connsiteX14838" fmla="*/ 38056004 w 58051775"/>
                <a:gd name="connsiteY14838" fmla="*/ 8478662 h 57949372"/>
                <a:gd name="connsiteX14839" fmla="*/ 38004486 w 58051775"/>
                <a:gd name="connsiteY14839" fmla="*/ 8564628 h 57949372"/>
                <a:gd name="connsiteX14840" fmla="*/ 37953494 w 58051775"/>
                <a:gd name="connsiteY14840" fmla="*/ 8693150 h 57949372"/>
                <a:gd name="connsiteX14841" fmla="*/ 37927332 w 58051775"/>
                <a:gd name="connsiteY14841" fmla="*/ 8835512 h 57949372"/>
                <a:gd name="connsiteX14842" fmla="*/ 37921710 w 58051775"/>
                <a:gd name="connsiteY14842" fmla="*/ 8940800 h 57949372"/>
                <a:gd name="connsiteX14843" fmla="*/ 38051212 w 58051775"/>
                <a:gd name="connsiteY14843" fmla="*/ 9079444 h 57949372"/>
                <a:gd name="connsiteX14844" fmla="*/ 38055120 w 58051775"/>
                <a:gd name="connsiteY14844" fmla="*/ 9185814 h 57949372"/>
                <a:gd name="connsiteX14845" fmla="*/ 38016760 w 58051775"/>
                <a:gd name="connsiteY14845" fmla="*/ 9278974 h 57949372"/>
                <a:gd name="connsiteX14846" fmla="*/ 37915384 w 58051775"/>
                <a:gd name="connsiteY14846" fmla="*/ 9244700 h 57949372"/>
                <a:gd name="connsiteX14847" fmla="*/ 37844212 w 58051775"/>
                <a:gd name="connsiteY14847" fmla="*/ 9207502 h 57949372"/>
                <a:gd name="connsiteX14848" fmla="*/ 37746112 w 58051775"/>
                <a:gd name="connsiteY14848" fmla="*/ 9157720 h 57949372"/>
                <a:gd name="connsiteX14849" fmla="*/ 37661850 w 58051775"/>
                <a:gd name="connsiteY14849" fmla="*/ 9098660 h 57949372"/>
                <a:gd name="connsiteX14850" fmla="*/ 37588382 w 58051775"/>
                <a:gd name="connsiteY14850" fmla="*/ 9059540 h 57949372"/>
                <a:gd name="connsiteX14851" fmla="*/ 37535610 w 58051775"/>
                <a:gd name="connsiteY14851" fmla="*/ 9029702 h 57949372"/>
                <a:gd name="connsiteX14852" fmla="*/ 37465000 w 58051775"/>
                <a:gd name="connsiteY14852" fmla="*/ 8985252 h 57949372"/>
                <a:gd name="connsiteX14853" fmla="*/ 37380618 w 58051775"/>
                <a:gd name="connsiteY14853" fmla="*/ 8940800 h 57949372"/>
                <a:gd name="connsiteX14854" fmla="*/ 37274500 w 58051775"/>
                <a:gd name="connsiteY14854" fmla="*/ 8888960 h 57949372"/>
                <a:gd name="connsiteX14855" fmla="*/ 37231508 w 58051775"/>
                <a:gd name="connsiteY14855" fmla="*/ 8835308 h 57949372"/>
                <a:gd name="connsiteX14856" fmla="*/ 37203242 w 58051775"/>
                <a:gd name="connsiteY14856" fmla="*/ 8717144 h 57949372"/>
                <a:gd name="connsiteX14857" fmla="*/ 37221474 w 58051775"/>
                <a:gd name="connsiteY14857" fmla="*/ 8680450 h 57949372"/>
                <a:gd name="connsiteX14858" fmla="*/ 37403562 w 58051775"/>
                <a:gd name="connsiteY14858" fmla="*/ 8680004 h 57949372"/>
                <a:gd name="connsiteX14859" fmla="*/ 37623636 w 58051775"/>
                <a:gd name="connsiteY14859" fmla="*/ 8619378 h 57949372"/>
                <a:gd name="connsiteX14860" fmla="*/ 37662424 w 58051775"/>
                <a:gd name="connsiteY14860" fmla="*/ 8540516 h 57949372"/>
                <a:gd name="connsiteX14861" fmla="*/ 37714064 w 58051775"/>
                <a:gd name="connsiteY14861" fmla="*/ 8451614 h 57949372"/>
                <a:gd name="connsiteX14862" fmla="*/ 37758932 w 58051775"/>
                <a:gd name="connsiteY14862" fmla="*/ 8368980 h 57949372"/>
                <a:gd name="connsiteX14863" fmla="*/ 37802604 w 58051775"/>
                <a:gd name="connsiteY14863" fmla="*/ 8280078 h 57949372"/>
                <a:gd name="connsiteX14864" fmla="*/ 37838382 w 58051775"/>
                <a:gd name="connsiteY14864" fmla="*/ 8185152 h 57949372"/>
                <a:gd name="connsiteX14865" fmla="*/ 37894508 w 58051775"/>
                <a:gd name="connsiteY14865" fmla="*/ 8119496 h 57949372"/>
                <a:gd name="connsiteX14866" fmla="*/ 37945306 w 58051775"/>
                <a:gd name="connsiteY14866" fmla="*/ 8065728 h 57949372"/>
                <a:gd name="connsiteX14867" fmla="*/ 37979400 w 58051775"/>
                <a:gd name="connsiteY14867" fmla="*/ 7987948 h 57949372"/>
                <a:gd name="connsiteX14868" fmla="*/ 38023850 w 58051775"/>
                <a:gd name="connsiteY14868" fmla="*/ 7897356 h 57949372"/>
                <a:gd name="connsiteX14869" fmla="*/ 38067844 w 58051775"/>
                <a:gd name="connsiteY14869" fmla="*/ 7815122 h 57949372"/>
                <a:gd name="connsiteX14870" fmla="*/ 38103990 w 58051775"/>
                <a:gd name="connsiteY14870" fmla="*/ 7731180 h 57949372"/>
                <a:gd name="connsiteX14871" fmla="*/ 38156956 w 58051775"/>
                <a:gd name="connsiteY14871" fmla="*/ 7629972 h 57949372"/>
                <a:gd name="connsiteX14872" fmla="*/ 38187912 w 58051775"/>
                <a:gd name="connsiteY14872" fmla="*/ 7569730 h 57949372"/>
                <a:gd name="connsiteX14873" fmla="*/ 38252400 w 58051775"/>
                <a:gd name="connsiteY14873" fmla="*/ 7460636 h 57949372"/>
                <a:gd name="connsiteX14874" fmla="*/ 38280976 w 58051775"/>
                <a:gd name="connsiteY14874" fmla="*/ 7376112 h 57949372"/>
                <a:gd name="connsiteX14875" fmla="*/ 38334756 w 58051775"/>
                <a:gd name="connsiteY14875" fmla="*/ 7287050 h 57949372"/>
                <a:gd name="connsiteX14876" fmla="*/ 38385750 w 58051775"/>
                <a:gd name="connsiteY14876" fmla="*/ 7208096 h 57949372"/>
                <a:gd name="connsiteX14877" fmla="*/ 38430200 w 58051775"/>
                <a:gd name="connsiteY14877" fmla="*/ 7113068 h 57949372"/>
                <a:gd name="connsiteX14878" fmla="*/ 38470536 w 58051775"/>
                <a:gd name="connsiteY14878" fmla="*/ 7024792 h 57949372"/>
                <a:gd name="connsiteX14879" fmla="*/ 38510872 w 58051775"/>
                <a:gd name="connsiteY14879" fmla="*/ 6987096 h 57949372"/>
                <a:gd name="connsiteX14880" fmla="*/ 38470536 w 58051775"/>
                <a:gd name="connsiteY14880" fmla="*/ 6941158 h 57949372"/>
                <a:gd name="connsiteX14881" fmla="*/ 38430200 w 58051775"/>
                <a:gd name="connsiteY14881" fmla="*/ 6850888 h 57949372"/>
                <a:gd name="connsiteX14882" fmla="*/ 38354196 w 58051775"/>
                <a:gd name="connsiteY14882" fmla="*/ 6724860 h 57949372"/>
                <a:gd name="connsiteX14883" fmla="*/ 38327396 w 58051775"/>
                <a:gd name="connsiteY14883" fmla="*/ 6537540 h 57949372"/>
                <a:gd name="connsiteX14884" fmla="*/ 38393678 w 58051775"/>
                <a:gd name="connsiteY14884" fmla="*/ 6496140 h 57949372"/>
                <a:gd name="connsiteX14885" fmla="*/ 20394752 w 58051775"/>
                <a:gd name="connsiteY14885" fmla="*/ 6214252 h 57949372"/>
                <a:gd name="connsiteX14886" fmla="*/ 20470440 w 58051775"/>
                <a:gd name="connsiteY14886" fmla="*/ 6217054 h 57949372"/>
                <a:gd name="connsiteX14887" fmla="*/ 20635544 w 58051775"/>
                <a:gd name="connsiteY14887" fmla="*/ 6245228 h 57949372"/>
                <a:gd name="connsiteX14888" fmla="*/ 20818424 w 58051775"/>
                <a:gd name="connsiteY14888" fmla="*/ 6280902 h 57949372"/>
                <a:gd name="connsiteX14889" fmla="*/ 21004352 w 58051775"/>
                <a:gd name="connsiteY14889" fmla="*/ 6329562 h 57949372"/>
                <a:gd name="connsiteX14890" fmla="*/ 21095568 w 58051775"/>
                <a:gd name="connsiteY14890" fmla="*/ 6377008 h 57949372"/>
                <a:gd name="connsiteX14891" fmla="*/ 21192224 w 58051775"/>
                <a:gd name="connsiteY14891" fmla="*/ 6423602 h 57949372"/>
                <a:gd name="connsiteX14892" fmla="*/ 21282032 w 58051775"/>
                <a:gd name="connsiteY14892" fmla="*/ 6497542 h 57949372"/>
                <a:gd name="connsiteX14893" fmla="*/ 21363592 w 58051775"/>
                <a:gd name="connsiteY14893" fmla="*/ 6552060 h 57949372"/>
                <a:gd name="connsiteX14894" fmla="*/ 21488404 w 58051775"/>
                <a:gd name="connsiteY14894" fmla="*/ 6692292 h 57949372"/>
                <a:gd name="connsiteX14895" fmla="*/ 21531616 w 58051775"/>
                <a:gd name="connsiteY14895" fmla="*/ 6749972 h 57949372"/>
                <a:gd name="connsiteX14896" fmla="*/ 21582132 w 58051775"/>
                <a:gd name="connsiteY14896" fmla="*/ 6812010 h 57949372"/>
                <a:gd name="connsiteX14897" fmla="*/ 21626136 w 58051775"/>
                <a:gd name="connsiteY14897" fmla="*/ 6887272 h 57949372"/>
                <a:gd name="connsiteX14898" fmla="*/ 21671160 w 58051775"/>
                <a:gd name="connsiteY14898" fmla="*/ 6985496 h 57949372"/>
                <a:gd name="connsiteX14899" fmla="*/ 21707352 w 58051775"/>
                <a:gd name="connsiteY14899" fmla="*/ 7065244 h 57949372"/>
                <a:gd name="connsiteX14900" fmla="*/ 21750148 w 58051775"/>
                <a:gd name="connsiteY14900" fmla="*/ 7181326 h 57949372"/>
                <a:gd name="connsiteX14901" fmla="*/ 21800608 w 58051775"/>
                <a:gd name="connsiteY14901" fmla="*/ 7298034 h 57949372"/>
                <a:gd name="connsiteX14902" fmla="*/ 21842004 w 58051775"/>
                <a:gd name="connsiteY14902" fmla="*/ 7683502 h 57949372"/>
                <a:gd name="connsiteX14903" fmla="*/ 21802968 w 58051775"/>
                <a:gd name="connsiteY14903" fmla="*/ 8088160 h 57949372"/>
                <a:gd name="connsiteX14904" fmla="*/ 21760752 w 58051775"/>
                <a:gd name="connsiteY14904" fmla="*/ 8199076 h 57949372"/>
                <a:gd name="connsiteX14905" fmla="*/ 21716592 w 58051775"/>
                <a:gd name="connsiteY14905" fmla="*/ 8301816 h 57949372"/>
                <a:gd name="connsiteX14906" fmla="*/ 21673448 w 58051775"/>
                <a:gd name="connsiteY14906" fmla="*/ 8375340 h 57949372"/>
                <a:gd name="connsiteX14907" fmla="*/ 21388384 w 58051775"/>
                <a:gd name="connsiteY14907" fmla="*/ 8663660 h 57949372"/>
                <a:gd name="connsiteX14908" fmla="*/ 21306984 w 58051775"/>
                <a:gd name="connsiteY14908" fmla="*/ 8720314 h 57949372"/>
                <a:gd name="connsiteX14909" fmla="*/ 21245824 w 58051775"/>
                <a:gd name="connsiteY14909" fmla="*/ 8763000 h 57949372"/>
                <a:gd name="connsiteX14910" fmla="*/ 21138020 w 58051775"/>
                <a:gd name="connsiteY14910" fmla="*/ 8810368 h 57949372"/>
                <a:gd name="connsiteX14911" fmla="*/ 21038840 w 58051775"/>
                <a:gd name="connsiteY14911" fmla="*/ 8850892 h 57949372"/>
                <a:gd name="connsiteX14912" fmla="*/ 20923728 w 58051775"/>
                <a:gd name="connsiteY14912" fmla="*/ 8897060 h 57949372"/>
                <a:gd name="connsiteX14913" fmla="*/ 20893956 w 58051775"/>
                <a:gd name="connsiteY14913" fmla="*/ 8934398 h 57949372"/>
                <a:gd name="connsiteX14914" fmla="*/ 20584608 w 58051775"/>
                <a:gd name="connsiteY14914" fmla="*/ 8934454 h 57949372"/>
                <a:gd name="connsiteX14915" fmla="*/ 20565544 w 58051775"/>
                <a:gd name="connsiteY14915" fmla="*/ 8975730 h 57949372"/>
                <a:gd name="connsiteX14916" fmla="*/ 20523204 w 58051775"/>
                <a:gd name="connsiteY14916" fmla="*/ 9017000 h 57949372"/>
                <a:gd name="connsiteX14917" fmla="*/ 20468164 w 58051775"/>
                <a:gd name="connsiteY14917" fmla="*/ 8975730 h 57949372"/>
                <a:gd name="connsiteX14918" fmla="*/ 20436404 w 58051775"/>
                <a:gd name="connsiteY14918" fmla="*/ 8934454 h 57949372"/>
                <a:gd name="connsiteX14919" fmla="*/ 20283260 w 58051775"/>
                <a:gd name="connsiteY14919" fmla="*/ 8928102 h 57949372"/>
                <a:gd name="connsiteX14920" fmla="*/ 20098776 w 58051775"/>
                <a:gd name="connsiteY14920" fmla="*/ 8886828 h 57949372"/>
                <a:gd name="connsiteX14921" fmla="*/ 20021692 w 58051775"/>
                <a:gd name="connsiteY14921" fmla="*/ 8851900 h 57949372"/>
                <a:gd name="connsiteX14922" fmla="*/ 19913604 w 58051775"/>
                <a:gd name="connsiteY14922" fmla="*/ 8777288 h 57949372"/>
                <a:gd name="connsiteX14923" fmla="*/ 19875072 w 58051775"/>
                <a:gd name="connsiteY14923" fmla="*/ 8756556 h 57949372"/>
                <a:gd name="connsiteX14924" fmla="*/ 19817744 w 58051775"/>
                <a:gd name="connsiteY14924" fmla="*/ 8719404 h 57949372"/>
                <a:gd name="connsiteX14925" fmla="*/ 19767724 w 58051775"/>
                <a:gd name="connsiteY14925" fmla="*/ 8676492 h 57949372"/>
                <a:gd name="connsiteX14926" fmla="*/ 19728696 w 58051775"/>
                <a:gd name="connsiteY14926" fmla="*/ 8631168 h 57949372"/>
                <a:gd name="connsiteX14927" fmla="*/ 19683672 w 58051775"/>
                <a:gd name="connsiteY14927" fmla="*/ 8584652 h 57949372"/>
                <a:gd name="connsiteX14928" fmla="*/ 19564208 w 58051775"/>
                <a:gd name="connsiteY14928" fmla="*/ 8443100 h 57949372"/>
                <a:gd name="connsiteX14929" fmla="*/ 19512560 w 58051775"/>
                <a:gd name="connsiteY14929" fmla="*/ 8368342 h 57949372"/>
                <a:gd name="connsiteX14930" fmla="*/ 19469104 w 58051775"/>
                <a:gd name="connsiteY14930" fmla="*/ 8284260 h 57949372"/>
                <a:gd name="connsiteX14931" fmla="*/ 19393812 w 58051775"/>
                <a:gd name="connsiteY14931" fmla="*/ 8175124 h 57949372"/>
                <a:gd name="connsiteX14932" fmla="*/ 19380204 w 58051775"/>
                <a:gd name="connsiteY14932" fmla="*/ 8114172 h 57949372"/>
                <a:gd name="connsiteX14933" fmla="*/ 19335752 w 58051775"/>
                <a:gd name="connsiteY14933" fmla="*/ 8017476 h 57949372"/>
                <a:gd name="connsiteX14934" fmla="*/ 19283816 w 58051775"/>
                <a:gd name="connsiteY14934" fmla="*/ 7951430 h 57949372"/>
                <a:gd name="connsiteX14935" fmla="*/ 19251632 w 58051775"/>
                <a:gd name="connsiteY14935" fmla="*/ 7594600 h 57949372"/>
                <a:gd name="connsiteX14936" fmla="*/ 19279648 w 58051775"/>
                <a:gd name="connsiteY14936" fmla="*/ 7119812 h 57949372"/>
                <a:gd name="connsiteX14937" fmla="*/ 19323956 w 58051775"/>
                <a:gd name="connsiteY14937" fmla="*/ 7017028 h 57949372"/>
                <a:gd name="connsiteX14938" fmla="*/ 19368316 w 58051775"/>
                <a:gd name="connsiteY14938" fmla="*/ 6923248 h 57949372"/>
                <a:gd name="connsiteX14939" fmla="*/ 19417868 w 58051775"/>
                <a:gd name="connsiteY14939" fmla="*/ 6839178 h 57949372"/>
                <a:gd name="connsiteX14940" fmla="*/ 19469104 w 58051775"/>
                <a:gd name="connsiteY14940" fmla="*/ 6751004 h 57949372"/>
                <a:gd name="connsiteX14941" fmla="*/ 19590808 w 58051775"/>
                <a:gd name="connsiteY14941" fmla="*/ 6600180 h 57949372"/>
                <a:gd name="connsiteX14942" fmla="*/ 19764520 w 58051775"/>
                <a:gd name="connsiteY14942" fmla="*/ 6467794 h 57949372"/>
                <a:gd name="connsiteX14943" fmla="*/ 19831108 w 58051775"/>
                <a:gd name="connsiteY14943" fmla="*/ 6413282 h 57949372"/>
                <a:gd name="connsiteX14944" fmla="*/ 19923352 w 58051775"/>
                <a:gd name="connsiteY14944" fmla="*/ 6368960 h 57949372"/>
                <a:gd name="connsiteX14945" fmla="*/ 20040544 w 58051775"/>
                <a:gd name="connsiteY14945" fmla="*/ 6331010 h 57949372"/>
                <a:gd name="connsiteX14946" fmla="*/ 20179152 w 58051775"/>
                <a:gd name="connsiteY14946" fmla="*/ 6285870 h 57949372"/>
                <a:gd name="connsiteX14947" fmla="*/ 20308648 w 58051775"/>
                <a:gd name="connsiteY14947" fmla="*/ 6244848 h 57949372"/>
                <a:gd name="connsiteX14948" fmla="*/ 20394752 w 58051775"/>
                <a:gd name="connsiteY14948" fmla="*/ 6214252 h 57949372"/>
                <a:gd name="connsiteX14949" fmla="*/ 22693272 w 58051775"/>
                <a:gd name="connsiteY14949" fmla="*/ 5484430 h 57949372"/>
                <a:gd name="connsiteX14950" fmla="*/ 22786976 w 58051775"/>
                <a:gd name="connsiteY14950" fmla="*/ 5524824 h 57949372"/>
                <a:gd name="connsiteX14951" fmla="*/ 22821904 w 58051775"/>
                <a:gd name="connsiteY14951" fmla="*/ 5631606 h 57949372"/>
                <a:gd name="connsiteX14952" fmla="*/ 22728516 w 58051775"/>
                <a:gd name="connsiteY14952" fmla="*/ 5730894 h 57949372"/>
                <a:gd name="connsiteX14953" fmla="*/ 22614644 w 58051775"/>
                <a:gd name="connsiteY14953" fmla="*/ 5792976 h 57949372"/>
                <a:gd name="connsiteX14954" fmla="*/ 22560664 w 58051775"/>
                <a:gd name="connsiteY14954" fmla="*/ 5876020 h 57949372"/>
                <a:gd name="connsiteX14955" fmla="*/ 22567904 w 58051775"/>
                <a:gd name="connsiteY14955" fmla="*/ 5982298 h 57949372"/>
                <a:gd name="connsiteX14956" fmla="*/ 22607192 w 58051775"/>
                <a:gd name="connsiteY14956" fmla="*/ 6114468 h 57949372"/>
                <a:gd name="connsiteX14957" fmla="*/ 22653608 w 58051775"/>
                <a:gd name="connsiteY14957" fmla="*/ 6263132 h 57949372"/>
                <a:gd name="connsiteX14958" fmla="*/ 22695788 w 58051775"/>
                <a:gd name="connsiteY14958" fmla="*/ 6403730 h 57949372"/>
                <a:gd name="connsiteX14959" fmla="*/ 22739852 w 58051775"/>
                <a:gd name="connsiteY14959" fmla="*/ 6548510 h 57949372"/>
                <a:gd name="connsiteX14960" fmla="*/ 22779968 w 58051775"/>
                <a:gd name="connsiteY14960" fmla="*/ 6693576 h 57949372"/>
                <a:gd name="connsiteX14961" fmla="*/ 22827728 w 58051775"/>
                <a:gd name="connsiteY14961" fmla="*/ 6858576 h 57949372"/>
                <a:gd name="connsiteX14962" fmla="*/ 22873216 w 58051775"/>
                <a:gd name="connsiteY14962" fmla="*/ 7017296 h 57949372"/>
                <a:gd name="connsiteX14963" fmla="*/ 22905668 w 58051775"/>
                <a:gd name="connsiteY14963" fmla="*/ 7102222 h 57949372"/>
                <a:gd name="connsiteX14964" fmla="*/ 22956496 w 58051775"/>
                <a:gd name="connsiteY14964" fmla="*/ 7314364 h 57949372"/>
                <a:gd name="connsiteX14965" fmla="*/ 23006052 w 58051775"/>
                <a:gd name="connsiteY14965" fmla="*/ 7480300 h 57949372"/>
                <a:gd name="connsiteX14966" fmla="*/ 23055608 w 58051775"/>
                <a:gd name="connsiteY14966" fmla="*/ 7646238 h 57949372"/>
                <a:gd name="connsiteX14967" fmla="*/ 23088600 w 58051775"/>
                <a:gd name="connsiteY14967" fmla="*/ 7723410 h 57949372"/>
                <a:gd name="connsiteX14968" fmla="*/ 23102180 w 58051775"/>
                <a:gd name="connsiteY14968" fmla="*/ 7786740 h 57949372"/>
                <a:gd name="connsiteX14969" fmla="*/ 23181552 w 58051775"/>
                <a:gd name="connsiteY14969" fmla="*/ 7798154 h 57949372"/>
                <a:gd name="connsiteX14970" fmla="*/ 23307616 w 58051775"/>
                <a:gd name="connsiteY14970" fmla="*/ 7783880 h 57949372"/>
                <a:gd name="connsiteX14971" fmla="*/ 23406488 w 58051775"/>
                <a:gd name="connsiteY14971" fmla="*/ 7751078 h 57949372"/>
                <a:gd name="connsiteX14972" fmla="*/ 23554088 w 58051775"/>
                <a:gd name="connsiteY14972" fmla="*/ 7710120 h 57949372"/>
                <a:gd name="connsiteX14973" fmla="*/ 23685712 w 58051775"/>
                <a:gd name="connsiteY14973" fmla="*/ 7673696 h 57949372"/>
                <a:gd name="connsiteX14974" fmla="*/ 23823984 w 58051775"/>
                <a:gd name="connsiteY14974" fmla="*/ 7620000 h 57949372"/>
                <a:gd name="connsiteX14975" fmla="*/ 23913296 w 58051775"/>
                <a:gd name="connsiteY14975" fmla="*/ 7578726 h 57949372"/>
                <a:gd name="connsiteX14976" fmla="*/ 24029640 w 58051775"/>
                <a:gd name="connsiteY14976" fmla="*/ 7477402 h 57949372"/>
                <a:gd name="connsiteX14977" fmla="*/ 24104600 w 58051775"/>
                <a:gd name="connsiteY14977" fmla="*/ 7377726 h 57949372"/>
                <a:gd name="connsiteX14978" fmla="*/ 24142704 w 58051775"/>
                <a:gd name="connsiteY14978" fmla="*/ 7302500 h 57949372"/>
                <a:gd name="connsiteX14979" fmla="*/ 24180800 w 58051775"/>
                <a:gd name="connsiteY14979" fmla="*/ 7152266 h 57949372"/>
                <a:gd name="connsiteX14980" fmla="*/ 24302360 w 58051775"/>
                <a:gd name="connsiteY14980" fmla="*/ 6997700 h 57949372"/>
                <a:gd name="connsiteX14981" fmla="*/ 24428432 w 58051775"/>
                <a:gd name="connsiteY14981" fmla="*/ 7388228 h 57949372"/>
                <a:gd name="connsiteX14982" fmla="*/ 24180800 w 58051775"/>
                <a:gd name="connsiteY14982" fmla="*/ 7858738 h 57949372"/>
                <a:gd name="connsiteX14983" fmla="*/ 24027696 w 58051775"/>
                <a:gd name="connsiteY14983" fmla="*/ 7907140 h 57949372"/>
                <a:gd name="connsiteX14984" fmla="*/ 23860568 w 58051775"/>
                <a:gd name="connsiteY14984" fmla="*/ 7960908 h 57949372"/>
                <a:gd name="connsiteX14985" fmla="*/ 23685672 w 58051775"/>
                <a:gd name="connsiteY14985" fmla="*/ 8005260 h 57949372"/>
                <a:gd name="connsiteX14986" fmla="*/ 23617852 w 58051775"/>
                <a:gd name="connsiteY14986" fmla="*/ 8033438 h 57949372"/>
                <a:gd name="connsiteX14987" fmla="*/ 23497376 w 58051775"/>
                <a:gd name="connsiteY14987" fmla="*/ 8044528 h 57949372"/>
                <a:gd name="connsiteX14988" fmla="*/ 23367132 w 58051775"/>
                <a:gd name="connsiteY14988" fmla="*/ 8097084 h 57949372"/>
                <a:gd name="connsiteX14989" fmla="*/ 23206008 w 58051775"/>
                <a:gd name="connsiteY14989" fmla="*/ 8131768 h 57949372"/>
                <a:gd name="connsiteX14990" fmla="*/ 23082252 w 58051775"/>
                <a:gd name="connsiteY14990" fmla="*/ 8130648 h 57949372"/>
                <a:gd name="connsiteX14991" fmla="*/ 23049696 w 58051775"/>
                <a:gd name="connsiteY14991" fmla="*/ 8173972 h 57949372"/>
                <a:gd name="connsiteX14992" fmla="*/ 22899728 w 58051775"/>
                <a:gd name="connsiteY14992" fmla="*/ 8228130 h 57949372"/>
                <a:gd name="connsiteX14993" fmla="*/ 22745832 w 58051775"/>
                <a:gd name="connsiteY14993" fmla="*/ 8273928 h 57949372"/>
                <a:gd name="connsiteX14994" fmla="*/ 22584644 w 58051775"/>
                <a:gd name="connsiteY14994" fmla="*/ 8308338 h 57949372"/>
                <a:gd name="connsiteX14995" fmla="*/ 22418192 w 58051775"/>
                <a:gd name="connsiteY14995" fmla="*/ 8332286 h 57949372"/>
                <a:gd name="connsiteX14996" fmla="*/ 22376432 w 58051775"/>
                <a:gd name="connsiteY14996" fmla="*/ 8356784 h 57949372"/>
                <a:gd name="connsiteX14997" fmla="*/ 22344444 w 58051775"/>
                <a:gd name="connsiteY14997" fmla="*/ 8324796 h 57949372"/>
                <a:gd name="connsiteX14998" fmla="*/ 22310004 w 58051775"/>
                <a:gd name="connsiteY14998" fmla="*/ 8232654 h 57949372"/>
                <a:gd name="connsiteX14999" fmla="*/ 22359512 w 58051775"/>
                <a:gd name="connsiteY14999" fmla="*/ 8157450 h 57949372"/>
                <a:gd name="connsiteX15000" fmla="*/ 22432828 w 58051775"/>
                <a:gd name="connsiteY15000" fmla="*/ 8109800 h 57949372"/>
                <a:gd name="connsiteX15001" fmla="*/ 22495916 w 58051775"/>
                <a:gd name="connsiteY15001" fmla="*/ 8077200 h 57949372"/>
                <a:gd name="connsiteX15002" fmla="*/ 22561440 w 58051775"/>
                <a:gd name="connsiteY15002" fmla="*/ 8059806 h 57949372"/>
                <a:gd name="connsiteX15003" fmla="*/ 22571124 w 58051775"/>
                <a:gd name="connsiteY15003" fmla="*/ 7883272 h 57949372"/>
                <a:gd name="connsiteX15004" fmla="*/ 22529604 w 58051775"/>
                <a:gd name="connsiteY15004" fmla="*/ 7670412 h 57949372"/>
                <a:gd name="connsiteX15005" fmla="*/ 22494976 w 58051775"/>
                <a:gd name="connsiteY15005" fmla="*/ 7521290 h 57949372"/>
                <a:gd name="connsiteX15006" fmla="*/ 22450832 w 58051775"/>
                <a:gd name="connsiteY15006" fmla="*/ 7383836 h 57949372"/>
                <a:gd name="connsiteX15007" fmla="*/ 22403504 w 58051775"/>
                <a:gd name="connsiteY15007" fmla="*/ 7238676 h 57949372"/>
                <a:gd name="connsiteX15008" fmla="*/ 22359176 w 58051775"/>
                <a:gd name="connsiteY15008" fmla="*/ 7100160 h 57949372"/>
                <a:gd name="connsiteX15009" fmla="*/ 22308744 w 58051775"/>
                <a:gd name="connsiteY15009" fmla="*/ 6958192 h 57949372"/>
                <a:gd name="connsiteX15010" fmla="*/ 22265136 w 58051775"/>
                <a:gd name="connsiteY15010" fmla="*/ 6792062 h 57949372"/>
                <a:gd name="connsiteX15011" fmla="*/ 22226440 w 58051775"/>
                <a:gd name="connsiteY15011" fmla="*/ 6628998 h 57949372"/>
                <a:gd name="connsiteX15012" fmla="*/ 22181152 w 58051775"/>
                <a:gd name="connsiteY15012" fmla="*/ 6490330 h 57949372"/>
                <a:gd name="connsiteX15013" fmla="*/ 22136924 w 58051775"/>
                <a:gd name="connsiteY15013" fmla="*/ 6350860 h 57949372"/>
                <a:gd name="connsiteX15014" fmla="*/ 22092272 w 58051775"/>
                <a:gd name="connsiteY15014" fmla="*/ 6210948 h 57949372"/>
                <a:gd name="connsiteX15015" fmla="*/ 22048380 w 58051775"/>
                <a:gd name="connsiteY15015" fmla="*/ 6103428 h 57949372"/>
                <a:gd name="connsiteX15016" fmla="*/ 22025612 w 58051775"/>
                <a:gd name="connsiteY15016" fmla="*/ 6018534 h 57949372"/>
                <a:gd name="connsiteX15017" fmla="*/ 21861624 w 58051775"/>
                <a:gd name="connsiteY15017" fmla="*/ 5992136 h 57949372"/>
                <a:gd name="connsiteX15018" fmla="*/ 21701128 w 58051775"/>
                <a:gd name="connsiteY15018" fmla="*/ 5965100 h 57949372"/>
                <a:gd name="connsiteX15019" fmla="*/ 21691600 w 58051775"/>
                <a:gd name="connsiteY15019" fmla="*/ 5872232 h 57949372"/>
                <a:gd name="connsiteX15020" fmla="*/ 21790936 w 58051775"/>
                <a:gd name="connsiteY15020" fmla="*/ 5746704 h 57949372"/>
                <a:gd name="connsiteX15021" fmla="*/ 21893780 w 58051775"/>
                <a:gd name="connsiteY15021" fmla="*/ 5711780 h 57949372"/>
                <a:gd name="connsiteX15022" fmla="*/ 22095664 w 58051775"/>
                <a:gd name="connsiteY15022" fmla="*/ 5658040 h 57949372"/>
                <a:gd name="connsiteX15023" fmla="*/ 22276116 w 58051775"/>
                <a:gd name="connsiteY15023" fmla="*/ 5609858 h 57949372"/>
                <a:gd name="connsiteX15024" fmla="*/ 22524744 w 58051775"/>
                <a:gd name="connsiteY15024" fmla="*/ 5557052 h 57949372"/>
                <a:gd name="connsiteX15025" fmla="*/ 22592960 w 58051775"/>
                <a:gd name="connsiteY15025" fmla="*/ 5522916 h 57949372"/>
                <a:gd name="connsiteX15026" fmla="*/ 22693272 w 58051775"/>
                <a:gd name="connsiteY15026" fmla="*/ 5484430 h 57949372"/>
                <a:gd name="connsiteX15027" fmla="*/ 35415792 w 58051775"/>
                <a:gd name="connsiteY15027" fmla="*/ 5480848 h 57949372"/>
                <a:gd name="connsiteX15028" fmla="*/ 35507928 w 58051775"/>
                <a:gd name="connsiteY15028" fmla="*/ 5535752 h 57949372"/>
                <a:gd name="connsiteX15029" fmla="*/ 35643758 w 58051775"/>
                <a:gd name="connsiteY15029" fmla="*/ 5575418 h 57949372"/>
                <a:gd name="connsiteX15030" fmla="*/ 35777228 w 58051775"/>
                <a:gd name="connsiteY15030" fmla="*/ 5621022 h 57949372"/>
                <a:gd name="connsiteX15031" fmla="*/ 35910124 w 58051775"/>
                <a:gd name="connsiteY15031" fmla="*/ 5665036 h 57949372"/>
                <a:gd name="connsiteX15032" fmla="*/ 36043332 w 58051775"/>
                <a:gd name="connsiteY15032" fmla="*/ 5709348 h 57949372"/>
                <a:gd name="connsiteX15033" fmla="*/ 36184082 w 58051775"/>
                <a:gd name="connsiteY15033" fmla="*/ 5754704 h 57949372"/>
                <a:gd name="connsiteX15034" fmla="*/ 36320222 w 58051775"/>
                <a:gd name="connsiteY15034" fmla="*/ 5794828 h 57949372"/>
                <a:gd name="connsiteX15035" fmla="*/ 36391852 w 58051775"/>
                <a:gd name="connsiteY15035" fmla="*/ 5843686 h 57949372"/>
                <a:gd name="connsiteX15036" fmla="*/ 36435284 w 58051775"/>
                <a:gd name="connsiteY15036" fmla="*/ 5997480 h 57949372"/>
                <a:gd name="connsiteX15037" fmla="*/ 36334600 w 58051775"/>
                <a:gd name="connsiteY15037" fmla="*/ 6038762 h 57949372"/>
                <a:gd name="connsiteX15038" fmla="*/ 36102928 w 58051775"/>
                <a:gd name="connsiteY15038" fmla="*/ 6002312 h 57949372"/>
                <a:gd name="connsiteX15039" fmla="*/ 36080702 w 58051775"/>
                <a:gd name="connsiteY15039" fmla="*/ 6038536 h 57949372"/>
                <a:gd name="connsiteX15040" fmla="*/ 36053092 w 58051775"/>
                <a:gd name="connsiteY15040" fmla="*/ 6085512 h 57949372"/>
                <a:gd name="connsiteX15041" fmla="*/ 36001416 w 58051775"/>
                <a:gd name="connsiteY15041" fmla="*/ 6183936 h 57949372"/>
                <a:gd name="connsiteX15042" fmla="*/ 35951188 w 58051775"/>
                <a:gd name="connsiteY15042" fmla="*/ 6295258 h 57949372"/>
                <a:gd name="connsiteX15043" fmla="*/ 35902196 w 58051775"/>
                <a:gd name="connsiteY15043" fmla="*/ 6542696 h 57949372"/>
                <a:gd name="connsiteX15044" fmla="*/ 35872060 w 58051775"/>
                <a:gd name="connsiteY15044" fmla="*/ 6613304 h 57949372"/>
                <a:gd name="connsiteX15045" fmla="*/ 35825968 w 58051775"/>
                <a:gd name="connsiteY15045" fmla="*/ 6725410 h 57949372"/>
                <a:gd name="connsiteX15046" fmla="*/ 35797156 w 58051775"/>
                <a:gd name="connsiteY15046" fmla="*/ 6841734 h 57949372"/>
                <a:gd name="connsiteX15047" fmla="*/ 35791636 w 58051775"/>
                <a:gd name="connsiteY15047" fmla="*/ 6890670 h 57949372"/>
                <a:gd name="connsiteX15048" fmla="*/ 35895386 w 58051775"/>
                <a:gd name="connsiteY15048" fmla="*/ 6915340 h 57949372"/>
                <a:gd name="connsiteX15049" fmla="*/ 36029254 w 58051775"/>
                <a:gd name="connsiteY15049" fmla="*/ 6959140 h 57949372"/>
                <a:gd name="connsiteX15050" fmla="*/ 36169360 w 58051775"/>
                <a:gd name="connsiteY15050" fmla="*/ 7002540 h 57949372"/>
                <a:gd name="connsiteX15051" fmla="*/ 36301536 w 58051775"/>
                <a:gd name="connsiteY15051" fmla="*/ 7047168 h 57949372"/>
                <a:gd name="connsiteX15052" fmla="*/ 36418964 w 58051775"/>
                <a:gd name="connsiteY15052" fmla="*/ 7081932 h 57949372"/>
                <a:gd name="connsiteX15053" fmla="*/ 36558440 w 58051775"/>
                <a:gd name="connsiteY15053" fmla="*/ 7126102 h 57949372"/>
                <a:gd name="connsiteX15054" fmla="*/ 36657730 w 58051775"/>
                <a:gd name="connsiteY15054" fmla="*/ 7176896 h 57949372"/>
                <a:gd name="connsiteX15055" fmla="*/ 36741102 w 58051775"/>
                <a:gd name="connsiteY15055" fmla="*/ 7092368 h 57949372"/>
                <a:gd name="connsiteX15056" fmla="*/ 36774266 w 58051775"/>
                <a:gd name="connsiteY15056" fmla="*/ 6985636 h 57949372"/>
                <a:gd name="connsiteX15057" fmla="*/ 36812062 w 58051775"/>
                <a:gd name="connsiteY15057" fmla="*/ 6892588 h 57949372"/>
                <a:gd name="connsiteX15058" fmla="*/ 36864462 w 58051775"/>
                <a:gd name="connsiteY15058" fmla="*/ 6717396 h 57949372"/>
                <a:gd name="connsiteX15059" fmla="*/ 36901912 w 58051775"/>
                <a:gd name="connsiteY15059" fmla="*/ 6586244 h 57949372"/>
                <a:gd name="connsiteX15060" fmla="*/ 36911900 w 58051775"/>
                <a:gd name="connsiteY15060" fmla="*/ 6396790 h 57949372"/>
                <a:gd name="connsiteX15061" fmla="*/ 36870158 w 58051775"/>
                <a:gd name="connsiteY15061" fmla="*/ 6248402 h 57949372"/>
                <a:gd name="connsiteX15062" fmla="*/ 36794832 w 58051775"/>
                <a:gd name="connsiteY15062" fmla="*/ 6209518 h 57949372"/>
                <a:gd name="connsiteX15063" fmla="*/ 36739772 w 58051775"/>
                <a:gd name="connsiteY15063" fmla="*/ 6049396 h 57949372"/>
                <a:gd name="connsiteX15064" fmla="*/ 36871544 w 58051775"/>
                <a:gd name="connsiteY15064" fmla="*/ 6015448 h 57949372"/>
                <a:gd name="connsiteX15065" fmla="*/ 37070332 w 58051775"/>
                <a:gd name="connsiteY15065" fmla="*/ 6056738 h 57949372"/>
                <a:gd name="connsiteX15066" fmla="*/ 37233162 w 58051775"/>
                <a:gd name="connsiteY15066" fmla="*/ 6117056 h 57949372"/>
                <a:gd name="connsiteX15067" fmla="*/ 37361128 w 58051775"/>
                <a:gd name="connsiteY15067" fmla="*/ 6158122 h 57949372"/>
                <a:gd name="connsiteX15068" fmla="*/ 37473318 w 58051775"/>
                <a:gd name="connsiteY15068" fmla="*/ 6196824 h 57949372"/>
                <a:gd name="connsiteX15069" fmla="*/ 37572396 w 58051775"/>
                <a:gd name="connsiteY15069" fmla="*/ 6242646 h 57949372"/>
                <a:gd name="connsiteX15070" fmla="*/ 37602180 w 58051775"/>
                <a:gd name="connsiteY15070" fmla="*/ 6268136 h 57949372"/>
                <a:gd name="connsiteX15071" fmla="*/ 37703474 w 58051775"/>
                <a:gd name="connsiteY15071" fmla="*/ 6279182 h 57949372"/>
                <a:gd name="connsiteX15072" fmla="*/ 37858702 w 58051775"/>
                <a:gd name="connsiteY15072" fmla="*/ 6412928 h 57949372"/>
                <a:gd name="connsiteX15073" fmla="*/ 37843464 w 58051775"/>
                <a:gd name="connsiteY15073" fmla="*/ 6499860 h 57949372"/>
                <a:gd name="connsiteX15074" fmla="*/ 37693602 w 58051775"/>
                <a:gd name="connsiteY15074" fmla="*/ 6483352 h 57949372"/>
                <a:gd name="connsiteX15075" fmla="*/ 37536772 w 58051775"/>
                <a:gd name="connsiteY15075" fmla="*/ 6480404 h 57949372"/>
                <a:gd name="connsiteX15076" fmla="*/ 37429244 w 58051775"/>
                <a:gd name="connsiteY15076" fmla="*/ 6624324 h 57949372"/>
                <a:gd name="connsiteX15077" fmla="*/ 37393188 w 58051775"/>
                <a:gd name="connsiteY15077" fmla="*/ 6707772 h 57949372"/>
                <a:gd name="connsiteX15078" fmla="*/ 37332210 w 58051775"/>
                <a:gd name="connsiteY15078" fmla="*/ 6868624 h 57949372"/>
                <a:gd name="connsiteX15079" fmla="*/ 37299350 w 58051775"/>
                <a:gd name="connsiteY15079" fmla="*/ 6977520 h 57949372"/>
                <a:gd name="connsiteX15080" fmla="*/ 37252944 w 58051775"/>
                <a:gd name="connsiteY15080" fmla="*/ 7123822 h 57949372"/>
                <a:gd name="connsiteX15081" fmla="*/ 37213982 w 58051775"/>
                <a:gd name="connsiteY15081" fmla="*/ 7253388 h 57949372"/>
                <a:gd name="connsiteX15082" fmla="*/ 37154156 w 58051775"/>
                <a:gd name="connsiteY15082" fmla="*/ 7446630 h 57949372"/>
                <a:gd name="connsiteX15083" fmla="*/ 37120418 w 58051775"/>
                <a:gd name="connsiteY15083" fmla="*/ 7558074 h 57949372"/>
                <a:gd name="connsiteX15084" fmla="*/ 37072636 w 58051775"/>
                <a:gd name="connsiteY15084" fmla="*/ 7708364 h 57949372"/>
                <a:gd name="connsiteX15085" fmla="*/ 37033656 w 58051775"/>
                <a:gd name="connsiteY15085" fmla="*/ 7854468 h 57949372"/>
                <a:gd name="connsiteX15086" fmla="*/ 36986892 w 58051775"/>
                <a:gd name="connsiteY15086" fmla="*/ 7995528 h 57949372"/>
                <a:gd name="connsiteX15087" fmla="*/ 36938656 w 58051775"/>
                <a:gd name="connsiteY15087" fmla="*/ 8142180 h 57949372"/>
                <a:gd name="connsiteX15088" fmla="*/ 36899140 w 58051775"/>
                <a:gd name="connsiteY15088" fmla="*/ 8189302 h 57949372"/>
                <a:gd name="connsiteX15089" fmla="*/ 36881810 w 58051775"/>
                <a:gd name="connsiteY15089" fmla="*/ 8331200 h 57949372"/>
                <a:gd name="connsiteX15090" fmla="*/ 36896356 w 58051775"/>
                <a:gd name="connsiteY15090" fmla="*/ 8517906 h 57949372"/>
                <a:gd name="connsiteX15091" fmla="*/ 36974008 w 58051775"/>
                <a:gd name="connsiteY15091" fmla="*/ 8586770 h 57949372"/>
                <a:gd name="connsiteX15092" fmla="*/ 37062296 w 58051775"/>
                <a:gd name="connsiteY15092" fmla="*/ 8723586 h 57949372"/>
                <a:gd name="connsiteX15093" fmla="*/ 36931462 w 58051775"/>
                <a:gd name="connsiteY15093" fmla="*/ 8845532 h 57949372"/>
                <a:gd name="connsiteX15094" fmla="*/ 36836364 w 58051775"/>
                <a:gd name="connsiteY15094" fmla="*/ 8806352 h 57949372"/>
                <a:gd name="connsiteX15095" fmla="*/ 36794424 w 58051775"/>
                <a:gd name="connsiteY15095" fmla="*/ 8768666 h 57949372"/>
                <a:gd name="connsiteX15096" fmla="*/ 36692676 w 58051775"/>
                <a:gd name="connsiteY15096" fmla="*/ 8757574 h 57949372"/>
                <a:gd name="connsiteX15097" fmla="*/ 36563192 w 58051775"/>
                <a:gd name="connsiteY15097" fmla="*/ 8718444 h 57949372"/>
                <a:gd name="connsiteX15098" fmla="*/ 36414768 w 58051775"/>
                <a:gd name="connsiteY15098" fmla="*/ 8667152 h 57949372"/>
                <a:gd name="connsiteX15099" fmla="*/ 36287076 w 58051775"/>
                <a:gd name="connsiteY15099" fmla="*/ 8648456 h 57949372"/>
                <a:gd name="connsiteX15100" fmla="*/ 36271202 w 58051775"/>
                <a:gd name="connsiteY15100" fmla="*/ 8634968 h 57949372"/>
                <a:gd name="connsiteX15101" fmla="*/ 36096656 w 58051775"/>
                <a:gd name="connsiteY15101" fmla="*/ 8573004 h 57949372"/>
                <a:gd name="connsiteX15102" fmla="*/ 35972192 w 58051775"/>
                <a:gd name="connsiteY15102" fmla="*/ 8542850 h 57949372"/>
                <a:gd name="connsiteX15103" fmla="*/ 35967028 w 58051775"/>
                <a:gd name="connsiteY15103" fmla="*/ 8343566 h 57949372"/>
                <a:gd name="connsiteX15104" fmla="*/ 36123408 w 58051775"/>
                <a:gd name="connsiteY15104" fmla="*/ 8331200 h 57949372"/>
                <a:gd name="connsiteX15105" fmla="*/ 36296602 w 58051775"/>
                <a:gd name="connsiteY15105" fmla="*/ 8274688 h 57949372"/>
                <a:gd name="connsiteX15106" fmla="*/ 36333364 w 58051775"/>
                <a:gd name="connsiteY15106" fmla="*/ 8242858 h 57949372"/>
                <a:gd name="connsiteX15107" fmla="*/ 36378744 w 58051775"/>
                <a:gd name="connsiteY15107" fmla="*/ 8158632 h 57949372"/>
                <a:gd name="connsiteX15108" fmla="*/ 36419596 w 58051775"/>
                <a:gd name="connsiteY15108" fmla="*/ 8051330 h 57949372"/>
                <a:gd name="connsiteX15109" fmla="*/ 36456462 w 58051775"/>
                <a:gd name="connsiteY15109" fmla="*/ 7959386 h 57949372"/>
                <a:gd name="connsiteX15110" fmla="*/ 36507566 w 58051775"/>
                <a:gd name="connsiteY15110" fmla="*/ 7785736 h 57949372"/>
                <a:gd name="connsiteX15111" fmla="*/ 36545362 w 58051775"/>
                <a:gd name="connsiteY15111" fmla="*/ 7692688 h 57949372"/>
                <a:gd name="connsiteX15112" fmla="*/ 36591824 w 58051775"/>
                <a:gd name="connsiteY15112" fmla="*/ 7518324 h 57949372"/>
                <a:gd name="connsiteX15113" fmla="*/ 36492782 w 58051775"/>
                <a:gd name="connsiteY15113" fmla="*/ 7428682 h 57949372"/>
                <a:gd name="connsiteX15114" fmla="*/ 36359232 w 58051775"/>
                <a:gd name="connsiteY15114" fmla="*/ 7384216 h 57949372"/>
                <a:gd name="connsiteX15115" fmla="*/ 36211628 w 58051775"/>
                <a:gd name="connsiteY15115" fmla="*/ 7339044 h 57949372"/>
                <a:gd name="connsiteX15116" fmla="*/ 36065456 w 58051775"/>
                <a:gd name="connsiteY15116" fmla="*/ 7291120 h 57949372"/>
                <a:gd name="connsiteX15117" fmla="*/ 35949882 w 58051775"/>
                <a:gd name="connsiteY15117" fmla="*/ 7245048 h 57949372"/>
                <a:gd name="connsiteX15118" fmla="*/ 35762156 w 58051775"/>
                <a:gd name="connsiteY15118" fmla="*/ 7202652 h 57949372"/>
                <a:gd name="connsiteX15119" fmla="*/ 35648902 w 58051775"/>
                <a:gd name="connsiteY15119" fmla="*/ 7258404 h 57949372"/>
                <a:gd name="connsiteX15120" fmla="*/ 35604452 w 58051775"/>
                <a:gd name="connsiteY15120" fmla="*/ 7378700 h 57949372"/>
                <a:gd name="connsiteX15121" fmla="*/ 35560002 w 58051775"/>
                <a:gd name="connsiteY15121" fmla="*/ 7494922 h 57949372"/>
                <a:gd name="connsiteX15122" fmla="*/ 35521612 w 58051775"/>
                <a:gd name="connsiteY15122" fmla="*/ 7592998 h 57949372"/>
                <a:gd name="connsiteX15123" fmla="*/ 35471304 w 58051775"/>
                <a:gd name="connsiteY15123" fmla="*/ 7732540 h 57949372"/>
                <a:gd name="connsiteX15124" fmla="*/ 35457296 w 58051775"/>
                <a:gd name="connsiteY15124" fmla="*/ 7943162 h 57949372"/>
                <a:gd name="connsiteX15125" fmla="*/ 35489208 w 58051775"/>
                <a:gd name="connsiteY15125" fmla="*/ 8093884 h 57949372"/>
                <a:gd name="connsiteX15126" fmla="*/ 35572718 w 58051775"/>
                <a:gd name="connsiteY15126" fmla="*/ 8158276 h 57949372"/>
                <a:gd name="connsiteX15127" fmla="*/ 35637594 w 58051775"/>
                <a:gd name="connsiteY15127" fmla="*/ 8280768 h 57949372"/>
                <a:gd name="connsiteX15128" fmla="*/ 35539910 w 58051775"/>
                <a:gd name="connsiteY15128" fmla="*/ 8339612 h 57949372"/>
                <a:gd name="connsiteX15129" fmla="*/ 35435746 w 58051775"/>
                <a:gd name="connsiteY15129" fmla="*/ 8312080 h 57949372"/>
                <a:gd name="connsiteX15130" fmla="*/ 35293302 w 58051775"/>
                <a:gd name="connsiteY15130" fmla="*/ 8280250 h 57949372"/>
                <a:gd name="connsiteX15131" fmla="*/ 35131116 w 58051775"/>
                <a:gd name="connsiteY15131" fmla="*/ 8222746 h 57949372"/>
                <a:gd name="connsiteX15132" fmla="*/ 34991416 w 58051775"/>
                <a:gd name="connsiteY15132" fmla="*/ 8176164 h 57949372"/>
                <a:gd name="connsiteX15133" fmla="*/ 34857440 w 58051775"/>
                <a:gd name="connsiteY15133" fmla="*/ 8131108 h 57949372"/>
                <a:gd name="connsiteX15134" fmla="*/ 34729836 w 58051775"/>
                <a:gd name="connsiteY15134" fmla="*/ 8091532 h 57949372"/>
                <a:gd name="connsiteX15135" fmla="*/ 34636300 w 58051775"/>
                <a:gd name="connsiteY15135" fmla="*/ 8051800 h 57949372"/>
                <a:gd name="connsiteX15136" fmla="*/ 34551180 w 58051775"/>
                <a:gd name="connsiteY15136" fmla="*/ 8039416 h 57949372"/>
                <a:gd name="connsiteX15137" fmla="*/ 34518602 w 58051775"/>
                <a:gd name="connsiteY15137" fmla="*/ 7971258 h 57949372"/>
                <a:gd name="connsiteX15138" fmla="*/ 34572576 w 58051775"/>
                <a:gd name="connsiteY15138" fmla="*/ 7881844 h 57949372"/>
                <a:gd name="connsiteX15139" fmla="*/ 34774202 w 58051775"/>
                <a:gd name="connsiteY15139" fmla="*/ 7835084 h 57949372"/>
                <a:gd name="connsiteX15140" fmla="*/ 34848256 w 58051775"/>
                <a:gd name="connsiteY15140" fmla="*/ 7822258 h 57949372"/>
                <a:gd name="connsiteX15141" fmla="*/ 34896176 w 58051775"/>
                <a:gd name="connsiteY15141" fmla="*/ 7764754 h 57949372"/>
                <a:gd name="connsiteX15142" fmla="*/ 34963102 w 58051775"/>
                <a:gd name="connsiteY15142" fmla="*/ 7640600 h 57949372"/>
                <a:gd name="connsiteX15143" fmla="*/ 34999420 w 58051775"/>
                <a:gd name="connsiteY15143" fmla="*/ 7577258 h 57949372"/>
                <a:gd name="connsiteX15144" fmla="*/ 35043016 w 58051775"/>
                <a:gd name="connsiteY15144" fmla="*/ 7446192 h 57949372"/>
                <a:gd name="connsiteX15145" fmla="*/ 35081296 w 58051775"/>
                <a:gd name="connsiteY15145" fmla="*/ 7303984 h 57949372"/>
                <a:gd name="connsiteX15146" fmla="*/ 35120272 w 58051775"/>
                <a:gd name="connsiteY15146" fmla="*/ 7156450 h 57949372"/>
                <a:gd name="connsiteX15147" fmla="*/ 35198148 w 58051775"/>
                <a:gd name="connsiteY15147" fmla="*/ 6968340 h 57949372"/>
                <a:gd name="connsiteX15148" fmla="*/ 35225316 w 58051775"/>
                <a:gd name="connsiteY15148" fmla="*/ 6856620 h 57949372"/>
                <a:gd name="connsiteX15149" fmla="*/ 35256156 w 58051775"/>
                <a:gd name="connsiteY15149" fmla="*/ 6752080 h 57949372"/>
                <a:gd name="connsiteX15150" fmla="*/ 35285306 w 58051775"/>
                <a:gd name="connsiteY15150" fmla="*/ 6698702 h 57949372"/>
                <a:gd name="connsiteX15151" fmla="*/ 35350700 w 58051775"/>
                <a:gd name="connsiteY15151" fmla="*/ 6482022 h 57949372"/>
                <a:gd name="connsiteX15152" fmla="*/ 35380604 w 58051775"/>
                <a:gd name="connsiteY15152" fmla="*/ 6422092 h 57949372"/>
                <a:gd name="connsiteX15153" fmla="*/ 35433086 w 58051775"/>
                <a:gd name="connsiteY15153" fmla="*/ 6222918 h 57949372"/>
                <a:gd name="connsiteX15154" fmla="*/ 35482556 w 58051775"/>
                <a:gd name="connsiteY15154" fmla="*/ 5992316 h 57949372"/>
                <a:gd name="connsiteX15155" fmla="*/ 35477452 w 58051775"/>
                <a:gd name="connsiteY15155" fmla="*/ 5843374 h 57949372"/>
                <a:gd name="connsiteX15156" fmla="*/ 35433260 w 58051775"/>
                <a:gd name="connsiteY15156" fmla="*/ 5797890 h 57949372"/>
                <a:gd name="connsiteX15157" fmla="*/ 35339024 w 58051775"/>
                <a:gd name="connsiteY15157" fmla="*/ 5724178 h 57949372"/>
                <a:gd name="connsiteX15158" fmla="*/ 35280116 w 58051775"/>
                <a:gd name="connsiteY15158" fmla="*/ 5670550 h 57949372"/>
                <a:gd name="connsiteX15159" fmla="*/ 35350664 w 58051775"/>
                <a:gd name="connsiteY15159" fmla="*/ 5503726 h 57949372"/>
                <a:gd name="connsiteX15160" fmla="*/ 35415792 w 58051775"/>
                <a:gd name="connsiteY15160" fmla="*/ 5480848 h 57949372"/>
                <a:gd name="connsiteX15161" fmla="*/ 33793096 w 58051775"/>
                <a:gd name="connsiteY15161" fmla="*/ 5035550 h 57949372"/>
                <a:gd name="connsiteX15162" fmla="*/ 33835688 w 58051775"/>
                <a:gd name="connsiteY15162" fmla="*/ 5076654 h 57949372"/>
                <a:gd name="connsiteX15163" fmla="*/ 33996004 w 58051775"/>
                <a:gd name="connsiteY15163" fmla="*/ 5129936 h 57949372"/>
                <a:gd name="connsiteX15164" fmla="*/ 34172292 w 58051775"/>
                <a:gd name="connsiteY15164" fmla="*/ 5180910 h 57949372"/>
                <a:gd name="connsiteX15165" fmla="*/ 34266400 w 58051775"/>
                <a:gd name="connsiteY15165" fmla="*/ 5219700 h 57949372"/>
                <a:gd name="connsiteX15166" fmla="*/ 34330112 w 58051775"/>
                <a:gd name="connsiteY15166" fmla="*/ 5257800 h 57949372"/>
                <a:gd name="connsiteX15167" fmla="*/ 34412660 w 58051775"/>
                <a:gd name="connsiteY15167" fmla="*/ 5295900 h 57949372"/>
                <a:gd name="connsiteX15168" fmla="*/ 34495212 w 58051775"/>
                <a:gd name="connsiteY15168" fmla="*/ 5257800 h 57949372"/>
                <a:gd name="connsiteX15169" fmla="*/ 34601828 w 58051775"/>
                <a:gd name="connsiteY15169" fmla="*/ 5219700 h 57949372"/>
                <a:gd name="connsiteX15170" fmla="*/ 34713740 w 58051775"/>
                <a:gd name="connsiteY15170" fmla="*/ 5246022 h 57949372"/>
                <a:gd name="connsiteX15171" fmla="*/ 34717612 w 58051775"/>
                <a:gd name="connsiteY15171" fmla="*/ 5354512 h 57949372"/>
                <a:gd name="connsiteX15172" fmla="*/ 34677154 w 58051775"/>
                <a:gd name="connsiteY15172" fmla="*/ 5403852 h 57949372"/>
                <a:gd name="connsiteX15173" fmla="*/ 34665092 w 58051775"/>
                <a:gd name="connsiteY15173" fmla="*/ 5697444 h 57949372"/>
                <a:gd name="connsiteX15174" fmla="*/ 34663904 w 58051775"/>
                <a:gd name="connsiteY15174" fmla="*/ 5965638 h 57949372"/>
                <a:gd name="connsiteX15175" fmla="*/ 34628880 w 58051775"/>
                <a:gd name="connsiteY15175" fmla="*/ 6018560 h 57949372"/>
                <a:gd name="connsiteX15176" fmla="*/ 34572106 w 58051775"/>
                <a:gd name="connsiteY15176" fmla="*/ 6112316 h 57949372"/>
                <a:gd name="connsiteX15177" fmla="*/ 34490736 w 58051775"/>
                <a:gd name="connsiteY15177" fmla="*/ 6163314 h 57949372"/>
                <a:gd name="connsiteX15178" fmla="*/ 34411132 w 58051775"/>
                <a:gd name="connsiteY15178" fmla="*/ 6142964 h 57949372"/>
                <a:gd name="connsiteX15179" fmla="*/ 34334768 w 58051775"/>
                <a:gd name="connsiteY15179" fmla="*/ 5892906 h 57949372"/>
                <a:gd name="connsiteX15180" fmla="*/ 34284068 w 58051775"/>
                <a:gd name="connsiteY15180" fmla="*/ 5784960 h 57949372"/>
                <a:gd name="connsiteX15181" fmla="*/ 34238914 w 58051775"/>
                <a:gd name="connsiteY15181" fmla="*/ 5715000 h 57949372"/>
                <a:gd name="connsiteX15182" fmla="*/ 34203750 w 58051775"/>
                <a:gd name="connsiteY15182" fmla="*/ 5626724 h 57949372"/>
                <a:gd name="connsiteX15183" fmla="*/ 34154336 w 58051775"/>
                <a:gd name="connsiteY15183" fmla="*/ 5588548 h 57949372"/>
                <a:gd name="connsiteX15184" fmla="*/ 34094014 w 58051775"/>
                <a:gd name="connsiteY15184" fmla="*/ 5557250 h 57949372"/>
                <a:gd name="connsiteX15185" fmla="*/ 34026788 w 58051775"/>
                <a:gd name="connsiteY15185" fmla="*/ 5519696 h 57949372"/>
                <a:gd name="connsiteX15186" fmla="*/ 33916072 w 58051775"/>
                <a:gd name="connsiteY15186" fmla="*/ 5461000 h 57949372"/>
                <a:gd name="connsiteX15187" fmla="*/ 33843502 w 58051775"/>
                <a:gd name="connsiteY15187" fmla="*/ 5422900 h 57949372"/>
                <a:gd name="connsiteX15188" fmla="*/ 33803636 w 58051775"/>
                <a:gd name="connsiteY15188" fmla="*/ 5384802 h 57949372"/>
                <a:gd name="connsiteX15189" fmla="*/ 33595362 w 58051775"/>
                <a:gd name="connsiteY15189" fmla="*/ 5384802 h 57949372"/>
                <a:gd name="connsiteX15190" fmla="*/ 33356980 w 58051775"/>
                <a:gd name="connsiteY15190" fmla="*/ 5417290 h 57949372"/>
                <a:gd name="connsiteX15191" fmla="*/ 33282336 w 58051775"/>
                <a:gd name="connsiteY15191" fmla="*/ 5462072 h 57949372"/>
                <a:gd name="connsiteX15192" fmla="*/ 33054980 w 58051775"/>
                <a:gd name="connsiteY15192" fmla="*/ 5664214 h 57949372"/>
                <a:gd name="connsiteX15193" fmla="*/ 33020334 w 58051775"/>
                <a:gd name="connsiteY15193" fmla="*/ 5708546 h 57949372"/>
                <a:gd name="connsiteX15194" fmla="*/ 32973436 w 58051775"/>
                <a:gd name="connsiteY15194" fmla="*/ 5763392 h 57949372"/>
                <a:gd name="connsiteX15195" fmla="*/ 32924328 w 58051775"/>
                <a:gd name="connsiteY15195" fmla="*/ 5856074 h 57949372"/>
                <a:gd name="connsiteX15196" fmla="*/ 32889474 w 58051775"/>
                <a:gd name="connsiteY15196" fmla="*/ 6000642 h 57949372"/>
                <a:gd name="connsiteX15197" fmla="*/ 32843056 w 58051775"/>
                <a:gd name="connsiteY15197" fmla="*/ 6139572 h 57949372"/>
                <a:gd name="connsiteX15198" fmla="*/ 32804102 w 58051775"/>
                <a:gd name="connsiteY15198" fmla="*/ 6179760 h 57949372"/>
                <a:gd name="connsiteX15199" fmla="*/ 32804102 w 58051775"/>
                <a:gd name="connsiteY15199" fmla="*/ 6968808 h 57949372"/>
                <a:gd name="connsiteX15200" fmla="*/ 32842202 w 58051775"/>
                <a:gd name="connsiteY15200" fmla="*/ 7016750 h 57949372"/>
                <a:gd name="connsiteX15201" fmla="*/ 32880302 w 58051775"/>
                <a:gd name="connsiteY15201" fmla="*/ 7107172 h 57949372"/>
                <a:gd name="connsiteX15202" fmla="*/ 32927928 w 58051775"/>
                <a:gd name="connsiteY15202" fmla="*/ 7199300 h 57949372"/>
                <a:gd name="connsiteX15203" fmla="*/ 33136150 w 58051775"/>
                <a:gd name="connsiteY15203" fmla="*/ 7353300 h 57949372"/>
                <a:gd name="connsiteX15204" fmla="*/ 33207976 w 58051775"/>
                <a:gd name="connsiteY15204" fmla="*/ 7389936 h 57949372"/>
                <a:gd name="connsiteX15205" fmla="*/ 33303976 w 58051775"/>
                <a:gd name="connsiteY15205" fmla="*/ 7439714 h 57949372"/>
                <a:gd name="connsiteX15206" fmla="*/ 33399912 w 58051775"/>
                <a:gd name="connsiteY15206" fmla="*/ 7493840 h 57949372"/>
                <a:gd name="connsiteX15207" fmla="*/ 33434122 w 58051775"/>
                <a:gd name="connsiteY15207" fmla="*/ 7534820 h 57949372"/>
                <a:gd name="connsiteX15208" fmla="*/ 33556332 w 58051775"/>
                <a:gd name="connsiteY15208" fmla="*/ 7528428 h 57949372"/>
                <a:gd name="connsiteX15209" fmla="*/ 33745620 w 58051775"/>
                <a:gd name="connsiteY15209" fmla="*/ 7486962 h 57949372"/>
                <a:gd name="connsiteX15210" fmla="*/ 33924846 w 58051775"/>
                <a:gd name="connsiteY15210" fmla="*/ 7442596 h 57949372"/>
                <a:gd name="connsiteX15211" fmla="*/ 34065070 w 58051775"/>
                <a:gd name="connsiteY15211" fmla="*/ 7394484 h 57949372"/>
                <a:gd name="connsiteX15212" fmla="*/ 34143952 w 58051775"/>
                <a:gd name="connsiteY15212" fmla="*/ 7334934 h 57949372"/>
                <a:gd name="connsiteX15213" fmla="*/ 34221204 w 58051775"/>
                <a:gd name="connsiteY15213" fmla="*/ 7294332 h 57949372"/>
                <a:gd name="connsiteX15214" fmla="*/ 34304628 w 58051775"/>
                <a:gd name="connsiteY15214" fmla="*/ 7268036 h 57949372"/>
                <a:gd name="connsiteX15215" fmla="*/ 34397778 w 58051775"/>
                <a:gd name="connsiteY15215" fmla="*/ 7357384 h 57949372"/>
                <a:gd name="connsiteX15216" fmla="*/ 34390058 w 58051775"/>
                <a:gd name="connsiteY15216" fmla="*/ 7444954 h 57949372"/>
                <a:gd name="connsiteX15217" fmla="*/ 34365048 w 58051775"/>
                <a:gd name="connsiteY15217" fmla="*/ 7487018 h 57949372"/>
                <a:gd name="connsiteX15218" fmla="*/ 34289160 w 58051775"/>
                <a:gd name="connsiteY15218" fmla="*/ 7544612 h 57949372"/>
                <a:gd name="connsiteX15219" fmla="*/ 34196868 w 58051775"/>
                <a:gd name="connsiteY15219" fmla="*/ 7596030 h 57949372"/>
                <a:gd name="connsiteX15220" fmla="*/ 34124902 w 58051775"/>
                <a:gd name="connsiteY15220" fmla="*/ 7634408 h 57949372"/>
                <a:gd name="connsiteX15221" fmla="*/ 34031468 w 58051775"/>
                <a:gd name="connsiteY15221" fmla="*/ 7688474 h 57949372"/>
                <a:gd name="connsiteX15222" fmla="*/ 33941548 w 58051775"/>
                <a:gd name="connsiteY15222" fmla="*/ 7740954 h 57949372"/>
                <a:gd name="connsiteX15223" fmla="*/ 33766998 w 58051775"/>
                <a:gd name="connsiteY15223" fmla="*/ 7784364 h 57949372"/>
                <a:gd name="connsiteX15224" fmla="*/ 33578138 w 58051775"/>
                <a:gd name="connsiteY15224" fmla="*/ 7828162 h 57949372"/>
                <a:gd name="connsiteX15225" fmla="*/ 33486100 w 58051775"/>
                <a:gd name="connsiteY15225" fmla="*/ 7857320 h 57949372"/>
                <a:gd name="connsiteX15226" fmla="*/ 33398754 w 58051775"/>
                <a:gd name="connsiteY15226" fmla="*/ 7814716 h 57949372"/>
                <a:gd name="connsiteX15227" fmla="*/ 33246264 w 58051775"/>
                <a:gd name="connsiteY15227" fmla="*/ 7778224 h 57949372"/>
                <a:gd name="connsiteX15228" fmla="*/ 33131624 w 58051775"/>
                <a:gd name="connsiteY15228" fmla="*/ 7777700 h 57949372"/>
                <a:gd name="connsiteX15229" fmla="*/ 33091688 w 58051775"/>
                <a:gd name="connsiteY15229" fmla="*/ 7731916 h 57949372"/>
                <a:gd name="connsiteX15230" fmla="*/ 32998096 w 58051775"/>
                <a:gd name="connsiteY15230" fmla="*/ 7686412 h 57949372"/>
                <a:gd name="connsiteX15231" fmla="*/ 32899228 w 58051775"/>
                <a:gd name="connsiteY15231" fmla="*/ 7646996 h 57949372"/>
                <a:gd name="connsiteX15232" fmla="*/ 32836008 w 58051775"/>
                <a:gd name="connsiteY15232" fmla="*/ 7607302 h 57949372"/>
                <a:gd name="connsiteX15233" fmla="*/ 32740080 w 58051775"/>
                <a:gd name="connsiteY15233" fmla="*/ 7546148 h 57949372"/>
                <a:gd name="connsiteX15234" fmla="*/ 32686776 w 58051775"/>
                <a:gd name="connsiteY15234" fmla="*/ 7500298 h 57949372"/>
                <a:gd name="connsiteX15235" fmla="*/ 32645080 w 58051775"/>
                <a:gd name="connsiteY15235" fmla="*/ 7466738 h 57949372"/>
                <a:gd name="connsiteX15236" fmla="*/ 32602128 w 58051775"/>
                <a:gd name="connsiteY15236" fmla="*/ 7430010 h 57949372"/>
                <a:gd name="connsiteX15237" fmla="*/ 32552300 w 58051775"/>
                <a:gd name="connsiteY15237" fmla="*/ 7384804 h 57949372"/>
                <a:gd name="connsiteX15238" fmla="*/ 32500752 w 58051775"/>
                <a:gd name="connsiteY15238" fmla="*/ 7335000 h 57949372"/>
                <a:gd name="connsiteX15239" fmla="*/ 32455258 w 58051775"/>
                <a:gd name="connsiteY15239" fmla="*/ 7291076 h 57949372"/>
                <a:gd name="connsiteX15240" fmla="*/ 32417816 w 58051775"/>
                <a:gd name="connsiteY15240" fmla="*/ 7247218 h 57949372"/>
                <a:gd name="connsiteX15241" fmla="*/ 32373254 w 58051775"/>
                <a:gd name="connsiteY15241" fmla="*/ 7185754 h 57949372"/>
                <a:gd name="connsiteX15242" fmla="*/ 32326636 w 58051775"/>
                <a:gd name="connsiteY15242" fmla="*/ 7118184 h 57949372"/>
                <a:gd name="connsiteX15243" fmla="*/ 32281996 w 58051775"/>
                <a:gd name="connsiteY15243" fmla="*/ 7010232 h 57949372"/>
                <a:gd name="connsiteX15244" fmla="*/ 32270212 w 58051775"/>
                <a:gd name="connsiteY15244" fmla="*/ 6907810 h 57949372"/>
                <a:gd name="connsiteX15245" fmla="*/ 32240496 w 58051775"/>
                <a:gd name="connsiteY15245" fmla="*/ 6854516 h 57949372"/>
                <a:gd name="connsiteX15246" fmla="*/ 32200356 w 58051775"/>
                <a:gd name="connsiteY15246" fmla="*/ 6696992 h 57949372"/>
                <a:gd name="connsiteX15247" fmla="*/ 32235184 w 58051775"/>
                <a:gd name="connsiteY15247" fmla="*/ 6217042 h 57949372"/>
                <a:gd name="connsiteX15248" fmla="*/ 32267164 w 58051775"/>
                <a:gd name="connsiteY15248" fmla="*/ 6032500 h 57949372"/>
                <a:gd name="connsiteX15249" fmla="*/ 32324756 w 58051775"/>
                <a:gd name="connsiteY15249" fmla="*/ 5858444 h 57949372"/>
                <a:gd name="connsiteX15250" fmla="*/ 32356680 w 58051775"/>
                <a:gd name="connsiteY15250" fmla="*/ 5791114 h 57949372"/>
                <a:gd name="connsiteX15251" fmla="*/ 32419804 w 58051775"/>
                <a:gd name="connsiteY15251" fmla="*/ 5684876 h 57949372"/>
                <a:gd name="connsiteX15252" fmla="*/ 32460916 w 58051775"/>
                <a:gd name="connsiteY15252" fmla="*/ 5603882 h 57949372"/>
                <a:gd name="connsiteX15253" fmla="*/ 32569152 w 58051775"/>
                <a:gd name="connsiteY15253" fmla="*/ 5449538 h 57949372"/>
                <a:gd name="connsiteX15254" fmla="*/ 32696152 w 58051775"/>
                <a:gd name="connsiteY15254" fmla="*/ 5334864 h 57949372"/>
                <a:gd name="connsiteX15255" fmla="*/ 32775528 w 58051775"/>
                <a:gd name="connsiteY15255" fmla="*/ 5302766 h 57949372"/>
                <a:gd name="connsiteX15256" fmla="*/ 32829502 w 58051775"/>
                <a:gd name="connsiteY15256" fmla="*/ 5284612 h 57949372"/>
                <a:gd name="connsiteX15257" fmla="*/ 32920582 w 58051775"/>
                <a:gd name="connsiteY15257" fmla="*/ 5207596 h 57949372"/>
                <a:gd name="connsiteX15258" fmla="*/ 33001508 w 58051775"/>
                <a:gd name="connsiteY15258" fmla="*/ 5163632 h 57949372"/>
                <a:gd name="connsiteX15259" fmla="*/ 33134856 w 58051775"/>
                <a:gd name="connsiteY15259" fmla="*/ 5120398 h 57949372"/>
                <a:gd name="connsiteX15260" fmla="*/ 33266660 w 58051775"/>
                <a:gd name="connsiteY15260" fmla="*/ 5073144 h 57949372"/>
                <a:gd name="connsiteX15261" fmla="*/ 33548432 w 58051775"/>
                <a:gd name="connsiteY15261" fmla="*/ 5038004 h 57949372"/>
                <a:gd name="connsiteX15262" fmla="*/ 26828416 w 58051775"/>
                <a:gd name="connsiteY15262" fmla="*/ 4730040 h 57949372"/>
                <a:gd name="connsiteX15263" fmla="*/ 26924000 w 58051775"/>
                <a:gd name="connsiteY15263" fmla="*/ 4851936 h 57949372"/>
                <a:gd name="connsiteX15264" fmla="*/ 26863200 w 58051775"/>
                <a:gd name="connsiteY15264" fmla="*/ 4950740 h 57949372"/>
                <a:gd name="connsiteX15265" fmla="*/ 26727404 w 58051775"/>
                <a:gd name="connsiteY15265" fmla="*/ 5012248 h 57949372"/>
                <a:gd name="connsiteX15266" fmla="*/ 26652412 w 58051775"/>
                <a:gd name="connsiteY15266" fmla="*/ 5022852 h 57949372"/>
                <a:gd name="connsiteX15267" fmla="*/ 26647836 w 58051775"/>
                <a:gd name="connsiteY15267" fmla="*/ 5071662 h 57949372"/>
                <a:gd name="connsiteX15268" fmla="*/ 26610360 w 58051775"/>
                <a:gd name="connsiteY15268" fmla="*/ 5148772 h 57949372"/>
                <a:gd name="connsiteX15269" fmla="*/ 26567672 w 58051775"/>
                <a:gd name="connsiteY15269" fmla="*/ 5249232 h 57949372"/>
                <a:gd name="connsiteX15270" fmla="*/ 26526840 w 58051775"/>
                <a:gd name="connsiteY15270" fmla="*/ 5358282 h 57949372"/>
                <a:gd name="connsiteX15271" fmla="*/ 26474080 w 58051775"/>
                <a:gd name="connsiteY15271" fmla="*/ 5450308 h 57949372"/>
                <a:gd name="connsiteX15272" fmla="*/ 26421432 w 58051775"/>
                <a:gd name="connsiteY15272" fmla="*/ 5530854 h 57949372"/>
                <a:gd name="connsiteX15273" fmla="*/ 26385376 w 58051775"/>
                <a:gd name="connsiteY15273" fmla="*/ 5625400 h 57949372"/>
                <a:gd name="connsiteX15274" fmla="*/ 26348128 w 58051775"/>
                <a:gd name="connsiteY15274" fmla="*/ 5717948 h 57949372"/>
                <a:gd name="connsiteX15275" fmla="*/ 26301812 w 58051775"/>
                <a:gd name="connsiteY15275" fmla="*/ 5809718 h 57949372"/>
                <a:gd name="connsiteX15276" fmla="*/ 26257532 w 58051775"/>
                <a:gd name="connsiteY15276" fmla="*/ 5897802 h 57949372"/>
                <a:gd name="connsiteX15277" fmla="*/ 26213084 w 58051775"/>
                <a:gd name="connsiteY15277" fmla="*/ 5986700 h 57949372"/>
                <a:gd name="connsiteX15278" fmla="*/ 26167776 w 58051775"/>
                <a:gd name="connsiteY15278" fmla="*/ 6076160 h 57949372"/>
                <a:gd name="connsiteX15279" fmla="*/ 26128468 w 58051775"/>
                <a:gd name="connsiteY15279" fmla="*/ 6148738 h 57949372"/>
                <a:gd name="connsiteX15280" fmla="*/ 26074376 w 58051775"/>
                <a:gd name="connsiteY15280" fmla="*/ 6239500 h 57949372"/>
                <a:gd name="connsiteX15281" fmla="*/ 26028652 w 58051775"/>
                <a:gd name="connsiteY15281" fmla="*/ 6277956 h 57949372"/>
                <a:gd name="connsiteX15282" fmla="*/ 26030928 w 58051775"/>
                <a:gd name="connsiteY15282" fmla="*/ 6487330 h 57949372"/>
                <a:gd name="connsiteX15283" fmla="*/ 26069288 w 58051775"/>
                <a:gd name="connsiteY15283" fmla="*/ 6776176 h 57949372"/>
                <a:gd name="connsiteX15284" fmla="*/ 26095120 w 58051775"/>
                <a:gd name="connsiteY15284" fmla="*/ 6869140 h 57949372"/>
                <a:gd name="connsiteX15285" fmla="*/ 26147424 w 58051775"/>
                <a:gd name="connsiteY15285" fmla="*/ 7242202 h 57949372"/>
                <a:gd name="connsiteX15286" fmla="*/ 26296128 w 58051775"/>
                <a:gd name="connsiteY15286" fmla="*/ 7257158 h 57949372"/>
                <a:gd name="connsiteX15287" fmla="*/ 26470136 w 58051775"/>
                <a:gd name="connsiteY15287" fmla="*/ 7388610 h 57949372"/>
                <a:gd name="connsiteX15288" fmla="*/ 26443300 w 58051775"/>
                <a:gd name="connsiteY15288" fmla="*/ 7483862 h 57949372"/>
                <a:gd name="connsiteX15289" fmla="*/ 26092840 w 58051775"/>
                <a:gd name="connsiteY15289" fmla="*/ 7509968 h 57949372"/>
                <a:gd name="connsiteX15290" fmla="*/ 25770552 w 58051775"/>
                <a:gd name="connsiteY15290" fmla="*/ 7520588 h 57949372"/>
                <a:gd name="connsiteX15291" fmla="*/ 25737040 w 58051775"/>
                <a:gd name="connsiteY15291" fmla="*/ 7558196 h 57949372"/>
                <a:gd name="connsiteX15292" fmla="*/ 25637492 w 58051775"/>
                <a:gd name="connsiteY15292" fmla="*/ 7587942 h 57949372"/>
                <a:gd name="connsiteX15293" fmla="*/ 25493912 w 58051775"/>
                <a:gd name="connsiteY15293" fmla="*/ 7595282 h 57949372"/>
                <a:gd name="connsiteX15294" fmla="*/ 25369992 w 58051775"/>
                <a:gd name="connsiteY15294" fmla="*/ 7595176 h 57949372"/>
                <a:gd name="connsiteX15295" fmla="*/ 25336096 w 58051775"/>
                <a:gd name="connsiteY15295" fmla="*/ 7457684 h 57949372"/>
                <a:gd name="connsiteX15296" fmla="*/ 25492672 w 58051775"/>
                <a:gd name="connsiteY15296" fmla="*/ 7346756 h 57949372"/>
                <a:gd name="connsiteX15297" fmla="*/ 25567468 w 58051775"/>
                <a:gd name="connsiteY15297" fmla="*/ 7336982 h 57949372"/>
                <a:gd name="connsiteX15298" fmla="*/ 25580168 w 58051775"/>
                <a:gd name="connsiteY15298" fmla="*/ 7130800 h 57949372"/>
                <a:gd name="connsiteX15299" fmla="*/ 25550560 w 58051775"/>
                <a:gd name="connsiteY15299" fmla="*/ 6882396 h 57949372"/>
                <a:gd name="connsiteX15300" fmla="*/ 25514832 w 58051775"/>
                <a:gd name="connsiteY15300" fmla="*/ 6622040 h 57949372"/>
                <a:gd name="connsiteX15301" fmla="*/ 25467276 w 58051775"/>
                <a:gd name="connsiteY15301" fmla="*/ 6362700 h 57949372"/>
                <a:gd name="connsiteX15302" fmla="*/ 25424388 w 58051775"/>
                <a:gd name="connsiteY15302" fmla="*/ 6319384 h 57949372"/>
                <a:gd name="connsiteX15303" fmla="*/ 25381644 w 58051775"/>
                <a:gd name="connsiteY15303" fmla="*/ 6269476 h 57949372"/>
                <a:gd name="connsiteX15304" fmla="*/ 25350112 w 58051775"/>
                <a:gd name="connsiteY15304" fmla="*/ 6219414 h 57949372"/>
                <a:gd name="connsiteX15305" fmla="*/ 25304384 w 58051775"/>
                <a:gd name="connsiteY15305" fmla="*/ 6161644 h 57949372"/>
                <a:gd name="connsiteX15306" fmla="*/ 25273000 w 58051775"/>
                <a:gd name="connsiteY15306" fmla="*/ 6133422 h 57949372"/>
                <a:gd name="connsiteX15307" fmla="*/ 25171400 w 58051775"/>
                <a:gd name="connsiteY15307" fmla="*/ 6017490 h 57949372"/>
                <a:gd name="connsiteX15308" fmla="*/ 25069800 w 58051775"/>
                <a:gd name="connsiteY15308" fmla="*/ 5903168 h 57949372"/>
                <a:gd name="connsiteX15309" fmla="*/ 24968092 w 58051775"/>
                <a:gd name="connsiteY15309" fmla="*/ 5787056 h 57949372"/>
                <a:gd name="connsiteX15310" fmla="*/ 24835616 w 58051775"/>
                <a:gd name="connsiteY15310" fmla="*/ 5651500 h 57949372"/>
                <a:gd name="connsiteX15311" fmla="*/ 24802872 w 58051775"/>
                <a:gd name="connsiteY15311" fmla="*/ 5592260 h 57949372"/>
                <a:gd name="connsiteX15312" fmla="*/ 24764216 w 58051775"/>
                <a:gd name="connsiteY15312" fmla="*/ 5549576 h 57949372"/>
                <a:gd name="connsiteX15313" fmla="*/ 24543144 w 58051775"/>
                <a:gd name="connsiteY15313" fmla="*/ 5304212 h 57949372"/>
                <a:gd name="connsiteX15314" fmla="*/ 24443528 w 58051775"/>
                <a:gd name="connsiteY15314" fmla="*/ 5289160 h 57949372"/>
                <a:gd name="connsiteX15315" fmla="*/ 24270860 w 58051775"/>
                <a:gd name="connsiteY15315" fmla="*/ 5127230 h 57949372"/>
                <a:gd name="connsiteX15316" fmla="*/ 24291672 w 58051775"/>
                <a:gd name="connsiteY15316" fmla="*/ 5055544 h 57949372"/>
                <a:gd name="connsiteX15317" fmla="*/ 24564720 w 58051775"/>
                <a:gd name="connsiteY15317" fmla="*/ 5030800 h 57949372"/>
                <a:gd name="connsiteX15318" fmla="*/ 24851908 w 58051775"/>
                <a:gd name="connsiteY15318" fmla="*/ 4995836 h 57949372"/>
                <a:gd name="connsiteX15319" fmla="*/ 24925428 w 58051775"/>
                <a:gd name="connsiteY15319" fmla="*/ 4981830 h 57949372"/>
                <a:gd name="connsiteX15320" fmla="*/ 24997272 w 58051775"/>
                <a:gd name="connsiteY15320" fmla="*/ 4964594 h 57949372"/>
                <a:gd name="connsiteX15321" fmla="*/ 25213308 w 58051775"/>
                <a:gd name="connsiteY15321" fmla="*/ 4947208 h 57949372"/>
                <a:gd name="connsiteX15322" fmla="*/ 25404808 w 58051775"/>
                <a:gd name="connsiteY15322" fmla="*/ 5112900 h 57949372"/>
                <a:gd name="connsiteX15323" fmla="*/ 25312732 w 58051775"/>
                <a:gd name="connsiteY15323" fmla="*/ 5175426 h 57949372"/>
                <a:gd name="connsiteX15324" fmla="*/ 25273000 w 58051775"/>
                <a:gd name="connsiteY15324" fmla="*/ 5295900 h 57949372"/>
                <a:gd name="connsiteX15325" fmla="*/ 25311100 w 58051775"/>
                <a:gd name="connsiteY15325" fmla="*/ 5353396 h 57949372"/>
                <a:gd name="connsiteX15326" fmla="*/ 25399444 w 58051775"/>
                <a:gd name="connsiteY15326" fmla="*/ 5462204 h 57949372"/>
                <a:gd name="connsiteX15327" fmla="*/ 25502104 w 58051775"/>
                <a:gd name="connsiteY15327" fmla="*/ 5595868 h 57949372"/>
                <a:gd name="connsiteX15328" fmla="*/ 25553456 w 58051775"/>
                <a:gd name="connsiteY15328" fmla="*/ 5658400 h 57949372"/>
                <a:gd name="connsiteX15329" fmla="*/ 25590500 w 58051775"/>
                <a:gd name="connsiteY15329" fmla="*/ 5689504 h 57949372"/>
                <a:gd name="connsiteX15330" fmla="*/ 25634952 w 58051775"/>
                <a:gd name="connsiteY15330" fmla="*/ 5745904 h 57949372"/>
                <a:gd name="connsiteX15331" fmla="*/ 25679400 w 58051775"/>
                <a:gd name="connsiteY15331" fmla="*/ 5806178 h 57949372"/>
                <a:gd name="connsiteX15332" fmla="*/ 25704200 w 58051775"/>
                <a:gd name="connsiteY15332" fmla="*/ 5847872 h 57949372"/>
                <a:gd name="connsiteX15333" fmla="*/ 25849968 w 58051775"/>
                <a:gd name="connsiteY15333" fmla="*/ 5977762 h 57949372"/>
                <a:gd name="connsiteX15334" fmla="*/ 25873120 w 58051775"/>
                <a:gd name="connsiteY15334" fmla="*/ 5923824 h 57949372"/>
                <a:gd name="connsiteX15335" fmla="*/ 25919632 w 58051775"/>
                <a:gd name="connsiteY15335" fmla="*/ 5841108 h 57949372"/>
                <a:gd name="connsiteX15336" fmla="*/ 25964976 w 58051775"/>
                <a:gd name="connsiteY15336" fmla="*/ 5729190 h 57949372"/>
                <a:gd name="connsiteX15337" fmla="*/ 26011256 w 58051775"/>
                <a:gd name="connsiteY15337" fmla="*/ 5615632 h 57949372"/>
                <a:gd name="connsiteX15338" fmla="*/ 26049672 w 58051775"/>
                <a:gd name="connsiteY15338" fmla="*/ 5524148 h 57949372"/>
                <a:gd name="connsiteX15339" fmla="*/ 26085968 w 58051775"/>
                <a:gd name="connsiteY15339" fmla="*/ 5429252 h 57949372"/>
                <a:gd name="connsiteX15340" fmla="*/ 26136200 w 58051775"/>
                <a:gd name="connsiteY15340" fmla="*/ 5335328 h 57949372"/>
                <a:gd name="connsiteX15341" fmla="*/ 26194804 w 58051775"/>
                <a:gd name="connsiteY15341" fmla="*/ 5238578 h 57949372"/>
                <a:gd name="connsiteX15342" fmla="*/ 26231656 w 58051775"/>
                <a:gd name="connsiteY15342" fmla="*/ 5161052 h 57949372"/>
                <a:gd name="connsiteX15343" fmla="*/ 26112832 w 58051775"/>
                <a:gd name="connsiteY15343" fmla="*/ 5092048 h 57949372"/>
                <a:gd name="connsiteX15344" fmla="*/ 26004512 w 58051775"/>
                <a:gd name="connsiteY15344" fmla="*/ 5081044 h 57949372"/>
                <a:gd name="connsiteX15345" fmla="*/ 25964628 w 58051775"/>
                <a:gd name="connsiteY15345" fmla="*/ 4919580 h 57949372"/>
                <a:gd name="connsiteX15346" fmla="*/ 26021152 w 58051775"/>
                <a:gd name="connsiteY15346" fmla="*/ 4864412 h 57949372"/>
                <a:gd name="connsiteX15347" fmla="*/ 26103632 w 58051775"/>
                <a:gd name="connsiteY15347" fmla="*/ 4824692 h 57949372"/>
                <a:gd name="connsiteX15348" fmla="*/ 26168900 w 58051775"/>
                <a:gd name="connsiteY15348" fmla="*/ 4805954 h 57949372"/>
                <a:gd name="connsiteX15349" fmla="*/ 26235160 w 58051775"/>
                <a:gd name="connsiteY15349" fmla="*/ 4795820 h 57949372"/>
                <a:gd name="connsiteX15350" fmla="*/ 26530328 w 58051775"/>
                <a:gd name="connsiteY15350" fmla="*/ 4762482 h 57949372"/>
                <a:gd name="connsiteX15351" fmla="*/ 26809700 w 58051775"/>
                <a:gd name="connsiteY15351" fmla="*/ 4736164 h 57949372"/>
                <a:gd name="connsiteX15352" fmla="*/ 26828416 w 58051775"/>
                <a:gd name="connsiteY15352" fmla="*/ 4730040 h 57949372"/>
                <a:gd name="connsiteX15353" fmla="*/ 30258962 w 58051775"/>
                <a:gd name="connsiteY15353" fmla="*/ 4685454 h 57949372"/>
                <a:gd name="connsiteX15354" fmla="*/ 30456948 w 58051775"/>
                <a:gd name="connsiteY15354" fmla="*/ 4693976 h 57949372"/>
                <a:gd name="connsiteX15355" fmla="*/ 30578324 w 58051775"/>
                <a:gd name="connsiteY15355" fmla="*/ 4706220 h 57949372"/>
                <a:gd name="connsiteX15356" fmla="*/ 30698976 w 58051775"/>
                <a:gd name="connsiteY15356" fmla="*/ 4729962 h 57949372"/>
                <a:gd name="connsiteX15357" fmla="*/ 31121352 w 58051775"/>
                <a:gd name="connsiteY15357" fmla="*/ 4762048 h 57949372"/>
                <a:gd name="connsiteX15358" fmla="*/ 31850808 w 58051775"/>
                <a:gd name="connsiteY15358" fmla="*/ 4837342 h 57949372"/>
                <a:gd name="connsiteX15359" fmla="*/ 31961118 w 58051775"/>
                <a:gd name="connsiteY15359" fmla="*/ 5007480 h 57949372"/>
                <a:gd name="connsiteX15360" fmla="*/ 31915102 w 58051775"/>
                <a:gd name="connsiteY15360" fmla="*/ 5313684 h 57949372"/>
                <a:gd name="connsiteX15361" fmla="*/ 31863888 w 58051775"/>
                <a:gd name="connsiteY15361" fmla="*/ 5524722 h 57949372"/>
                <a:gd name="connsiteX15362" fmla="*/ 31744898 w 58051775"/>
                <a:gd name="connsiteY15362" fmla="*/ 5463760 h 57949372"/>
                <a:gd name="connsiteX15363" fmla="*/ 31668218 w 58051775"/>
                <a:gd name="connsiteY15363" fmla="*/ 5280348 h 57949372"/>
                <a:gd name="connsiteX15364" fmla="*/ 31612040 w 58051775"/>
                <a:gd name="connsiteY15364" fmla="*/ 5153490 h 57949372"/>
                <a:gd name="connsiteX15365" fmla="*/ 31560484 w 58051775"/>
                <a:gd name="connsiteY15365" fmla="*/ 5105402 h 57949372"/>
                <a:gd name="connsiteX15366" fmla="*/ 31423386 w 58051775"/>
                <a:gd name="connsiteY15366" fmla="*/ 5105402 h 57949372"/>
                <a:gd name="connsiteX15367" fmla="*/ 31166944 w 58051775"/>
                <a:gd name="connsiteY15367" fmla="*/ 5050100 h 57949372"/>
                <a:gd name="connsiteX15368" fmla="*/ 30945032 w 58051775"/>
                <a:gd name="connsiteY15368" fmla="*/ 5019428 h 57949372"/>
                <a:gd name="connsiteX15369" fmla="*/ 30703732 w 58051775"/>
                <a:gd name="connsiteY15369" fmla="*/ 5054966 h 57949372"/>
                <a:gd name="connsiteX15370" fmla="*/ 30651452 w 58051775"/>
                <a:gd name="connsiteY15370" fmla="*/ 5090666 h 57949372"/>
                <a:gd name="connsiteX15371" fmla="*/ 30644156 w 58051775"/>
                <a:gd name="connsiteY15371" fmla="*/ 5304408 h 57949372"/>
                <a:gd name="connsiteX15372" fmla="*/ 30613928 w 58051775"/>
                <a:gd name="connsiteY15372" fmla="*/ 5587224 h 57949372"/>
                <a:gd name="connsiteX15373" fmla="*/ 30586544 w 58051775"/>
                <a:gd name="connsiteY15373" fmla="*/ 5847258 h 57949372"/>
                <a:gd name="connsiteX15374" fmla="*/ 30626740 w 58051775"/>
                <a:gd name="connsiteY15374" fmla="*/ 5880100 h 57949372"/>
                <a:gd name="connsiteX15375" fmla="*/ 30686262 w 58051775"/>
                <a:gd name="connsiteY15375" fmla="*/ 5895976 h 57949372"/>
                <a:gd name="connsiteX15376" fmla="*/ 31044156 w 58051775"/>
                <a:gd name="connsiteY15376" fmla="*/ 5911850 h 57949372"/>
                <a:gd name="connsiteX15377" fmla="*/ 31396424 w 58051775"/>
                <a:gd name="connsiteY15377" fmla="*/ 5887046 h 57949372"/>
                <a:gd name="connsiteX15378" fmla="*/ 31446040 w 58051775"/>
                <a:gd name="connsiteY15378" fmla="*/ 5841368 h 57949372"/>
                <a:gd name="connsiteX15379" fmla="*/ 31473552 w 58051775"/>
                <a:gd name="connsiteY15379" fmla="*/ 5720124 h 57949372"/>
                <a:gd name="connsiteX15380" fmla="*/ 31579650 w 58051775"/>
                <a:gd name="connsiteY15380" fmla="*/ 5578564 h 57949372"/>
                <a:gd name="connsiteX15381" fmla="*/ 31711452 w 58051775"/>
                <a:gd name="connsiteY15381" fmla="*/ 5687720 h 57949372"/>
                <a:gd name="connsiteX15382" fmla="*/ 31705396 w 58051775"/>
                <a:gd name="connsiteY15382" fmla="*/ 5791500 h 57949372"/>
                <a:gd name="connsiteX15383" fmla="*/ 31692364 w 58051775"/>
                <a:gd name="connsiteY15383" fmla="*/ 5875614 h 57949372"/>
                <a:gd name="connsiteX15384" fmla="*/ 31674438 w 58051775"/>
                <a:gd name="connsiteY15384" fmla="*/ 5955408 h 57949372"/>
                <a:gd name="connsiteX15385" fmla="*/ 31641748 w 58051775"/>
                <a:gd name="connsiteY15385" fmla="*/ 6237660 h 57949372"/>
                <a:gd name="connsiteX15386" fmla="*/ 31601696 w 58051775"/>
                <a:gd name="connsiteY15386" fmla="*/ 6599314 h 57949372"/>
                <a:gd name="connsiteX15387" fmla="*/ 31395050 w 58051775"/>
                <a:gd name="connsiteY15387" fmla="*/ 6433902 h 57949372"/>
                <a:gd name="connsiteX15388" fmla="*/ 31369212 w 58051775"/>
                <a:gd name="connsiteY15388" fmla="*/ 6286630 h 57949372"/>
                <a:gd name="connsiteX15389" fmla="*/ 31131382 w 58051775"/>
                <a:gd name="connsiteY15389" fmla="*/ 6249392 h 57949372"/>
                <a:gd name="connsiteX15390" fmla="*/ 31000224 w 58051775"/>
                <a:gd name="connsiteY15390" fmla="*/ 6216162 h 57949372"/>
                <a:gd name="connsiteX15391" fmla="*/ 30767948 w 58051775"/>
                <a:gd name="connsiteY15391" fmla="*/ 6170998 h 57949372"/>
                <a:gd name="connsiteX15392" fmla="*/ 30575792 w 58051775"/>
                <a:gd name="connsiteY15392" fmla="*/ 6174692 h 57949372"/>
                <a:gd name="connsiteX15393" fmla="*/ 30562632 w 58051775"/>
                <a:gd name="connsiteY15393" fmla="*/ 6748980 h 57949372"/>
                <a:gd name="connsiteX15394" fmla="*/ 30572312 w 58051775"/>
                <a:gd name="connsiteY15394" fmla="*/ 7070052 h 57949372"/>
                <a:gd name="connsiteX15395" fmla="*/ 31073674 w 58051775"/>
                <a:gd name="connsiteY15395" fmla="*/ 7114496 h 57949372"/>
                <a:gd name="connsiteX15396" fmla="*/ 31432400 w 58051775"/>
                <a:gd name="connsiteY15396" fmla="*/ 7125834 h 57949372"/>
                <a:gd name="connsiteX15397" fmla="*/ 31480074 w 58051775"/>
                <a:gd name="connsiteY15397" fmla="*/ 7087692 h 57949372"/>
                <a:gd name="connsiteX15398" fmla="*/ 31548966 w 58051775"/>
                <a:gd name="connsiteY15398" fmla="*/ 7031768 h 57949372"/>
                <a:gd name="connsiteX15399" fmla="*/ 31608716 w 58051775"/>
                <a:gd name="connsiteY15399" fmla="*/ 7006272 h 57949372"/>
                <a:gd name="connsiteX15400" fmla="*/ 31662882 w 58051775"/>
                <a:gd name="connsiteY15400" fmla="*/ 6956860 h 57949372"/>
                <a:gd name="connsiteX15401" fmla="*/ 31709140 w 58051775"/>
                <a:gd name="connsiteY15401" fmla="*/ 6901470 h 57949372"/>
                <a:gd name="connsiteX15402" fmla="*/ 31751344 w 58051775"/>
                <a:gd name="connsiteY15402" fmla="*/ 6825792 h 57949372"/>
                <a:gd name="connsiteX15403" fmla="*/ 31775746 w 58051775"/>
                <a:gd name="connsiteY15403" fmla="*/ 6750976 h 57949372"/>
                <a:gd name="connsiteX15404" fmla="*/ 31875020 w 58051775"/>
                <a:gd name="connsiteY15404" fmla="*/ 6733268 h 57949372"/>
                <a:gd name="connsiteX15405" fmla="*/ 31982738 w 58051775"/>
                <a:gd name="connsiteY15405" fmla="*/ 6749648 h 57949372"/>
                <a:gd name="connsiteX15406" fmla="*/ 31951984 w 58051775"/>
                <a:gd name="connsiteY15406" fmla="*/ 6979948 h 57949372"/>
                <a:gd name="connsiteX15407" fmla="*/ 31914538 w 58051775"/>
                <a:gd name="connsiteY15407" fmla="*/ 7110314 h 57949372"/>
                <a:gd name="connsiteX15408" fmla="*/ 31865892 w 58051775"/>
                <a:gd name="connsiteY15408" fmla="*/ 7264402 h 57949372"/>
                <a:gd name="connsiteX15409" fmla="*/ 31818668 w 58051775"/>
                <a:gd name="connsiteY15409" fmla="*/ 7391296 h 57949372"/>
                <a:gd name="connsiteX15410" fmla="*/ 31776992 w 58051775"/>
                <a:gd name="connsiteY15410" fmla="*/ 7481776 h 57949372"/>
                <a:gd name="connsiteX15411" fmla="*/ 31609624 w 58051775"/>
                <a:gd name="connsiteY15411" fmla="*/ 7497242 h 57949372"/>
                <a:gd name="connsiteX15412" fmla="*/ 31442096 w 58051775"/>
                <a:gd name="connsiteY15412" fmla="*/ 7459612 h 57949372"/>
                <a:gd name="connsiteX15413" fmla="*/ 30953930 w 58051775"/>
                <a:gd name="connsiteY15413" fmla="*/ 7418190 h 57949372"/>
                <a:gd name="connsiteX15414" fmla="*/ 30447610 w 58051775"/>
                <a:gd name="connsiteY15414" fmla="*/ 7410790 h 57949372"/>
                <a:gd name="connsiteX15415" fmla="*/ 30361786 w 58051775"/>
                <a:gd name="connsiteY15415" fmla="*/ 7379188 h 57949372"/>
                <a:gd name="connsiteX15416" fmla="*/ 30327408 w 58051775"/>
                <a:gd name="connsiteY15416" fmla="*/ 7340600 h 57949372"/>
                <a:gd name="connsiteX15417" fmla="*/ 30038578 w 58051775"/>
                <a:gd name="connsiteY15417" fmla="*/ 7334232 h 57949372"/>
                <a:gd name="connsiteX15418" fmla="*/ 29705340 w 58051775"/>
                <a:gd name="connsiteY15418" fmla="*/ 7305658 h 57949372"/>
                <a:gd name="connsiteX15419" fmla="*/ 29663342 w 58051775"/>
                <a:gd name="connsiteY15419" fmla="*/ 7268662 h 57949372"/>
                <a:gd name="connsiteX15420" fmla="*/ 29705792 w 58051775"/>
                <a:gd name="connsiteY15420" fmla="*/ 7182938 h 57949372"/>
                <a:gd name="connsiteX15421" fmla="*/ 29907184 w 58051775"/>
                <a:gd name="connsiteY15421" fmla="*/ 7093564 h 57949372"/>
                <a:gd name="connsiteX15422" fmla="*/ 29967314 w 58051775"/>
                <a:gd name="connsiteY15422" fmla="*/ 7065294 h 57949372"/>
                <a:gd name="connsiteX15423" fmla="*/ 30018884 w 58051775"/>
                <a:gd name="connsiteY15423" fmla="*/ 6934160 h 57949372"/>
                <a:gd name="connsiteX15424" fmla="*/ 30053064 w 58051775"/>
                <a:gd name="connsiteY15424" fmla="*/ 6868276 h 57949372"/>
                <a:gd name="connsiteX15425" fmla="*/ 30051504 w 58051775"/>
                <a:gd name="connsiteY15425" fmla="*/ 6447212 h 57949372"/>
                <a:gd name="connsiteX15426" fmla="*/ 30084180 w 58051775"/>
                <a:gd name="connsiteY15426" fmla="*/ 5803902 h 57949372"/>
                <a:gd name="connsiteX15427" fmla="*/ 30135088 w 58051775"/>
                <a:gd name="connsiteY15427" fmla="*/ 5242186 h 57949372"/>
                <a:gd name="connsiteX15428" fmla="*/ 29957772 w 58051775"/>
                <a:gd name="connsiteY15428" fmla="*/ 4926818 h 57949372"/>
                <a:gd name="connsiteX15429" fmla="*/ 29823394 w 58051775"/>
                <a:gd name="connsiteY15429" fmla="*/ 4894502 h 57949372"/>
                <a:gd name="connsiteX15430" fmla="*/ 29845002 w 58051775"/>
                <a:gd name="connsiteY15430" fmla="*/ 4805010 h 57949372"/>
                <a:gd name="connsiteX15431" fmla="*/ 29883102 w 58051775"/>
                <a:gd name="connsiteY15431" fmla="*/ 4739200 h 57949372"/>
                <a:gd name="connsiteX15432" fmla="*/ 29898340 w 58051775"/>
                <a:gd name="connsiteY15432" fmla="*/ 4701544 h 57949372"/>
                <a:gd name="connsiteX15433" fmla="*/ 30258962 w 58051775"/>
                <a:gd name="connsiteY15433" fmla="*/ 4685454 h 57949372"/>
                <a:gd name="connsiteX15434" fmla="*/ 28105402 w 58051775"/>
                <a:gd name="connsiteY15434" fmla="*/ 4678988 h 57949372"/>
                <a:gd name="connsiteX15435" fmla="*/ 28589322 w 58051775"/>
                <a:gd name="connsiteY15435" fmla="*/ 4680756 h 57949372"/>
                <a:gd name="connsiteX15436" fmla="*/ 29489030 w 58051775"/>
                <a:gd name="connsiteY15436" fmla="*/ 4704902 h 57949372"/>
                <a:gd name="connsiteX15437" fmla="*/ 29504352 w 58051775"/>
                <a:gd name="connsiteY15437" fmla="*/ 4974776 h 57949372"/>
                <a:gd name="connsiteX15438" fmla="*/ 29529456 w 58051775"/>
                <a:gd name="connsiteY15438" fmla="*/ 5292312 h 57949372"/>
                <a:gd name="connsiteX15439" fmla="*/ 29425156 w 58051775"/>
                <a:gd name="connsiteY15439" fmla="*/ 5454464 h 57949372"/>
                <a:gd name="connsiteX15440" fmla="*/ 29321564 w 58051775"/>
                <a:gd name="connsiteY15440" fmla="*/ 5365304 h 57949372"/>
                <a:gd name="connsiteX15441" fmla="*/ 29290698 w 58051775"/>
                <a:gd name="connsiteY15441" fmla="*/ 5278368 h 57949372"/>
                <a:gd name="connsiteX15442" fmla="*/ 29253314 w 58051775"/>
                <a:gd name="connsiteY15442" fmla="*/ 5195816 h 57949372"/>
                <a:gd name="connsiteX15443" fmla="*/ 29191024 w 58051775"/>
                <a:gd name="connsiteY15443" fmla="*/ 5105402 h 57949372"/>
                <a:gd name="connsiteX15444" fmla="*/ 29161862 w 58051775"/>
                <a:gd name="connsiteY15444" fmla="*/ 5074420 h 57949372"/>
                <a:gd name="connsiteX15445" fmla="*/ 29022562 w 58051775"/>
                <a:gd name="connsiteY15445" fmla="*/ 5010222 h 57949372"/>
                <a:gd name="connsiteX15446" fmla="*/ 28966254 w 58051775"/>
                <a:gd name="connsiteY15446" fmla="*/ 4977970 h 57949372"/>
                <a:gd name="connsiteX15447" fmla="*/ 28798094 w 58051775"/>
                <a:gd name="connsiteY15447" fmla="*/ 4936694 h 57949372"/>
                <a:gd name="connsiteX15448" fmla="*/ 28670256 w 58051775"/>
                <a:gd name="connsiteY15448" fmla="*/ 4933950 h 57949372"/>
                <a:gd name="connsiteX15449" fmla="*/ 28672192 w 58051775"/>
                <a:gd name="connsiteY15449" fmla="*/ 4978400 h 57949372"/>
                <a:gd name="connsiteX15450" fmla="*/ 28685550 w 58051775"/>
                <a:gd name="connsiteY15450" fmla="*/ 6040876 h 57949372"/>
                <a:gd name="connsiteX15451" fmla="*/ 28713348 w 58051775"/>
                <a:gd name="connsiteY15451" fmla="*/ 7078612 h 57949372"/>
                <a:gd name="connsiteX15452" fmla="*/ 28782834 w 58051775"/>
                <a:gd name="connsiteY15452" fmla="*/ 7097262 h 57949372"/>
                <a:gd name="connsiteX15453" fmla="*/ 29012104 w 58051775"/>
                <a:gd name="connsiteY15453" fmla="*/ 7158866 h 57949372"/>
                <a:gd name="connsiteX15454" fmla="*/ 29004604 w 58051775"/>
                <a:gd name="connsiteY15454" fmla="*/ 7316414 h 57949372"/>
                <a:gd name="connsiteX15455" fmla="*/ 28432668 w 58051775"/>
                <a:gd name="connsiteY15455" fmla="*/ 7331578 h 57949372"/>
                <a:gd name="connsiteX15456" fmla="*/ 27865378 w 58051775"/>
                <a:gd name="connsiteY15456" fmla="*/ 7328740 h 57949372"/>
                <a:gd name="connsiteX15457" fmla="*/ 27837176 w 58051775"/>
                <a:gd name="connsiteY15457" fmla="*/ 7210478 h 57949372"/>
                <a:gd name="connsiteX15458" fmla="*/ 28020424 w 58051775"/>
                <a:gd name="connsiteY15458" fmla="*/ 7105040 h 57949372"/>
                <a:gd name="connsiteX15459" fmla="*/ 28105102 w 58051775"/>
                <a:gd name="connsiteY15459" fmla="*/ 7076360 h 57949372"/>
                <a:gd name="connsiteX15460" fmla="*/ 28154396 w 58051775"/>
                <a:gd name="connsiteY15460" fmla="*/ 6991246 h 57949372"/>
                <a:gd name="connsiteX15461" fmla="*/ 28157142 w 58051775"/>
                <a:gd name="connsiteY15461" fmla="*/ 6724652 h 57949372"/>
                <a:gd name="connsiteX15462" fmla="*/ 28162748 w 58051775"/>
                <a:gd name="connsiteY15462" fmla="*/ 6626226 h 57949372"/>
                <a:gd name="connsiteX15463" fmla="*/ 28164550 w 58051775"/>
                <a:gd name="connsiteY15463" fmla="*/ 6423026 h 57949372"/>
                <a:gd name="connsiteX15464" fmla="*/ 28162748 w 58051775"/>
                <a:gd name="connsiteY15464" fmla="*/ 6181726 h 57949372"/>
                <a:gd name="connsiteX15465" fmla="*/ 28164928 w 58051775"/>
                <a:gd name="connsiteY15465" fmla="*/ 5978524 h 57949372"/>
                <a:gd name="connsiteX15466" fmla="*/ 28156480 w 58051775"/>
                <a:gd name="connsiteY15466" fmla="*/ 5632450 h 57949372"/>
                <a:gd name="connsiteX15467" fmla="*/ 28156160 w 58051775"/>
                <a:gd name="connsiteY15467" fmla="*/ 5397500 h 57949372"/>
                <a:gd name="connsiteX15468" fmla="*/ 28159988 w 58051775"/>
                <a:gd name="connsiteY15468" fmla="*/ 5292724 h 57949372"/>
                <a:gd name="connsiteX15469" fmla="*/ 28161576 w 58051775"/>
                <a:gd name="connsiteY15469" fmla="*/ 5197476 h 57949372"/>
                <a:gd name="connsiteX15470" fmla="*/ 28156032 w 58051775"/>
                <a:gd name="connsiteY15470" fmla="*/ 5054600 h 57949372"/>
                <a:gd name="connsiteX15471" fmla="*/ 28055344 w 58051775"/>
                <a:gd name="connsiteY15471" fmla="*/ 4937632 h 57949372"/>
                <a:gd name="connsiteX15472" fmla="*/ 27979148 w 58051775"/>
                <a:gd name="connsiteY15472" fmla="*/ 4961970 h 57949372"/>
                <a:gd name="connsiteX15473" fmla="*/ 27769504 w 58051775"/>
                <a:gd name="connsiteY15473" fmla="*/ 5018272 h 57949372"/>
                <a:gd name="connsiteX15474" fmla="*/ 27596242 w 58051775"/>
                <a:gd name="connsiteY15474" fmla="*/ 5074492 h 57949372"/>
                <a:gd name="connsiteX15475" fmla="*/ 27544100 w 58051775"/>
                <a:gd name="connsiteY15475" fmla="*/ 5207820 h 57949372"/>
                <a:gd name="connsiteX15476" fmla="*/ 27503176 w 58051775"/>
                <a:gd name="connsiteY15476" fmla="*/ 5332620 h 57949372"/>
                <a:gd name="connsiteX15477" fmla="*/ 27449628 w 58051775"/>
                <a:gd name="connsiteY15477" fmla="*/ 5425122 h 57949372"/>
                <a:gd name="connsiteX15478" fmla="*/ 27380504 w 58051775"/>
                <a:gd name="connsiteY15478" fmla="*/ 5537200 h 57949372"/>
                <a:gd name="connsiteX15479" fmla="*/ 27327936 w 58051775"/>
                <a:gd name="connsiteY15479" fmla="*/ 5500208 h 57949372"/>
                <a:gd name="connsiteX15480" fmla="*/ 27285952 w 58051775"/>
                <a:gd name="connsiteY15480" fmla="*/ 5463220 h 57949372"/>
                <a:gd name="connsiteX15481" fmla="*/ 27285952 w 58051775"/>
                <a:gd name="connsiteY15481" fmla="*/ 4760332 h 57949372"/>
                <a:gd name="connsiteX15482" fmla="*/ 27328912 w 58051775"/>
                <a:gd name="connsiteY15482" fmla="*/ 4735176 h 57949372"/>
                <a:gd name="connsiteX15483" fmla="*/ 27506712 w 58051775"/>
                <a:gd name="connsiteY15483" fmla="*/ 4706484 h 57949372"/>
                <a:gd name="connsiteX15484" fmla="*/ 27673304 w 58051775"/>
                <a:gd name="connsiteY15484" fmla="*/ 4689080 h 57949372"/>
                <a:gd name="connsiteX15485" fmla="*/ 28105402 w 58051775"/>
                <a:gd name="connsiteY15485" fmla="*/ 4678988 h 57949372"/>
                <a:gd name="connsiteX15486" fmla="*/ 28507658 w 58051775"/>
                <a:gd name="connsiteY15486" fmla="*/ 1258666 h 57949372"/>
                <a:gd name="connsiteX15487" fmla="*/ 28397204 w 58051775"/>
                <a:gd name="connsiteY15487" fmla="*/ 1259286 h 57949372"/>
                <a:gd name="connsiteX15488" fmla="*/ 27590754 w 58051775"/>
                <a:gd name="connsiteY15488" fmla="*/ 1269656 h 57949372"/>
                <a:gd name="connsiteX15489" fmla="*/ 26968452 w 58051775"/>
                <a:gd name="connsiteY15489" fmla="*/ 1276352 h 57949372"/>
                <a:gd name="connsiteX15490" fmla="*/ 26861080 w 58051775"/>
                <a:gd name="connsiteY15490" fmla="*/ 1360748 h 57949372"/>
                <a:gd name="connsiteX15491" fmla="*/ 25939752 w 58051775"/>
                <a:gd name="connsiteY15491" fmla="*/ 1361190 h 57949372"/>
                <a:gd name="connsiteX15492" fmla="*/ 25886936 w 58051775"/>
                <a:gd name="connsiteY15492" fmla="*/ 1448000 h 57949372"/>
                <a:gd name="connsiteX15493" fmla="*/ 25621244 w 58051775"/>
                <a:gd name="connsiteY15493" fmla="*/ 1448438 h 57949372"/>
                <a:gd name="connsiteX15494" fmla="*/ 25208976 w 58051775"/>
                <a:gd name="connsiteY15494" fmla="*/ 1502094 h 57949372"/>
                <a:gd name="connsiteX15495" fmla="*/ 24841200 w 58051775"/>
                <a:gd name="connsiteY15495" fmla="*/ 1536352 h 57949372"/>
                <a:gd name="connsiteX15496" fmla="*/ 24559576 w 58051775"/>
                <a:gd name="connsiteY15496" fmla="*/ 1595964 h 57949372"/>
                <a:gd name="connsiteX15497" fmla="*/ 24326664 w 58051775"/>
                <a:gd name="connsiteY15497" fmla="*/ 1625602 h 57949372"/>
                <a:gd name="connsiteX15498" fmla="*/ 24131624 w 58051775"/>
                <a:gd name="connsiteY15498" fmla="*/ 1631954 h 57949372"/>
                <a:gd name="connsiteX15499" fmla="*/ 24068064 w 58051775"/>
                <a:gd name="connsiteY15499" fmla="*/ 1717756 h 57949372"/>
                <a:gd name="connsiteX15500" fmla="*/ 23866984 w 58051775"/>
                <a:gd name="connsiteY15500" fmla="*/ 1726288 h 57949372"/>
                <a:gd name="connsiteX15501" fmla="*/ 23594032 w 58051775"/>
                <a:gd name="connsiteY15501" fmla="*/ 1775190 h 57949372"/>
                <a:gd name="connsiteX15502" fmla="*/ 23384480 w 58051775"/>
                <a:gd name="connsiteY15502" fmla="*/ 1810038 h 57949372"/>
                <a:gd name="connsiteX15503" fmla="*/ 23164800 w 58051775"/>
                <a:gd name="connsiteY15503" fmla="*/ 1856210 h 57949372"/>
                <a:gd name="connsiteX15504" fmla="*/ 22956104 w 58051775"/>
                <a:gd name="connsiteY15504" fmla="*/ 1905002 h 57949372"/>
                <a:gd name="connsiteX15505" fmla="*/ 22789640 w 58051775"/>
                <a:gd name="connsiteY15505" fmla="*/ 1945258 h 57949372"/>
                <a:gd name="connsiteX15506" fmla="*/ 22598964 w 58051775"/>
                <a:gd name="connsiteY15506" fmla="*/ 1993424 h 57949372"/>
                <a:gd name="connsiteX15507" fmla="*/ 22417232 w 58051775"/>
                <a:gd name="connsiteY15507" fmla="*/ 2036698 h 57949372"/>
                <a:gd name="connsiteX15508" fmla="*/ 22223288 w 58051775"/>
                <a:gd name="connsiteY15508" fmla="*/ 2076740 h 57949372"/>
                <a:gd name="connsiteX15509" fmla="*/ 22071176 w 58051775"/>
                <a:gd name="connsiteY15509" fmla="*/ 2088464 h 57949372"/>
                <a:gd name="connsiteX15510" fmla="*/ 22028152 w 58051775"/>
                <a:gd name="connsiteY15510" fmla="*/ 2133600 h 57949372"/>
                <a:gd name="connsiteX15511" fmla="*/ 21873028 w 58051775"/>
                <a:gd name="connsiteY15511" fmla="*/ 2171700 h 57949372"/>
                <a:gd name="connsiteX15512" fmla="*/ 21726256 w 58051775"/>
                <a:gd name="connsiteY15512" fmla="*/ 2211296 h 57949372"/>
                <a:gd name="connsiteX15513" fmla="*/ 21575676 w 58051775"/>
                <a:gd name="connsiteY15513" fmla="*/ 2260082 h 57949372"/>
                <a:gd name="connsiteX15514" fmla="*/ 21356544 w 58051775"/>
                <a:gd name="connsiteY15514" fmla="*/ 2320742 h 57949372"/>
                <a:gd name="connsiteX15515" fmla="*/ 21238776 w 58051775"/>
                <a:gd name="connsiteY15515" fmla="*/ 2342964 h 57949372"/>
                <a:gd name="connsiteX15516" fmla="*/ 21094704 w 58051775"/>
                <a:gd name="connsiteY15516" fmla="*/ 2393954 h 57949372"/>
                <a:gd name="connsiteX15517" fmla="*/ 20960976 w 58051775"/>
                <a:gd name="connsiteY15517" fmla="*/ 2438400 h 57949372"/>
                <a:gd name="connsiteX15518" fmla="*/ 20774920 w 58051775"/>
                <a:gd name="connsiteY15518" fmla="*/ 2485068 h 57949372"/>
                <a:gd name="connsiteX15519" fmla="*/ 20665216 w 58051775"/>
                <a:gd name="connsiteY15519" fmla="*/ 2527050 h 57949372"/>
                <a:gd name="connsiteX15520" fmla="*/ 20508536 w 58051775"/>
                <a:gd name="connsiteY15520" fmla="*/ 2574722 h 57949372"/>
                <a:gd name="connsiteX15521" fmla="*/ 20381536 w 58051775"/>
                <a:gd name="connsiteY15521" fmla="*/ 2611652 h 57949372"/>
                <a:gd name="connsiteX15522" fmla="*/ 20247944 w 58051775"/>
                <a:gd name="connsiteY15522" fmla="*/ 2656474 h 57949372"/>
                <a:gd name="connsiteX15523" fmla="*/ 20152696 w 58051775"/>
                <a:gd name="connsiteY15523" fmla="*/ 2694600 h 57949372"/>
                <a:gd name="connsiteX15524" fmla="*/ 19996512 w 58051775"/>
                <a:gd name="connsiteY15524" fmla="*/ 2755614 h 57949372"/>
                <a:gd name="connsiteX15525" fmla="*/ 19887280 w 58051775"/>
                <a:gd name="connsiteY15525" fmla="*/ 2794000 h 57949372"/>
                <a:gd name="connsiteX15526" fmla="*/ 19720360 w 58051775"/>
                <a:gd name="connsiteY15526" fmla="*/ 2851508 h 57949372"/>
                <a:gd name="connsiteX15527" fmla="*/ 19622424 w 58051775"/>
                <a:gd name="connsiteY15527" fmla="*/ 2882902 h 57949372"/>
                <a:gd name="connsiteX15528" fmla="*/ 19468936 w 58051775"/>
                <a:gd name="connsiteY15528" fmla="*/ 2934004 h 57949372"/>
                <a:gd name="connsiteX15529" fmla="*/ 19418408 w 58051775"/>
                <a:gd name="connsiteY15529" fmla="*/ 2964420 h 57949372"/>
                <a:gd name="connsiteX15530" fmla="*/ 19341800 w 58051775"/>
                <a:gd name="connsiteY15530" fmla="*/ 2979228 h 57949372"/>
                <a:gd name="connsiteX15531" fmla="*/ 19265832 w 58051775"/>
                <a:gd name="connsiteY15531" fmla="*/ 3018260 h 57949372"/>
                <a:gd name="connsiteX15532" fmla="*/ 19151360 w 58051775"/>
                <a:gd name="connsiteY15532" fmla="*/ 3060738 h 57949372"/>
                <a:gd name="connsiteX15533" fmla="*/ 19030032 w 58051775"/>
                <a:gd name="connsiteY15533" fmla="*/ 3110606 h 57949372"/>
                <a:gd name="connsiteX15534" fmla="*/ 18909860 w 58051775"/>
                <a:gd name="connsiteY15534" fmla="*/ 3149604 h 57949372"/>
                <a:gd name="connsiteX15535" fmla="*/ 18766928 w 58051775"/>
                <a:gd name="connsiteY15535" fmla="*/ 3212194 h 57949372"/>
                <a:gd name="connsiteX15536" fmla="*/ 18705768 w 58051775"/>
                <a:gd name="connsiteY15536" fmla="*/ 3238500 h 57949372"/>
                <a:gd name="connsiteX15537" fmla="*/ 18572416 w 58051775"/>
                <a:gd name="connsiteY15537" fmla="*/ 3286136 h 57949372"/>
                <a:gd name="connsiteX15538" fmla="*/ 18467632 w 58051775"/>
                <a:gd name="connsiteY15538" fmla="*/ 3326418 h 57949372"/>
                <a:gd name="connsiteX15539" fmla="*/ 18335616 w 58051775"/>
                <a:gd name="connsiteY15539" fmla="*/ 3368058 h 57949372"/>
                <a:gd name="connsiteX15540" fmla="*/ 18237624 w 58051775"/>
                <a:gd name="connsiteY15540" fmla="*/ 3413940 h 57949372"/>
                <a:gd name="connsiteX15541" fmla="*/ 18150536 w 58051775"/>
                <a:gd name="connsiteY15541" fmla="*/ 3461788 h 57949372"/>
                <a:gd name="connsiteX15542" fmla="*/ 18042576 w 58051775"/>
                <a:gd name="connsiteY15542" fmla="*/ 3507690 h 57949372"/>
                <a:gd name="connsiteX15543" fmla="*/ 17931988 w 58051775"/>
                <a:gd name="connsiteY15543" fmla="*/ 3554410 h 57949372"/>
                <a:gd name="connsiteX15544" fmla="*/ 17829984 w 58051775"/>
                <a:gd name="connsiteY15544" fmla="*/ 3593370 h 57949372"/>
                <a:gd name="connsiteX15545" fmla="*/ 17733092 w 58051775"/>
                <a:gd name="connsiteY15545" fmla="*/ 3639612 h 57949372"/>
                <a:gd name="connsiteX15546" fmla="*/ 17654756 w 58051775"/>
                <a:gd name="connsiteY15546" fmla="*/ 3683002 h 57949372"/>
                <a:gd name="connsiteX15547" fmla="*/ 17544256 w 58051775"/>
                <a:gd name="connsiteY15547" fmla="*/ 3735342 h 57949372"/>
                <a:gd name="connsiteX15548" fmla="*/ 17468968 w 58051775"/>
                <a:gd name="connsiteY15548" fmla="*/ 3771900 h 57949372"/>
                <a:gd name="connsiteX15549" fmla="*/ 17367224 w 58051775"/>
                <a:gd name="connsiteY15549" fmla="*/ 3811730 h 57949372"/>
                <a:gd name="connsiteX15550" fmla="*/ 17262200 w 58051775"/>
                <a:gd name="connsiteY15550" fmla="*/ 3862704 h 57949372"/>
                <a:gd name="connsiteX15551" fmla="*/ 17173388 w 58051775"/>
                <a:gd name="connsiteY15551" fmla="*/ 3905278 h 57949372"/>
                <a:gd name="connsiteX15552" fmla="*/ 17103352 w 58051775"/>
                <a:gd name="connsiteY15552" fmla="*/ 3938128 h 57949372"/>
                <a:gd name="connsiteX15553" fmla="*/ 16958672 w 58051775"/>
                <a:gd name="connsiteY15553" fmla="*/ 4004784 h 57949372"/>
                <a:gd name="connsiteX15554" fmla="*/ 16879712 w 58051775"/>
                <a:gd name="connsiteY15554" fmla="*/ 4043252 h 57949372"/>
                <a:gd name="connsiteX15555" fmla="*/ 16788572 w 58051775"/>
                <a:gd name="connsiteY15555" fmla="*/ 4088284 h 57949372"/>
                <a:gd name="connsiteX15556" fmla="*/ 16709496 w 58051775"/>
                <a:gd name="connsiteY15556" fmla="*/ 4132516 h 57949372"/>
                <a:gd name="connsiteX15557" fmla="*/ 16634376 w 58051775"/>
                <a:gd name="connsiteY15557" fmla="*/ 4176536 h 57949372"/>
                <a:gd name="connsiteX15558" fmla="*/ 16546988 w 58051775"/>
                <a:gd name="connsiteY15558" fmla="*/ 4220020 h 57949372"/>
                <a:gd name="connsiteX15559" fmla="*/ 16458232 w 58051775"/>
                <a:gd name="connsiteY15559" fmla="*/ 4266222 h 57949372"/>
                <a:gd name="connsiteX15560" fmla="*/ 16376392 w 58051775"/>
                <a:gd name="connsiteY15560" fmla="*/ 4305302 h 57949372"/>
                <a:gd name="connsiteX15561" fmla="*/ 16291712 w 58051775"/>
                <a:gd name="connsiteY15561" fmla="*/ 4343838 h 57949372"/>
                <a:gd name="connsiteX15562" fmla="*/ 16190088 w 58051775"/>
                <a:gd name="connsiteY15562" fmla="*/ 4395906 h 57949372"/>
                <a:gd name="connsiteX15563" fmla="*/ 16085048 w 58051775"/>
                <a:gd name="connsiteY15563" fmla="*/ 4446268 h 57949372"/>
                <a:gd name="connsiteX15564" fmla="*/ 16021716 w 58051775"/>
                <a:gd name="connsiteY15564" fmla="*/ 4483102 h 57949372"/>
                <a:gd name="connsiteX15565" fmla="*/ 15921944 w 58051775"/>
                <a:gd name="connsiteY15565" fmla="*/ 4542268 h 57949372"/>
                <a:gd name="connsiteX15566" fmla="*/ 15854052 w 58051775"/>
                <a:gd name="connsiteY15566" fmla="*/ 4572000 h 57949372"/>
                <a:gd name="connsiteX15567" fmla="*/ 15769632 w 58051775"/>
                <a:gd name="connsiteY15567" fmla="*/ 4611918 h 57949372"/>
                <a:gd name="connsiteX15568" fmla="*/ 15684992 w 58051775"/>
                <a:gd name="connsiteY15568" fmla="*/ 4670516 h 57949372"/>
                <a:gd name="connsiteX15569" fmla="*/ 15604252 w 58051775"/>
                <a:gd name="connsiteY15569" fmla="*/ 4719510 h 57949372"/>
                <a:gd name="connsiteX15570" fmla="*/ 15518012 w 58051775"/>
                <a:gd name="connsiteY15570" fmla="*/ 4757846 h 57949372"/>
                <a:gd name="connsiteX15571" fmla="*/ 15443488 w 58051775"/>
                <a:gd name="connsiteY15571" fmla="*/ 4796772 h 57949372"/>
                <a:gd name="connsiteX15572" fmla="*/ 15373004 w 58051775"/>
                <a:gd name="connsiteY15572" fmla="*/ 4840420 h 57949372"/>
                <a:gd name="connsiteX15573" fmla="*/ 15287880 w 58051775"/>
                <a:gd name="connsiteY15573" fmla="*/ 4890384 h 57949372"/>
                <a:gd name="connsiteX15574" fmla="*/ 15217608 w 58051775"/>
                <a:gd name="connsiteY15574" fmla="*/ 4927602 h 57949372"/>
                <a:gd name="connsiteX15575" fmla="*/ 15145716 w 58051775"/>
                <a:gd name="connsiteY15575" fmla="*/ 4971884 h 57949372"/>
                <a:gd name="connsiteX15576" fmla="*/ 15055104 w 58051775"/>
                <a:gd name="connsiteY15576" fmla="*/ 5017986 h 57949372"/>
                <a:gd name="connsiteX15577" fmla="*/ 14966952 w 58051775"/>
                <a:gd name="connsiteY15577" fmla="*/ 5054642 h 57949372"/>
                <a:gd name="connsiteX15578" fmla="*/ 14899776 w 58051775"/>
                <a:gd name="connsiteY15578" fmla="*/ 5104156 h 57949372"/>
                <a:gd name="connsiteX15579" fmla="*/ 14832600 w 58051775"/>
                <a:gd name="connsiteY15579" fmla="*/ 5155250 h 57949372"/>
                <a:gd name="connsiteX15580" fmla="*/ 14752772 w 58051775"/>
                <a:gd name="connsiteY15580" fmla="*/ 5199492 h 57949372"/>
                <a:gd name="connsiteX15581" fmla="*/ 14675292 w 58051775"/>
                <a:gd name="connsiteY15581" fmla="*/ 5244642 h 57949372"/>
                <a:gd name="connsiteX15582" fmla="*/ 14602788 w 58051775"/>
                <a:gd name="connsiteY15582" fmla="*/ 5290036 h 57949372"/>
                <a:gd name="connsiteX15583" fmla="*/ 14546980 w 58051775"/>
                <a:gd name="connsiteY15583" fmla="*/ 5327198 h 57949372"/>
                <a:gd name="connsiteX15584" fmla="*/ 14472768 w 58051775"/>
                <a:gd name="connsiteY15584" fmla="*/ 5377350 h 57949372"/>
                <a:gd name="connsiteX15585" fmla="*/ 14394992 w 58051775"/>
                <a:gd name="connsiteY15585" fmla="*/ 5423414 h 57949372"/>
                <a:gd name="connsiteX15586" fmla="*/ 14323672 w 58051775"/>
                <a:gd name="connsiteY15586" fmla="*/ 5461520 h 57949372"/>
                <a:gd name="connsiteX15587" fmla="*/ 14255568 w 58051775"/>
                <a:gd name="connsiteY15587" fmla="*/ 5512160 h 57949372"/>
                <a:gd name="connsiteX15588" fmla="*/ 14184700 w 58051775"/>
                <a:gd name="connsiteY15588" fmla="*/ 5557920 h 57949372"/>
                <a:gd name="connsiteX15589" fmla="*/ 14106384 w 58051775"/>
                <a:gd name="connsiteY15589" fmla="*/ 5602472 h 57949372"/>
                <a:gd name="connsiteX15590" fmla="*/ 14056528 w 58051775"/>
                <a:gd name="connsiteY15590" fmla="*/ 5638800 h 57949372"/>
                <a:gd name="connsiteX15591" fmla="*/ 13981184 w 58051775"/>
                <a:gd name="connsiteY15591" fmla="*/ 5689604 h 57949372"/>
                <a:gd name="connsiteX15592" fmla="*/ 13911760 w 58051775"/>
                <a:gd name="connsiteY15592" fmla="*/ 5740400 h 57949372"/>
                <a:gd name="connsiteX15593" fmla="*/ 13846620 w 58051775"/>
                <a:gd name="connsiteY15593" fmla="*/ 5770534 h 57949372"/>
                <a:gd name="connsiteX15594" fmla="*/ 13765420 w 58051775"/>
                <a:gd name="connsiteY15594" fmla="*/ 5815596 h 57949372"/>
                <a:gd name="connsiteX15595" fmla="*/ 13693480 w 58051775"/>
                <a:gd name="connsiteY15595" fmla="*/ 5874368 h 57949372"/>
                <a:gd name="connsiteX15596" fmla="*/ 13636280 w 58051775"/>
                <a:gd name="connsiteY15596" fmla="*/ 5918200 h 57949372"/>
                <a:gd name="connsiteX15597" fmla="*/ 13569952 w 58051775"/>
                <a:gd name="connsiteY15597" fmla="*/ 5956300 h 57949372"/>
                <a:gd name="connsiteX15598" fmla="*/ 13506236 w 58051775"/>
                <a:gd name="connsiteY15598" fmla="*/ 5994400 h 57949372"/>
                <a:gd name="connsiteX15599" fmla="*/ 13438120 w 58051775"/>
                <a:gd name="connsiteY15599" fmla="*/ 6045202 h 57949372"/>
                <a:gd name="connsiteX15600" fmla="*/ 13360768 w 58051775"/>
                <a:gd name="connsiteY15600" fmla="*/ 6096000 h 57949372"/>
                <a:gd name="connsiteX15601" fmla="*/ 13308556 w 58051775"/>
                <a:gd name="connsiteY15601" fmla="*/ 6132802 h 57949372"/>
                <a:gd name="connsiteX15602" fmla="*/ 13244536 w 58051775"/>
                <a:gd name="connsiteY15602" fmla="*/ 6176962 h 57949372"/>
                <a:gd name="connsiteX15603" fmla="*/ 13193760 w 58051775"/>
                <a:gd name="connsiteY15603" fmla="*/ 6214960 h 57949372"/>
                <a:gd name="connsiteX15604" fmla="*/ 13101792 w 58051775"/>
                <a:gd name="connsiteY15604" fmla="*/ 6273800 h 57949372"/>
                <a:gd name="connsiteX15605" fmla="*/ 13046320 w 58051775"/>
                <a:gd name="connsiteY15605" fmla="*/ 6318252 h 57949372"/>
                <a:gd name="connsiteX15606" fmla="*/ 12988936 w 58051775"/>
                <a:gd name="connsiteY15606" fmla="*/ 6362700 h 57949372"/>
                <a:gd name="connsiteX15607" fmla="*/ 12936952 w 58051775"/>
                <a:gd name="connsiteY15607" fmla="*/ 6400800 h 57949372"/>
                <a:gd name="connsiteX15608" fmla="*/ 12884068 w 58051775"/>
                <a:gd name="connsiteY15608" fmla="*/ 6438900 h 57949372"/>
                <a:gd name="connsiteX15609" fmla="*/ 12814448 w 58051775"/>
                <a:gd name="connsiteY15609" fmla="*/ 6488090 h 57949372"/>
                <a:gd name="connsiteX15610" fmla="*/ 12726556 w 58051775"/>
                <a:gd name="connsiteY15610" fmla="*/ 6544716 h 57949372"/>
                <a:gd name="connsiteX15611" fmla="*/ 12681368 w 58051775"/>
                <a:gd name="connsiteY15611" fmla="*/ 6577296 h 57949372"/>
                <a:gd name="connsiteX15612" fmla="*/ 12629324 w 58051775"/>
                <a:gd name="connsiteY15612" fmla="*/ 6616974 h 57949372"/>
                <a:gd name="connsiteX15613" fmla="*/ 12566652 w 58051775"/>
                <a:gd name="connsiteY15613" fmla="*/ 6667502 h 57949372"/>
                <a:gd name="connsiteX15614" fmla="*/ 12500200 w 58051775"/>
                <a:gd name="connsiteY15614" fmla="*/ 6705798 h 57949372"/>
                <a:gd name="connsiteX15615" fmla="*/ 12324192 w 58051775"/>
                <a:gd name="connsiteY15615" fmla="*/ 6842126 h 57949372"/>
                <a:gd name="connsiteX15616" fmla="*/ 12273184 w 58051775"/>
                <a:gd name="connsiteY15616" fmla="*/ 6883402 h 57949372"/>
                <a:gd name="connsiteX15617" fmla="*/ 12113336 w 58051775"/>
                <a:gd name="connsiteY15617" fmla="*/ 7005360 h 57949372"/>
                <a:gd name="connsiteX15618" fmla="*/ 12029604 w 58051775"/>
                <a:gd name="connsiteY15618" fmla="*/ 7078544 h 57949372"/>
                <a:gd name="connsiteX15619" fmla="*/ 11976104 w 58051775"/>
                <a:gd name="connsiteY15619" fmla="*/ 7125508 h 57949372"/>
                <a:gd name="connsiteX15620" fmla="*/ 11928476 w 58051775"/>
                <a:gd name="connsiteY15620" fmla="*/ 7149642 h 57949372"/>
                <a:gd name="connsiteX15621" fmla="*/ 11858712 w 58051775"/>
                <a:gd name="connsiteY15621" fmla="*/ 7199794 h 57949372"/>
                <a:gd name="connsiteX15622" fmla="*/ 11821384 w 58051775"/>
                <a:gd name="connsiteY15622" fmla="*/ 7239000 h 57949372"/>
                <a:gd name="connsiteX15623" fmla="*/ 11648304 w 58051775"/>
                <a:gd name="connsiteY15623" fmla="*/ 7372336 h 57949372"/>
                <a:gd name="connsiteX15624" fmla="*/ 11569792 w 58051775"/>
                <a:gd name="connsiteY15624" fmla="*/ 7429502 h 57949372"/>
                <a:gd name="connsiteX15625" fmla="*/ 11519908 w 58051775"/>
                <a:gd name="connsiteY15625" fmla="*/ 7466188 h 57949372"/>
                <a:gd name="connsiteX15626" fmla="*/ 11464072 w 58051775"/>
                <a:gd name="connsiteY15626" fmla="*/ 7510334 h 57949372"/>
                <a:gd name="connsiteX15627" fmla="*/ 11419588 w 58051775"/>
                <a:gd name="connsiteY15627" fmla="*/ 7550204 h 57949372"/>
                <a:gd name="connsiteX15628" fmla="*/ 11376136 w 58051775"/>
                <a:gd name="connsiteY15628" fmla="*/ 7584204 h 57949372"/>
                <a:gd name="connsiteX15629" fmla="*/ 11201496 w 58051775"/>
                <a:gd name="connsiteY15629" fmla="*/ 7733780 h 57949372"/>
                <a:gd name="connsiteX15630" fmla="*/ 11122772 w 58051775"/>
                <a:gd name="connsiteY15630" fmla="*/ 7804924 h 57949372"/>
                <a:gd name="connsiteX15631" fmla="*/ 11093200 w 58051775"/>
                <a:gd name="connsiteY15631" fmla="*/ 7836690 h 57949372"/>
                <a:gd name="connsiteX15632" fmla="*/ 11048872 w 58051775"/>
                <a:gd name="connsiteY15632" fmla="*/ 7880420 h 57949372"/>
                <a:gd name="connsiteX15633" fmla="*/ 10995020 w 58051775"/>
                <a:gd name="connsiteY15633" fmla="*/ 7924132 h 57949372"/>
                <a:gd name="connsiteX15634" fmla="*/ 10943296 w 58051775"/>
                <a:gd name="connsiteY15634" fmla="*/ 7962048 h 57949372"/>
                <a:gd name="connsiteX15635" fmla="*/ 10894520 w 58051775"/>
                <a:gd name="connsiteY15635" fmla="*/ 8006852 h 57949372"/>
                <a:gd name="connsiteX15636" fmla="*/ 10856904 w 58051775"/>
                <a:gd name="connsiteY15636" fmla="*/ 8045958 h 57949372"/>
                <a:gd name="connsiteX15637" fmla="*/ 10807168 w 58051775"/>
                <a:gd name="connsiteY15637" fmla="*/ 8090652 h 57949372"/>
                <a:gd name="connsiteX15638" fmla="*/ 10763532 w 58051775"/>
                <a:gd name="connsiteY15638" fmla="*/ 8128002 h 57949372"/>
                <a:gd name="connsiteX15639" fmla="*/ 10452104 w 58051775"/>
                <a:gd name="connsiteY15639" fmla="*/ 8378908 h 57949372"/>
                <a:gd name="connsiteX15640" fmla="*/ 10318752 w 58051775"/>
                <a:gd name="connsiteY15640" fmla="*/ 8485116 h 57949372"/>
                <a:gd name="connsiteX15641" fmla="*/ 10275424 w 58051775"/>
                <a:gd name="connsiteY15641" fmla="*/ 8535404 h 57949372"/>
                <a:gd name="connsiteX15642" fmla="*/ 10233908 w 58051775"/>
                <a:gd name="connsiteY15642" fmla="*/ 8588872 h 57949372"/>
                <a:gd name="connsiteX15643" fmla="*/ 10187800 w 58051775"/>
                <a:gd name="connsiteY15643" fmla="*/ 8636240 h 57949372"/>
                <a:gd name="connsiteX15644" fmla="*/ 10140416 w 58051775"/>
                <a:gd name="connsiteY15644" fmla="*/ 8671984 h 57949372"/>
                <a:gd name="connsiteX15645" fmla="*/ 10092632 w 58051775"/>
                <a:gd name="connsiteY15645" fmla="*/ 8722098 h 57949372"/>
                <a:gd name="connsiteX15646" fmla="*/ 10064704 w 58051775"/>
                <a:gd name="connsiteY15646" fmla="*/ 8763000 h 57949372"/>
                <a:gd name="connsiteX15647" fmla="*/ 10013092 w 58051775"/>
                <a:gd name="connsiteY15647" fmla="*/ 8807452 h 57949372"/>
                <a:gd name="connsiteX15648" fmla="*/ 9961936 w 58051775"/>
                <a:gd name="connsiteY15648" fmla="*/ 8851900 h 57949372"/>
                <a:gd name="connsiteX15649" fmla="*/ 9923460 w 58051775"/>
                <a:gd name="connsiteY15649" fmla="*/ 8884302 h 57949372"/>
                <a:gd name="connsiteX15650" fmla="*/ 9866200 w 58051775"/>
                <a:gd name="connsiteY15650" fmla="*/ 8935334 h 57949372"/>
                <a:gd name="connsiteX15651" fmla="*/ 9822376 w 58051775"/>
                <a:gd name="connsiteY15651" fmla="*/ 8985030 h 57949372"/>
                <a:gd name="connsiteX15652" fmla="*/ 9790768 w 58051775"/>
                <a:gd name="connsiteY15652" fmla="*/ 9023648 h 57949372"/>
                <a:gd name="connsiteX15653" fmla="*/ 9741372 w 58051775"/>
                <a:gd name="connsiteY15653" fmla="*/ 9067140 h 57949372"/>
                <a:gd name="connsiteX15654" fmla="*/ 9686072 w 58051775"/>
                <a:gd name="connsiteY15654" fmla="*/ 9110534 h 57949372"/>
                <a:gd name="connsiteX15655" fmla="*/ 9642032 w 58051775"/>
                <a:gd name="connsiteY15655" fmla="*/ 9149436 h 57949372"/>
                <a:gd name="connsiteX15656" fmla="*/ 9589052 w 58051775"/>
                <a:gd name="connsiteY15656" fmla="*/ 9200868 h 57949372"/>
                <a:gd name="connsiteX15657" fmla="*/ 9550400 w 58051775"/>
                <a:gd name="connsiteY15657" fmla="*/ 9239284 h 57949372"/>
                <a:gd name="connsiteX15658" fmla="*/ 9509464 w 58051775"/>
                <a:gd name="connsiteY15658" fmla="*/ 9273884 h 57949372"/>
                <a:gd name="connsiteX15659" fmla="*/ 9274516 w 58051775"/>
                <a:gd name="connsiteY15659" fmla="*/ 9508502 h 57949372"/>
                <a:gd name="connsiteX15660" fmla="*/ 9235168 w 58051775"/>
                <a:gd name="connsiteY15660" fmla="*/ 9556034 h 57949372"/>
                <a:gd name="connsiteX15661" fmla="*/ 9196916 w 58051775"/>
                <a:gd name="connsiteY15661" fmla="*/ 9595284 h 57949372"/>
                <a:gd name="connsiteX15662" fmla="*/ 9150232 w 58051775"/>
                <a:gd name="connsiteY15662" fmla="*/ 9641666 h 57949372"/>
                <a:gd name="connsiteX15663" fmla="*/ 9110536 w 58051775"/>
                <a:gd name="connsiteY15663" fmla="*/ 9686068 h 57949372"/>
                <a:gd name="connsiteX15664" fmla="*/ 9067140 w 58051775"/>
                <a:gd name="connsiteY15664" fmla="*/ 9741374 h 57949372"/>
                <a:gd name="connsiteX15665" fmla="*/ 9023648 w 58051775"/>
                <a:gd name="connsiteY15665" fmla="*/ 9790768 h 57949372"/>
                <a:gd name="connsiteX15666" fmla="*/ 8985028 w 58051775"/>
                <a:gd name="connsiteY15666" fmla="*/ 9822372 h 57949372"/>
                <a:gd name="connsiteX15667" fmla="*/ 8934552 w 58051775"/>
                <a:gd name="connsiteY15667" fmla="*/ 9867708 h 57949372"/>
                <a:gd name="connsiteX15668" fmla="*/ 8888868 w 58051775"/>
                <a:gd name="connsiteY15668" fmla="*/ 9919308 h 57949372"/>
                <a:gd name="connsiteX15669" fmla="*/ 8850672 w 58051775"/>
                <a:gd name="connsiteY15669" fmla="*/ 9967574 h 57949372"/>
                <a:gd name="connsiteX15670" fmla="*/ 8804276 w 58051775"/>
                <a:gd name="connsiteY15670" fmla="*/ 10007862 h 57949372"/>
                <a:gd name="connsiteX15671" fmla="*/ 8760740 w 58051775"/>
                <a:gd name="connsiteY15671" fmla="*/ 10051516 h 57949372"/>
                <a:gd name="connsiteX15672" fmla="*/ 8725136 w 58051775"/>
                <a:gd name="connsiteY15672" fmla="*/ 10098902 h 57949372"/>
                <a:gd name="connsiteX15673" fmla="*/ 8677772 w 58051775"/>
                <a:gd name="connsiteY15673" fmla="*/ 10145008 h 57949372"/>
                <a:gd name="connsiteX15674" fmla="*/ 8624472 w 58051775"/>
                <a:gd name="connsiteY15674" fmla="*/ 10186524 h 57949372"/>
                <a:gd name="connsiteX15675" fmla="*/ 8578956 w 58051775"/>
                <a:gd name="connsiteY15675" fmla="*/ 10217152 h 57949372"/>
                <a:gd name="connsiteX15676" fmla="*/ 8527928 w 58051775"/>
                <a:gd name="connsiteY15676" fmla="*/ 10281612 h 57949372"/>
                <a:gd name="connsiteX15677" fmla="*/ 8299588 w 58051775"/>
                <a:gd name="connsiteY15677" fmla="*/ 10578670 h 57949372"/>
                <a:gd name="connsiteX15678" fmla="*/ 8266912 w 58051775"/>
                <a:gd name="connsiteY15678" fmla="*/ 10611100 h 57949372"/>
                <a:gd name="connsiteX15679" fmla="*/ 8222504 w 58051775"/>
                <a:gd name="connsiteY15679" fmla="*/ 10656748 h 57949372"/>
                <a:gd name="connsiteX15680" fmla="*/ 8173088 w 58051775"/>
                <a:gd name="connsiteY15680" fmla="*/ 10705862 h 57949372"/>
                <a:gd name="connsiteX15681" fmla="*/ 8128264 w 58051775"/>
                <a:gd name="connsiteY15681" fmla="*/ 10762466 h 57949372"/>
                <a:gd name="connsiteX15682" fmla="*/ 8101432 w 58051775"/>
                <a:gd name="connsiteY15682" fmla="*/ 10807702 h 57949372"/>
                <a:gd name="connsiteX15683" fmla="*/ 8065500 w 58051775"/>
                <a:gd name="connsiteY15683" fmla="*/ 10847218 h 57949372"/>
                <a:gd name="connsiteX15684" fmla="*/ 8005360 w 58051775"/>
                <a:gd name="connsiteY15684" fmla="*/ 10895214 h 57949372"/>
                <a:gd name="connsiteX15685" fmla="*/ 7958672 w 58051775"/>
                <a:gd name="connsiteY15685" fmla="*/ 10945352 h 57949372"/>
                <a:gd name="connsiteX15686" fmla="*/ 7918376 w 58051775"/>
                <a:gd name="connsiteY15686" fmla="*/ 11000548 h 57949372"/>
                <a:gd name="connsiteX15687" fmla="*/ 7881880 w 58051775"/>
                <a:gd name="connsiteY15687" fmla="*/ 11041082 h 57949372"/>
                <a:gd name="connsiteX15688" fmla="*/ 7814228 w 58051775"/>
                <a:gd name="connsiteY15688" fmla="*/ 11123366 h 57949372"/>
                <a:gd name="connsiteX15689" fmla="*/ 7594600 w 58051775"/>
                <a:gd name="connsiteY15689" fmla="*/ 11386263 h 57949372"/>
                <a:gd name="connsiteX15690" fmla="*/ 7556504 w 58051775"/>
                <a:gd name="connsiteY15690" fmla="*/ 11438357 h 57949372"/>
                <a:gd name="connsiteX15691" fmla="*/ 7518400 w 58051775"/>
                <a:gd name="connsiteY15691" fmla="*/ 11487756 h 57949372"/>
                <a:gd name="connsiteX15692" fmla="*/ 7473952 w 58051775"/>
                <a:gd name="connsiteY15692" fmla="*/ 11537098 h 57949372"/>
                <a:gd name="connsiteX15693" fmla="*/ 7429504 w 58051775"/>
                <a:gd name="connsiteY15693" fmla="*/ 11589964 h 57949372"/>
                <a:gd name="connsiteX15694" fmla="*/ 7378960 w 58051775"/>
                <a:gd name="connsiteY15694" fmla="*/ 11649650 h 57949372"/>
                <a:gd name="connsiteX15695" fmla="*/ 7239000 w 58051775"/>
                <a:gd name="connsiteY15695" fmla="*/ 11829689 h 57949372"/>
                <a:gd name="connsiteX15696" fmla="*/ 7202312 w 58051775"/>
                <a:gd name="connsiteY15696" fmla="*/ 11873514 h 57949372"/>
                <a:gd name="connsiteX15697" fmla="*/ 7157164 w 58051775"/>
                <a:gd name="connsiteY15697" fmla="*/ 11933333 h 57949372"/>
                <a:gd name="connsiteX15698" fmla="*/ 7095428 w 58051775"/>
                <a:gd name="connsiteY15698" fmla="*/ 12017630 h 57949372"/>
                <a:gd name="connsiteX15699" fmla="*/ 6972304 w 58051775"/>
                <a:gd name="connsiteY15699" fmla="*/ 12179758 h 57949372"/>
                <a:gd name="connsiteX15700" fmla="*/ 6934200 w 58051775"/>
                <a:gd name="connsiteY15700" fmla="*/ 12240817 h 57949372"/>
                <a:gd name="connsiteX15701" fmla="*/ 6896104 w 58051775"/>
                <a:gd name="connsiteY15701" fmla="*/ 12292234 h 57949372"/>
                <a:gd name="connsiteX15702" fmla="*/ 6851652 w 58051775"/>
                <a:gd name="connsiteY15702" fmla="*/ 12330030 h 57949372"/>
                <a:gd name="connsiteX15703" fmla="*/ 6807200 w 58051775"/>
                <a:gd name="connsiteY15703" fmla="*/ 12382592 h 57949372"/>
                <a:gd name="connsiteX15704" fmla="*/ 6756400 w 58051775"/>
                <a:gd name="connsiteY15704" fmla="*/ 12458715 h 57949372"/>
                <a:gd name="connsiteX15705" fmla="*/ 6705600 w 58051775"/>
                <a:gd name="connsiteY15705" fmla="*/ 12532940 h 57949372"/>
                <a:gd name="connsiteX15706" fmla="*/ 6673920 w 58051775"/>
                <a:gd name="connsiteY15706" fmla="*/ 12578144 h 57949372"/>
                <a:gd name="connsiteX15707" fmla="*/ 6624280 w 58051775"/>
                <a:gd name="connsiteY15707" fmla="*/ 12641892 h 57949372"/>
                <a:gd name="connsiteX15708" fmla="*/ 6580044 w 58051775"/>
                <a:gd name="connsiteY15708" fmla="*/ 12693195 h 57949372"/>
                <a:gd name="connsiteX15709" fmla="*/ 6540448 w 58051775"/>
                <a:gd name="connsiteY15709" fmla="*/ 12750996 h 57949372"/>
                <a:gd name="connsiteX15710" fmla="*/ 6475448 w 58051775"/>
                <a:gd name="connsiteY15710" fmla="*/ 12839709 h 57949372"/>
                <a:gd name="connsiteX15711" fmla="*/ 6443512 w 58051775"/>
                <a:gd name="connsiteY15711" fmla="*/ 12886362 h 57949372"/>
                <a:gd name="connsiteX15712" fmla="*/ 6393360 w 58051775"/>
                <a:gd name="connsiteY15712" fmla="*/ 12957139 h 57949372"/>
                <a:gd name="connsiteX15713" fmla="*/ 6362704 w 58051775"/>
                <a:gd name="connsiteY15713" fmla="*/ 13005709 h 57949372"/>
                <a:gd name="connsiteX15714" fmla="*/ 6311904 w 58051775"/>
                <a:gd name="connsiteY15714" fmla="*/ 13082534 h 57949372"/>
                <a:gd name="connsiteX15715" fmla="*/ 6261104 w 58051775"/>
                <a:gd name="connsiteY15715" fmla="*/ 13153102 h 57949372"/>
                <a:gd name="connsiteX15716" fmla="*/ 6218108 w 58051775"/>
                <a:gd name="connsiteY15716" fmla="*/ 13199192 h 57949372"/>
                <a:gd name="connsiteX15717" fmla="*/ 6165624 w 58051775"/>
                <a:gd name="connsiteY15717" fmla="*/ 13258815 h 57949372"/>
                <a:gd name="connsiteX15718" fmla="*/ 6116540 w 58051775"/>
                <a:gd name="connsiteY15718" fmla="*/ 13338734 h 57949372"/>
                <a:gd name="connsiteX15719" fmla="*/ 5994400 w 58051775"/>
                <a:gd name="connsiteY15719" fmla="*/ 13532426 h 57949372"/>
                <a:gd name="connsiteX15720" fmla="*/ 5963360 w 58051775"/>
                <a:gd name="connsiteY15720" fmla="*/ 13590777 h 57949372"/>
                <a:gd name="connsiteX15721" fmla="*/ 5911736 w 58051775"/>
                <a:gd name="connsiteY15721" fmla="*/ 13669203 h 57949372"/>
                <a:gd name="connsiteX15722" fmla="*/ 5860224 w 58051775"/>
                <a:gd name="connsiteY15722" fmla="*/ 13757416 h 57949372"/>
                <a:gd name="connsiteX15723" fmla="*/ 5829304 w 58051775"/>
                <a:gd name="connsiteY15723" fmla="*/ 13809738 h 57949372"/>
                <a:gd name="connsiteX15724" fmla="*/ 5785092 w 58051775"/>
                <a:gd name="connsiteY15724" fmla="*/ 13868171 h 57949372"/>
                <a:gd name="connsiteX15725" fmla="*/ 5727300 w 58051775"/>
                <a:gd name="connsiteY15725" fmla="*/ 13952171 h 57949372"/>
                <a:gd name="connsiteX15726" fmla="*/ 5684160 w 58051775"/>
                <a:gd name="connsiteY15726" fmla="*/ 14012692 h 57949372"/>
                <a:gd name="connsiteX15727" fmla="*/ 5646440 w 58051775"/>
                <a:gd name="connsiteY15727" fmla="*/ 14075548 h 57949372"/>
                <a:gd name="connsiteX15728" fmla="*/ 5594092 w 58051775"/>
                <a:gd name="connsiteY15728" fmla="*/ 14164552 h 57949372"/>
                <a:gd name="connsiteX15729" fmla="*/ 5549904 w 58051775"/>
                <a:gd name="connsiteY15729" fmla="*/ 14234114 h 57949372"/>
                <a:gd name="connsiteX15730" fmla="*/ 5516800 w 58051775"/>
                <a:gd name="connsiteY15730" fmla="*/ 14276022 h 57949372"/>
                <a:gd name="connsiteX15731" fmla="*/ 5464284 w 58051775"/>
                <a:gd name="connsiteY15731" fmla="*/ 14350690 h 57949372"/>
                <a:gd name="connsiteX15732" fmla="*/ 5408488 w 58051775"/>
                <a:gd name="connsiteY15732" fmla="*/ 14441516 h 57949372"/>
                <a:gd name="connsiteX15733" fmla="*/ 5372104 w 58051775"/>
                <a:gd name="connsiteY15733" fmla="*/ 14501284 h 57949372"/>
                <a:gd name="connsiteX15734" fmla="*/ 5335680 w 58051775"/>
                <a:gd name="connsiteY15734" fmla="*/ 14553024 h 57949372"/>
                <a:gd name="connsiteX15735" fmla="*/ 5291388 w 58051775"/>
                <a:gd name="connsiteY15735" fmla="*/ 14628122 h 57949372"/>
                <a:gd name="connsiteX15736" fmla="*/ 5245264 w 58051775"/>
                <a:gd name="connsiteY15736" fmla="*/ 14725452 h 57949372"/>
                <a:gd name="connsiteX15737" fmla="*/ 5207000 w 58051775"/>
                <a:gd name="connsiteY15737" fmla="*/ 14790130 h 57949372"/>
                <a:gd name="connsiteX15738" fmla="*/ 5156200 w 58051775"/>
                <a:gd name="connsiteY15738" fmla="*/ 14865367 h 57949372"/>
                <a:gd name="connsiteX15739" fmla="*/ 5105400 w 58051775"/>
                <a:gd name="connsiteY15739" fmla="*/ 14952650 h 57949372"/>
                <a:gd name="connsiteX15740" fmla="*/ 5068480 w 58051775"/>
                <a:gd name="connsiteY15740" fmla="*/ 15016632 h 57949372"/>
                <a:gd name="connsiteX15741" fmla="*/ 5023836 w 58051775"/>
                <a:gd name="connsiteY15741" fmla="*/ 15093166 h 57949372"/>
                <a:gd name="connsiteX15742" fmla="*/ 4984160 w 58051775"/>
                <a:gd name="connsiteY15742" fmla="*/ 15164367 h 57949372"/>
                <a:gd name="connsiteX15743" fmla="*/ 4932964 w 58051775"/>
                <a:gd name="connsiteY15743" fmla="*/ 15260577 h 57949372"/>
                <a:gd name="connsiteX15744" fmla="*/ 4893524 w 58051775"/>
                <a:gd name="connsiteY15744" fmla="*/ 15343539 h 57949372"/>
                <a:gd name="connsiteX15745" fmla="*/ 4851192 w 58051775"/>
                <a:gd name="connsiteY15745" fmla="*/ 15411956 h 57949372"/>
                <a:gd name="connsiteX15746" fmla="*/ 4789424 w 58051775"/>
                <a:gd name="connsiteY15746" fmla="*/ 15503225 h 57949372"/>
                <a:gd name="connsiteX15747" fmla="*/ 4749800 w 58051775"/>
                <a:gd name="connsiteY15747" fmla="*/ 15575672 h 57949372"/>
                <a:gd name="connsiteX15748" fmla="*/ 4718316 w 58051775"/>
                <a:gd name="connsiteY15748" fmla="*/ 15635858 h 57949372"/>
                <a:gd name="connsiteX15749" fmla="*/ 4658360 w 58051775"/>
                <a:gd name="connsiteY15749" fmla="*/ 15715138 h 57949372"/>
                <a:gd name="connsiteX15750" fmla="*/ 4606888 w 58051775"/>
                <a:gd name="connsiteY15750" fmla="*/ 15786111 h 57949372"/>
                <a:gd name="connsiteX15751" fmla="*/ 4572596 w 58051775"/>
                <a:gd name="connsiteY15751" fmla="*/ 15878740 h 57949372"/>
                <a:gd name="connsiteX15752" fmla="*/ 4530240 w 58051775"/>
                <a:gd name="connsiteY15752" fmla="*/ 15976766 h 57949372"/>
                <a:gd name="connsiteX15753" fmla="*/ 4491412 w 58051775"/>
                <a:gd name="connsiteY15753" fmla="*/ 16049770 h 57949372"/>
                <a:gd name="connsiteX15754" fmla="*/ 4446540 w 58051775"/>
                <a:gd name="connsiteY15754" fmla="*/ 16133877 h 57949372"/>
                <a:gd name="connsiteX15755" fmla="*/ 4400940 w 58051775"/>
                <a:gd name="connsiteY15755" fmla="*/ 16226114 h 57949372"/>
                <a:gd name="connsiteX15756" fmla="*/ 4355756 w 58051775"/>
                <a:gd name="connsiteY15756" fmla="*/ 16315466 h 57949372"/>
                <a:gd name="connsiteX15757" fmla="*/ 4310540 w 58051775"/>
                <a:gd name="connsiteY15757" fmla="*/ 16405052 h 57949372"/>
                <a:gd name="connsiteX15758" fmla="*/ 4266856 w 58051775"/>
                <a:gd name="connsiteY15758" fmla="*/ 16493265 h 57949372"/>
                <a:gd name="connsiteX15759" fmla="*/ 4223560 w 58051775"/>
                <a:gd name="connsiteY15759" fmla="*/ 16578891 h 57949372"/>
                <a:gd name="connsiteX15760" fmla="*/ 4178988 w 58051775"/>
                <a:gd name="connsiteY15760" fmla="*/ 16668110 h 57949372"/>
                <a:gd name="connsiteX15761" fmla="*/ 4127572 w 58051775"/>
                <a:gd name="connsiteY15761" fmla="*/ 16743031 h 57949372"/>
                <a:gd name="connsiteX15762" fmla="*/ 4075592 w 58051775"/>
                <a:gd name="connsiteY15762" fmla="*/ 16829226 h 57949372"/>
                <a:gd name="connsiteX15763" fmla="*/ 4038600 w 58051775"/>
                <a:gd name="connsiteY15763" fmla="*/ 16922393 h 57949372"/>
                <a:gd name="connsiteX15764" fmla="*/ 3995212 w 58051775"/>
                <a:gd name="connsiteY15764" fmla="*/ 17015933 h 57949372"/>
                <a:gd name="connsiteX15765" fmla="*/ 3943100 w 58051775"/>
                <a:gd name="connsiteY15765" fmla="*/ 17106911 h 57949372"/>
                <a:gd name="connsiteX15766" fmla="*/ 3898612 w 58051775"/>
                <a:gd name="connsiteY15766" fmla="*/ 17189462 h 57949372"/>
                <a:gd name="connsiteX15767" fmla="*/ 3860176 w 58051775"/>
                <a:gd name="connsiteY15767" fmla="*/ 17295605 h 57949372"/>
                <a:gd name="connsiteX15768" fmla="*/ 3821492 w 58051775"/>
                <a:gd name="connsiteY15768" fmla="*/ 17395744 h 57949372"/>
                <a:gd name="connsiteX15769" fmla="*/ 3776936 w 58051775"/>
                <a:gd name="connsiteY15769" fmla="*/ 17503317 h 57949372"/>
                <a:gd name="connsiteX15770" fmla="*/ 3725856 w 58051775"/>
                <a:gd name="connsiteY15770" fmla="*/ 17606379 h 57949372"/>
                <a:gd name="connsiteX15771" fmla="*/ 3678536 w 58051775"/>
                <a:gd name="connsiteY15771" fmla="*/ 17700166 h 57949372"/>
                <a:gd name="connsiteX15772" fmla="*/ 3633928 w 58051775"/>
                <a:gd name="connsiteY15772" fmla="*/ 17811731 h 57949372"/>
                <a:gd name="connsiteX15773" fmla="*/ 3587864 w 58051775"/>
                <a:gd name="connsiteY15773" fmla="*/ 17904278 h 57949372"/>
                <a:gd name="connsiteX15774" fmla="*/ 3543436 w 58051775"/>
                <a:gd name="connsiteY15774" fmla="*/ 17983210 h 57949372"/>
                <a:gd name="connsiteX15775" fmla="*/ 3497528 w 58051775"/>
                <a:gd name="connsiteY15775" fmla="*/ 18078452 h 57949372"/>
                <a:gd name="connsiteX15776" fmla="*/ 3459244 w 58051775"/>
                <a:gd name="connsiteY15776" fmla="*/ 18201405 h 57949372"/>
                <a:gd name="connsiteX15777" fmla="*/ 3415924 w 58051775"/>
                <a:gd name="connsiteY15777" fmla="*/ 18328110 h 57949372"/>
                <a:gd name="connsiteX15778" fmla="*/ 3370272 w 58051775"/>
                <a:gd name="connsiteY15778" fmla="*/ 18421587 h 57949372"/>
                <a:gd name="connsiteX15779" fmla="*/ 3328728 w 58051775"/>
                <a:gd name="connsiteY15779" fmla="*/ 18531311 h 57949372"/>
                <a:gd name="connsiteX15780" fmla="*/ 3284716 w 58051775"/>
                <a:gd name="connsiteY15780" fmla="*/ 18645217 h 57949372"/>
                <a:gd name="connsiteX15781" fmla="*/ 3236136 w 58051775"/>
                <a:gd name="connsiteY15781" fmla="*/ 18751708 h 57949372"/>
                <a:gd name="connsiteX15782" fmla="*/ 3186264 w 58051775"/>
                <a:gd name="connsiteY15782" fmla="*/ 18874737 h 57949372"/>
                <a:gd name="connsiteX15783" fmla="*/ 3149600 w 58051775"/>
                <a:gd name="connsiteY15783" fmla="*/ 18984948 h 57949372"/>
                <a:gd name="connsiteX15784" fmla="*/ 3098356 w 58051775"/>
                <a:gd name="connsiteY15784" fmla="*/ 19090370 h 57949372"/>
                <a:gd name="connsiteX15785" fmla="*/ 3054656 w 58051775"/>
                <a:gd name="connsiteY15785" fmla="*/ 19231696 h 57949372"/>
                <a:gd name="connsiteX15786" fmla="*/ 3020120 w 58051775"/>
                <a:gd name="connsiteY15786" fmla="*/ 19317100 h 57949372"/>
                <a:gd name="connsiteX15787" fmla="*/ 2970948 w 58051775"/>
                <a:gd name="connsiteY15787" fmla="*/ 19437143 h 57949372"/>
                <a:gd name="connsiteX15788" fmla="*/ 2930532 w 58051775"/>
                <a:gd name="connsiteY15788" fmla="*/ 19552444 h 57949372"/>
                <a:gd name="connsiteX15789" fmla="*/ 2882904 w 58051775"/>
                <a:gd name="connsiteY15789" fmla="*/ 19717874 h 57949372"/>
                <a:gd name="connsiteX15790" fmla="*/ 2851508 w 58051775"/>
                <a:gd name="connsiteY15790" fmla="*/ 19809770 h 57949372"/>
                <a:gd name="connsiteX15791" fmla="*/ 2794000 w 58051775"/>
                <a:gd name="connsiteY15791" fmla="*/ 19977466 h 57949372"/>
                <a:gd name="connsiteX15792" fmla="*/ 2757788 w 58051775"/>
                <a:gd name="connsiteY15792" fmla="*/ 20068713 h 57949372"/>
                <a:gd name="connsiteX15793" fmla="*/ 2705104 w 58051775"/>
                <a:gd name="connsiteY15793" fmla="*/ 20236687 h 57949372"/>
                <a:gd name="connsiteX15794" fmla="*/ 2666488 w 58051775"/>
                <a:gd name="connsiteY15794" fmla="*/ 20350906 h 57949372"/>
                <a:gd name="connsiteX15795" fmla="*/ 2616804 w 58051775"/>
                <a:gd name="connsiteY15795" fmla="*/ 20493578 h 57949372"/>
                <a:gd name="connsiteX15796" fmla="*/ 2582396 w 58051775"/>
                <a:gd name="connsiteY15796" fmla="*/ 20599266 h 57949372"/>
                <a:gd name="connsiteX15797" fmla="*/ 2526556 w 58051775"/>
                <a:gd name="connsiteY15797" fmla="*/ 20771959 h 57949372"/>
                <a:gd name="connsiteX15798" fmla="*/ 2477560 w 58051775"/>
                <a:gd name="connsiteY15798" fmla="*/ 20924499 h 57949372"/>
                <a:gd name="connsiteX15799" fmla="*/ 2438400 w 58051775"/>
                <a:gd name="connsiteY15799" fmla="*/ 21062158 h 57949372"/>
                <a:gd name="connsiteX15800" fmla="*/ 2400304 w 58051775"/>
                <a:gd name="connsiteY15800" fmla="*/ 21203162 h 57949372"/>
                <a:gd name="connsiteX15801" fmla="*/ 2355508 w 58051775"/>
                <a:gd name="connsiteY15801" fmla="*/ 21252535 h 57949372"/>
                <a:gd name="connsiteX15802" fmla="*/ 2343600 w 58051775"/>
                <a:gd name="connsiteY15802" fmla="*/ 21379874 h 57949372"/>
                <a:gd name="connsiteX15803" fmla="*/ 2305992 w 58051775"/>
                <a:gd name="connsiteY15803" fmla="*/ 21535826 h 57949372"/>
                <a:gd name="connsiteX15804" fmla="*/ 2250504 w 58051775"/>
                <a:gd name="connsiteY15804" fmla="*/ 21705299 h 57949372"/>
                <a:gd name="connsiteX15805" fmla="*/ 2219592 w 58051775"/>
                <a:gd name="connsiteY15805" fmla="*/ 21835650 h 57949372"/>
                <a:gd name="connsiteX15806" fmla="*/ 2171704 w 58051775"/>
                <a:gd name="connsiteY15806" fmla="*/ 22016723 h 57949372"/>
                <a:gd name="connsiteX15807" fmla="*/ 2126432 w 58051775"/>
                <a:gd name="connsiteY15807" fmla="*/ 22167369 h 57949372"/>
                <a:gd name="connsiteX15808" fmla="*/ 2070352 w 58051775"/>
                <a:gd name="connsiteY15808" fmla="*/ 22371563 h 57949372"/>
                <a:gd name="connsiteX15809" fmla="*/ 2030776 w 58051775"/>
                <a:gd name="connsiteY15809" fmla="*/ 22601467 h 57949372"/>
                <a:gd name="connsiteX15810" fmla="*/ 1992728 w 58051775"/>
                <a:gd name="connsiteY15810" fmla="*/ 22773011 h 57949372"/>
                <a:gd name="connsiteX15811" fmla="*/ 1941040 w 58051775"/>
                <a:gd name="connsiteY15811" fmla="*/ 22945212 h 57949372"/>
                <a:gd name="connsiteX15812" fmla="*/ 1898652 w 58051775"/>
                <a:gd name="connsiteY15812" fmla="*/ 22976474 h 57949372"/>
                <a:gd name="connsiteX15813" fmla="*/ 1892304 w 58051775"/>
                <a:gd name="connsiteY15813" fmla="*/ 23139912 h 57949372"/>
                <a:gd name="connsiteX15814" fmla="*/ 1855584 w 58051775"/>
                <a:gd name="connsiteY15814" fmla="*/ 23348027 h 57949372"/>
                <a:gd name="connsiteX15815" fmla="*/ 1815704 w 58051775"/>
                <a:gd name="connsiteY15815" fmla="*/ 23597531 h 57949372"/>
                <a:gd name="connsiteX15816" fmla="*/ 1770140 w 58051775"/>
                <a:gd name="connsiteY15816" fmla="*/ 23839991 h 57949372"/>
                <a:gd name="connsiteX15817" fmla="*/ 1725624 w 58051775"/>
                <a:gd name="connsiteY15817" fmla="*/ 24081362 h 57949372"/>
                <a:gd name="connsiteX15818" fmla="*/ 1681764 w 58051775"/>
                <a:gd name="connsiteY15818" fmla="*/ 24322045 h 57949372"/>
                <a:gd name="connsiteX15819" fmla="*/ 1631728 w 58051775"/>
                <a:gd name="connsiteY15819" fmla="*/ 24559075 h 57949372"/>
                <a:gd name="connsiteX15820" fmla="*/ 1581140 w 58051775"/>
                <a:gd name="connsiteY15820" fmla="*/ 24835363 h 57949372"/>
                <a:gd name="connsiteX15821" fmla="*/ 1536336 w 58051775"/>
                <a:gd name="connsiteY15821" fmla="*/ 25178263 h 57949372"/>
                <a:gd name="connsiteX15822" fmla="*/ 1491904 w 58051775"/>
                <a:gd name="connsiteY15822" fmla="*/ 25533863 h 57949372"/>
                <a:gd name="connsiteX15823" fmla="*/ 1453184 w 58051775"/>
                <a:gd name="connsiteY15823" fmla="*/ 25929214 h 57949372"/>
                <a:gd name="connsiteX15824" fmla="*/ 1429096 w 58051775"/>
                <a:gd name="connsiteY15824" fmla="*/ 26276149 h 57949372"/>
                <a:gd name="connsiteX15825" fmla="*/ 1413520 w 58051775"/>
                <a:gd name="connsiteY15825" fmla="*/ 26344351 h 57949372"/>
                <a:gd name="connsiteX15826" fmla="*/ 1390292 w 58051775"/>
                <a:gd name="connsiteY15826" fmla="*/ 26422862 h 57949372"/>
                <a:gd name="connsiteX15827" fmla="*/ 1355264 w 58051775"/>
                <a:gd name="connsiteY15827" fmla="*/ 26956263 h 57949372"/>
                <a:gd name="connsiteX15828" fmla="*/ 1333416 w 58051775"/>
                <a:gd name="connsiteY15828" fmla="*/ 27499246 h 57949372"/>
                <a:gd name="connsiteX15829" fmla="*/ 1326300 w 58051775"/>
                <a:gd name="connsiteY15829" fmla="*/ 27603890 h 57949372"/>
                <a:gd name="connsiteX15830" fmla="*/ 1308652 w 58051775"/>
                <a:gd name="connsiteY15830" fmla="*/ 27732169 h 57949372"/>
                <a:gd name="connsiteX15831" fmla="*/ 1282704 w 58051775"/>
                <a:gd name="connsiteY15831" fmla="*/ 28936781 h 57949372"/>
                <a:gd name="connsiteX15832" fmla="*/ 1295592 w 58051775"/>
                <a:gd name="connsiteY15832" fmla="*/ 30112860 h 57949372"/>
                <a:gd name="connsiteX15833" fmla="*/ 1321744 w 58051775"/>
                <a:gd name="connsiteY15833" fmla="*/ 30289500 h 57949372"/>
                <a:gd name="connsiteX15834" fmla="*/ 1346156 w 58051775"/>
                <a:gd name="connsiteY15834" fmla="*/ 30511752 h 57949372"/>
                <a:gd name="connsiteX15835" fmla="*/ 1358400 w 58051775"/>
                <a:gd name="connsiteY15835" fmla="*/ 30994352 h 57949372"/>
                <a:gd name="connsiteX15836" fmla="*/ 1390188 w 58051775"/>
                <a:gd name="connsiteY15836" fmla="*/ 31473184 h 57949372"/>
                <a:gd name="connsiteX15837" fmla="*/ 1434796 w 58051775"/>
                <a:gd name="connsiteY15837" fmla="*/ 31597028 h 57949372"/>
                <a:gd name="connsiteX15838" fmla="*/ 1449000 w 58051775"/>
                <a:gd name="connsiteY15838" fmla="*/ 31892896 h 57949372"/>
                <a:gd name="connsiteX15839" fmla="*/ 1512700 w 58051775"/>
                <a:gd name="connsiteY15839" fmla="*/ 32320676 h 57949372"/>
                <a:gd name="connsiteX15840" fmla="*/ 1541088 w 58051775"/>
                <a:gd name="connsiteY15840" fmla="*/ 32646548 h 57949372"/>
                <a:gd name="connsiteX15841" fmla="*/ 1543624 w 58051775"/>
                <a:gd name="connsiteY15841" fmla="*/ 32937453 h 57949372"/>
                <a:gd name="connsiteX15842" fmla="*/ 1580024 w 58051775"/>
                <a:gd name="connsiteY15842" fmla="*/ 33000952 h 57949372"/>
                <a:gd name="connsiteX15843" fmla="*/ 1630920 w 58051775"/>
                <a:gd name="connsiteY15843" fmla="*/ 33274116 h 57949372"/>
                <a:gd name="connsiteX15844" fmla="*/ 1675392 w 58051775"/>
                <a:gd name="connsiteY15844" fmla="*/ 33540816 h 57949372"/>
                <a:gd name="connsiteX15845" fmla="*/ 1713112 w 58051775"/>
                <a:gd name="connsiteY15845" fmla="*/ 33790504 h 57949372"/>
                <a:gd name="connsiteX15846" fmla="*/ 1747536 w 58051775"/>
                <a:gd name="connsiteY15846" fmla="*/ 34012752 h 57949372"/>
                <a:gd name="connsiteX15847" fmla="*/ 1809520 w 58051775"/>
                <a:gd name="connsiteY15847" fmla="*/ 34269977 h 57949372"/>
                <a:gd name="connsiteX15848" fmla="*/ 1811416 w 58051775"/>
                <a:gd name="connsiteY15848" fmla="*/ 34448752 h 57949372"/>
                <a:gd name="connsiteX15849" fmla="*/ 1858208 w 58051775"/>
                <a:gd name="connsiteY15849" fmla="*/ 34537464 h 57949372"/>
                <a:gd name="connsiteX15850" fmla="*/ 1905000 w 58051775"/>
                <a:gd name="connsiteY15850" fmla="*/ 34748440 h 57949372"/>
                <a:gd name="connsiteX15851" fmla="*/ 1943104 w 58051775"/>
                <a:gd name="connsiteY15851" fmla="*/ 34918653 h 57949372"/>
                <a:gd name="connsiteX15852" fmla="*/ 1975240 w 58051775"/>
                <a:gd name="connsiteY15852" fmla="*/ 34961672 h 57949372"/>
                <a:gd name="connsiteX15853" fmla="*/ 1986952 w 58051775"/>
                <a:gd name="connsiteY15853" fmla="*/ 35118840 h 57949372"/>
                <a:gd name="connsiteX15854" fmla="*/ 2036856 w 58051775"/>
                <a:gd name="connsiteY15854" fmla="*/ 35319241 h 57949372"/>
                <a:gd name="connsiteX15855" fmla="*/ 2068992 w 58051775"/>
                <a:gd name="connsiteY15855" fmla="*/ 35392104 h 57949372"/>
                <a:gd name="connsiteX15856" fmla="*/ 2080892 w 58051775"/>
                <a:gd name="connsiteY15856" fmla="*/ 35545784 h 57949372"/>
                <a:gd name="connsiteX15857" fmla="*/ 2128200 w 58051775"/>
                <a:gd name="connsiteY15857" fmla="*/ 35693073 h 57949372"/>
                <a:gd name="connsiteX15858" fmla="*/ 2172104 w 58051775"/>
                <a:gd name="connsiteY15858" fmla="*/ 35855916 h 57949372"/>
                <a:gd name="connsiteX15859" fmla="*/ 2198428 w 58051775"/>
                <a:gd name="connsiteY15859" fmla="*/ 36018288 h 57949372"/>
                <a:gd name="connsiteX15860" fmla="*/ 2254064 w 58051775"/>
                <a:gd name="connsiteY15860" fmla="*/ 36196432 h 57949372"/>
                <a:gd name="connsiteX15861" fmla="*/ 2298704 w 58051775"/>
                <a:gd name="connsiteY15861" fmla="*/ 36341052 h 57949372"/>
                <a:gd name="connsiteX15862" fmla="*/ 2331136 w 58051775"/>
                <a:gd name="connsiteY15862" fmla="*/ 36384072 h 57949372"/>
                <a:gd name="connsiteX15863" fmla="*/ 2342156 w 58051775"/>
                <a:gd name="connsiteY15863" fmla="*/ 36483996 h 57949372"/>
                <a:gd name="connsiteX15864" fmla="*/ 2395080 w 58051775"/>
                <a:gd name="connsiteY15864" fmla="*/ 36641132 h 57949372"/>
                <a:gd name="connsiteX15865" fmla="*/ 2431688 w 58051775"/>
                <a:gd name="connsiteY15865" fmla="*/ 36804020 h 57949372"/>
                <a:gd name="connsiteX15866" fmla="*/ 2475360 w 58051775"/>
                <a:gd name="connsiteY15866" fmla="*/ 36969376 h 57949372"/>
                <a:gd name="connsiteX15867" fmla="*/ 2520376 w 58051775"/>
                <a:gd name="connsiteY15867" fmla="*/ 37101696 h 57949372"/>
                <a:gd name="connsiteX15868" fmla="*/ 2577308 w 58051775"/>
                <a:gd name="connsiteY15868" fmla="*/ 37249104 h 57949372"/>
                <a:gd name="connsiteX15869" fmla="*/ 2616200 w 58051775"/>
                <a:gd name="connsiteY15869" fmla="*/ 37388460 h 57949372"/>
                <a:gd name="connsiteX15870" fmla="*/ 2660652 w 58051775"/>
                <a:gd name="connsiteY15870" fmla="*/ 37510352 h 57949372"/>
                <a:gd name="connsiteX15871" fmla="*/ 2705104 w 58051775"/>
                <a:gd name="connsiteY15871" fmla="*/ 37644032 h 57949372"/>
                <a:gd name="connsiteX15872" fmla="*/ 2745328 w 58051775"/>
                <a:gd name="connsiteY15872" fmla="*/ 37770724 h 57949372"/>
                <a:gd name="connsiteX15873" fmla="*/ 2787168 w 58051775"/>
                <a:gd name="connsiteY15873" fmla="*/ 37902804 h 57949372"/>
                <a:gd name="connsiteX15874" fmla="*/ 2843208 w 58051775"/>
                <a:gd name="connsiteY15874" fmla="*/ 38049200 h 57949372"/>
                <a:gd name="connsiteX15875" fmla="*/ 2882904 w 58051775"/>
                <a:gd name="connsiteY15875" fmla="*/ 38177632 h 57949372"/>
                <a:gd name="connsiteX15876" fmla="*/ 2935588 w 58051775"/>
                <a:gd name="connsiteY15876" fmla="*/ 38326400 h 57949372"/>
                <a:gd name="connsiteX15877" fmla="*/ 2971800 w 58051775"/>
                <a:gd name="connsiteY15877" fmla="*/ 38442748 h 57949372"/>
                <a:gd name="connsiteX15878" fmla="*/ 3010520 w 58051775"/>
                <a:gd name="connsiteY15878" fmla="*/ 38549424 h 57949372"/>
                <a:gd name="connsiteX15879" fmla="*/ 3060556 w 58051775"/>
                <a:gd name="connsiteY15879" fmla="*/ 38651560 h 57949372"/>
                <a:gd name="connsiteX15880" fmla="*/ 3109912 w 58051775"/>
                <a:gd name="connsiteY15880" fmla="*/ 38773104 h 57949372"/>
                <a:gd name="connsiteX15881" fmla="*/ 3149600 w 58051775"/>
                <a:gd name="connsiteY15881" fmla="*/ 38893148 h 57949372"/>
                <a:gd name="connsiteX15882" fmla="*/ 3194052 w 58051775"/>
                <a:gd name="connsiteY15882" fmla="*/ 39001704 h 57949372"/>
                <a:gd name="connsiteX15883" fmla="*/ 3238504 w 58051775"/>
                <a:gd name="connsiteY15883" fmla="*/ 39090976 h 57949372"/>
                <a:gd name="connsiteX15884" fmla="*/ 3289076 w 58051775"/>
                <a:gd name="connsiteY15884" fmla="*/ 39217376 h 57949372"/>
                <a:gd name="connsiteX15885" fmla="*/ 3315804 w 58051775"/>
                <a:gd name="connsiteY15885" fmla="*/ 39297260 h 57949372"/>
                <a:gd name="connsiteX15886" fmla="*/ 3373700 w 58051775"/>
                <a:gd name="connsiteY15886" fmla="*/ 39450928 h 57949372"/>
                <a:gd name="connsiteX15887" fmla="*/ 3417328 w 58051775"/>
                <a:gd name="connsiteY15887" fmla="*/ 39547132 h 57949372"/>
                <a:gd name="connsiteX15888" fmla="*/ 3466428 w 58051775"/>
                <a:gd name="connsiteY15888" fmla="*/ 39665180 h 57949372"/>
                <a:gd name="connsiteX15889" fmla="*/ 3505200 w 58051775"/>
                <a:gd name="connsiteY15889" fmla="*/ 39772976 h 57949372"/>
                <a:gd name="connsiteX15890" fmla="*/ 3549652 w 58051775"/>
                <a:gd name="connsiteY15890" fmla="*/ 39872496 h 57949372"/>
                <a:gd name="connsiteX15891" fmla="*/ 3594104 w 58051775"/>
                <a:gd name="connsiteY15891" fmla="*/ 39967328 h 57949372"/>
                <a:gd name="connsiteX15892" fmla="*/ 3612240 w 58051775"/>
                <a:gd name="connsiteY15892" fmla="*/ 40033576 h 57949372"/>
                <a:gd name="connsiteX15893" fmla="*/ 3656692 w 58051775"/>
                <a:gd name="connsiteY15893" fmla="*/ 40072176 h 57949372"/>
                <a:gd name="connsiteX15894" fmla="*/ 3683000 w 58051775"/>
                <a:gd name="connsiteY15894" fmla="*/ 40146040 h 57949372"/>
                <a:gd name="connsiteX15895" fmla="*/ 3733876 w 58051775"/>
                <a:gd name="connsiteY15895" fmla="*/ 40280048 h 57949372"/>
                <a:gd name="connsiteX15896" fmla="*/ 3776280 w 58051775"/>
                <a:gd name="connsiteY15896" fmla="*/ 40370176 h 57949372"/>
                <a:gd name="connsiteX15897" fmla="*/ 3822540 w 58051775"/>
                <a:gd name="connsiteY15897" fmla="*/ 40468348 h 57949372"/>
                <a:gd name="connsiteX15898" fmla="*/ 3860800 w 58051775"/>
                <a:gd name="connsiteY15898" fmla="*/ 40550952 h 57949372"/>
                <a:gd name="connsiteX15899" fmla="*/ 3912632 w 58051775"/>
                <a:gd name="connsiteY15899" fmla="*/ 40672080 h 57949372"/>
                <a:gd name="connsiteX15900" fmla="*/ 3936240 w 58051775"/>
                <a:gd name="connsiteY15900" fmla="*/ 40701172 h 57949372"/>
                <a:gd name="connsiteX15901" fmla="*/ 4000720 w 58051775"/>
                <a:gd name="connsiteY15901" fmla="*/ 40860444 h 57949372"/>
                <a:gd name="connsiteX15902" fmla="*/ 4038600 w 58051775"/>
                <a:gd name="connsiteY15902" fmla="*/ 40945324 h 57949372"/>
                <a:gd name="connsiteX15903" fmla="*/ 4081200 w 58051775"/>
                <a:gd name="connsiteY15903" fmla="*/ 41039048 h 57949372"/>
                <a:gd name="connsiteX15904" fmla="*/ 4132208 w 58051775"/>
                <a:gd name="connsiteY15904" fmla="*/ 41134240 h 57949372"/>
                <a:gd name="connsiteX15905" fmla="*/ 4172464 w 58051775"/>
                <a:gd name="connsiteY15905" fmla="*/ 41201348 h 57949372"/>
                <a:gd name="connsiteX15906" fmla="*/ 4203276 w 58051775"/>
                <a:gd name="connsiteY15906" fmla="*/ 41235904 h 57949372"/>
                <a:gd name="connsiteX15907" fmla="*/ 4267352 w 58051775"/>
                <a:gd name="connsiteY15907" fmla="*/ 41387404 h 57949372"/>
                <a:gd name="connsiteX15908" fmla="*/ 4305304 w 58051775"/>
                <a:gd name="connsiteY15908" fmla="*/ 41466528 h 57949372"/>
                <a:gd name="connsiteX15909" fmla="*/ 4342380 w 58051775"/>
                <a:gd name="connsiteY15909" fmla="*/ 41551876 h 57949372"/>
                <a:gd name="connsiteX15910" fmla="*/ 4397896 w 58051775"/>
                <a:gd name="connsiteY15910" fmla="*/ 41637916 h 57949372"/>
                <a:gd name="connsiteX15911" fmla="*/ 4447844 w 58051775"/>
                <a:gd name="connsiteY15911" fmla="*/ 41721188 h 57949372"/>
                <a:gd name="connsiteX15912" fmla="*/ 4488668 w 58051775"/>
                <a:gd name="connsiteY15912" fmla="*/ 41802340 h 57949372"/>
                <a:gd name="connsiteX15913" fmla="*/ 4533300 w 58051775"/>
                <a:gd name="connsiteY15913" fmla="*/ 41892204 h 57949372"/>
                <a:gd name="connsiteX15914" fmla="*/ 4571304 w 58051775"/>
                <a:gd name="connsiteY15914" fmla="*/ 41975192 h 57949372"/>
                <a:gd name="connsiteX15915" fmla="*/ 4603216 w 58051775"/>
                <a:gd name="connsiteY15915" fmla="*/ 42049704 h 57949372"/>
                <a:gd name="connsiteX15916" fmla="*/ 4653720 w 58051775"/>
                <a:gd name="connsiteY15916" fmla="*/ 42134560 h 57949372"/>
                <a:gd name="connsiteX15917" fmla="*/ 4712400 w 58051775"/>
                <a:gd name="connsiteY15917" fmla="*/ 42234732 h 57949372"/>
                <a:gd name="connsiteX15918" fmla="*/ 4749800 w 58051775"/>
                <a:gd name="connsiteY15918" fmla="*/ 42306912 h 57949372"/>
                <a:gd name="connsiteX15919" fmla="*/ 4786104 w 58051775"/>
                <a:gd name="connsiteY15919" fmla="*/ 42365488 h 57949372"/>
                <a:gd name="connsiteX15920" fmla="*/ 4836520 w 58051775"/>
                <a:gd name="connsiteY15920" fmla="*/ 42455480 h 57949372"/>
                <a:gd name="connsiteX15921" fmla="*/ 4888144 w 58051775"/>
                <a:gd name="connsiteY15921" fmla="*/ 42541360 h 57949372"/>
                <a:gd name="connsiteX15922" fmla="*/ 4933784 w 58051775"/>
                <a:gd name="connsiteY15922" fmla="*/ 42607732 h 57949372"/>
                <a:gd name="connsiteX15923" fmla="*/ 4972032 w 58051775"/>
                <a:gd name="connsiteY15923" fmla="*/ 42674868 h 57949372"/>
                <a:gd name="connsiteX15924" fmla="*/ 5016872 w 58051775"/>
                <a:gd name="connsiteY15924" fmla="*/ 42763464 h 57949372"/>
                <a:gd name="connsiteX15925" fmla="*/ 5068500 w 58051775"/>
                <a:gd name="connsiteY15925" fmla="*/ 42857300 h 57949372"/>
                <a:gd name="connsiteX15926" fmla="*/ 5105400 w 58051775"/>
                <a:gd name="connsiteY15926" fmla="*/ 42922452 h 57949372"/>
                <a:gd name="connsiteX15927" fmla="*/ 5148596 w 58051775"/>
                <a:gd name="connsiteY15927" fmla="*/ 42995444 h 57949372"/>
                <a:gd name="connsiteX15928" fmla="*/ 5200208 w 58051775"/>
                <a:gd name="connsiteY15928" fmla="*/ 43088480 h 57949372"/>
                <a:gd name="connsiteX15929" fmla="*/ 5244812 w 58051775"/>
                <a:gd name="connsiteY15929" fmla="*/ 43165080 h 57949372"/>
                <a:gd name="connsiteX15930" fmla="*/ 5289624 w 58051775"/>
                <a:gd name="connsiteY15930" fmla="*/ 43231132 h 57949372"/>
                <a:gd name="connsiteX15931" fmla="*/ 5335180 w 58051775"/>
                <a:gd name="connsiteY15931" fmla="*/ 43308204 h 57949372"/>
                <a:gd name="connsiteX15932" fmla="*/ 5372104 w 58051775"/>
                <a:gd name="connsiteY15932" fmla="*/ 43376368 h 57949372"/>
                <a:gd name="connsiteX15933" fmla="*/ 5402448 w 58051775"/>
                <a:gd name="connsiteY15933" fmla="*/ 43429904 h 57949372"/>
                <a:gd name="connsiteX15934" fmla="*/ 5465020 w 58051775"/>
                <a:gd name="connsiteY15934" fmla="*/ 43511052 h 57949372"/>
                <a:gd name="connsiteX15935" fmla="*/ 5516408 w 58051775"/>
                <a:gd name="connsiteY15935" fmla="*/ 43584952 h 57949372"/>
                <a:gd name="connsiteX15936" fmla="*/ 5543712 w 58051775"/>
                <a:gd name="connsiteY15936" fmla="*/ 43637920 h 57949372"/>
                <a:gd name="connsiteX15937" fmla="*/ 5581224 w 58051775"/>
                <a:gd name="connsiteY15937" fmla="*/ 43697368 h 57949372"/>
                <a:gd name="connsiteX15938" fmla="*/ 5642820 w 58051775"/>
                <a:gd name="connsiteY15938" fmla="*/ 43777752 h 57949372"/>
                <a:gd name="connsiteX15939" fmla="*/ 5694208 w 58051775"/>
                <a:gd name="connsiteY15939" fmla="*/ 43851656 h 57949372"/>
                <a:gd name="connsiteX15940" fmla="*/ 5721092 w 58051775"/>
                <a:gd name="connsiteY15940" fmla="*/ 43902724 h 57949372"/>
                <a:gd name="connsiteX15941" fmla="*/ 5772392 w 58051775"/>
                <a:gd name="connsiteY15941" fmla="*/ 43984088 h 57949372"/>
                <a:gd name="connsiteX15942" fmla="*/ 5817960 w 58051775"/>
                <a:gd name="connsiteY15942" fmla="*/ 44059168 h 57949372"/>
                <a:gd name="connsiteX15943" fmla="*/ 5862728 w 58051775"/>
                <a:gd name="connsiteY15943" fmla="*/ 44128612 h 57949372"/>
                <a:gd name="connsiteX15944" fmla="*/ 5905504 w 58051775"/>
                <a:gd name="connsiteY15944" fmla="*/ 44189360 h 57949372"/>
                <a:gd name="connsiteX15945" fmla="*/ 5949952 w 58051775"/>
                <a:gd name="connsiteY15945" fmla="*/ 44254000 h 57949372"/>
                <a:gd name="connsiteX15946" fmla="*/ 5994400 w 58051775"/>
                <a:gd name="connsiteY15946" fmla="*/ 44335632 h 57949372"/>
                <a:gd name="connsiteX15947" fmla="*/ 6038964 w 58051775"/>
                <a:gd name="connsiteY15947" fmla="*/ 44420936 h 57949372"/>
                <a:gd name="connsiteX15948" fmla="*/ 6169940 w 58051775"/>
                <a:gd name="connsiteY15948" fmla="*/ 44582264 h 57949372"/>
                <a:gd name="connsiteX15949" fmla="*/ 6225432 w 58051775"/>
                <a:gd name="connsiteY15949" fmla="*/ 44663700 h 57949372"/>
                <a:gd name="connsiteX15950" fmla="*/ 6261104 w 58051775"/>
                <a:gd name="connsiteY15950" fmla="*/ 44723648 h 57949372"/>
                <a:gd name="connsiteX15951" fmla="*/ 6298600 w 58051775"/>
                <a:gd name="connsiteY15951" fmla="*/ 44769064 h 57949372"/>
                <a:gd name="connsiteX15952" fmla="*/ 6356388 w 58051775"/>
                <a:gd name="connsiteY15952" fmla="*/ 44847496 h 57949372"/>
                <a:gd name="connsiteX15953" fmla="*/ 6407788 w 58051775"/>
                <a:gd name="connsiteY15953" fmla="*/ 44922672 h 57949372"/>
                <a:gd name="connsiteX15954" fmla="*/ 6438904 w 58051775"/>
                <a:gd name="connsiteY15954" fmla="*/ 44971132 h 57949372"/>
                <a:gd name="connsiteX15955" fmla="*/ 6480176 w 58051775"/>
                <a:gd name="connsiteY15955" fmla="*/ 45038240 h 57949372"/>
                <a:gd name="connsiteX15956" fmla="*/ 6629400 w 58051775"/>
                <a:gd name="connsiteY15956" fmla="*/ 45219012 h 57949372"/>
                <a:gd name="connsiteX15957" fmla="*/ 6667504 w 58051775"/>
                <a:gd name="connsiteY15957" fmla="*/ 45281852 h 57949372"/>
                <a:gd name="connsiteX15958" fmla="*/ 6705600 w 58051775"/>
                <a:gd name="connsiteY15958" fmla="*/ 45343152 h 57949372"/>
                <a:gd name="connsiteX15959" fmla="*/ 6743688 w 58051775"/>
                <a:gd name="connsiteY15959" fmla="*/ 45395380 h 57949372"/>
                <a:gd name="connsiteX15960" fmla="*/ 6896104 w 58051775"/>
                <a:gd name="connsiteY15960" fmla="*/ 45585048 h 57949372"/>
                <a:gd name="connsiteX15961" fmla="*/ 6934200 w 58051775"/>
                <a:gd name="connsiteY15961" fmla="*/ 45637452 h 57949372"/>
                <a:gd name="connsiteX15962" fmla="*/ 6972304 w 58051775"/>
                <a:gd name="connsiteY15962" fmla="*/ 45692580 h 57949372"/>
                <a:gd name="connsiteX15963" fmla="*/ 7013576 w 58051775"/>
                <a:gd name="connsiteY15963" fmla="*/ 45751396 h 57949372"/>
                <a:gd name="connsiteX15964" fmla="*/ 7162800 w 58051775"/>
                <a:gd name="connsiteY15964" fmla="*/ 45936340 h 57949372"/>
                <a:gd name="connsiteX15965" fmla="*/ 7221776 w 58051775"/>
                <a:gd name="connsiteY15965" fmla="*/ 45999400 h 57949372"/>
                <a:gd name="connsiteX15966" fmla="*/ 7249652 w 58051775"/>
                <a:gd name="connsiteY15966" fmla="*/ 46034328 h 57949372"/>
                <a:gd name="connsiteX15967" fmla="*/ 7378388 w 58051775"/>
                <a:gd name="connsiteY15967" fmla="*/ 46196152 h 57949372"/>
                <a:gd name="connsiteX15968" fmla="*/ 7410768 w 58051775"/>
                <a:gd name="connsiteY15968" fmla="*/ 46228992 h 57949372"/>
                <a:gd name="connsiteX15969" fmla="*/ 7468568 w 58051775"/>
                <a:gd name="connsiteY15969" fmla="*/ 46311664 h 57949372"/>
                <a:gd name="connsiteX15970" fmla="*/ 7518400 w 58051775"/>
                <a:gd name="connsiteY15970" fmla="*/ 46381288 h 57949372"/>
                <a:gd name="connsiteX15971" fmla="*/ 7556504 w 58051775"/>
                <a:gd name="connsiteY15971" fmla="*/ 46433200 h 57949372"/>
                <a:gd name="connsiteX15972" fmla="*/ 7594600 w 58051775"/>
                <a:gd name="connsiteY15972" fmla="*/ 46488712 h 57949372"/>
                <a:gd name="connsiteX15973" fmla="*/ 7761008 w 58051775"/>
                <a:gd name="connsiteY15973" fmla="*/ 46674156 h 57949372"/>
                <a:gd name="connsiteX15974" fmla="*/ 7956912 w 58051775"/>
                <a:gd name="connsiteY15974" fmla="*/ 46903120 h 57949372"/>
                <a:gd name="connsiteX15975" fmla="*/ 8012896 w 58051775"/>
                <a:gd name="connsiteY15975" fmla="*/ 46970696 h 57949372"/>
                <a:gd name="connsiteX15976" fmla="*/ 8057640 w 58051775"/>
                <a:gd name="connsiteY15976" fmla="*/ 47014416 h 57949372"/>
                <a:gd name="connsiteX15977" fmla="*/ 8108304 w 58051775"/>
                <a:gd name="connsiteY15977" fmla="*/ 47070960 h 57949372"/>
                <a:gd name="connsiteX15978" fmla="*/ 8140704 w 58051775"/>
                <a:gd name="connsiteY15978" fmla="*/ 47110080 h 57949372"/>
                <a:gd name="connsiteX15979" fmla="*/ 8178800 w 58051775"/>
                <a:gd name="connsiteY15979" fmla="*/ 47155104 h 57949372"/>
                <a:gd name="connsiteX15980" fmla="*/ 8216904 w 58051775"/>
                <a:gd name="connsiteY15980" fmla="*/ 47199576 h 57949372"/>
                <a:gd name="connsiteX15981" fmla="*/ 8358128 w 58051775"/>
                <a:gd name="connsiteY15981" fmla="*/ 47353412 h 57949372"/>
                <a:gd name="connsiteX15982" fmla="*/ 8388672 w 58051775"/>
                <a:gd name="connsiteY15982" fmla="*/ 47391660 h 57949372"/>
                <a:gd name="connsiteX15983" fmla="*/ 8666176 w 58051775"/>
                <a:gd name="connsiteY15983" fmla="*/ 47690112 h 57949372"/>
                <a:gd name="connsiteX15984" fmla="*/ 8936680 w 58051775"/>
                <a:gd name="connsiteY15984" fmla="*/ 47988376 h 57949372"/>
                <a:gd name="connsiteX15985" fmla="*/ 8986140 w 58051775"/>
                <a:gd name="connsiteY15985" fmla="*/ 48042196 h 57949372"/>
                <a:gd name="connsiteX15986" fmla="*/ 9029704 w 58051775"/>
                <a:gd name="connsiteY15986" fmla="*/ 48088552 h 57949372"/>
                <a:gd name="connsiteX15987" fmla="*/ 9072496 w 58051775"/>
                <a:gd name="connsiteY15987" fmla="*/ 48134560 h 57949372"/>
                <a:gd name="connsiteX15988" fmla="*/ 9117016 w 58051775"/>
                <a:gd name="connsiteY15988" fmla="*/ 48179040 h 57949372"/>
                <a:gd name="connsiteX15989" fmla="*/ 9162620 w 58051775"/>
                <a:gd name="connsiteY15989" fmla="*/ 48224016 h 57949372"/>
                <a:gd name="connsiteX15990" fmla="*/ 9201872 w 58051775"/>
                <a:gd name="connsiteY15990" fmla="*/ 48262268 h 57949372"/>
                <a:gd name="connsiteX15991" fmla="*/ 9237040 w 58051775"/>
                <a:gd name="connsiteY15991" fmla="*/ 48301208 h 57949372"/>
                <a:gd name="connsiteX15992" fmla="*/ 9371704 w 58051775"/>
                <a:gd name="connsiteY15992" fmla="*/ 48441116 h 57949372"/>
                <a:gd name="connsiteX15993" fmla="*/ 9424852 w 58051775"/>
                <a:gd name="connsiteY15993" fmla="*/ 48495704 h 57949372"/>
                <a:gd name="connsiteX15994" fmla="*/ 9476680 w 58051775"/>
                <a:gd name="connsiteY15994" fmla="*/ 48546120 h 57949372"/>
                <a:gd name="connsiteX15995" fmla="*/ 9511616 w 58051775"/>
                <a:gd name="connsiteY15995" fmla="*/ 48583636 h 57949372"/>
                <a:gd name="connsiteX15996" fmla="*/ 9649892 w 58051775"/>
                <a:gd name="connsiteY15996" fmla="*/ 48714136 h 57949372"/>
                <a:gd name="connsiteX15997" fmla="*/ 9694696 w 58051775"/>
                <a:gd name="connsiteY15997" fmla="*/ 48756812 h 57949372"/>
                <a:gd name="connsiteX15998" fmla="*/ 9739316 w 58051775"/>
                <a:gd name="connsiteY15998" fmla="*/ 48801340 h 57949372"/>
                <a:gd name="connsiteX15999" fmla="*/ 9781992 w 58051775"/>
                <a:gd name="connsiteY15999" fmla="*/ 48841008 h 57949372"/>
                <a:gd name="connsiteX16000" fmla="*/ 9842888 w 58051775"/>
                <a:gd name="connsiteY16000" fmla="*/ 48882096 h 57949372"/>
                <a:gd name="connsiteX16001" fmla="*/ 10289792 w 58051775"/>
                <a:gd name="connsiteY16001" fmla="*/ 49298812 h 57949372"/>
                <a:gd name="connsiteX16002" fmla="*/ 10336016 w 58051775"/>
                <a:gd name="connsiteY16002" fmla="*/ 49343568 h 57949372"/>
                <a:gd name="connsiteX16003" fmla="*/ 10404540 w 58051775"/>
                <a:gd name="connsiteY16003" fmla="*/ 49413880 h 57949372"/>
                <a:gd name="connsiteX16004" fmla="*/ 10554536 w 58051775"/>
                <a:gd name="connsiteY16004" fmla="*/ 49558576 h 57949372"/>
                <a:gd name="connsiteX16005" fmla="*/ 10666544 w 58051775"/>
                <a:gd name="connsiteY16005" fmla="*/ 49657000 h 57949372"/>
                <a:gd name="connsiteX16006" fmla="*/ 10723212 w 58051775"/>
                <a:gd name="connsiteY16006" fmla="*/ 49695104 h 57949372"/>
                <a:gd name="connsiteX16007" fmla="*/ 10777900 w 58051775"/>
                <a:gd name="connsiteY16007" fmla="*/ 49733200 h 57949372"/>
                <a:gd name="connsiteX16008" fmla="*/ 10864376 w 58051775"/>
                <a:gd name="connsiteY16008" fmla="*/ 49811068 h 57949372"/>
                <a:gd name="connsiteX16009" fmla="*/ 10976080 w 58051775"/>
                <a:gd name="connsiteY16009" fmla="*/ 49911136 h 57949372"/>
                <a:gd name="connsiteX16010" fmla="*/ 11145132 w 58051775"/>
                <a:gd name="connsiteY16010" fmla="*/ 50061872 h 57949372"/>
                <a:gd name="connsiteX16011" fmla="*/ 11289136 w 58051775"/>
                <a:gd name="connsiteY16011" fmla="*/ 50190400 h 57949372"/>
                <a:gd name="connsiteX16012" fmla="*/ 11529960 w 58051775"/>
                <a:gd name="connsiteY16012" fmla="*/ 50382580 h 57949372"/>
                <a:gd name="connsiteX16013" fmla="*/ 11617236 w 58051775"/>
                <a:gd name="connsiteY16013" fmla="*/ 50449064 h 57949372"/>
                <a:gd name="connsiteX16014" fmla="*/ 11683864 w 58051775"/>
                <a:gd name="connsiteY16014" fmla="*/ 50507712 h 57949372"/>
                <a:gd name="connsiteX16015" fmla="*/ 11728116 w 58051775"/>
                <a:gd name="connsiteY16015" fmla="*/ 50546000 h 57949372"/>
                <a:gd name="connsiteX16016" fmla="*/ 11874504 w 58051775"/>
                <a:gd name="connsiteY16016" fmla="*/ 50651632 h 57949372"/>
                <a:gd name="connsiteX16017" fmla="*/ 11938000 w 58051775"/>
                <a:gd name="connsiteY16017" fmla="*/ 50698168 h 57949372"/>
                <a:gd name="connsiteX16018" fmla="*/ 12106768 w 58051775"/>
                <a:gd name="connsiteY16018" fmla="*/ 50843232 h 57949372"/>
                <a:gd name="connsiteX16019" fmla="*/ 12184940 w 58051775"/>
                <a:gd name="connsiteY16019" fmla="*/ 50901600 h 57949372"/>
                <a:gd name="connsiteX16020" fmla="*/ 12331704 w 58051775"/>
                <a:gd name="connsiteY16020" fmla="*/ 51007340 h 57949372"/>
                <a:gd name="connsiteX16021" fmla="*/ 12411220 w 58051775"/>
                <a:gd name="connsiteY16021" fmla="*/ 51065656 h 57949372"/>
                <a:gd name="connsiteX16022" fmla="*/ 12468368 w 58051775"/>
                <a:gd name="connsiteY16022" fmla="*/ 51112960 h 57949372"/>
                <a:gd name="connsiteX16023" fmla="*/ 12528552 w 58051775"/>
                <a:gd name="connsiteY16023" fmla="*/ 51157208 h 57949372"/>
                <a:gd name="connsiteX16024" fmla="*/ 12824492 w 58051775"/>
                <a:gd name="connsiteY16024" fmla="*/ 51373220 h 57949372"/>
                <a:gd name="connsiteX16025" fmla="*/ 12890504 w 58051775"/>
                <a:gd name="connsiteY16025" fmla="*/ 51416176 h 57949372"/>
                <a:gd name="connsiteX16026" fmla="*/ 12976264 w 58051775"/>
                <a:gd name="connsiteY16026" fmla="*/ 51474784 h 57949372"/>
                <a:gd name="connsiteX16027" fmla="*/ 13048908 w 58051775"/>
                <a:gd name="connsiteY16027" fmla="*/ 51523904 h 57949372"/>
                <a:gd name="connsiteX16028" fmla="*/ 13095516 w 58051775"/>
                <a:gd name="connsiteY16028" fmla="*/ 51561744 h 57949372"/>
                <a:gd name="connsiteX16029" fmla="*/ 13163880 w 58051775"/>
                <a:gd name="connsiteY16029" fmla="*/ 51612912 h 57949372"/>
                <a:gd name="connsiteX16030" fmla="*/ 13233748 w 58051775"/>
                <a:gd name="connsiteY16030" fmla="*/ 51657620 h 57949372"/>
                <a:gd name="connsiteX16031" fmla="*/ 13280352 w 58051775"/>
                <a:gd name="connsiteY16031" fmla="*/ 51689000 h 57949372"/>
                <a:gd name="connsiteX16032" fmla="*/ 13352580 w 58051775"/>
                <a:gd name="connsiteY16032" fmla="*/ 51739800 h 57949372"/>
                <a:gd name="connsiteX16033" fmla="*/ 13421704 w 58051775"/>
                <a:gd name="connsiteY16033" fmla="*/ 51790600 h 57949372"/>
                <a:gd name="connsiteX16034" fmla="*/ 13479112 w 58051775"/>
                <a:gd name="connsiteY16034" fmla="*/ 51828704 h 57949372"/>
                <a:gd name="connsiteX16035" fmla="*/ 13535932 w 58051775"/>
                <a:gd name="connsiteY16035" fmla="*/ 51866800 h 57949372"/>
                <a:gd name="connsiteX16036" fmla="*/ 13608052 w 58051775"/>
                <a:gd name="connsiteY16036" fmla="*/ 51917600 h 57949372"/>
                <a:gd name="connsiteX16037" fmla="*/ 13685600 w 58051775"/>
                <a:gd name="connsiteY16037" fmla="*/ 51968400 h 57949372"/>
                <a:gd name="connsiteX16038" fmla="*/ 13735600 w 58051775"/>
                <a:gd name="connsiteY16038" fmla="*/ 51999544 h 57949372"/>
                <a:gd name="connsiteX16039" fmla="*/ 13822836 w 58051775"/>
                <a:gd name="connsiteY16039" fmla="*/ 52055496 h 57949372"/>
                <a:gd name="connsiteX16040" fmla="*/ 13892608 w 58051775"/>
                <a:gd name="connsiteY16040" fmla="*/ 52105876 h 57949372"/>
                <a:gd name="connsiteX16041" fmla="*/ 13945440 w 58051775"/>
                <a:gd name="connsiteY16041" fmla="*/ 52140040 h 57949372"/>
                <a:gd name="connsiteX16042" fmla="*/ 14025612 w 58051775"/>
                <a:gd name="connsiteY16042" fmla="*/ 52184656 h 57949372"/>
                <a:gd name="connsiteX16043" fmla="*/ 14101368 w 58051775"/>
                <a:gd name="connsiteY16043" fmla="*/ 52229392 h 57949372"/>
                <a:gd name="connsiteX16044" fmla="*/ 14168856 w 58051775"/>
                <a:gd name="connsiteY16044" fmla="*/ 52281052 h 57949372"/>
                <a:gd name="connsiteX16045" fmla="*/ 14236836 w 58051775"/>
                <a:gd name="connsiteY16045" fmla="*/ 52324000 h 57949372"/>
                <a:gd name="connsiteX16046" fmla="*/ 14416312 w 58051775"/>
                <a:gd name="connsiteY16046" fmla="*/ 52442544 h 57949372"/>
                <a:gd name="connsiteX16047" fmla="*/ 14506728 w 58051775"/>
                <a:gd name="connsiteY16047" fmla="*/ 52497988 h 57949372"/>
                <a:gd name="connsiteX16048" fmla="*/ 14595712 w 58051775"/>
                <a:gd name="connsiteY16048" fmla="*/ 52547544 h 57949372"/>
                <a:gd name="connsiteX16049" fmla="*/ 14671912 w 58051775"/>
                <a:gd name="connsiteY16049" fmla="*/ 52592452 h 57949372"/>
                <a:gd name="connsiteX16050" fmla="*/ 14741460 w 58051775"/>
                <a:gd name="connsiteY16050" fmla="*/ 52629856 h 57949372"/>
                <a:gd name="connsiteX16051" fmla="*/ 14804960 w 58051775"/>
                <a:gd name="connsiteY16051" fmla="*/ 52667300 h 57949372"/>
                <a:gd name="connsiteX16052" fmla="*/ 14874228 w 58051775"/>
                <a:gd name="connsiteY16052" fmla="*/ 52718980 h 57949372"/>
                <a:gd name="connsiteX16053" fmla="*/ 14960376 w 58051775"/>
                <a:gd name="connsiteY16053" fmla="*/ 52768504 h 57949372"/>
                <a:gd name="connsiteX16054" fmla="*/ 15042356 w 58051775"/>
                <a:gd name="connsiteY16054" fmla="*/ 52811308 h 57949372"/>
                <a:gd name="connsiteX16055" fmla="*/ 15129560 w 58051775"/>
                <a:gd name="connsiteY16055" fmla="*/ 52862444 h 57949372"/>
                <a:gd name="connsiteX16056" fmla="*/ 15190340 w 58051775"/>
                <a:gd name="connsiteY16056" fmla="*/ 52890520 h 57949372"/>
                <a:gd name="connsiteX16057" fmla="*/ 15279592 w 58051775"/>
                <a:gd name="connsiteY16057" fmla="*/ 52947052 h 57949372"/>
                <a:gd name="connsiteX16058" fmla="*/ 15359904 w 58051775"/>
                <a:gd name="connsiteY16058" fmla="*/ 52995892 h 57949372"/>
                <a:gd name="connsiteX16059" fmla="*/ 15408456 w 58051775"/>
                <a:gd name="connsiteY16059" fmla="*/ 53016612 h 57949372"/>
                <a:gd name="connsiteX16060" fmla="*/ 15496528 w 58051775"/>
                <a:gd name="connsiteY16060" fmla="*/ 53074684 h 57949372"/>
                <a:gd name="connsiteX16061" fmla="*/ 15582968 w 58051775"/>
                <a:gd name="connsiteY16061" fmla="*/ 53124104 h 57949372"/>
                <a:gd name="connsiteX16062" fmla="*/ 15657612 w 58051775"/>
                <a:gd name="connsiteY16062" fmla="*/ 53162616 h 57949372"/>
                <a:gd name="connsiteX16063" fmla="*/ 15736272 w 58051775"/>
                <a:gd name="connsiteY16063" fmla="*/ 53208252 h 57949372"/>
                <a:gd name="connsiteX16064" fmla="*/ 15811504 w 58051775"/>
                <a:gd name="connsiteY16064" fmla="*/ 53244832 h 57949372"/>
                <a:gd name="connsiteX16065" fmla="*/ 15900400 w 58051775"/>
                <a:gd name="connsiteY16065" fmla="*/ 53289240 h 57949372"/>
                <a:gd name="connsiteX16066" fmla="*/ 15982952 w 58051775"/>
                <a:gd name="connsiteY16066" fmla="*/ 53327580 h 57949372"/>
                <a:gd name="connsiteX16067" fmla="*/ 16071852 w 58051775"/>
                <a:gd name="connsiteY16067" fmla="*/ 53378104 h 57949372"/>
                <a:gd name="connsiteX16068" fmla="*/ 16160752 w 58051775"/>
                <a:gd name="connsiteY16068" fmla="*/ 53428196 h 57949372"/>
                <a:gd name="connsiteX16069" fmla="*/ 16236952 w 58051775"/>
                <a:gd name="connsiteY16069" fmla="*/ 53467000 h 57949372"/>
                <a:gd name="connsiteX16070" fmla="*/ 16313152 w 58051775"/>
                <a:gd name="connsiteY16070" fmla="*/ 53504968 h 57949372"/>
                <a:gd name="connsiteX16071" fmla="*/ 16402052 w 58051775"/>
                <a:gd name="connsiteY16071" fmla="*/ 53550620 h 57949372"/>
                <a:gd name="connsiteX16072" fmla="*/ 16514920 w 58051775"/>
                <a:gd name="connsiteY16072" fmla="*/ 53609444 h 57949372"/>
                <a:gd name="connsiteX16073" fmla="*/ 16611688 w 58051775"/>
                <a:gd name="connsiteY16073" fmla="*/ 53657528 h 57949372"/>
                <a:gd name="connsiteX16074" fmla="*/ 16691180 w 58051775"/>
                <a:gd name="connsiteY16074" fmla="*/ 53695536 h 57949372"/>
                <a:gd name="connsiteX16075" fmla="*/ 16778560 w 58051775"/>
                <a:gd name="connsiteY16075" fmla="*/ 53740848 h 57949372"/>
                <a:gd name="connsiteX16076" fmla="*/ 16859884 w 58051775"/>
                <a:gd name="connsiteY16076" fmla="*/ 53785072 h 57949372"/>
                <a:gd name="connsiteX16077" fmla="*/ 16939460 w 58051775"/>
                <a:gd name="connsiteY16077" fmla="*/ 53828128 h 57949372"/>
                <a:gd name="connsiteX16078" fmla="*/ 17027728 w 58051775"/>
                <a:gd name="connsiteY16078" fmla="*/ 53871840 h 57949372"/>
                <a:gd name="connsiteX16079" fmla="*/ 17113252 w 58051775"/>
                <a:gd name="connsiteY16079" fmla="*/ 53905752 h 57949372"/>
                <a:gd name="connsiteX16080" fmla="*/ 17247264 w 58051775"/>
                <a:gd name="connsiteY16080" fmla="*/ 53970092 h 57949372"/>
                <a:gd name="connsiteX16081" fmla="*/ 17348464 w 58051775"/>
                <a:gd name="connsiteY16081" fmla="*/ 54013152 h 57949372"/>
                <a:gd name="connsiteX16082" fmla="*/ 17456356 w 58051775"/>
                <a:gd name="connsiteY16082" fmla="*/ 54064100 h 57949372"/>
                <a:gd name="connsiteX16083" fmla="*/ 17542056 w 58051775"/>
                <a:gd name="connsiteY16083" fmla="*/ 54102000 h 57949372"/>
                <a:gd name="connsiteX16084" fmla="*/ 17633104 w 58051775"/>
                <a:gd name="connsiteY16084" fmla="*/ 54146452 h 57949372"/>
                <a:gd name="connsiteX16085" fmla="*/ 17727804 w 58051775"/>
                <a:gd name="connsiteY16085" fmla="*/ 54190904 h 57949372"/>
                <a:gd name="connsiteX16086" fmla="*/ 17816312 w 58051775"/>
                <a:gd name="connsiteY16086" fmla="*/ 54223092 h 57949372"/>
                <a:gd name="connsiteX16087" fmla="*/ 17921864 w 58051775"/>
                <a:gd name="connsiteY16087" fmla="*/ 54275268 h 57949372"/>
                <a:gd name="connsiteX16088" fmla="*/ 18023908 w 58051775"/>
                <a:gd name="connsiteY16088" fmla="*/ 54324496 h 57949372"/>
                <a:gd name="connsiteX16089" fmla="*/ 18125544 w 58051775"/>
                <a:gd name="connsiteY16089" fmla="*/ 54368080 h 57949372"/>
                <a:gd name="connsiteX16090" fmla="*/ 18225960 w 58051775"/>
                <a:gd name="connsiteY16090" fmla="*/ 54414548 h 57949372"/>
                <a:gd name="connsiteX16091" fmla="*/ 18329480 w 58051775"/>
                <a:gd name="connsiteY16091" fmla="*/ 54456168 h 57949372"/>
                <a:gd name="connsiteX16092" fmla="*/ 18438088 w 58051775"/>
                <a:gd name="connsiteY16092" fmla="*/ 54498160 h 57949372"/>
                <a:gd name="connsiteX16093" fmla="*/ 18537760 w 58051775"/>
                <a:gd name="connsiteY16093" fmla="*/ 54539804 h 57949372"/>
                <a:gd name="connsiteX16094" fmla="*/ 18669000 w 58051775"/>
                <a:gd name="connsiteY16094" fmla="*/ 54596384 h 57949372"/>
                <a:gd name="connsiteX16095" fmla="*/ 18789800 w 58051775"/>
                <a:gd name="connsiteY16095" fmla="*/ 54635400 h 57949372"/>
                <a:gd name="connsiteX16096" fmla="*/ 18876856 w 58051775"/>
                <a:gd name="connsiteY16096" fmla="*/ 54672156 h 57949372"/>
                <a:gd name="connsiteX16097" fmla="*/ 19001480 w 58051775"/>
                <a:gd name="connsiteY16097" fmla="*/ 54722716 h 57949372"/>
                <a:gd name="connsiteX16098" fmla="*/ 19114548 w 58051775"/>
                <a:gd name="connsiteY16098" fmla="*/ 54769756 h 57949372"/>
                <a:gd name="connsiteX16099" fmla="*/ 19224960 w 58051775"/>
                <a:gd name="connsiteY16099" fmla="*/ 54811920 h 57949372"/>
                <a:gd name="connsiteX16100" fmla="*/ 19341416 w 58051775"/>
                <a:gd name="connsiteY16100" fmla="*/ 54855128 h 57949372"/>
                <a:gd name="connsiteX16101" fmla="*/ 19384352 w 58051775"/>
                <a:gd name="connsiteY16101" fmla="*/ 54883128 h 57949372"/>
                <a:gd name="connsiteX16102" fmla="*/ 19582488 w 58051775"/>
                <a:gd name="connsiteY16102" fmla="*/ 54944988 h 57949372"/>
                <a:gd name="connsiteX16103" fmla="*/ 19715184 w 58051775"/>
                <a:gd name="connsiteY16103" fmla="*/ 54987072 h 57949372"/>
                <a:gd name="connsiteX16104" fmla="*/ 19844072 w 58051775"/>
                <a:gd name="connsiteY16104" fmla="*/ 55034552 h 57949372"/>
                <a:gd name="connsiteX16105" fmla="*/ 19976992 w 58051775"/>
                <a:gd name="connsiteY16105" fmla="*/ 55079888 h 57949372"/>
                <a:gd name="connsiteX16106" fmla="*/ 20112000 w 58051775"/>
                <a:gd name="connsiteY16106" fmla="*/ 55122424 h 57949372"/>
                <a:gd name="connsiteX16107" fmla="*/ 20164804 w 58051775"/>
                <a:gd name="connsiteY16107" fmla="*/ 55155296 h 57949372"/>
                <a:gd name="connsiteX16108" fmla="*/ 20266328 w 58051775"/>
                <a:gd name="connsiteY16108" fmla="*/ 55166036 h 57949372"/>
                <a:gd name="connsiteX16109" fmla="*/ 20383912 w 58051775"/>
                <a:gd name="connsiteY16109" fmla="*/ 55216068 h 57949372"/>
                <a:gd name="connsiteX16110" fmla="*/ 20508856 w 58051775"/>
                <a:gd name="connsiteY16110" fmla="*/ 55259768 h 57949372"/>
                <a:gd name="connsiteX16111" fmla="*/ 20642536 w 58051775"/>
                <a:gd name="connsiteY16111" fmla="*/ 55305644 h 57949372"/>
                <a:gd name="connsiteX16112" fmla="*/ 20757768 w 58051775"/>
                <a:gd name="connsiteY16112" fmla="*/ 55346600 h 57949372"/>
                <a:gd name="connsiteX16113" fmla="*/ 20919288 w 58051775"/>
                <a:gd name="connsiteY16113" fmla="*/ 55400944 h 57949372"/>
                <a:gd name="connsiteX16114" fmla="*/ 21060048 w 58051775"/>
                <a:gd name="connsiteY16114" fmla="*/ 55438472 h 57949372"/>
                <a:gd name="connsiteX16115" fmla="*/ 21230376 w 58051775"/>
                <a:gd name="connsiteY16115" fmla="*/ 55480648 h 57949372"/>
                <a:gd name="connsiteX16116" fmla="*/ 21390072 w 58051775"/>
                <a:gd name="connsiteY16116" fmla="*/ 55524688 h 57949372"/>
                <a:gd name="connsiteX16117" fmla="*/ 21526576 w 58051775"/>
                <a:gd name="connsiteY16117" fmla="*/ 55568920 h 57949372"/>
                <a:gd name="connsiteX16118" fmla="*/ 21678248 w 58051775"/>
                <a:gd name="connsiteY16118" fmla="*/ 55613904 h 57949372"/>
                <a:gd name="connsiteX16119" fmla="*/ 21852376 w 58051775"/>
                <a:gd name="connsiteY16119" fmla="*/ 55658268 h 57949372"/>
                <a:gd name="connsiteX16120" fmla="*/ 22009920 w 58051775"/>
                <a:gd name="connsiteY16120" fmla="*/ 55703020 h 57949372"/>
                <a:gd name="connsiteX16121" fmla="*/ 22176008 w 58051775"/>
                <a:gd name="connsiteY16121" fmla="*/ 55740680 h 57949372"/>
                <a:gd name="connsiteX16122" fmla="*/ 22364784 w 58051775"/>
                <a:gd name="connsiteY16122" fmla="*/ 55784680 h 57949372"/>
                <a:gd name="connsiteX16123" fmla="*/ 22569208 w 58051775"/>
                <a:gd name="connsiteY16123" fmla="*/ 55840456 h 57949372"/>
                <a:gd name="connsiteX16124" fmla="*/ 22734232 w 58051775"/>
                <a:gd name="connsiteY16124" fmla="*/ 55873956 h 57949372"/>
                <a:gd name="connsiteX16125" fmla="*/ 22956936 w 58051775"/>
                <a:gd name="connsiteY16125" fmla="*/ 55932384 h 57949372"/>
                <a:gd name="connsiteX16126" fmla="*/ 23123984 w 58051775"/>
                <a:gd name="connsiteY16126" fmla="*/ 55963112 h 57949372"/>
                <a:gd name="connsiteX16127" fmla="*/ 23357432 w 58051775"/>
                <a:gd name="connsiteY16127" fmla="*/ 56011268 h 57949372"/>
                <a:gd name="connsiteX16128" fmla="*/ 23554280 w 58051775"/>
                <a:gd name="connsiteY16128" fmla="*/ 56052208 h 57949372"/>
                <a:gd name="connsiteX16129" fmla="*/ 23822664 w 58051775"/>
                <a:gd name="connsiteY16129" fmla="*/ 56103460 h 57949372"/>
                <a:gd name="connsiteX16130" fmla="*/ 24041104 w 58051775"/>
                <a:gd name="connsiteY16130" fmla="*/ 56134640 h 57949372"/>
                <a:gd name="connsiteX16131" fmla="*/ 24307704 w 58051775"/>
                <a:gd name="connsiteY16131" fmla="*/ 56184696 h 57949372"/>
                <a:gd name="connsiteX16132" fmla="*/ 24577744 w 58051775"/>
                <a:gd name="connsiteY16132" fmla="*/ 56236564 h 57949372"/>
                <a:gd name="connsiteX16133" fmla="*/ 24782136 w 58051775"/>
                <a:gd name="connsiteY16133" fmla="*/ 56259416 h 57949372"/>
                <a:gd name="connsiteX16134" fmla="*/ 25139652 w 58051775"/>
                <a:gd name="connsiteY16134" fmla="*/ 56313280 h 57949372"/>
                <a:gd name="connsiteX16135" fmla="*/ 25577800 w 58051775"/>
                <a:gd name="connsiteY16135" fmla="*/ 56370640 h 57949372"/>
                <a:gd name="connsiteX16136" fmla="*/ 25850852 w 58051775"/>
                <a:gd name="connsiteY16136" fmla="*/ 56403188 h 57949372"/>
                <a:gd name="connsiteX16137" fmla="*/ 26301704 w 58051775"/>
                <a:gd name="connsiteY16137" fmla="*/ 56462628 h 57949372"/>
                <a:gd name="connsiteX16138" fmla="*/ 26758904 w 58051775"/>
                <a:gd name="connsiteY16138" fmla="*/ 56489944 h 57949372"/>
                <a:gd name="connsiteX16139" fmla="*/ 27209752 w 58051775"/>
                <a:gd name="connsiteY16139" fmla="*/ 56504596 h 57949372"/>
                <a:gd name="connsiteX16140" fmla="*/ 27364048 w 58051775"/>
                <a:gd name="connsiteY16140" fmla="*/ 56522400 h 57949372"/>
                <a:gd name="connsiteX16141" fmla="*/ 27502192 w 58051775"/>
                <a:gd name="connsiteY16141" fmla="*/ 56558864 h 57949372"/>
                <a:gd name="connsiteX16142" fmla="*/ 27549536 w 58051775"/>
                <a:gd name="connsiteY16142" fmla="*/ 56590992 h 57949372"/>
                <a:gd name="connsiteX16143" fmla="*/ 29051804 w 58051775"/>
                <a:gd name="connsiteY16143" fmla="*/ 56581572 h 57949372"/>
                <a:gd name="connsiteX16144" fmla="*/ 30600516 w 58051775"/>
                <a:gd name="connsiteY16144" fmla="*/ 56548860 h 57949372"/>
                <a:gd name="connsiteX16145" fmla="*/ 31267400 w 58051775"/>
                <a:gd name="connsiteY16145" fmla="*/ 56493032 h 57949372"/>
                <a:gd name="connsiteX16146" fmla="*/ 31680152 w 58051775"/>
                <a:gd name="connsiteY16146" fmla="*/ 56463736 h 57949372"/>
                <a:gd name="connsiteX16147" fmla="*/ 31730952 w 58051775"/>
                <a:gd name="connsiteY16147" fmla="*/ 56433768 h 57949372"/>
                <a:gd name="connsiteX16148" fmla="*/ 32188152 w 58051775"/>
                <a:gd name="connsiteY16148" fmla="*/ 56400576 h 57949372"/>
                <a:gd name="connsiteX16149" fmla="*/ 32488228 w 58051775"/>
                <a:gd name="connsiteY16149" fmla="*/ 56363840 h 57949372"/>
                <a:gd name="connsiteX16150" fmla="*/ 32826960 w 58051775"/>
                <a:gd name="connsiteY16150" fmla="*/ 56320328 h 57949372"/>
                <a:gd name="connsiteX16151" fmla="*/ 33123780 w 58051775"/>
                <a:gd name="connsiteY16151" fmla="*/ 56278508 h 57949372"/>
                <a:gd name="connsiteX16152" fmla="*/ 33197800 w 58051775"/>
                <a:gd name="connsiteY16152" fmla="*/ 56251184 h 57949372"/>
                <a:gd name="connsiteX16153" fmla="*/ 33305752 w 58051775"/>
                <a:gd name="connsiteY16153" fmla="*/ 56236600 h 57949372"/>
                <a:gd name="connsiteX16154" fmla="*/ 33496252 w 58051775"/>
                <a:gd name="connsiteY16154" fmla="*/ 56218640 h 57949372"/>
                <a:gd name="connsiteX16155" fmla="*/ 33642304 w 58051775"/>
                <a:gd name="connsiteY16155" fmla="*/ 56205576 h 57949372"/>
                <a:gd name="connsiteX16156" fmla="*/ 33734736 w 58051775"/>
                <a:gd name="connsiteY16156" fmla="*/ 56156940 h 57949372"/>
                <a:gd name="connsiteX16157" fmla="*/ 33934400 w 58051775"/>
                <a:gd name="connsiteY16157" fmla="*/ 56133228 h 57949372"/>
                <a:gd name="connsiteX16158" fmla="*/ 34184532 w 58051775"/>
                <a:gd name="connsiteY16158" fmla="*/ 56095436 h 57949372"/>
                <a:gd name="connsiteX16159" fmla="*/ 34434472 w 58051775"/>
                <a:gd name="connsiteY16159" fmla="*/ 56052320 h 57949372"/>
                <a:gd name="connsiteX16160" fmla="*/ 34641544 w 58051775"/>
                <a:gd name="connsiteY16160" fmla="*/ 56010008 h 57949372"/>
                <a:gd name="connsiteX16161" fmla="*/ 34865224 w 58051775"/>
                <a:gd name="connsiteY16161" fmla="*/ 55961932 h 57949372"/>
                <a:gd name="connsiteX16162" fmla="*/ 35043024 w 58051775"/>
                <a:gd name="connsiteY16162" fmla="*/ 55926360 h 57949372"/>
                <a:gd name="connsiteX16163" fmla="*/ 35253264 w 58051775"/>
                <a:gd name="connsiteY16163" fmla="*/ 55867500 h 57949372"/>
                <a:gd name="connsiteX16164" fmla="*/ 35432104 w 58051775"/>
                <a:gd name="connsiteY16164" fmla="*/ 55831672 h 57949372"/>
                <a:gd name="connsiteX16165" fmla="*/ 35620400 w 58051775"/>
                <a:gd name="connsiteY16165" fmla="*/ 55792796 h 57949372"/>
                <a:gd name="connsiteX16166" fmla="*/ 35824576 w 58051775"/>
                <a:gd name="connsiteY16166" fmla="*/ 55748128 h 57949372"/>
                <a:gd name="connsiteX16167" fmla="*/ 35996440 w 58051775"/>
                <a:gd name="connsiteY16167" fmla="*/ 55704184 h 57949372"/>
                <a:gd name="connsiteX16168" fmla="*/ 36155784 w 58051775"/>
                <a:gd name="connsiteY16168" fmla="*/ 55658824 h 57949372"/>
                <a:gd name="connsiteX16169" fmla="*/ 36305568 w 58051775"/>
                <a:gd name="connsiteY16169" fmla="*/ 55605976 h 57949372"/>
                <a:gd name="connsiteX16170" fmla="*/ 36481904 w 58051775"/>
                <a:gd name="connsiteY16170" fmla="*/ 55553072 h 57949372"/>
                <a:gd name="connsiteX16171" fmla="*/ 36617608 w 58051775"/>
                <a:gd name="connsiteY16171" fmla="*/ 55518764 h 57949372"/>
                <a:gd name="connsiteX16172" fmla="*/ 36770664 w 58051775"/>
                <a:gd name="connsiteY16172" fmla="*/ 55475712 h 57949372"/>
                <a:gd name="connsiteX16173" fmla="*/ 36934952 w 58051775"/>
                <a:gd name="connsiteY16173" fmla="*/ 55435756 h 57949372"/>
                <a:gd name="connsiteX16174" fmla="*/ 37103056 w 58051775"/>
                <a:gd name="connsiteY16174" fmla="*/ 55365728 h 57949372"/>
                <a:gd name="connsiteX16175" fmla="*/ 37222480 w 58051775"/>
                <a:gd name="connsiteY16175" fmla="*/ 55338784 h 57949372"/>
                <a:gd name="connsiteX16176" fmla="*/ 37343128 w 58051775"/>
                <a:gd name="connsiteY16176" fmla="*/ 55313772 h 57949372"/>
                <a:gd name="connsiteX16177" fmla="*/ 37492056 w 58051775"/>
                <a:gd name="connsiteY16177" fmla="*/ 55249112 h 57949372"/>
                <a:gd name="connsiteX16178" fmla="*/ 37636456 w 58051775"/>
                <a:gd name="connsiteY16178" fmla="*/ 55187928 h 57949372"/>
                <a:gd name="connsiteX16179" fmla="*/ 37755880 w 58051775"/>
                <a:gd name="connsiteY16179" fmla="*/ 55160984 h 57949372"/>
                <a:gd name="connsiteX16180" fmla="*/ 37876528 w 58051775"/>
                <a:gd name="connsiteY16180" fmla="*/ 55135972 h 57949372"/>
                <a:gd name="connsiteX16181" fmla="*/ 38033848 w 58051775"/>
                <a:gd name="connsiteY16181" fmla="*/ 55076356 h 57949372"/>
                <a:gd name="connsiteX16182" fmla="*/ 38140632 w 58051775"/>
                <a:gd name="connsiteY16182" fmla="*/ 55048464 h 57949372"/>
                <a:gd name="connsiteX16183" fmla="*/ 38298672 w 58051775"/>
                <a:gd name="connsiteY16183" fmla="*/ 54988380 h 57949372"/>
                <a:gd name="connsiteX16184" fmla="*/ 38436552 w 58051775"/>
                <a:gd name="connsiteY16184" fmla="*/ 54921224 h 57949372"/>
                <a:gd name="connsiteX16185" fmla="*/ 38541440 w 58051775"/>
                <a:gd name="connsiteY16185" fmla="*/ 54896100 h 57949372"/>
                <a:gd name="connsiteX16186" fmla="*/ 38677072 w 58051775"/>
                <a:gd name="connsiteY16186" fmla="*/ 54853688 h 57949372"/>
                <a:gd name="connsiteX16187" fmla="*/ 38792208 w 58051775"/>
                <a:gd name="connsiteY16187" fmla="*/ 54804848 h 57949372"/>
                <a:gd name="connsiteX16188" fmla="*/ 38897872 w 58051775"/>
                <a:gd name="connsiteY16188" fmla="*/ 54754128 h 57949372"/>
                <a:gd name="connsiteX16189" fmla="*/ 39004176 w 58051775"/>
                <a:gd name="connsiteY16189" fmla="*/ 54714788 h 57949372"/>
                <a:gd name="connsiteX16190" fmla="*/ 39120752 w 58051775"/>
                <a:gd name="connsiteY16190" fmla="*/ 54676608 h 57949372"/>
                <a:gd name="connsiteX16191" fmla="*/ 39236704 w 58051775"/>
                <a:gd name="connsiteY16191" fmla="*/ 54627048 h 57949372"/>
                <a:gd name="connsiteX16192" fmla="*/ 39342376 w 58051775"/>
                <a:gd name="connsiteY16192" fmla="*/ 54576484 h 57949372"/>
                <a:gd name="connsiteX16193" fmla="*/ 39450320 w 58051775"/>
                <a:gd name="connsiteY16193" fmla="*/ 54535700 h 57949372"/>
                <a:gd name="connsiteX16194" fmla="*/ 39566904 w 58051775"/>
                <a:gd name="connsiteY16194" fmla="*/ 54497364 h 57949372"/>
                <a:gd name="connsiteX16195" fmla="*/ 39680752 w 58051775"/>
                <a:gd name="connsiteY16195" fmla="*/ 54449248 h 57949372"/>
                <a:gd name="connsiteX16196" fmla="*/ 39762992 w 58051775"/>
                <a:gd name="connsiteY16196" fmla="*/ 54419504 h 57949372"/>
                <a:gd name="connsiteX16197" fmla="*/ 39874480 w 58051775"/>
                <a:gd name="connsiteY16197" fmla="*/ 54359960 h 57949372"/>
                <a:gd name="connsiteX16198" fmla="*/ 39969728 w 58051775"/>
                <a:gd name="connsiteY16198" fmla="*/ 54315776 h 57949372"/>
                <a:gd name="connsiteX16199" fmla="*/ 40065104 w 58051775"/>
                <a:gd name="connsiteY16199" fmla="*/ 54269800 h 57949372"/>
                <a:gd name="connsiteX16200" fmla="*/ 40166752 w 58051775"/>
                <a:gd name="connsiteY16200" fmla="*/ 54232592 h 57949372"/>
                <a:gd name="connsiteX16201" fmla="*/ 40259384 w 58051775"/>
                <a:gd name="connsiteY16201" fmla="*/ 54188432 h 57949372"/>
                <a:gd name="connsiteX16202" fmla="*/ 40335544 w 58051775"/>
                <a:gd name="connsiteY16202" fmla="*/ 54159096 h 57949372"/>
                <a:gd name="connsiteX16203" fmla="*/ 40469808 w 58051775"/>
                <a:gd name="connsiteY16203" fmla="*/ 54089120 h 57949372"/>
                <a:gd name="connsiteX16204" fmla="*/ 40571360 w 58051775"/>
                <a:gd name="connsiteY16204" fmla="*/ 54042280 h 57949372"/>
                <a:gd name="connsiteX16205" fmla="*/ 40662696 w 58051775"/>
                <a:gd name="connsiteY16205" fmla="*/ 53998008 h 57949372"/>
                <a:gd name="connsiteX16206" fmla="*/ 40740864 w 58051775"/>
                <a:gd name="connsiteY16206" fmla="*/ 53975000 h 57949372"/>
                <a:gd name="connsiteX16207" fmla="*/ 40852480 w 58051775"/>
                <a:gd name="connsiteY16207" fmla="*/ 53915452 h 57949372"/>
                <a:gd name="connsiteX16208" fmla="*/ 40955136 w 58051775"/>
                <a:gd name="connsiteY16208" fmla="*/ 53878040 h 57949372"/>
                <a:gd name="connsiteX16209" fmla="*/ 41045568 w 58051775"/>
                <a:gd name="connsiteY16209" fmla="*/ 53833208 h 57949372"/>
                <a:gd name="connsiteX16210" fmla="*/ 41127064 w 58051775"/>
                <a:gd name="connsiteY16210" fmla="*/ 53781920 h 57949372"/>
                <a:gd name="connsiteX16211" fmla="*/ 41215960 w 58051775"/>
                <a:gd name="connsiteY16211" fmla="*/ 53737472 h 57949372"/>
                <a:gd name="connsiteX16212" fmla="*/ 41304864 w 58051775"/>
                <a:gd name="connsiteY16212" fmla="*/ 53693024 h 57949372"/>
                <a:gd name="connsiteX16213" fmla="*/ 41392144 w 58051775"/>
                <a:gd name="connsiteY16213" fmla="*/ 53648720 h 57949372"/>
                <a:gd name="connsiteX16214" fmla="*/ 41455648 w 58051775"/>
                <a:gd name="connsiteY16214" fmla="*/ 53631800 h 57949372"/>
                <a:gd name="connsiteX16215" fmla="*/ 41560272 w 58051775"/>
                <a:gd name="connsiteY16215" fmla="*/ 53561768 h 57949372"/>
                <a:gd name="connsiteX16216" fmla="*/ 41641504 w 58051775"/>
                <a:gd name="connsiteY16216" fmla="*/ 53534296 h 57949372"/>
                <a:gd name="connsiteX16217" fmla="*/ 41741216 w 58051775"/>
                <a:gd name="connsiteY16217" fmla="*/ 53471100 h 57949372"/>
                <a:gd name="connsiteX16218" fmla="*/ 41848048 w 58051775"/>
                <a:gd name="connsiteY16218" fmla="*/ 53402132 h 57949372"/>
                <a:gd name="connsiteX16219" fmla="*/ 41920688 w 58051775"/>
                <a:gd name="connsiteY16219" fmla="*/ 53382064 h 57949372"/>
                <a:gd name="connsiteX16220" fmla="*/ 41996888 w 58051775"/>
                <a:gd name="connsiteY16220" fmla="*/ 53356796 h 57949372"/>
                <a:gd name="connsiteX16221" fmla="*/ 42097872 w 58051775"/>
                <a:gd name="connsiteY16221" fmla="*/ 53293216 h 57949372"/>
                <a:gd name="connsiteX16222" fmla="*/ 42169696 w 58051775"/>
                <a:gd name="connsiteY16222" fmla="*/ 53270016 h 57949372"/>
                <a:gd name="connsiteX16223" fmla="*/ 42270744 w 58051775"/>
                <a:gd name="connsiteY16223" fmla="*/ 53197684 h 57949372"/>
                <a:gd name="connsiteX16224" fmla="*/ 42345400 w 58051775"/>
                <a:gd name="connsiteY16224" fmla="*/ 53165912 h 57949372"/>
                <a:gd name="connsiteX16225" fmla="*/ 42400072 w 58051775"/>
                <a:gd name="connsiteY16225" fmla="*/ 53115272 h 57949372"/>
                <a:gd name="connsiteX16226" fmla="*/ 42478864 w 58051775"/>
                <a:gd name="connsiteY16226" fmla="*/ 53065416 h 57949372"/>
                <a:gd name="connsiteX16227" fmla="*/ 42563496 w 58051775"/>
                <a:gd name="connsiteY16227" fmla="*/ 53032856 h 57949372"/>
                <a:gd name="connsiteX16228" fmla="*/ 42638648 w 58051775"/>
                <a:gd name="connsiteY16228" fmla="*/ 52981468 h 57949372"/>
                <a:gd name="connsiteX16229" fmla="*/ 42726688 w 58051775"/>
                <a:gd name="connsiteY16229" fmla="*/ 52937424 h 57949372"/>
                <a:gd name="connsiteX16230" fmla="*/ 42792160 w 58051775"/>
                <a:gd name="connsiteY16230" fmla="*/ 52914148 h 57949372"/>
                <a:gd name="connsiteX16231" fmla="*/ 42893040 w 58051775"/>
                <a:gd name="connsiteY16231" fmla="*/ 52842084 h 57949372"/>
                <a:gd name="connsiteX16232" fmla="*/ 42967792 w 58051775"/>
                <a:gd name="connsiteY16232" fmla="*/ 52810100 h 57949372"/>
                <a:gd name="connsiteX16233" fmla="*/ 43022880 w 58051775"/>
                <a:gd name="connsiteY16233" fmla="*/ 52759460 h 57949372"/>
                <a:gd name="connsiteX16234" fmla="*/ 43102832 w 58051775"/>
                <a:gd name="connsiteY16234" fmla="*/ 52709664 h 57949372"/>
                <a:gd name="connsiteX16235" fmla="*/ 43187104 w 58051775"/>
                <a:gd name="connsiteY16235" fmla="*/ 52677104 h 57949372"/>
                <a:gd name="connsiteX16236" fmla="*/ 43241944 w 58051775"/>
                <a:gd name="connsiteY16236" fmla="*/ 52644960 h 57949372"/>
                <a:gd name="connsiteX16237" fmla="*/ 43336192 w 58051775"/>
                <a:gd name="connsiteY16237" fmla="*/ 52574424 h 57949372"/>
                <a:gd name="connsiteX16238" fmla="*/ 43419704 w 58051775"/>
                <a:gd name="connsiteY16238" fmla="*/ 52531576 h 57949372"/>
                <a:gd name="connsiteX16239" fmla="*/ 43483104 w 58051775"/>
                <a:gd name="connsiteY16239" fmla="*/ 52476400 h 57949372"/>
                <a:gd name="connsiteX16240" fmla="*/ 43551992 w 58051775"/>
                <a:gd name="connsiteY16240" fmla="*/ 52430284 h 57949372"/>
                <a:gd name="connsiteX16241" fmla="*/ 43628848 w 58051775"/>
                <a:gd name="connsiteY16241" fmla="*/ 52403736 h 57949372"/>
                <a:gd name="connsiteX16242" fmla="*/ 43698136 w 58051775"/>
                <a:gd name="connsiteY16242" fmla="*/ 52343580 h 57949372"/>
                <a:gd name="connsiteX16243" fmla="*/ 43754184 w 58051775"/>
                <a:gd name="connsiteY16243" fmla="*/ 52298600 h 57949372"/>
                <a:gd name="connsiteX16244" fmla="*/ 43842880 w 58051775"/>
                <a:gd name="connsiteY16244" fmla="*/ 52259312 h 57949372"/>
                <a:gd name="connsiteX16245" fmla="*/ 43905096 w 58051775"/>
                <a:gd name="connsiteY16245" fmla="*/ 52225064 h 57949372"/>
                <a:gd name="connsiteX16246" fmla="*/ 43955624 w 58051775"/>
                <a:gd name="connsiteY16246" fmla="*/ 52175452 h 57949372"/>
                <a:gd name="connsiteX16247" fmla="*/ 44026616 w 58051775"/>
                <a:gd name="connsiteY16247" fmla="*/ 52120800 h 57949372"/>
                <a:gd name="connsiteX16248" fmla="*/ 44102048 w 58051775"/>
                <a:gd name="connsiteY16248" fmla="*/ 52076352 h 57949372"/>
                <a:gd name="connsiteX16249" fmla="*/ 44164616 w 58051775"/>
                <a:gd name="connsiteY16249" fmla="*/ 52038252 h 57949372"/>
                <a:gd name="connsiteX16250" fmla="*/ 44248256 w 58051775"/>
                <a:gd name="connsiteY16250" fmla="*/ 51991576 h 57949372"/>
                <a:gd name="connsiteX16251" fmla="*/ 44327727 w 58051775"/>
                <a:gd name="connsiteY16251" fmla="*/ 51947128 h 57949372"/>
                <a:gd name="connsiteX16252" fmla="*/ 44389975 w 58051775"/>
                <a:gd name="connsiteY16252" fmla="*/ 51903876 h 57949372"/>
                <a:gd name="connsiteX16253" fmla="*/ 44449999 w 58051775"/>
                <a:gd name="connsiteY16253" fmla="*/ 51855616 h 57949372"/>
                <a:gd name="connsiteX16254" fmla="*/ 44513503 w 58051775"/>
                <a:gd name="connsiteY16254" fmla="*/ 51805840 h 57949372"/>
                <a:gd name="connsiteX16255" fmla="*/ 44583351 w 58051775"/>
                <a:gd name="connsiteY16255" fmla="*/ 51755988 h 57949372"/>
                <a:gd name="connsiteX16256" fmla="*/ 44648039 w 58051775"/>
                <a:gd name="connsiteY16256" fmla="*/ 51723048 h 57949372"/>
                <a:gd name="connsiteX16257" fmla="*/ 44705191 w 58051775"/>
                <a:gd name="connsiteY16257" fmla="*/ 51691664 h 57949372"/>
                <a:gd name="connsiteX16258" fmla="*/ 44756375 w 58051775"/>
                <a:gd name="connsiteY16258" fmla="*/ 51642052 h 57949372"/>
                <a:gd name="connsiteX16259" fmla="*/ 44817287 w 58051775"/>
                <a:gd name="connsiteY16259" fmla="*/ 51587400 h 57949372"/>
                <a:gd name="connsiteX16260" fmla="*/ 44888471 w 58051775"/>
                <a:gd name="connsiteY16260" fmla="*/ 51546952 h 57949372"/>
                <a:gd name="connsiteX16261" fmla="*/ 44951095 w 58051775"/>
                <a:gd name="connsiteY16261" fmla="*/ 51515200 h 57949372"/>
                <a:gd name="connsiteX16262" fmla="*/ 45027887 w 58051775"/>
                <a:gd name="connsiteY16262" fmla="*/ 51459948 h 57949372"/>
                <a:gd name="connsiteX16263" fmla="*/ 45065495 w 58051775"/>
                <a:gd name="connsiteY16263" fmla="*/ 51415952 h 57949372"/>
                <a:gd name="connsiteX16264" fmla="*/ 45145303 w 58051775"/>
                <a:gd name="connsiteY16264" fmla="*/ 51358800 h 57949372"/>
                <a:gd name="connsiteX16265" fmla="*/ 45212463 w 58051775"/>
                <a:gd name="connsiteY16265" fmla="*/ 51311052 h 57949372"/>
                <a:gd name="connsiteX16266" fmla="*/ 45270343 w 58051775"/>
                <a:gd name="connsiteY16266" fmla="*/ 51278112 h 57949372"/>
                <a:gd name="connsiteX16267" fmla="*/ 45327495 w 58051775"/>
                <a:gd name="connsiteY16267" fmla="*/ 51247160 h 57949372"/>
                <a:gd name="connsiteX16268" fmla="*/ 45378671 w 58051775"/>
                <a:gd name="connsiteY16268" fmla="*/ 51197552 h 57949372"/>
                <a:gd name="connsiteX16269" fmla="*/ 45438671 w 58051775"/>
                <a:gd name="connsiteY16269" fmla="*/ 51142904 h 57949372"/>
                <a:gd name="connsiteX16270" fmla="*/ 45522727 w 58051775"/>
                <a:gd name="connsiteY16270" fmla="*/ 51096172 h 57949372"/>
                <a:gd name="connsiteX16271" fmla="*/ 45584663 w 58051775"/>
                <a:gd name="connsiteY16271" fmla="*/ 51058072 h 57949372"/>
                <a:gd name="connsiteX16272" fmla="*/ 45632375 w 58051775"/>
                <a:gd name="connsiteY16272" fmla="*/ 51013752 h 57949372"/>
                <a:gd name="connsiteX16273" fmla="*/ 45695847 w 58051775"/>
                <a:gd name="connsiteY16273" fmla="*/ 50978584 h 57949372"/>
                <a:gd name="connsiteX16274" fmla="*/ 45736423 w 58051775"/>
                <a:gd name="connsiteY16274" fmla="*/ 50942632 h 57949372"/>
                <a:gd name="connsiteX16275" fmla="*/ 45783335 w 58051775"/>
                <a:gd name="connsiteY16275" fmla="*/ 50882552 h 57949372"/>
                <a:gd name="connsiteX16276" fmla="*/ 45845255 w 58051775"/>
                <a:gd name="connsiteY16276" fmla="*/ 50831752 h 57949372"/>
                <a:gd name="connsiteX16277" fmla="*/ 45911407 w 58051775"/>
                <a:gd name="connsiteY16277" fmla="*/ 50783984 h 57949372"/>
                <a:gd name="connsiteX16278" fmla="*/ 45981543 w 58051775"/>
                <a:gd name="connsiteY16278" fmla="*/ 50744696 h 57949372"/>
                <a:gd name="connsiteX16279" fmla="*/ 46047879 w 58051775"/>
                <a:gd name="connsiteY16279" fmla="*/ 50719820 h 57949372"/>
                <a:gd name="connsiteX16280" fmla="*/ 46095207 w 58051775"/>
                <a:gd name="connsiteY16280" fmla="*/ 50681664 h 57949372"/>
                <a:gd name="connsiteX16281" fmla="*/ 46143623 w 58051775"/>
                <a:gd name="connsiteY16281" fmla="*/ 50631980 h 57949372"/>
                <a:gd name="connsiteX16282" fmla="*/ 46198239 w 58051775"/>
                <a:gd name="connsiteY16282" fmla="*/ 50582252 h 57949372"/>
                <a:gd name="connsiteX16283" fmla="*/ 46386975 w 58051775"/>
                <a:gd name="connsiteY16283" fmla="*/ 50435772 h 57949372"/>
                <a:gd name="connsiteX16284" fmla="*/ 46434687 w 58051775"/>
                <a:gd name="connsiteY16284" fmla="*/ 50391520 h 57949372"/>
                <a:gd name="connsiteX16285" fmla="*/ 46488351 w 58051775"/>
                <a:gd name="connsiteY16285" fmla="*/ 50350280 h 57949372"/>
                <a:gd name="connsiteX16286" fmla="*/ 46540999 w 58051775"/>
                <a:gd name="connsiteY16286" fmla="*/ 50312360 h 57949372"/>
                <a:gd name="connsiteX16287" fmla="*/ 46585455 w 58051775"/>
                <a:gd name="connsiteY16287" fmla="*/ 50267912 h 57949372"/>
                <a:gd name="connsiteX16288" fmla="*/ 46622815 w 58051775"/>
                <a:gd name="connsiteY16288" fmla="*/ 50219012 h 57949372"/>
                <a:gd name="connsiteX16289" fmla="*/ 46669735 w 58051775"/>
                <a:gd name="connsiteY16289" fmla="*/ 50171352 h 57949372"/>
                <a:gd name="connsiteX16290" fmla="*/ 46946503 w 58051775"/>
                <a:gd name="connsiteY16290" fmla="*/ 49940040 h 57949372"/>
                <a:gd name="connsiteX16291" fmla="*/ 47012807 w 58051775"/>
                <a:gd name="connsiteY16291" fmla="*/ 49891952 h 57949372"/>
                <a:gd name="connsiteX16292" fmla="*/ 47062655 w 58051775"/>
                <a:gd name="connsiteY16292" fmla="*/ 49851780 h 57949372"/>
                <a:gd name="connsiteX16293" fmla="*/ 47110655 w 58051775"/>
                <a:gd name="connsiteY16293" fmla="*/ 49816888 h 57949372"/>
                <a:gd name="connsiteX16294" fmla="*/ 47162239 w 58051775"/>
                <a:gd name="connsiteY16294" fmla="*/ 49780808 h 57949372"/>
                <a:gd name="connsiteX16295" fmla="*/ 47221463 w 58051775"/>
                <a:gd name="connsiteY16295" fmla="*/ 49737100 h 57949372"/>
                <a:gd name="connsiteX16296" fmla="*/ 47255567 w 58051775"/>
                <a:gd name="connsiteY16296" fmla="*/ 49692704 h 57949372"/>
                <a:gd name="connsiteX16297" fmla="*/ 47291591 w 58051775"/>
                <a:gd name="connsiteY16297" fmla="*/ 49640764 h 57949372"/>
                <a:gd name="connsiteX16298" fmla="*/ 47360791 w 58051775"/>
                <a:gd name="connsiteY16298" fmla="*/ 49583616 h 57949372"/>
                <a:gd name="connsiteX16299" fmla="*/ 47462391 w 58051775"/>
                <a:gd name="connsiteY16299" fmla="*/ 49495560 h 57949372"/>
                <a:gd name="connsiteX16300" fmla="*/ 47568799 w 58051775"/>
                <a:gd name="connsiteY16300" fmla="*/ 49406660 h 57949372"/>
                <a:gd name="connsiteX16301" fmla="*/ 47636431 w 58051775"/>
                <a:gd name="connsiteY16301" fmla="*/ 49358552 h 57949372"/>
                <a:gd name="connsiteX16302" fmla="*/ 47679935 w 58051775"/>
                <a:gd name="connsiteY16302" fmla="*/ 49315424 h 57949372"/>
                <a:gd name="connsiteX16303" fmla="*/ 47720255 w 58051775"/>
                <a:gd name="connsiteY16303" fmla="*/ 49275296 h 57949372"/>
                <a:gd name="connsiteX16304" fmla="*/ 47765815 w 58051775"/>
                <a:gd name="connsiteY16304" fmla="*/ 49229524 h 57949372"/>
                <a:gd name="connsiteX16305" fmla="*/ 47814399 w 58051775"/>
                <a:gd name="connsiteY16305" fmla="*/ 49180752 h 57949372"/>
                <a:gd name="connsiteX16306" fmla="*/ 47857735 w 58051775"/>
                <a:gd name="connsiteY16306" fmla="*/ 49138656 h 57949372"/>
                <a:gd name="connsiteX16307" fmla="*/ 47900751 w 58051775"/>
                <a:gd name="connsiteY16307" fmla="*/ 49094208 h 57949372"/>
                <a:gd name="connsiteX16308" fmla="*/ 47951551 w 58051775"/>
                <a:gd name="connsiteY16308" fmla="*/ 49051680 h 57949372"/>
                <a:gd name="connsiteX16309" fmla="*/ 47999655 w 58051775"/>
                <a:gd name="connsiteY16309" fmla="*/ 49016788 h 57949372"/>
                <a:gd name="connsiteX16310" fmla="*/ 48052303 w 58051775"/>
                <a:gd name="connsiteY16310" fmla="*/ 48978860 h 57949372"/>
                <a:gd name="connsiteX16311" fmla="*/ 48096751 w 58051775"/>
                <a:gd name="connsiteY16311" fmla="*/ 48934408 h 57949372"/>
                <a:gd name="connsiteX16312" fmla="*/ 48141199 w 58051775"/>
                <a:gd name="connsiteY16312" fmla="*/ 48889960 h 57949372"/>
                <a:gd name="connsiteX16313" fmla="*/ 48185655 w 58051775"/>
                <a:gd name="connsiteY16313" fmla="*/ 48845512 h 57949372"/>
                <a:gd name="connsiteX16314" fmla="*/ 48230103 w 58051775"/>
                <a:gd name="connsiteY16314" fmla="*/ 48801060 h 57949372"/>
                <a:gd name="connsiteX16315" fmla="*/ 48274551 w 58051775"/>
                <a:gd name="connsiteY16315" fmla="*/ 48756608 h 57949372"/>
                <a:gd name="connsiteX16316" fmla="*/ 48318999 w 58051775"/>
                <a:gd name="connsiteY16316" fmla="*/ 48712160 h 57949372"/>
                <a:gd name="connsiteX16317" fmla="*/ 48363455 w 58051775"/>
                <a:gd name="connsiteY16317" fmla="*/ 48667712 h 57949372"/>
                <a:gd name="connsiteX16318" fmla="*/ 48406839 w 58051775"/>
                <a:gd name="connsiteY16318" fmla="*/ 48625108 h 57949372"/>
                <a:gd name="connsiteX16319" fmla="*/ 48466063 w 58051775"/>
                <a:gd name="connsiteY16319" fmla="*/ 48581400 h 57949372"/>
                <a:gd name="connsiteX16320" fmla="*/ 48500167 w 58051775"/>
                <a:gd name="connsiteY16320" fmla="*/ 48537000 h 57949372"/>
                <a:gd name="connsiteX16321" fmla="*/ 48544447 w 58051775"/>
                <a:gd name="connsiteY16321" fmla="*/ 48493100 h 57949372"/>
                <a:gd name="connsiteX16322" fmla="*/ 48595519 w 58051775"/>
                <a:gd name="connsiteY16322" fmla="*/ 48453752 h 57949372"/>
                <a:gd name="connsiteX16323" fmla="*/ 48625375 w 58051775"/>
                <a:gd name="connsiteY16323" fmla="*/ 48409208 h 57949372"/>
                <a:gd name="connsiteX16324" fmla="*/ 48674599 w 58051775"/>
                <a:gd name="connsiteY16324" fmla="*/ 48357756 h 57949372"/>
                <a:gd name="connsiteX16325" fmla="*/ 48719055 w 58051775"/>
                <a:gd name="connsiteY16325" fmla="*/ 48312112 h 57949372"/>
                <a:gd name="connsiteX16326" fmla="*/ 48763503 w 58051775"/>
                <a:gd name="connsiteY16326" fmla="*/ 48267660 h 57949372"/>
                <a:gd name="connsiteX16327" fmla="*/ 48807951 w 58051775"/>
                <a:gd name="connsiteY16327" fmla="*/ 48223208 h 57949372"/>
                <a:gd name="connsiteX16328" fmla="*/ 48852399 w 58051775"/>
                <a:gd name="connsiteY16328" fmla="*/ 48178760 h 57949372"/>
                <a:gd name="connsiteX16329" fmla="*/ 48896855 w 58051775"/>
                <a:gd name="connsiteY16329" fmla="*/ 48134312 h 57949372"/>
                <a:gd name="connsiteX16330" fmla="*/ 48941303 w 58051775"/>
                <a:gd name="connsiteY16330" fmla="*/ 48089860 h 57949372"/>
                <a:gd name="connsiteX16331" fmla="*/ 48985751 w 58051775"/>
                <a:gd name="connsiteY16331" fmla="*/ 48045408 h 57949372"/>
                <a:gd name="connsiteX16332" fmla="*/ 49030199 w 58051775"/>
                <a:gd name="connsiteY16332" fmla="*/ 48000960 h 57949372"/>
                <a:gd name="connsiteX16333" fmla="*/ 49081951 w 58051775"/>
                <a:gd name="connsiteY16333" fmla="*/ 47962680 h 57949372"/>
                <a:gd name="connsiteX16334" fmla="*/ 49118199 w 58051775"/>
                <a:gd name="connsiteY16334" fmla="*/ 47910884 h 57949372"/>
                <a:gd name="connsiteX16335" fmla="*/ 49155463 w 58051775"/>
                <a:gd name="connsiteY16335" fmla="*/ 47844360 h 57949372"/>
                <a:gd name="connsiteX16336" fmla="*/ 49282351 w 58051775"/>
                <a:gd name="connsiteY16336" fmla="*/ 47714056 h 57949372"/>
                <a:gd name="connsiteX16337" fmla="*/ 49324447 w 58051775"/>
                <a:gd name="connsiteY16337" fmla="*/ 47671668 h 57949372"/>
                <a:gd name="connsiteX16338" fmla="*/ 49368895 w 58051775"/>
                <a:gd name="connsiteY16338" fmla="*/ 47627360 h 57949372"/>
                <a:gd name="connsiteX16339" fmla="*/ 49413863 w 58051775"/>
                <a:gd name="connsiteY16339" fmla="*/ 47582908 h 57949372"/>
                <a:gd name="connsiteX16340" fmla="*/ 49461759 w 58051775"/>
                <a:gd name="connsiteY16340" fmla="*/ 47529752 h 57949372"/>
                <a:gd name="connsiteX16341" fmla="*/ 49508047 w 58051775"/>
                <a:gd name="connsiteY16341" fmla="*/ 47463264 h 57949372"/>
                <a:gd name="connsiteX16342" fmla="*/ 49632399 w 58051775"/>
                <a:gd name="connsiteY16342" fmla="*/ 47323568 h 57949372"/>
                <a:gd name="connsiteX16343" fmla="*/ 49779391 w 58051775"/>
                <a:gd name="connsiteY16343" fmla="*/ 47165372 h 57949372"/>
                <a:gd name="connsiteX16344" fmla="*/ 49830303 w 58051775"/>
                <a:gd name="connsiteY16344" fmla="*/ 47113156 h 57949372"/>
                <a:gd name="connsiteX16345" fmla="*/ 49882055 w 58051775"/>
                <a:gd name="connsiteY16345" fmla="*/ 47073680 h 57949372"/>
                <a:gd name="connsiteX16346" fmla="*/ 49918295 w 58051775"/>
                <a:gd name="connsiteY16346" fmla="*/ 47023028 h 57949372"/>
                <a:gd name="connsiteX16347" fmla="*/ 49958239 w 58051775"/>
                <a:gd name="connsiteY16347" fmla="*/ 46950152 h 57949372"/>
                <a:gd name="connsiteX16348" fmla="*/ 50009847 w 58051775"/>
                <a:gd name="connsiteY16348" fmla="*/ 46894752 h 57949372"/>
                <a:gd name="connsiteX16349" fmla="*/ 50052343 w 58051775"/>
                <a:gd name="connsiteY16349" fmla="*/ 46856652 h 57949372"/>
                <a:gd name="connsiteX16350" fmla="*/ 50086911 w 58051775"/>
                <a:gd name="connsiteY16350" fmla="*/ 46812200 h 57949372"/>
                <a:gd name="connsiteX16351" fmla="*/ 50130903 w 58051775"/>
                <a:gd name="connsiteY16351" fmla="*/ 46755052 h 57949372"/>
                <a:gd name="connsiteX16352" fmla="*/ 50176831 w 58051775"/>
                <a:gd name="connsiteY16352" fmla="*/ 46691552 h 57949372"/>
                <a:gd name="connsiteX16353" fmla="*/ 50421023 w 58051775"/>
                <a:gd name="connsiteY16353" fmla="*/ 46423672 h 57949372"/>
                <a:gd name="connsiteX16354" fmla="*/ 50450751 w 58051775"/>
                <a:gd name="connsiteY16354" fmla="*/ 46382768 h 57949372"/>
                <a:gd name="connsiteX16355" fmla="*/ 50489751 w 58051775"/>
                <a:gd name="connsiteY16355" fmla="*/ 46333148 h 57949372"/>
                <a:gd name="connsiteX16356" fmla="*/ 50527855 w 58051775"/>
                <a:gd name="connsiteY16356" fmla="*/ 46276852 h 57949372"/>
                <a:gd name="connsiteX16357" fmla="*/ 50671047 w 58051775"/>
                <a:gd name="connsiteY16357" fmla="*/ 46106208 h 57949372"/>
                <a:gd name="connsiteX16358" fmla="*/ 50729103 w 58051775"/>
                <a:gd name="connsiteY16358" fmla="*/ 46040800 h 57949372"/>
                <a:gd name="connsiteX16359" fmla="*/ 50768511 w 58051775"/>
                <a:gd name="connsiteY16359" fmla="*/ 46006824 h 57949372"/>
                <a:gd name="connsiteX16360" fmla="*/ 50800567 w 58051775"/>
                <a:gd name="connsiteY16360" fmla="*/ 45957936 h 57949372"/>
                <a:gd name="connsiteX16361" fmla="*/ 50844455 w 58051775"/>
                <a:gd name="connsiteY16361" fmla="*/ 45864152 h 57949372"/>
                <a:gd name="connsiteX16362" fmla="*/ 50892735 w 58051775"/>
                <a:gd name="connsiteY16362" fmla="*/ 45795812 h 57949372"/>
                <a:gd name="connsiteX16363" fmla="*/ 50949887 w 58051775"/>
                <a:gd name="connsiteY16363" fmla="*/ 45718160 h 57949372"/>
                <a:gd name="connsiteX16364" fmla="*/ 51000287 w 58051775"/>
                <a:gd name="connsiteY16364" fmla="*/ 45667360 h 57949372"/>
                <a:gd name="connsiteX16365" fmla="*/ 51046079 w 58051775"/>
                <a:gd name="connsiteY16365" fmla="*/ 45636116 h 57949372"/>
                <a:gd name="connsiteX16366" fmla="*/ 51083607 w 58051775"/>
                <a:gd name="connsiteY16366" fmla="*/ 45590668 h 57949372"/>
                <a:gd name="connsiteX16367" fmla="*/ 51120447 w 58051775"/>
                <a:gd name="connsiteY16367" fmla="*/ 45546064 h 57949372"/>
                <a:gd name="connsiteX16368" fmla="*/ 51155679 w 58051775"/>
                <a:gd name="connsiteY16368" fmla="*/ 45487816 h 57949372"/>
                <a:gd name="connsiteX16369" fmla="*/ 51207631 w 58051775"/>
                <a:gd name="connsiteY16369" fmla="*/ 45405356 h 57949372"/>
                <a:gd name="connsiteX16370" fmla="*/ 51253255 w 58051775"/>
                <a:gd name="connsiteY16370" fmla="*/ 45337600 h 57949372"/>
                <a:gd name="connsiteX16371" fmla="*/ 51293639 w 58051775"/>
                <a:gd name="connsiteY16371" fmla="*/ 45295400 h 57949372"/>
                <a:gd name="connsiteX16372" fmla="*/ 51334807 w 58051775"/>
                <a:gd name="connsiteY16372" fmla="*/ 45244600 h 57949372"/>
                <a:gd name="connsiteX16373" fmla="*/ 51375119 w 58051775"/>
                <a:gd name="connsiteY16373" fmla="*/ 45153888 h 57949372"/>
                <a:gd name="connsiteX16374" fmla="*/ 51422303 w 58051775"/>
                <a:gd name="connsiteY16374" fmla="*/ 45087000 h 57949372"/>
                <a:gd name="connsiteX16375" fmla="*/ 51473103 w 58051775"/>
                <a:gd name="connsiteY16375" fmla="*/ 45017772 h 57949372"/>
                <a:gd name="connsiteX16376" fmla="*/ 51517551 w 58051775"/>
                <a:gd name="connsiteY16376" fmla="*/ 44961212 h 57949372"/>
                <a:gd name="connsiteX16377" fmla="*/ 51557551 w 58051775"/>
                <a:gd name="connsiteY16377" fmla="*/ 44910748 h 57949372"/>
                <a:gd name="connsiteX16378" fmla="*/ 51595655 w 58051775"/>
                <a:gd name="connsiteY16378" fmla="*/ 44854948 h 57949372"/>
                <a:gd name="connsiteX16379" fmla="*/ 51644551 w 58051775"/>
                <a:gd name="connsiteY16379" fmla="*/ 44778008 h 57949372"/>
                <a:gd name="connsiteX16380" fmla="*/ 51695351 w 58051775"/>
                <a:gd name="connsiteY16380" fmla="*/ 44704416 h 57949372"/>
                <a:gd name="connsiteX16381" fmla="*/ 51742311 w 58051775"/>
                <a:gd name="connsiteY16381" fmla="*/ 44670888 h 57949372"/>
                <a:gd name="connsiteX16382" fmla="*/ 51784751 w 58051775"/>
                <a:gd name="connsiteY16382" fmla="*/ 44612580 h 57949372"/>
                <a:gd name="connsiteX16383" fmla="*/ 51820343 w 58051775"/>
                <a:gd name="connsiteY16383" fmla="*/ 44532552 h 57949372"/>
                <a:gd name="connsiteX16384" fmla="*/ 51866799 w 58051775"/>
                <a:gd name="connsiteY16384" fmla="*/ 44465888 h 57949372"/>
                <a:gd name="connsiteX16385" fmla="*/ 51917599 w 58051775"/>
                <a:gd name="connsiteY16385" fmla="*/ 44395696 h 57949372"/>
                <a:gd name="connsiteX16386" fmla="*/ 51962055 w 58051775"/>
                <a:gd name="connsiteY16386" fmla="*/ 44337220 h 57949372"/>
                <a:gd name="connsiteX16387" fmla="*/ 52000807 w 58051775"/>
                <a:gd name="connsiteY16387" fmla="*/ 44286760 h 57949372"/>
                <a:gd name="connsiteX16388" fmla="*/ 52047095 w 58051775"/>
                <a:gd name="connsiteY16388" fmla="*/ 44216628 h 57949372"/>
                <a:gd name="connsiteX16389" fmla="*/ 52115639 w 58051775"/>
                <a:gd name="connsiteY16389" fmla="*/ 44123360 h 57949372"/>
                <a:gd name="connsiteX16390" fmla="*/ 52144967 w 58051775"/>
                <a:gd name="connsiteY16390" fmla="*/ 44067812 h 57949372"/>
                <a:gd name="connsiteX16391" fmla="*/ 52175983 w 58051775"/>
                <a:gd name="connsiteY16391" fmla="*/ 43999152 h 57949372"/>
                <a:gd name="connsiteX16392" fmla="*/ 52216959 w 58051775"/>
                <a:gd name="connsiteY16392" fmla="*/ 43929304 h 57949372"/>
                <a:gd name="connsiteX16393" fmla="*/ 52270407 w 58051775"/>
                <a:gd name="connsiteY16393" fmla="*/ 43874672 h 57949372"/>
                <a:gd name="connsiteX16394" fmla="*/ 52311695 w 58051775"/>
                <a:gd name="connsiteY16394" fmla="*/ 43823872 h 57949372"/>
                <a:gd name="connsiteX16395" fmla="*/ 52369415 w 58051775"/>
                <a:gd name="connsiteY16395" fmla="*/ 43706152 h 57949372"/>
                <a:gd name="connsiteX16396" fmla="*/ 52408687 w 58051775"/>
                <a:gd name="connsiteY16396" fmla="*/ 43649512 h 57949372"/>
                <a:gd name="connsiteX16397" fmla="*/ 52449343 w 58051775"/>
                <a:gd name="connsiteY16397" fmla="*/ 43606296 h 57949372"/>
                <a:gd name="connsiteX16398" fmla="*/ 52488951 w 58051775"/>
                <a:gd name="connsiteY16398" fmla="*/ 43561848 h 57949372"/>
                <a:gd name="connsiteX16399" fmla="*/ 52528847 w 58051775"/>
                <a:gd name="connsiteY16399" fmla="*/ 43450496 h 57949372"/>
                <a:gd name="connsiteX16400" fmla="*/ 52583183 w 58051775"/>
                <a:gd name="connsiteY16400" fmla="*/ 43375548 h 57949372"/>
                <a:gd name="connsiteX16401" fmla="*/ 52633967 w 58051775"/>
                <a:gd name="connsiteY16401" fmla="*/ 43322552 h 57949372"/>
                <a:gd name="connsiteX16402" fmla="*/ 52668527 w 58051775"/>
                <a:gd name="connsiteY16402" fmla="*/ 43243272 h 57949372"/>
                <a:gd name="connsiteX16403" fmla="*/ 52714368 w 58051775"/>
                <a:gd name="connsiteY16403" fmla="*/ 43165768 h 57949372"/>
                <a:gd name="connsiteX16404" fmla="*/ 52768943 w 58051775"/>
                <a:gd name="connsiteY16404" fmla="*/ 43056176 h 57949372"/>
                <a:gd name="connsiteX16405" fmla="*/ 52799591 w 58051775"/>
                <a:gd name="connsiteY16405" fmla="*/ 42995852 h 57949372"/>
                <a:gd name="connsiteX16406" fmla="*/ 52850311 w 58051775"/>
                <a:gd name="connsiteY16406" fmla="*/ 42931048 h 57949372"/>
                <a:gd name="connsiteX16407" fmla="*/ 52899840 w 58051775"/>
                <a:gd name="connsiteY16407" fmla="*/ 42878432 h 57949372"/>
                <a:gd name="connsiteX16408" fmla="*/ 52934400 w 58051775"/>
                <a:gd name="connsiteY16408" fmla="*/ 42797564 h 57949372"/>
                <a:gd name="connsiteX16409" fmla="*/ 52975295 w 58051775"/>
                <a:gd name="connsiteY16409" fmla="*/ 42710480 h 57949372"/>
                <a:gd name="connsiteX16410" fmla="*/ 53025367 w 58051775"/>
                <a:gd name="connsiteY16410" fmla="*/ 42606840 h 57949372"/>
                <a:gd name="connsiteX16411" fmla="*/ 53074751 w 58051775"/>
                <a:gd name="connsiteY16411" fmla="*/ 42543032 h 57949372"/>
                <a:gd name="connsiteX16412" fmla="*/ 53126031 w 58051775"/>
                <a:gd name="connsiteY16412" fmla="*/ 42466584 h 57949372"/>
                <a:gd name="connsiteX16413" fmla="*/ 53171007 w 58051775"/>
                <a:gd name="connsiteY16413" fmla="*/ 42383540 h 57949372"/>
                <a:gd name="connsiteX16414" fmla="*/ 53208631 w 58051775"/>
                <a:gd name="connsiteY16414" fmla="*/ 42312368 h 57949372"/>
                <a:gd name="connsiteX16415" fmla="*/ 53238399 w 58051775"/>
                <a:gd name="connsiteY16415" fmla="*/ 42248884 h 57949372"/>
                <a:gd name="connsiteX16416" fmla="*/ 53291703 w 58051775"/>
                <a:gd name="connsiteY16416" fmla="*/ 42168732 h 57949372"/>
                <a:gd name="connsiteX16417" fmla="*/ 53345319 w 58051775"/>
                <a:gd name="connsiteY16417" fmla="*/ 42103280 h 57949372"/>
                <a:gd name="connsiteX16418" fmla="*/ 53377503 w 58051775"/>
                <a:gd name="connsiteY16418" fmla="*/ 42053308 h 57949372"/>
                <a:gd name="connsiteX16419" fmla="*/ 53425567 w 58051775"/>
                <a:gd name="connsiteY16419" fmla="*/ 41921128 h 57949372"/>
                <a:gd name="connsiteX16420" fmla="*/ 53466531 w 58051775"/>
                <a:gd name="connsiteY16420" fmla="*/ 41874756 h 57949372"/>
                <a:gd name="connsiteX16421" fmla="*/ 53520147 w 58051775"/>
                <a:gd name="connsiteY16421" fmla="*/ 41742096 h 57949372"/>
                <a:gd name="connsiteX16422" fmla="*/ 53564600 w 58051775"/>
                <a:gd name="connsiteY16422" fmla="*/ 41653256 h 57949372"/>
                <a:gd name="connsiteX16423" fmla="*/ 53608280 w 58051775"/>
                <a:gd name="connsiteY16423" fmla="*/ 41565072 h 57949372"/>
                <a:gd name="connsiteX16424" fmla="*/ 53659271 w 58051775"/>
                <a:gd name="connsiteY16424" fmla="*/ 41482480 h 57949372"/>
                <a:gd name="connsiteX16425" fmla="*/ 53704488 w 58051775"/>
                <a:gd name="connsiteY16425" fmla="*/ 41392864 h 57949372"/>
                <a:gd name="connsiteX16426" fmla="*/ 53742400 w 58051775"/>
                <a:gd name="connsiteY16426" fmla="*/ 41297656 h 57949372"/>
                <a:gd name="connsiteX16427" fmla="*/ 53785951 w 58051775"/>
                <a:gd name="connsiteY16427" fmla="*/ 41209592 h 57949372"/>
                <a:gd name="connsiteX16428" fmla="*/ 53837463 w 58051775"/>
                <a:gd name="connsiteY16428" fmla="*/ 41131084 h 57949372"/>
                <a:gd name="connsiteX16429" fmla="*/ 53870991 w 58051775"/>
                <a:gd name="connsiteY16429" fmla="*/ 41048844 h 57949372"/>
                <a:gd name="connsiteX16430" fmla="*/ 53916567 w 58051775"/>
                <a:gd name="connsiteY16430" fmla="*/ 40959044 h 57949372"/>
                <a:gd name="connsiteX16431" fmla="*/ 53968351 w 58051775"/>
                <a:gd name="connsiteY16431" fmla="*/ 40876228 h 57949372"/>
                <a:gd name="connsiteX16432" fmla="*/ 54004608 w 58051775"/>
                <a:gd name="connsiteY16432" fmla="*/ 40777840 h 57949372"/>
                <a:gd name="connsiteX16433" fmla="*/ 54053599 w 58051775"/>
                <a:gd name="connsiteY16433" fmla="*/ 40675308 h 57949372"/>
                <a:gd name="connsiteX16434" fmla="*/ 54098055 w 58051775"/>
                <a:gd name="connsiteY16434" fmla="*/ 40575408 h 57949372"/>
                <a:gd name="connsiteX16435" fmla="*/ 54136856 w 58051775"/>
                <a:gd name="connsiteY16435" fmla="*/ 40496572 h 57949372"/>
                <a:gd name="connsiteX16436" fmla="*/ 54177567 w 58051775"/>
                <a:gd name="connsiteY16436" fmla="*/ 40452020 h 57949372"/>
                <a:gd name="connsiteX16437" fmla="*/ 54238007 w 58051775"/>
                <a:gd name="connsiteY16437" fmla="*/ 40275660 h 57949372"/>
                <a:gd name="connsiteX16438" fmla="*/ 54271063 w 58051775"/>
                <a:gd name="connsiteY16438" fmla="*/ 40183732 h 57949372"/>
                <a:gd name="connsiteX16439" fmla="*/ 54323560 w 58051775"/>
                <a:gd name="connsiteY16439" fmla="*/ 40074372 h 57949372"/>
                <a:gd name="connsiteX16440" fmla="*/ 54360351 w 58051775"/>
                <a:gd name="connsiteY16440" fmla="*/ 39975236 h 57949372"/>
                <a:gd name="connsiteX16441" fmla="*/ 54408439 w 58051775"/>
                <a:gd name="connsiteY16441" fmla="*/ 39873992 h 57949372"/>
                <a:gd name="connsiteX16442" fmla="*/ 54459431 w 58051775"/>
                <a:gd name="connsiteY16442" fmla="*/ 39792752 h 57949372"/>
                <a:gd name="connsiteX16443" fmla="*/ 54504168 w 58051775"/>
                <a:gd name="connsiteY16443" fmla="*/ 39704160 h 57949372"/>
                <a:gd name="connsiteX16444" fmla="*/ 54542071 w 58051775"/>
                <a:gd name="connsiteY16444" fmla="*/ 39582756 h 57949372"/>
                <a:gd name="connsiteX16445" fmla="*/ 54581591 w 58051775"/>
                <a:gd name="connsiteY16445" fmla="*/ 39468336 h 57949372"/>
                <a:gd name="connsiteX16446" fmla="*/ 54626047 w 58051775"/>
                <a:gd name="connsiteY16446" fmla="*/ 39361192 h 57949372"/>
                <a:gd name="connsiteX16447" fmla="*/ 54675087 w 58051775"/>
                <a:gd name="connsiteY16447" fmla="*/ 39253676 h 57949372"/>
                <a:gd name="connsiteX16448" fmla="*/ 54726319 w 58051775"/>
                <a:gd name="connsiteY16448" fmla="*/ 39131160 h 57949372"/>
                <a:gd name="connsiteX16449" fmla="*/ 54765863 w 58051775"/>
                <a:gd name="connsiteY16449" fmla="*/ 39007396 h 57949372"/>
                <a:gd name="connsiteX16450" fmla="*/ 54799735 w 58051775"/>
                <a:gd name="connsiteY16450" fmla="*/ 38941000 h 57949372"/>
                <a:gd name="connsiteX16451" fmla="*/ 54847471 w 58051775"/>
                <a:gd name="connsiteY16451" fmla="*/ 38790572 h 57949372"/>
                <a:gd name="connsiteX16452" fmla="*/ 54888751 w 58051775"/>
                <a:gd name="connsiteY16452" fmla="*/ 38695320 h 57949372"/>
                <a:gd name="connsiteX16453" fmla="*/ 54948135 w 58051775"/>
                <a:gd name="connsiteY16453" fmla="*/ 38540508 h 57949372"/>
                <a:gd name="connsiteX16454" fmla="*/ 54993280 w 58051775"/>
                <a:gd name="connsiteY16454" fmla="*/ 38432728 h 57949372"/>
                <a:gd name="connsiteX16455" fmla="*/ 55032975 w 58051775"/>
                <a:gd name="connsiteY16455" fmla="*/ 38316528 h 57949372"/>
                <a:gd name="connsiteX16456" fmla="*/ 55066503 w 58051775"/>
                <a:gd name="connsiteY16456" fmla="*/ 38241896 h 57949372"/>
                <a:gd name="connsiteX16457" fmla="*/ 55122767 w 58051775"/>
                <a:gd name="connsiteY16457" fmla="*/ 38050856 h 57949372"/>
                <a:gd name="connsiteX16458" fmla="*/ 55166703 w 58051775"/>
                <a:gd name="connsiteY16458" fmla="*/ 37931232 h 57949372"/>
                <a:gd name="connsiteX16459" fmla="*/ 55209811 w 58051775"/>
                <a:gd name="connsiteY16459" fmla="*/ 37816328 h 57949372"/>
                <a:gd name="connsiteX16460" fmla="*/ 55244392 w 58051775"/>
                <a:gd name="connsiteY16460" fmla="*/ 37704768 h 57949372"/>
                <a:gd name="connsiteX16461" fmla="*/ 55298055 w 58051775"/>
                <a:gd name="connsiteY16461" fmla="*/ 37538324 h 57949372"/>
                <a:gd name="connsiteX16462" fmla="*/ 55332583 w 58051775"/>
                <a:gd name="connsiteY16462" fmla="*/ 37456392 h 57949372"/>
                <a:gd name="connsiteX16463" fmla="*/ 55387303 w 58051775"/>
                <a:gd name="connsiteY16463" fmla="*/ 37283216 h 57949372"/>
                <a:gd name="connsiteX16464" fmla="*/ 55422191 w 58051775"/>
                <a:gd name="connsiteY16464" fmla="*/ 37171368 h 57949372"/>
                <a:gd name="connsiteX16465" fmla="*/ 55477200 w 58051775"/>
                <a:gd name="connsiteY16465" fmla="*/ 37015588 h 57949372"/>
                <a:gd name="connsiteX16466" fmla="*/ 55510248 w 58051775"/>
                <a:gd name="connsiteY16466" fmla="*/ 36923616 h 57949372"/>
                <a:gd name="connsiteX16467" fmla="*/ 55571728 w 58051775"/>
                <a:gd name="connsiteY16467" fmla="*/ 36685968 h 57949372"/>
                <a:gd name="connsiteX16468" fmla="*/ 55608871 w 58051775"/>
                <a:gd name="connsiteY16468" fmla="*/ 36515896 h 57949372"/>
                <a:gd name="connsiteX16469" fmla="*/ 55606951 w 58051775"/>
                <a:gd name="connsiteY16469" fmla="*/ 36390304 h 57949372"/>
                <a:gd name="connsiteX16470" fmla="*/ 55648232 w 58051775"/>
                <a:gd name="connsiteY16470" fmla="*/ 36355176 h 57949372"/>
                <a:gd name="connsiteX16471" fmla="*/ 55688888 w 58051775"/>
                <a:gd name="connsiteY16471" fmla="*/ 36286096 h 57949372"/>
                <a:gd name="connsiteX16472" fmla="*/ 55748543 w 58051775"/>
                <a:gd name="connsiteY16472" fmla="*/ 36064792 h 57949372"/>
                <a:gd name="connsiteX16473" fmla="*/ 55794472 w 58051775"/>
                <a:gd name="connsiteY16473" fmla="*/ 35881300 h 57949372"/>
                <a:gd name="connsiteX16474" fmla="*/ 55839768 w 58051775"/>
                <a:gd name="connsiteY16474" fmla="*/ 35703788 h 57949372"/>
                <a:gd name="connsiteX16475" fmla="*/ 55877711 w 58051775"/>
                <a:gd name="connsiteY16475" fmla="*/ 35665849 h 57949372"/>
                <a:gd name="connsiteX16476" fmla="*/ 55873656 w 58051775"/>
                <a:gd name="connsiteY16476" fmla="*/ 35361576 h 57949372"/>
                <a:gd name="connsiteX16477" fmla="*/ 55913999 w 58051775"/>
                <a:gd name="connsiteY16477" fmla="*/ 35327568 h 57949372"/>
                <a:gd name="connsiteX16478" fmla="*/ 55955151 w 58051775"/>
                <a:gd name="connsiteY16478" fmla="*/ 35220408 h 57949372"/>
                <a:gd name="connsiteX16479" fmla="*/ 56003015 w 58051775"/>
                <a:gd name="connsiteY16479" fmla="*/ 34963421 h 57949372"/>
                <a:gd name="connsiteX16480" fmla="*/ 56044019 w 58051775"/>
                <a:gd name="connsiteY16480" fmla="*/ 34877620 h 57949372"/>
                <a:gd name="connsiteX16481" fmla="*/ 56092223 w 58051775"/>
                <a:gd name="connsiteY16481" fmla="*/ 34577809 h 57949372"/>
                <a:gd name="connsiteX16482" fmla="*/ 56133024 w 58051775"/>
                <a:gd name="connsiteY16482" fmla="*/ 34496000 h 57949372"/>
                <a:gd name="connsiteX16483" fmla="*/ 56137711 w 58051775"/>
                <a:gd name="connsiteY16483" fmla="*/ 34302700 h 57949372"/>
                <a:gd name="connsiteX16484" fmla="*/ 56184384 w 58051775"/>
                <a:gd name="connsiteY16484" fmla="*/ 34095512 h 57949372"/>
                <a:gd name="connsiteX16485" fmla="*/ 56235943 w 58051775"/>
                <a:gd name="connsiteY16485" fmla="*/ 33840144 h 57949372"/>
                <a:gd name="connsiteX16486" fmla="*/ 56285599 w 58051775"/>
                <a:gd name="connsiteY16486" fmla="*/ 33575668 h 57949372"/>
                <a:gd name="connsiteX16487" fmla="*/ 56310643 w 58051775"/>
                <a:gd name="connsiteY16487" fmla="*/ 33518520 h 57949372"/>
                <a:gd name="connsiteX16488" fmla="*/ 56333255 w 58051775"/>
                <a:gd name="connsiteY16488" fmla="*/ 33094220 h 57949372"/>
                <a:gd name="connsiteX16489" fmla="*/ 56368951 w 58051775"/>
                <a:gd name="connsiteY16489" fmla="*/ 33032592 h 57949372"/>
                <a:gd name="connsiteX16490" fmla="*/ 56400879 w 58051775"/>
                <a:gd name="connsiteY16490" fmla="*/ 32736125 h 57949372"/>
                <a:gd name="connsiteX16491" fmla="*/ 56407399 w 58051775"/>
                <a:gd name="connsiteY16491" fmla="*/ 32467552 h 57949372"/>
                <a:gd name="connsiteX16492" fmla="*/ 56494967 w 58051775"/>
                <a:gd name="connsiteY16492" fmla="*/ 32334088 h 57949372"/>
                <a:gd name="connsiteX16493" fmla="*/ 56504668 w 58051775"/>
                <a:gd name="connsiteY16493" fmla="*/ 32035613 h 57949372"/>
                <a:gd name="connsiteX16494" fmla="*/ 56532423 w 58051775"/>
                <a:gd name="connsiteY16494" fmla="*/ 31670544 h 57949372"/>
                <a:gd name="connsiteX16495" fmla="*/ 56582871 w 58051775"/>
                <a:gd name="connsiteY16495" fmla="*/ 30994352 h 57949372"/>
                <a:gd name="connsiteX16496" fmla="*/ 56607415 w 58051775"/>
                <a:gd name="connsiteY16496" fmla="*/ 30518100 h 57949372"/>
                <a:gd name="connsiteX16497" fmla="*/ 56656175 w 58051775"/>
                <a:gd name="connsiteY16497" fmla="*/ 30226000 h 57949372"/>
                <a:gd name="connsiteX16498" fmla="*/ 56651751 w 58051775"/>
                <a:gd name="connsiteY16498" fmla="*/ 27584912 h 57949372"/>
                <a:gd name="connsiteX16499" fmla="*/ 56622607 w 58051775"/>
                <a:gd name="connsiteY16499" fmla="*/ 27414943 h 57949372"/>
                <a:gd name="connsiteX16500" fmla="*/ 56573023 w 58051775"/>
                <a:gd name="connsiteY16500" fmla="*/ 26638763 h 57949372"/>
                <a:gd name="connsiteX16501" fmla="*/ 56539408 w 58051775"/>
                <a:gd name="connsiteY16501" fmla="*/ 26267230 h 57949372"/>
                <a:gd name="connsiteX16502" fmla="*/ 56489007 w 58051775"/>
                <a:gd name="connsiteY16502" fmla="*/ 25689715 h 57949372"/>
                <a:gd name="connsiteX16503" fmla="*/ 56467047 w 58051775"/>
                <a:gd name="connsiteY16503" fmla="*/ 25530966 h 57949372"/>
                <a:gd name="connsiteX16504" fmla="*/ 56407247 w 58051775"/>
                <a:gd name="connsiteY16504" fmla="*/ 25140797 h 57949372"/>
                <a:gd name="connsiteX16505" fmla="*/ 56338303 w 58051775"/>
                <a:gd name="connsiteY16505" fmla="*/ 24721062 h 57949372"/>
                <a:gd name="connsiteX16506" fmla="*/ 56310867 w 58051775"/>
                <a:gd name="connsiteY16506" fmla="*/ 24530563 h 57949372"/>
                <a:gd name="connsiteX16507" fmla="*/ 56255271 w 58051775"/>
                <a:gd name="connsiteY16507" fmla="*/ 24251163 h 57949372"/>
                <a:gd name="connsiteX16508" fmla="*/ 56222855 w 58051775"/>
                <a:gd name="connsiteY16508" fmla="*/ 24022562 h 57949372"/>
                <a:gd name="connsiteX16509" fmla="*/ 56174215 w 58051775"/>
                <a:gd name="connsiteY16509" fmla="*/ 23743162 h 57949372"/>
                <a:gd name="connsiteX16510" fmla="*/ 56130716 w 58051775"/>
                <a:gd name="connsiteY16510" fmla="*/ 23520912 h 57949372"/>
                <a:gd name="connsiteX16511" fmla="*/ 56096647 w 58051775"/>
                <a:gd name="connsiteY16511" fmla="*/ 23318189 h 57949372"/>
                <a:gd name="connsiteX16512" fmla="*/ 56051343 w 58051775"/>
                <a:gd name="connsiteY16512" fmla="*/ 23140391 h 57949372"/>
                <a:gd name="connsiteX16513" fmla="*/ 56007175 w 58051775"/>
                <a:gd name="connsiteY16513" fmla="*/ 22963291 h 57949372"/>
                <a:gd name="connsiteX16514" fmla="*/ 55962323 w 58051775"/>
                <a:gd name="connsiteY16514" fmla="*/ 22747390 h 57949372"/>
                <a:gd name="connsiteX16515" fmla="*/ 55917080 w 58051775"/>
                <a:gd name="connsiteY16515" fmla="*/ 22551265 h 57949372"/>
                <a:gd name="connsiteX16516" fmla="*/ 55873255 w 58051775"/>
                <a:gd name="connsiteY16516" fmla="*/ 22367115 h 57949372"/>
                <a:gd name="connsiteX16517" fmla="*/ 55824127 w 58051775"/>
                <a:gd name="connsiteY16517" fmla="*/ 22174715 h 57949372"/>
                <a:gd name="connsiteX16518" fmla="*/ 55785431 w 58051775"/>
                <a:gd name="connsiteY16518" fmla="*/ 22005198 h 57949372"/>
                <a:gd name="connsiteX16519" fmla="*/ 55753688 w 58051775"/>
                <a:gd name="connsiteY16519" fmla="*/ 21868127 h 57949372"/>
                <a:gd name="connsiteX16520" fmla="*/ 55691327 w 58051775"/>
                <a:gd name="connsiteY16520" fmla="*/ 21624842 h 57949372"/>
                <a:gd name="connsiteX16521" fmla="*/ 55657520 w 58051775"/>
                <a:gd name="connsiteY16521" fmla="*/ 21526765 h 57949372"/>
                <a:gd name="connsiteX16522" fmla="*/ 55614248 w 58051775"/>
                <a:gd name="connsiteY16522" fmla="*/ 21395822 h 57949372"/>
                <a:gd name="connsiteX16523" fmla="*/ 55571112 w 58051775"/>
                <a:gd name="connsiteY16523" fmla="*/ 21250875 h 57949372"/>
                <a:gd name="connsiteX16524" fmla="*/ 55525799 w 58051775"/>
                <a:gd name="connsiteY16524" fmla="*/ 21072434 h 57949372"/>
                <a:gd name="connsiteX16525" fmla="*/ 55482575 w 58051775"/>
                <a:gd name="connsiteY16525" fmla="*/ 20905513 h 57949372"/>
                <a:gd name="connsiteX16526" fmla="*/ 55419663 w 58051775"/>
                <a:gd name="connsiteY16526" fmla="*/ 20720562 h 57949372"/>
                <a:gd name="connsiteX16527" fmla="*/ 55386903 w 58051775"/>
                <a:gd name="connsiteY16527" fmla="*/ 20623799 h 57949372"/>
                <a:gd name="connsiteX16528" fmla="*/ 55342839 w 58051775"/>
                <a:gd name="connsiteY16528" fmla="*/ 20493511 h 57949372"/>
                <a:gd name="connsiteX16529" fmla="*/ 55297887 w 58051775"/>
                <a:gd name="connsiteY16529" fmla="*/ 20370506 h 57949372"/>
                <a:gd name="connsiteX16530" fmla="*/ 55259135 w 58051775"/>
                <a:gd name="connsiteY16530" fmla="*/ 20236790 h 57949372"/>
                <a:gd name="connsiteX16531" fmla="*/ 55216359 w 58051775"/>
                <a:gd name="connsiteY16531" fmla="*/ 20110507 h 57949372"/>
                <a:gd name="connsiteX16532" fmla="*/ 55158167 w 58051775"/>
                <a:gd name="connsiteY16532" fmla="*/ 19929022 h 57949372"/>
                <a:gd name="connsiteX16533" fmla="*/ 55125415 w 58051775"/>
                <a:gd name="connsiteY16533" fmla="*/ 19839027 h 57949372"/>
                <a:gd name="connsiteX16534" fmla="*/ 55080599 w 58051775"/>
                <a:gd name="connsiteY16534" fmla="*/ 19703766 h 57949372"/>
                <a:gd name="connsiteX16535" fmla="*/ 55030887 w 58051775"/>
                <a:gd name="connsiteY16535" fmla="*/ 19571511 h 57949372"/>
                <a:gd name="connsiteX16536" fmla="*/ 54984791 w 58051775"/>
                <a:gd name="connsiteY16536" fmla="*/ 19457578 h 57949372"/>
                <a:gd name="connsiteX16537" fmla="*/ 54945984 w 58051775"/>
                <a:gd name="connsiteY16537" fmla="*/ 19339117 h 57949372"/>
                <a:gd name="connsiteX16538" fmla="*/ 54880967 w 58051775"/>
                <a:gd name="connsiteY16538" fmla="*/ 19175692 h 57949372"/>
                <a:gd name="connsiteX16539" fmla="*/ 54843495 w 58051775"/>
                <a:gd name="connsiteY16539" fmla="*/ 19084676 h 57949372"/>
                <a:gd name="connsiteX16540" fmla="*/ 54810384 w 58051775"/>
                <a:gd name="connsiteY16540" fmla="*/ 18986979 h 57949372"/>
                <a:gd name="connsiteX16541" fmla="*/ 54764935 w 58051775"/>
                <a:gd name="connsiteY16541" fmla="*/ 18881146 h 57949372"/>
                <a:gd name="connsiteX16542" fmla="*/ 54711911 w 58051775"/>
                <a:gd name="connsiteY16542" fmla="*/ 18751556 h 57949372"/>
                <a:gd name="connsiteX16543" fmla="*/ 54672915 w 58051775"/>
                <a:gd name="connsiteY16543" fmla="*/ 18630906 h 57949372"/>
                <a:gd name="connsiteX16544" fmla="*/ 54625968 w 58051775"/>
                <a:gd name="connsiteY16544" fmla="*/ 18507295 h 57949372"/>
                <a:gd name="connsiteX16545" fmla="*/ 54593159 w 58051775"/>
                <a:gd name="connsiteY16545" fmla="*/ 18430008 h 57949372"/>
                <a:gd name="connsiteX16546" fmla="*/ 54545847 w 58051775"/>
                <a:gd name="connsiteY16546" fmla="*/ 18315469 h 57949372"/>
                <a:gd name="connsiteX16547" fmla="*/ 54491199 w 58051775"/>
                <a:gd name="connsiteY16547" fmla="*/ 18176851 h 57949372"/>
                <a:gd name="connsiteX16548" fmla="*/ 54431159 w 58051775"/>
                <a:gd name="connsiteY16548" fmla="*/ 18064103 h 57949372"/>
                <a:gd name="connsiteX16549" fmla="*/ 54392200 w 58051775"/>
                <a:gd name="connsiteY16549" fmla="*/ 17984627 h 57949372"/>
                <a:gd name="connsiteX16550" fmla="*/ 54366728 w 58051775"/>
                <a:gd name="connsiteY16550" fmla="*/ 17900811 h 57949372"/>
                <a:gd name="connsiteX16551" fmla="*/ 54322447 w 58051775"/>
                <a:gd name="connsiteY16551" fmla="*/ 17807682 h 57949372"/>
                <a:gd name="connsiteX16552" fmla="*/ 54278043 w 58051775"/>
                <a:gd name="connsiteY16552" fmla="*/ 17712990 h 57949372"/>
                <a:gd name="connsiteX16553" fmla="*/ 54233023 w 58051775"/>
                <a:gd name="connsiteY16553" fmla="*/ 17612541 h 57949372"/>
                <a:gd name="connsiteX16554" fmla="*/ 54180992 w 58051775"/>
                <a:gd name="connsiteY16554" fmla="*/ 17498382 h 57949372"/>
                <a:gd name="connsiteX16555" fmla="*/ 54138304 w 58051775"/>
                <a:gd name="connsiteY16555" fmla="*/ 17389392 h 57949372"/>
                <a:gd name="connsiteX16556" fmla="*/ 54093935 w 58051775"/>
                <a:gd name="connsiteY16556" fmla="*/ 17294251 h 57949372"/>
                <a:gd name="connsiteX16557" fmla="*/ 54043671 w 58051775"/>
                <a:gd name="connsiteY16557" fmla="*/ 17192657 h 57949372"/>
                <a:gd name="connsiteX16558" fmla="*/ 53987703 w 58051775"/>
                <a:gd name="connsiteY16558" fmla="*/ 17091341 h 57949372"/>
                <a:gd name="connsiteX16559" fmla="*/ 53947695 w 58051775"/>
                <a:gd name="connsiteY16559" fmla="*/ 17006525 h 57949372"/>
                <a:gd name="connsiteX16560" fmla="*/ 53922239 w 58051775"/>
                <a:gd name="connsiteY16560" fmla="*/ 16923013 h 57949372"/>
                <a:gd name="connsiteX16561" fmla="*/ 53870671 w 58051775"/>
                <a:gd name="connsiteY16561" fmla="*/ 16824677 h 57949372"/>
                <a:gd name="connsiteX16562" fmla="*/ 53813584 w 58051775"/>
                <a:gd name="connsiteY16562" fmla="*/ 16744233 h 57949372"/>
                <a:gd name="connsiteX16563" fmla="*/ 53783335 w 58051775"/>
                <a:gd name="connsiteY16563" fmla="*/ 16678397 h 57949372"/>
                <a:gd name="connsiteX16564" fmla="*/ 53729743 w 58051775"/>
                <a:gd name="connsiteY16564" fmla="*/ 16571166 h 57949372"/>
                <a:gd name="connsiteX16565" fmla="*/ 53678144 w 58051775"/>
                <a:gd name="connsiteY16565" fmla="*/ 16478252 h 57949372"/>
                <a:gd name="connsiteX16566" fmla="*/ 53636479 w 58051775"/>
                <a:gd name="connsiteY16566" fmla="*/ 16393898 h 57949372"/>
                <a:gd name="connsiteX16567" fmla="*/ 53597199 w 58051775"/>
                <a:gd name="connsiteY16567" fmla="*/ 16307279 h 57949372"/>
                <a:gd name="connsiteX16568" fmla="*/ 53545736 w 58051775"/>
                <a:gd name="connsiteY16568" fmla="*/ 16179695 h 57949372"/>
                <a:gd name="connsiteX16569" fmla="*/ 53505103 w 58051775"/>
                <a:gd name="connsiteY16569" fmla="*/ 16114726 h 57949372"/>
                <a:gd name="connsiteX16570" fmla="*/ 53392279 w 58051775"/>
                <a:gd name="connsiteY16570" fmla="*/ 15913113 h 57949372"/>
                <a:gd name="connsiteX16571" fmla="*/ 53353979 w 58051775"/>
                <a:gd name="connsiteY16571" fmla="*/ 15836908 h 57949372"/>
                <a:gd name="connsiteX16572" fmla="*/ 53293392 w 58051775"/>
                <a:gd name="connsiteY16572" fmla="*/ 15725963 h 57949372"/>
                <a:gd name="connsiteX16573" fmla="*/ 53235979 w 58051775"/>
                <a:gd name="connsiteY16573" fmla="*/ 15633125 h 57949372"/>
                <a:gd name="connsiteX16574" fmla="*/ 53204227 w 58051775"/>
                <a:gd name="connsiteY16574" fmla="*/ 15563259 h 57949372"/>
                <a:gd name="connsiteX16575" fmla="*/ 53155855 w 58051775"/>
                <a:gd name="connsiteY16575" fmla="*/ 15484422 h 57949372"/>
                <a:gd name="connsiteX16576" fmla="*/ 53092351 w 58051775"/>
                <a:gd name="connsiteY16576" fmla="*/ 15395165 h 57949372"/>
                <a:gd name="connsiteX16577" fmla="*/ 53053679 w 58051775"/>
                <a:gd name="connsiteY16577" fmla="*/ 15325527 h 57949372"/>
                <a:gd name="connsiteX16578" fmla="*/ 53015584 w 58051775"/>
                <a:gd name="connsiteY16578" fmla="*/ 15250005 h 57949372"/>
                <a:gd name="connsiteX16579" fmla="*/ 52970679 w 58051775"/>
                <a:gd name="connsiteY16579" fmla="*/ 15167467 h 57949372"/>
                <a:gd name="connsiteX16580" fmla="*/ 52932575 w 58051775"/>
                <a:gd name="connsiteY16580" fmla="*/ 15097557 h 57949372"/>
                <a:gd name="connsiteX16581" fmla="*/ 52887647 w 58051775"/>
                <a:gd name="connsiteY16581" fmla="*/ 15021352 h 57949372"/>
                <a:gd name="connsiteX16582" fmla="*/ 52843203 w 58051775"/>
                <a:gd name="connsiteY16582" fmla="*/ 14939712 h 57949372"/>
                <a:gd name="connsiteX16583" fmla="*/ 52792007 w 58051775"/>
                <a:gd name="connsiteY16583" fmla="*/ 14857161 h 57949372"/>
                <a:gd name="connsiteX16584" fmla="*/ 52757536 w 58051775"/>
                <a:gd name="connsiteY16584" fmla="*/ 14783803 h 57949372"/>
                <a:gd name="connsiteX16585" fmla="*/ 52714528 w 58051775"/>
                <a:gd name="connsiteY16585" fmla="*/ 14701265 h 57949372"/>
                <a:gd name="connsiteX16586" fmla="*/ 52660103 w 58051775"/>
                <a:gd name="connsiteY16586" fmla="*/ 14622700 h 57949372"/>
                <a:gd name="connsiteX16587" fmla="*/ 52616103 w 58051775"/>
                <a:gd name="connsiteY16587" fmla="*/ 14544736 h 57949372"/>
                <a:gd name="connsiteX16588" fmla="*/ 52565303 w 58051775"/>
                <a:gd name="connsiteY16588" fmla="*/ 14466791 h 57949372"/>
                <a:gd name="connsiteX16589" fmla="*/ 52518423 w 58051775"/>
                <a:gd name="connsiteY16589" fmla="*/ 14405049 h 57949372"/>
                <a:gd name="connsiteX16590" fmla="*/ 52475983 w 58051775"/>
                <a:gd name="connsiteY16590" fmla="*/ 14331969 h 57949372"/>
                <a:gd name="connsiteX16591" fmla="*/ 52433959 w 58051775"/>
                <a:gd name="connsiteY16591" fmla="*/ 14255726 h 57949372"/>
                <a:gd name="connsiteX16592" fmla="*/ 52390671 w 58051775"/>
                <a:gd name="connsiteY16592" fmla="*/ 14192225 h 57949372"/>
                <a:gd name="connsiteX16593" fmla="*/ 52345951 w 58051775"/>
                <a:gd name="connsiteY16593" fmla="*/ 14128768 h 57949372"/>
                <a:gd name="connsiteX16594" fmla="*/ 52304679 w 58051775"/>
                <a:gd name="connsiteY16594" fmla="*/ 14056492 h 57949372"/>
                <a:gd name="connsiteX16595" fmla="*/ 52260503 w 58051775"/>
                <a:gd name="connsiteY16595" fmla="*/ 13980293 h 57949372"/>
                <a:gd name="connsiteX16596" fmla="*/ 52213119 w 58051775"/>
                <a:gd name="connsiteY16596" fmla="*/ 13919215 h 57949372"/>
                <a:gd name="connsiteX16597" fmla="*/ 52166559 w 58051775"/>
                <a:gd name="connsiteY16597" fmla="*/ 13862066 h 57949372"/>
                <a:gd name="connsiteX16598" fmla="*/ 52136911 w 58051775"/>
                <a:gd name="connsiteY16598" fmla="*/ 13802690 h 57949372"/>
                <a:gd name="connsiteX16599" fmla="*/ 52088215 w 58051775"/>
                <a:gd name="connsiteY16599" fmla="*/ 13711364 h 57949372"/>
                <a:gd name="connsiteX16600" fmla="*/ 51965967 w 58051775"/>
                <a:gd name="connsiteY16600" fmla="*/ 13527371 h 57949372"/>
                <a:gd name="connsiteX16601" fmla="*/ 51910487 w 58051775"/>
                <a:gd name="connsiteY16601" fmla="*/ 13441201 h 57949372"/>
                <a:gd name="connsiteX16602" fmla="*/ 51847751 w 58051775"/>
                <a:gd name="connsiteY16602" fmla="*/ 13363313 h 57949372"/>
                <a:gd name="connsiteX16603" fmla="*/ 51815143 w 58051775"/>
                <a:gd name="connsiteY16603" fmla="*/ 13317337 h 57949372"/>
                <a:gd name="connsiteX16604" fmla="*/ 51777039 w 58051775"/>
                <a:gd name="connsiteY16604" fmla="*/ 13255000 h 57949372"/>
                <a:gd name="connsiteX16605" fmla="*/ 51727103 w 58051775"/>
                <a:gd name="connsiteY16605" fmla="*/ 13177713 h 57949372"/>
                <a:gd name="connsiteX16606" fmla="*/ 51581055 w 58051775"/>
                <a:gd name="connsiteY16606" fmla="*/ 12995466 h 57949372"/>
                <a:gd name="connsiteX16607" fmla="*/ 51542951 w 58051775"/>
                <a:gd name="connsiteY16607" fmla="*/ 12937912 h 57949372"/>
                <a:gd name="connsiteX16608" fmla="*/ 51509647 w 58051775"/>
                <a:gd name="connsiteY16608" fmla="*/ 12874841 h 57949372"/>
                <a:gd name="connsiteX16609" fmla="*/ 51476087 w 58051775"/>
                <a:gd name="connsiteY16609" fmla="*/ 12834306 h 57949372"/>
                <a:gd name="connsiteX16610" fmla="*/ 51428967 w 58051775"/>
                <a:gd name="connsiteY16610" fmla="*/ 12778960 h 57949372"/>
                <a:gd name="connsiteX16611" fmla="*/ 51363759 w 58051775"/>
                <a:gd name="connsiteY16611" fmla="*/ 12670438 h 57949372"/>
                <a:gd name="connsiteX16612" fmla="*/ 51322391 w 58051775"/>
                <a:gd name="connsiteY16612" fmla="*/ 12609069 h 57949372"/>
                <a:gd name="connsiteX16613" fmla="*/ 51279335 w 58051775"/>
                <a:gd name="connsiteY16613" fmla="*/ 12551281 h 57949372"/>
                <a:gd name="connsiteX16614" fmla="*/ 51128807 w 58051775"/>
                <a:gd name="connsiteY16614" fmla="*/ 12362125 h 57949372"/>
                <a:gd name="connsiteX16615" fmla="*/ 51088903 w 58051775"/>
                <a:gd name="connsiteY16615" fmla="*/ 12312663 h 57949372"/>
                <a:gd name="connsiteX16616" fmla="*/ 51058551 w 58051775"/>
                <a:gd name="connsiteY16616" fmla="*/ 12268161 h 57949372"/>
                <a:gd name="connsiteX16617" fmla="*/ 51012631 w 58051775"/>
                <a:gd name="connsiteY16617" fmla="*/ 12198308 h 57949372"/>
                <a:gd name="connsiteX16618" fmla="*/ 50930079 w 58051775"/>
                <a:gd name="connsiteY16618" fmla="*/ 12108975 h 57949372"/>
                <a:gd name="connsiteX16619" fmla="*/ 50863503 w 58051775"/>
                <a:gd name="connsiteY16619" fmla="*/ 12018054 h 57949372"/>
                <a:gd name="connsiteX16620" fmla="*/ 50819055 w 58051775"/>
                <a:gd name="connsiteY16620" fmla="*/ 11952579 h 57949372"/>
                <a:gd name="connsiteX16621" fmla="*/ 50706967 w 58051775"/>
                <a:gd name="connsiteY16621" fmla="*/ 11803914 h 57949372"/>
                <a:gd name="connsiteX16622" fmla="*/ 50617407 w 58051775"/>
                <a:gd name="connsiteY16622" fmla="*/ 11698397 h 57949372"/>
                <a:gd name="connsiteX16623" fmla="*/ 50519903 w 58051775"/>
                <a:gd name="connsiteY16623" fmla="*/ 11581132 h 57949372"/>
                <a:gd name="connsiteX16624" fmla="*/ 50463343 w 58051775"/>
                <a:gd name="connsiteY16624" fmla="*/ 11509583 h 57949372"/>
                <a:gd name="connsiteX16625" fmla="*/ 50425239 w 58051775"/>
                <a:gd name="connsiteY16625" fmla="*/ 11466163 h 57949372"/>
                <a:gd name="connsiteX16626" fmla="*/ 50387255 w 58051775"/>
                <a:gd name="connsiteY16626" fmla="*/ 11413936 h 57949372"/>
                <a:gd name="connsiteX16627" fmla="*/ 50349151 w 58051775"/>
                <a:gd name="connsiteY16627" fmla="*/ 11353383 h 57949372"/>
                <a:gd name="connsiteX16628" fmla="*/ 50311055 w 58051775"/>
                <a:gd name="connsiteY16628" fmla="*/ 11312576 h 57949372"/>
                <a:gd name="connsiteX16629" fmla="*/ 50260255 w 58051775"/>
                <a:gd name="connsiteY16629" fmla="*/ 11263563 h 57949372"/>
                <a:gd name="connsiteX16630" fmla="*/ 50018263 w 58051775"/>
                <a:gd name="connsiteY16630" fmla="*/ 10988874 h 57949372"/>
                <a:gd name="connsiteX16631" fmla="*/ 49997759 w 58051775"/>
                <a:gd name="connsiteY16631" fmla="*/ 10947948 h 57949372"/>
                <a:gd name="connsiteX16632" fmla="*/ 49952207 w 58051775"/>
                <a:gd name="connsiteY16632" fmla="*/ 10890800 h 57949372"/>
                <a:gd name="connsiteX16633" fmla="*/ 49812143 w 58051775"/>
                <a:gd name="connsiteY16633" fmla="*/ 10730896 h 57949372"/>
                <a:gd name="connsiteX16634" fmla="*/ 49678791 w 58051775"/>
                <a:gd name="connsiteY16634" fmla="*/ 10580750 h 57949372"/>
                <a:gd name="connsiteX16635" fmla="*/ 49536351 w 58051775"/>
                <a:gd name="connsiteY16635" fmla="*/ 10425038 h 57949372"/>
                <a:gd name="connsiteX16636" fmla="*/ 49447455 w 58051775"/>
                <a:gd name="connsiteY16636" fmla="*/ 10327304 h 57949372"/>
                <a:gd name="connsiteX16637" fmla="*/ 49364903 w 58051775"/>
                <a:gd name="connsiteY16637" fmla="*/ 10224180 h 57949372"/>
                <a:gd name="connsiteX16638" fmla="*/ 49318871 w 58051775"/>
                <a:gd name="connsiteY16638" fmla="*/ 10171472 h 57949372"/>
                <a:gd name="connsiteX16639" fmla="*/ 49285959 w 58051775"/>
                <a:gd name="connsiteY16639" fmla="*/ 10138188 h 57949372"/>
                <a:gd name="connsiteX16640" fmla="*/ 49235031 w 58051775"/>
                <a:gd name="connsiteY16640" fmla="*/ 10090134 h 57949372"/>
                <a:gd name="connsiteX16641" fmla="*/ 49109535 w 58051775"/>
                <a:gd name="connsiteY16641" fmla="*/ 9953680 h 57949372"/>
                <a:gd name="connsiteX16642" fmla="*/ 49058735 w 58051775"/>
                <a:gd name="connsiteY16642" fmla="*/ 9902028 h 57949372"/>
                <a:gd name="connsiteX16643" fmla="*/ 48936255 w 58051775"/>
                <a:gd name="connsiteY16643" fmla="*/ 9763736 h 57949372"/>
                <a:gd name="connsiteX16644" fmla="*/ 48893287 w 58051775"/>
                <a:gd name="connsiteY16644" fmla="*/ 9721060 h 57949372"/>
                <a:gd name="connsiteX16645" fmla="*/ 48840519 w 58051775"/>
                <a:gd name="connsiteY16645" fmla="*/ 9670262 h 57949372"/>
                <a:gd name="connsiteX16646" fmla="*/ 48259895 w 58051775"/>
                <a:gd name="connsiteY16646" fmla="*/ 9092406 h 57949372"/>
                <a:gd name="connsiteX16647" fmla="*/ 48225055 w 58051775"/>
                <a:gd name="connsiteY16647" fmla="*/ 9054304 h 57949372"/>
                <a:gd name="connsiteX16648" fmla="*/ 48171095 w 58051775"/>
                <a:gd name="connsiteY16648" fmla="*/ 8997952 h 57949372"/>
                <a:gd name="connsiteX16649" fmla="*/ 48111055 w 58051775"/>
                <a:gd name="connsiteY16649" fmla="*/ 8947152 h 57949372"/>
                <a:gd name="connsiteX16650" fmla="*/ 48058847 w 58051775"/>
                <a:gd name="connsiteY16650" fmla="*/ 8909052 h 57949372"/>
                <a:gd name="connsiteX16651" fmla="*/ 47986887 w 58051775"/>
                <a:gd name="connsiteY16651" fmla="*/ 8845552 h 57949372"/>
                <a:gd name="connsiteX16652" fmla="*/ 47876975 w 58051775"/>
                <a:gd name="connsiteY16652" fmla="*/ 8727400 h 57949372"/>
                <a:gd name="connsiteX16653" fmla="*/ 47833743 w 58051775"/>
                <a:gd name="connsiteY16653" fmla="*/ 8682950 h 57949372"/>
                <a:gd name="connsiteX16654" fmla="*/ 47789295 w 58051775"/>
                <a:gd name="connsiteY16654" fmla="*/ 8642352 h 57949372"/>
                <a:gd name="connsiteX16655" fmla="*/ 47763791 w 58051775"/>
                <a:gd name="connsiteY16655" fmla="*/ 8611356 h 57949372"/>
                <a:gd name="connsiteX16656" fmla="*/ 47724351 w 58051775"/>
                <a:gd name="connsiteY16656" fmla="*/ 8582336 h 57949372"/>
                <a:gd name="connsiteX16657" fmla="*/ 47679151 w 58051775"/>
                <a:gd name="connsiteY16657" fmla="*/ 8543034 h 57949372"/>
                <a:gd name="connsiteX16658" fmla="*/ 47629695 w 58051775"/>
                <a:gd name="connsiteY16658" fmla="*/ 8492656 h 57949372"/>
                <a:gd name="connsiteX16659" fmla="*/ 47561503 w 58051775"/>
                <a:gd name="connsiteY16659" fmla="*/ 8435626 h 57949372"/>
                <a:gd name="connsiteX16660" fmla="*/ 47507991 w 58051775"/>
                <a:gd name="connsiteY16660" fmla="*/ 8388024 h 57949372"/>
                <a:gd name="connsiteX16661" fmla="*/ 47456647 w 58051775"/>
                <a:gd name="connsiteY16661" fmla="*/ 8343902 h 57949372"/>
                <a:gd name="connsiteX16662" fmla="*/ 47389511 w 58051775"/>
                <a:gd name="connsiteY16662" fmla="*/ 8289064 h 57949372"/>
                <a:gd name="connsiteX16663" fmla="*/ 47242831 w 58051775"/>
                <a:gd name="connsiteY16663" fmla="*/ 8155492 h 57949372"/>
                <a:gd name="connsiteX16664" fmla="*/ 47096783 w 58051775"/>
                <a:gd name="connsiteY16664" fmla="*/ 8023646 h 57949372"/>
                <a:gd name="connsiteX16665" fmla="*/ 47040799 w 58051775"/>
                <a:gd name="connsiteY16665" fmla="*/ 7977282 h 57949372"/>
                <a:gd name="connsiteX16666" fmla="*/ 47001455 w 58051775"/>
                <a:gd name="connsiteY16666" fmla="*/ 7950994 h 57949372"/>
                <a:gd name="connsiteX16667" fmla="*/ 46961407 w 58051775"/>
                <a:gd name="connsiteY16667" fmla="*/ 7915034 h 57949372"/>
                <a:gd name="connsiteX16668" fmla="*/ 46905511 w 58051775"/>
                <a:gd name="connsiteY16668" fmla="*/ 7857764 h 57949372"/>
                <a:gd name="connsiteX16669" fmla="*/ 46835471 w 58051775"/>
                <a:gd name="connsiteY16669" fmla="*/ 7800614 h 57949372"/>
                <a:gd name="connsiteX16670" fmla="*/ 46733871 w 58051775"/>
                <a:gd name="connsiteY16670" fmla="*/ 7713188 h 57949372"/>
                <a:gd name="connsiteX16671" fmla="*/ 46589639 w 58051775"/>
                <a:gd name="connsiteY16671" fmla="*/ 7585108 h 57949372"/>
                <a:gd name="connsiteX16672" fmla="*/ 46475335 w 58051775"/>
                <a:gd name="connsiteY16672" fmla="*/ 7494060 h 57949372"/>
                <a:gd name="connsiteX16673" fmla="*/ 46410455 w 58051775"/>
                <a:gd name="connsiteY16673" fmla="*/ 7450692 h 57949372"/>
                <a:gd name="connsiteX16674" fmla="*/ 46345023 w 58051775"/>
                <a:gd name="connsiteY16674" fmla="*/ 7397752 h 57949372"/>
                <a:gd name="connsiteX16675" fmla="*/ 46130079 w 58051775"/>
                <a:gd name="connsiteY16675" fmla="*/ 7219516 h 57949372"/>
                <a:gd name="connsiteX16676" fmla="*/ 46028479 w 58051775"/>
                <a:gd name="connsiteY16676" fmla="*/ 7137868 h 57949372"/>
                <a:gd name="connsiteX16677" fmla="*/ 45965959 w 58051775"/>
                <a:gd name="connsiteY16677" fmla="*/ 7095092 h 57949372"/>
                <a:gd name="connsiteX16678" fmla="*/ 45899663 w 58051775"/>
                <a:gd name="connsiteY16678" fmla="*/ 7042152 h 57949372"/>
                <a:gd name="connsiteX16679" fmla="*/ 45833639 w 58051775"/>
                <a:gd name="connsiteY16679" fmla="*/ 6995048 h 57949372"/>
                <a:gd name="connsiteX16680" fmla="*/ 45779279 w 58051775"/>
                <a:gd name="connsiteY16680" fmla="*/ 6960156 h 57949372"/>
                <a:gd name="connsiteX16681" fmla="*/ 45737815 w 58051775"/>
                <a:gd name="connsiteY16681" fmla="*/ 6917528 h 57949372"/>
                <a:gd name="connsiteX16682" fmla="*/ 45680663 w 58051775"/>
                <a:gd name="connsiteY16682" fmla="*/ 6865378 h 57949372"/>
                <a:gd name="connsiteX16683" fmla="*/ 45622831 w 58051775"/>
                <a:gd name="connsiteY16683" fmla="*/ 6826190 h 57949372"/>
                <a:gd name="connsiteX16684" fmla="*/ 45583479 w 58051775"/>
                <a:gd name="connsiteY16684" fmla="*/ 6801862 h 57949372"/>
                <a:gd name="connsiteX16685" fmla="*/ 45545023 w 58051775"/>
                <a:gd name="connsiteY16685" fmla="*/ 6763864 h 57949372"/>
                <a:gd name="connsiteX16686" fmla="*/ 45473583 w 58051775"/>
                <a:gd name="connsiteY16686" fmla="*/ 6710132 h 57949372"/>
                <a:gd name="connsiteX16687" fmla="*/ 45380615 w 58051775"/>
                <a:gd name="connsiteY16687" fmla="*/ 6648174 h 57949372"/>
                <a:gd name="connsiteX16688" fmla="*/ 45311847 w 58051775"/>
                <a:gd name="connsiteY16688" fmla="*/ 6591026 h 57949372"/>
                <a:gd name="connsiteX16689" fmla="*/ 45248351 w 58051775"/>
                <a:gd name="connsiteY16689" fmla="*/ 6552818 h 57949372"/>
                <a:gd name="connsiteX16690" fmla="*/ 45186279 w 58051775"/>
                <a:gd name="connsiteY16690" fmla="*/ 6514718 h 57949372"/>
                <a:gd name="connsiteX16691" fmla="*/ 45037959 w 58051775"/>
                <a:gd name="connsiteY16691" fmla="*/ 6390526 h 57949372"/>
                <a:gd name="connsiteX16692" fmla="*/ 44964879 w 58051775"/>
                <a:gd name="connsiteY16692" fmla="*/ 6341436 h 57949372"/>
                <a:gd name="connsiteX16693" fmla="*/ 44902471 w 58051775"/>
                <a:gd name="connsiteY16693" fmla="*/ 6299200 h 57949372"/>
                <a:gd name="connsiteX16694" fmla="*/ 44823151 w 58051775"/>
                <a:gd name="connsiteY16694" fmla="*/ 6245878 h 57949372"/>
                <a:gd name="connsiteX16695" fmla="*/ 44748455 w 58051775"/>
                <a:gd name="connsiteY16695" fmla="*/ 6194824 h 57949372"/>
                <a:gd name="connsiteX16696" fmla="*/ 44689551 w 58051775"/>
                <a:gd name="connsiteY16696" fmla="*/ 6146550 h 57949372"/>
                <a:gd name="connsiteX16697" fmla="*/ 44626047 w 58051775"/>
                <a:gd name="connsiteY16697" fmla="*/ 6108316 h 57949372"/>
                <a:gd name="connsiteX16698" fmla="*/ 44563975 w 58051775"/>
                <a:gd name="connsiteY16698" fmla="*/ 6070218 h 57949372"/>
                <a:gd name="connsiteX16699" fmla="*/ 44503143 w 58051775"/>
                <a:gd name="connsiteY16699" fmla="*/ 6024228 h 57949372"/>
                <a:gd name="connsiteX16700" fmla="*/ 44439975 w 58051775"/>
                <a:gd name="connsiteY16700" fmla="*/ 5982510 h 57949372"/>
                <a:gd name="connsiteX16701" fmla="*/ 44380151 w 58051775"/>
                <a:gd name="connsiteY16701" fmla="*/ 5938502 h 57949372"/>
                <a:gd name="connsiteX16702" fmla="*/ 44309760 w 58051775"/>
                <a:gd name="connsiteY16702" fmla="*/ 5891320 h 57949372"/>
                <a:gd name="connsiteX16703" fmla="*/ 44233560 w 58051775"/>
                <a:gd name="connsiteY16703" fmla="*/ 5842000 h 57949372"/>
                <a:gd name="connsiteX16704" fmla="*/ 44157904 w 58051775"/>
                <a:gd name="connsiteY16704" fmla="*/ 5793438 h 57949372"/>
                <a:gd name="connsiteX16705" fmla="*/ 44092984 w 58051775"/>
                <a:gd name="connsiteY16705" fmla="*/ 5755338 h 57949372"/>
                <a:gd name="connsiteX16706" fmla="*/ 44035048 w 58051775"/>
                <a:gd name="connsiteY16706" fmla="*/ 5715000 h 57949372"/>
                <a:gd name="connsiteX16707" fmla="*/ 43966616 w 58051775"/>
                <a:gd name="connsiteY16707" fmla="*/ 5664202 h 57949372"/>
                <a:gd name="connsiteX16708" fmla="*/ 43895960 w 58051775"/>
                <a:gd name="connsiteY16708" fmla="*/ 5619752 h 57949372"/>
                <a:gd name="connsiteX16709" fmla="*/ 43825064 w 58051775"/>
                <a:gd name="connsiteY16709" fmla="*/ 5581652 h 57949372"/>
                <a:gd name="connsiteX16710" fmla="*/ 43750456 w 58051775"/>
                <a:gd name="connsiteY16710" fmla="*/ 5533556 h 57949372"/>
                <a:gd name="connsiteX16711" fmla="*/ 43681616 w 58051775"/>
                <a:gd name="connsiteY16711" fmla="*/ 5482758 h 57949372"/>
                <a:gd name="connsiteX16712" fmla="*/ 43618112 w 58051775"/>
                <a:gd name="connsiteY16712" fmla="*/ 5439086 h 57949372"/>
                <a:gd name="connsiteX16713" fmla="*/ 43565832 w 58051775"/>
                <a:gd name="connsiteY16713" fmla="*/ 5405814 h 57949372"/>
                <a:gd name="connsiteX16714" fmla="*/ 43498328 w 58051775"/>
                <a:gd name="connsiteY16714" fmla="*/ 5370580 h 57949372"/>
                <a:gd name="connsiteX16715" fmla="*/ 43430296 w 58051775"/>
                <a:gd name="connsiteY16715" fmla="*/ 5324574 h 57949372"/>
                <a:gd name="connsiteX16716" fmla="*/ 43363544 w 58051775"/>
                <a:gd name="connsiteY16716" fmla="*/ 5273774 h 57949372"/>
                <a:gd name="connsiteX16717" fmla="*/ 43282152 w 58051775"/>
                <a:gd name="connsiteY16717" fmla="*/ 5229222 h 57949372"/>
                <a:gd name="connsiteX16718" fmla="*/ 43200504 w 58051775"/>
                <a:gd name="connsiteY16718" fmla="*/ 5185846 h 57949372"/>
                <a:gd name="connsiteX16719" fmla="*/ 43128304 w 58051775"/>
                <a:gd name="connsiteY16719" fmla="*/ 5143200 h 57949372"/>
                <a:gd name="connsiteX16720" fmla="*/ 43054456 w 58051775"/>
                <a:gd name="connsiteY16720" fmla="*/ 5104028 h 57949372"/>
                <a:gd name="connsiteX16721" fmla="*/ 42979152 w 58051775"/>
                <a:gd name="connsiteY16721" fmla="*/ 5050910 h 57949372"/>
                <a:gd name="connsiteX16722" fmla="*/ 42926000 w 58051775"/>
                <a:gd name="connsiteY16722" fmla="*/ 5009166 h 57949372"/>
                <a:gd name="connsiteX16723" fmla="*/ 42802424 w 58051775"/>
                <a:gd name="connsiteY16723" fmla="*/ 4952004 h 57949372"/>
                <a:gd name="connsiteX16724" fmla="*/ 42721320 w 58051775"/>
                <a:gd name="connsiteY16724" fmla="*/ 4907556 h 57949372"/>
                <a:gd name="connsiteX16725" fmla="*/ 42638272 w 58051775"/>
                <a:gd name="connsiteY16725" fmla="*/ 4864102 h 57949372"/>
                <a:gd name="connsiteX16726" fmla="*/ 42560400 w 58051775"/>
                <a:gd name="connsiteY16726" fmla="*/ 4819652 h 57949372"/>
                <a:gd name="connsiteX16727" fmla="*/ 42501448 w 58051775"/>
                <a:gd name="connsiteY16727" fmla="*/ 4786194 h 57949372"/>
                <a:gd name="connsiteX16728" fmla="*/ 42435000 w 58051775"/>
                <a:gd name="connsiteY16728" fmla="*/ 4754030 h 57949372"/>
                <a:gd name="connsiteX16729" fmla="*/ 42361104 w 58051775"/>
                <a:gd name="connsiteY16729" fmla="*/ 4701340 h 57949372"/>
                <a:gd name="connsiteX16730" fmla="*/ 42303704 w 58051775"/>
                <a:gd name="connsiteY16730" fmla="*/ 4653664 h 57949372"/>
                <a:gd name="connsiteX16731" fmla="*/ 42190840 w 58051775"/>
                <a:gd name="connsiteY16731" fmla="*/ 4602980 h 57949372"/>
                <a:gd name="connsiteX16732" fmla="*/ 42115896 w 58051775"/>
                <a:gd name="connsiteY16732" fmla="*/ 4558530 h 57949372"/>
                <a:gd name="connsiteX16733" fmla="*/ 42037816 w 58051775"/>
                <a:gd name="connsiteY16733" fmla="*/ 4518424 h 57949372"/>
                <a:gd name="connsiteX16734" fmla="*/ 41949024 w 58051775"/>
                <a:gd name="connsiteY16734" fmla="*/ 4473972 h 57949372"/>
                <a:gd name="connsiteX16735" fmla="*/ 41860120 w 58051775"/>
                <a:gd name="connsiteY16735" fmla="*/ 4429526 h 57949372"/>
                <a:gd name="connsiteX16736" fmla="*/ 41771224 w 58051775"/>
                <a:gd name="connsiteY16736" fmla="*/ 4385076 h 57949372"/>
                <a:gd name="connsiteX16737" fmla="*/ 41683232 w 58051775"/>
                <a:gd name="connsiteY16737" fmla="*/ 4341338 h 57949372"/>
                <a:gd name="connsiteX16738" fmla="*/ 41598808 w 58051775"/>
                <a:gd name="connsiteY16738" fmla="*/ 4296888 h 57949372"/>
                <a:gd name="connsiteX16739" fmla="*/ 41513384 w 58051775"/>
                <a:gd name="connsiteY16739" fmla="*/ 4246756 h 57949372"/>
                <a:gd name="connsiteX16740" fmla="*/ 41437304 w 58051775"/>
                <a:gd name="connsiteY16740" fmla="*/ 4213276 h 57949372"/>
                <a:gd name="connsiteX16741" fmla="*/ 41354152 w 58051775"/>
                <a:gd name="connsiteY16741" fmla="*/ 4176384 h 57949372"/>
                <a:gd name="connsiteX16742" fmla="*/ 41252312 w 58051775"/>
                <a:gd name="connsiteY16742" fmla="*/ 4120966 h 57949372"/>
                <a:gd name="connsiteX16743" fmla="*/ 41157664 w 58051775"/>
                <a:gd name="connsiteY16743" fmla="*/ 4067950 h 57949372"/>
                <a:gd name="connsiteX16744" fmla="*/ 41079928 w 58051775"/>
                <a:gd name="connsiteY16744" fmla="*/ 4034060 h 57949372"/>
                <a:gd name="connsiteX16745" fmla="*/ 40991032 w 58051775"/>
                <a:gd name="connsiteY16745" fmla="*/ 3991532 h 57949372"/>
                <a:gd name="connsiteX16746" fmla="*/ 40897232 w 58051775"/>
                <a:gd name="connsiteY16746" fmla="*/ 3936520 h 57949372"/>
                <a:gd name="connsiteX16747" fmla="*/ 40826184 w 58051775"/>
                <a:gd name="connsiteY16747" fmla="*/ 3898384 h 57949372"/>
                <a:gd name="connsiteX16748" fmla="*/ 40726416 w 58051775"/>
                <a:gd name="connsiteY16748" fmla="*/ 3853936 h 57949372"/>
                <a:gd name="connsiteX16749" fmla="*/ 40614424 w 58051775"/>
                <a:gd name="connsiteY16749" fmla="*/ 3806550 h 57949372"/>
                <a:gd name="connsiteX16750" fmla="*/ 40491424 w 58051775"/>
                <a:gd name="connsiteY16750" fmla="*/ 3761858 h 57949372"/>
                <a:gd name="connsiteX16751" fmla="*/ 40418816 w 58051775"/>
                <a:gd name="connsiteY16751" fmla="*/ 3723738 h 57949372"/>
                <a:gd name="connsiteX16752" fmla="*/ 40316752 w 58051775"/>
                <a:gd name="connsiteY16752" fmla="*/ 3674226 h 57949372"/>
                <a:gd name="connsiteX16753" fmla="*/ 40229392 w 58051775"/>
                <a:gd name="connsiteY16753" fmla="*/ 3630384 h 57949372"/>
                <a:gd name="connsiteX16754" fmla="*/ 40128136 w 58051775"/>
                <a:gd name="connsiteY16754" fmla="*/ 3585936 h 57949372"/>
                <a:gd name="connsiteX16755" fmla="*/ 40037712 w 58051775"/>
                <a:gd name="connsiteY16755" fmla="*/ 3549654 h 57949372"/>
                <a:gd name="connsiteX16756" fmla="*/ 40020960 w 58051775"/>
                <a:gd name="connsiteY16756" fmla="*/ 3520026 h 57949372"/>
                <a:gd name="connsiteX16757" fmla="*/ 39944824 w 58051775"/>
                <a:gd name="connsiteY16757" fmla="*/ 3506542 h 57949372"/>
                <a:gd name="connsiteX16758" fmla="*/ 39835432 w 58051775"/>
                <a:gd name="connsiteY16758" fmla="*/ 3463976 h 57949372"/>
                <a:gd name="connsiteX16759" fmla="*/ 39749208 w 58051775"/>
                <a:gd name="connsiteY16759" fmla="*/ 3416730 h 57949372"/>
                <a:gd name="connsiteX16760" fmla="*/ 39607456 w 58051775"/>
                <a:gd name="connsiteY16760" fmla="*/ 3357694 h 57949372"/>
                <a:gd name="connsiteX16761" fmla="*/ 39511856 w 58051775"/>
                <a:gd name="connsiteY16761" fmla="*/ 3324738 h 57949372"/>
                <a:gd name="connsiteX16762" fmla="*/ 39418192 w 58051775"/>
                <a:gd name="connsiteY16762" fmla="*/ 3283554 h 57949372"/>
                <a:gd name="connsiteX16763" fmla="*/ 39304360 w 58051775"/>
                <a:gd name="connsiteY16763" fmla="*/ 3239812 h 57949372"/>
                <a:gd name="connsiteX16764" fmla="*/ 39175816 w 58051775"/>
                <a:gd name="connsiteY16764" fmla="*/ 3191746 h 57949372"/>
                <a:gd name="connsiteX16765" fmla="*/ 39073472 w 58051775"/>
                <a:gd name="connsiteY16765" fmla="*/ 3147768 h 57949372"/>
                <a:gd name="connsiteX16766" fmla="*/ 38979360 w 58051775"/>
                <a:gd name="connsiteY16766" fmla="*/ 3108080 h 57949372"/>
                <a:gd name="connsiteX16767" fmla="*/ 38857640 w 58051775"/>
                <a:gd name="connsiteY16767" fmla="*/ 3062720 h 57949372"/>
                <a:gd name="connsiteX16768" fmla="*/ 38725216 w 58051775"/>
                <a:gd name="connsiteY16768" fmla="*/ 3006938 h 57949372"/>
                <a:gd name="connsiteX16769" fmla="*/ 38611984 w 58051775"/>
                <a:gd name="connsiteY16769" fmla="*/ 2957076 h 57949372"/>
                <a:gd name="connsiteX16770" fmla="*/ 38516264 w 58051775"/>
                <a:gd name="connsiteY16770" fmla="*/ 2924392 h 57949372"/>
                <a:gd name="connsiteX16771" fmla="*/ 38388504 w 58051775"/>
                <a:gd name="connsiteY16771" fmla="*/ 2885540 h 57949372"/>
                <a:gd name="connsiteX16772" fmla="*/ 38254016 w 58051775"/>
                <a:gd name="connsiteY16772" fmla="*/ 2839996 h 57949372"/>
                <a:gd name="connsiteX16773" fmla="*/ 38120848 w 58051775"/>
                <a:gd name="connsiteY16773" fmla="*/ 2795720 h 57949372"/>
                <a:gd name="connsiteX16774" fmla="*/ 37987496 w 58051775"/>
                <a:gd name="connsiteY16774" fmla="*/ 2751268 h 57949372"/>
                <a:gd name="connsiteX16775" fmla="*/ 37854144 w 58051775"/>
                <a:gd name="connsiteY16775" fmla="*/ 2706818 h 57949372"/>
                <a:gd name="connsiteX16776" fmla="*/ 37721936 w 58051775"/>
                <a:gd name="connsiteY16776" fmla="*/ 2663460 h 57949372"/>
                <a:gd name="connsiteX16777" fmla="*/ 37587512 w 58051775"/>
                <a:gd name="connsiteY16777" fmla="*/ 2618744 h 57949372"/>
                <a:gd name="connsiteX16778" fmla="*/ 37454640 w 58051775"/>
                <a:gd name="connsiteY16778" fmla="*/ 2567344 h 57949372"/>
                <a:gd name="connsiteX16779" fmla="*/ 37331624 w 58051775"/>
                <a:gd name="connsiteY16779" fmla="*/ 2522320 h 57949372"/>
                <a:gd name="connsiteX16780" fmla="*/ 37193824 w 58051775"/>
                <a:gd name="connsiteY16780" fmla="*/ 2484940 h 57949372"/>
                <a:gd name="connsiteX16781" fmla="*/ 36988752 w 58051775"/>
                <a:gd name="connsiteY16781" fmla="*/ 2422590 h 57949372"/>
                <a:gd name="connsiteX16782" fmla="*/ 36864968 w 58051775"/>
                <a:gd name="connsiteY16782" fmla="*/ 2375698 h 57949372"/>
                <a:gd name="connsiteX16783" fmla="*/ 36683952 w 58051775"/>
                <a:gd name="connsiteY16783" fmla="*/ 2332706 h 57949372"/>
                <a:gd name="connsiteX16784" fmla="*/ 36554824 w 58051775"/>
                <a:gd name="connsiteY16784" fmla="*/ 2292148 h 57949372"/>
                <a:gd name="connsiteX16785" fmla="*/ 36341056 w 58051775"/>
                <a:gd name="connsiteY16785" fmla="*/ 2242268 h 57949372"/>
                <a:gd name="connsiteX16786" fmla="*/ 36246304 w 58051775"/>
                <a:gd name="connsiteY16786" fmla="*/ 2202110 h 57949372"/>
                <a:gd name="connsiteX16787" fmla="*/ 36079304 w 58051775"/>
                <a:gd name="connsiteY16787" fmla="*/ 2162410 h 57949372"/>
                <a:gd name="connsiteX16788" fmla="*/ 35948584 w 58051775"/>
                <a:gd name="connsiteY16788" fmla="*/ 2129050 h 57949372"/>
                <a:gd name="connsiteX16789" fmla="*/ 35765832 w 58051775"/>
                <a:gd name="connsiteY16789" fmla="*/ 2077670 h 57949372"/>
                <a:gd name="connsiteX16790" fmla="*/ 35583328 w 58051775"/>
                <a:gd name="connsiteY16790" fmla="*/ 2032144 h 57949372"/>
                <a:gd name="connsiteX16791" fmla="*/ 35332344 w 58051775"/>
                <a:gd name="connsiteY16791" fmla="*/ 1982108 h 57949372"/>
                <a:gd name="connsiteX16792" fmla="*/ 35198992 w 58051775"/>
                <a:gd name="connsiteY16792" fmla="*/ 1950080 h 57949372"/>
                <a:gd name="connsiteX16793" fmla="*/ 34974312 w 58051775"/>
                <a:gd name="connsiteY16793" fmla="*/ 1889540 h 57949372"/>
                <a:gd name="connsiteX16794" fmla="*/ 34808768 w 58051775"/>
                <a:gd name="connsiteY16794" fmla="*/ 1852612 h 57949372"/>
                <a:gd name="connsiteX16795" fmla="*/ 34610560 w 58051775"/>
                <a:gd name="connsiteY16795" fmla="*/ 1814056 h 57949372"/>
                <a:gd name="connsiteX16796" fmla="*/ 34401448 w 58051775"/>
                <a:gd name="connsiteY16796" fmla="*/ 1774256 h 57949372"/>
                <a:gd name="connsiteX16797" fmla="*/ 34131252 w 58051775"/>
                <a:gd name="connsiteY16797" fmla="*/ 1711076 h 57949372"/>
                <a:gd name="connsiteX16798" fmla="*/ 33877252 w 58051775"/>
                <a:gd name="connsiteY16798" fmla="*/ 1665830 h 57949372"/>
                <a:gd name="connsiteX16799" fmla="*/ 33627000 w 58051775"/>
                <a:gd name="connsiteY16799" fmla="*/ 1629258 h 57949372"/>
                <a:gd name="connsiteX16800" fmla="*/ 33452944 w 58051775"/>
                <a:gd name="connsiteY16800" fmla="*/ 1631448 h 57949372"/>
                <a:gd name="connsiteX16801" fmla="*/ 33361252 w 58051775"/>
                <a:gd name="connsiteY16801" fmla="*/ 1543052 h 57949372"/>
                <a:gd name="connsiteX16802" fmla="*/ 33110560 w 58051775"/>
                <a:gd name="connsiteY16802" fmla="*/ 1541760 h 57949372"/>
                <a:gd name="connsiteX16803" fmla="*/ 32758172 w 58051775"/>
                <a:gd name="connsiteY16803" fmla="*/ 1473200 h 57949372"/>
                <a:gd name="connsiteX16804" fmla="*/ 32434636 w 58051775"/>
                <a:gd name="connsiteY16804" fmla="*/ 1452686 h 57949372"/>
                <a:gd name="connsiteX16805" fmla="*/ 32132540 w 58051775"/>
                <a:gd name="connsiteY16805" fmla="*/ 1451214 h 57949372"/>
                <a:gd name="connsiteX16806" fmla="*/ 32018104 w 58051775"/>
                <a:gd name="connsiteY16806" fmla="*/ 1375418 h 57949372"/>
                <a:gd name="connsiteX16807" fmla="*/ 31582428 w 58051775"/>
                <a:gd name="connsiteY16807" fmla="*/ 1362146 h 57949372"/>
                <a:gd name="connsiteX16808" fmla="*/ 31120736 w 58051775"/>
                <a:gd name="connsiteY16808" fmla="*/ 1340318 h 57949372"/>
                <a:gd name="connsiteX16809" fmla="*/ 31074916 w 58051775"/>
                <a:gd name="connsiteY16809" fmla="*/ 1304054 h 57949372"/>
                <a:gd name="connsiteX16810" fmla="*/ 31055108 w 58051775"/>
                <a:gd name="connsiteY16810" fmla="*/ 1276352 h 57949372"/>
                <a:gd name="connsiteX16811" fmla="*/ 29818232 w 58051775"/>
                <a:gd name="connsiteY16811" fmla="*/ 1265980 h 57949372"/>
                <a:gd name="connsiteX16812" fmla="*/ 28507658 w 58051775"/>
                <a:gd name="connsiteY16812" fmla="*/ 1258666 h 57949372"/>
                <a:gd name="connsiteX16813" fmla="*/ 29062584 w 58051775"/>
                <a:gd name="connsiteY16813" fmla="*/ 0 h 57949372"/>
                <a:gd name="connsiteX16814" fmla="*/ 30928084 w 58051775"/>
                <a:gd name="connsiteY16814" fmla="*/ 9524 h 57949372"/>
                <a:gd name="connsiteX16815" fmla="*/ 31385000 w 58051775"/>
                <a:gd name="connsiteY16815" fmla="*/ 48990 h 57949372"/>
                <a:gd name="connsiteX16816" fmla="*/ 32027188 w 58051775"/>
                <a:gd name="connsiteY16816" fmla="*/ 93610 h 57949372"/>
                <a:gd name="connsiteX16817" fmla="*/ 32141488 w 58051775"/>
                <a:gd name="connsiteY16817" fmla="*/ 123512 h 57949372"/>
                <a:gd name="connsiteX16818" fmla="*/ 32416752 w 58051775"/>
                <a:gd name="connsiteY16818" fmla="*/ 138922 h 57949372"/>
                <a:gd name="connsiteX16819" fmla="*/ 32651700 w 58051775"/>
                <a:gd name="connsiteY16819" fmla="*/ 153460 h 57949372"/>
                <a:gd name="connsiteX16820" fmla="*/ 32734252 w 58051775"/>
                <a:gd name="connsiteY16820" fmla="*/ 182502 h 57949372"/>
                <a:gd name="connsiteX16821" fmla="*/ 33036844 w 58051775"/>
                <a:gd name="connsiteY16821" fmla="*/ 224960 h 57949372"/>
                <a:gd name="connsiteX16822" fmla="*/ 33367044 w 58051775"/>
                <a:gd name="connsiteY16822" fmla="*/ 268316 h 57949372"/>
                <a:gd name="connsiteX16823" fmla="*/ 33632088 w 58051775"/>
                <a:gd name="connsiteY16823" fmla="*/ 310694 h 57949372"/>
                <a:gd name="connsiteX16824" fmla="*/ 33911488 w 58051775"/>
                <a:gd name="connsiteY16824" fmla="*/ 355016 h 57949372"/>
                <a:gd name="connsiteX16825" fmla="*/ 34169352 w 58051775"/>
                <a:gd name="connsiteY16825" fmla="*/ 396586 h 57949372"/>
                <a:gd name="connsiteX16826" fmla="*/ 34397952 w 58051775"/>
                <a:gd name="connsiteY16826" fmla="*/ 442258 h 57949372"/>
                <a:gd name="connsiteX16827" fmla="*/ 34632904 w 58051775"/>
                <a:gd name="connsiteY16827" fmla="*/ 488968 h 57949372"/>
                <a:gd name="connsiteX16828" fmla="*/ 34899344 w 58051775"/>
                <a:gd name="connsiteY16828" fmla="*/ 538612 h 57949372"/>
                <a:gd name="connsiteX16829" fmla="*/ 35096184 w 58051775"/>
                <a:gd name="connsiteY16829" fmla="*/ 580274 h 57949372"/>
                <a:gd name="connsiteX16830" fmla="*/ 35261552 w 58051775"/>
                <a:gd name="connsiteY16830" fmla="*/ 612090 h 57949372"/>
                <a:gd name="connsiteX16831" fmla="*/ 35519152 w 58051775"/>
                <a:gd name="connsiteY16831" fmla="*/ 674224 h 57949372"/>
                <a:gd name="connsiteX16832" fmla="*/ 35670784 w 58051775"/>
                <a:gd name="connsiteY16832" fmla="*/ 715550 h 57949372"/>
                <a:gd name="connsiteX16833" fmla="*/ 35834552 w 58051775"/>
                <a:gd name="connsiteY16833" fmla="*/ 756768 h 57949372"/>
                <a:gd name="connsiteX16834" fmla="*/ 36038512 w 58051775"/>
                <a:gd name="connsiteY16834" fmla="*/ 799184 h 57949372"/>
                <a:gd name="connsiteX16835" fmla="*/ 36182304 w 58051775"/>
                <a:gd name="connsiteY16835" fmla="*/ 833568 h 57949372"/>
                <a:gd name="connsiteX16836" fmla="*/ 36412664 w 58051775"/>
                <a:gd name="connsiteY16836" fmla="*/ 898784 h 57949372"/>
                <a:gd name="connsiteX16837" fmla="*/ 36549248 w 58051775"/>
                <a:gd name="connsiteY16837" fmla="*/ 935734 h 57949372"/>
                <a:gd name="connsiteX16838" fmla="*/ 36709352 w 58051775"/>
                <a:gd name="connsiteY16838" fmla="*/ 973598 h 57949372"/>
                <a:gd name="connsiteX16839" fmla="*/ 36885896 w 58051775"/>
                <a:gd name="connsiteY16839" fmla="*/ 1024364 h 57949372"/>
                <a:gd name="connsiteX16840" fmla="*/ 37022936 w 58051775"/>
                <a:gd name="connsiteY16840" fmla="*/ 1063216 h 57949372"/>
                <a:gd name="connsiteX16841" fmla="*/ 37087688 w 58051775"/>
                <a:gd name="connsiteY16841" fmla="*/ 1094508 h 57949372"/>
                <a:gd name="connsiteX16842" fmla="*/ 37227472 w 58051775"/>
                <a:gd name="connsiteY16842" fmla="*/ 1123148 h 57949372"/>
                <a:gd name="connsiteX16843" fmla="*/ 37364280 w 58051775"/>
                <a:gd name="connsiteY16843" fmla="*/ 1171056 h 57949372"/>
                <a:gd name="connsiteX16844" fmla="*/ 37506552 w 58051775"/>
                <a:gd name="connsiteY16844" fmla="*/ 1203396 h 57949372"/>
                <a:gd name="connsiteX16845" fmla="*/ 37641488 w 58051775"/>
                <a:gd name="connsiteY16845" fmla="*/ 1242078 h 57949372"/>
                <a:gd name="connsiteX16846" fmla="*/ 37685936 w 58051775"/>
                <a:gd name="connsiteY16846" fmla="*/ 1278762 h 57949372"/>
                <a:gd name="connsiteX16847" fmla="*/ 37792144 w 58051775"/>
                <a:gd name="connsiteY16847" fmla="*/ 1295660 h 57949372"/>
                <a:gd name="connsiteX16848" fmla="*/ 37897704 w 58051775"/>
                <a:gd name="connsiteY16848" fmla="*/ 1324998 h 57949372"/>
                <a:gd name="connsiteX16849" fmla="*/ 38059200 w 58051775"/>
                <a:gd name="connsiteY16849" fmla="*/ 1384968 h 57949372"/>
                <a:gd name="connsiteX16850" fmla="*/ 38182920 w 58051775"/>
                <a:gd name="connsiteY16850" fmla="*/ 1432748 h 57949372"/>
                <a:gd name="connsiteX16851" fmla="*/ 38317600 w 58051775"/>
                <a:gd name="connsiteY16851" fmla="*/ 1478638 h 57949372"/>
                <a:gd name="connsiteX16852" fmla="*/ 38444672 w 58051775"/>
                <a:gd name="connsiteY16852" fmla="*/ 1516972 h 57949372"/>
                <a:gd name="connsiteX16853" fmla="*/ 38484152 w 58051775"/>
                <a:gd name="connsiteY16853" fmla="*/ 1545462 h 57949372"/>
                <a:gd name="connsiteX16854" fmla="*/ 38701208 w 58051775"/>
                <a:gd name="connsiteY16854" fmla="*/ 1594860 h 57949372"/>
                <a:gd name="connsiteX16855" fmla="*/ 38859960 w 58051775"/>
                <a:gd name="connsiteY16855" fmla="*/ 1651414 h 57949372"/>
                <a:gd name="connsiteX16856" fmla="*/ 38967912 w 58051775"/>
                <a:gd name="connsiteY16856" fmla="*/ 1683402 h 57949372"/>
                <a:gd name="connsiteX16857" fmla="*/ 39096408 w 58051775"/>
                <a:gd name="connsiteY16857" fmla="*/ 1743304 h 57949372"/>
                <a:gd name="connsiteX16858" fmla="*/ 39189128 w 58051775"/>
                <a:gd name="connsiteY16858" fmla="*/ 1782024 h 57949372"/>
                <a:gd name="connsiteX16859" fmla="*/ 39309784 w 58051775"/>
                <a:gd name="connsiteY16859" fmla="*/ 1826464 h 57949372"/>
                <a:gd name="connsiteX16860" fmla="*/ 39414448 w 58051775"/>
                <a:gd name="connsiteY16860" fmla="*/ 1861120 h 57949372"/>
                <a:gd name="connsiteX16861" fmla="*/ 39552688 w 58051775"/>
                <a:gd name="connsiteY16861" fmla="*/ 1921072 h 57949372"/>
                <a:gd name="connsiteX16862" fmla="*/ 39641592 w 58051775"/>
                <a:gd name="connsiteY16862" fmla="*/ 1949600 h 57949372"/>
                <a:gd name="connsiteX16863" fmla="*/ 39788512 w 58051775"/>
                <a:gd name="connsiteY16863" fmla="*/ 2009344 h 57949372"/>
                <a:gd name="connsiteX16864" fmla="*/ 39878000 w 58051775"/>
                <a:gd name="connsiteY16864" fmla="*/ 2046810 h 57949372"/>
                <a:gd name="connsiteX16865" fmla="*/ 40009600 w 58051775"/>
                <a:gd name="connsiteY16865" fmla="*/ 2101110 h 57949372"/>
                <a:gd name="connsiteX16866" fmla="*/ 40145160 w 58051775"/>
                <a:gd name="connsiteY16866" fmla="*/ 2153092 h 57949372"/>
                <a:gd name="connsiteX16867" fmla="*/ 40241464 w 58051775"/>
                <a:gd name="connsiteY16867" fmla="*/ 2194132 h 57949372"/>
                <a:gd name="connsiteX16868" fmla="*/ 40336712 w 58051775"/>
                <a:gd name="connsiteY16868" fmla="*/ 2238902 h 57949372"/>
                <a:gd name="connsiteX16869" fmla="*/ 40432656 w 58051775"/>
                <a:gd name="connsiteY16869" fmla="*/ 2276562 h 57949372"/>
                <a:gd name="connsiteX16870" fmla="*/ 40534384 w 58051775"/>
                <a:gd name="connsiteY16870" fmla="*/ 2314456 h 57949372"/>
                <a:gd name="connsiteX16871" fmla="*/ 40634232 w 58051775"/>
                <a:gd name="connsiteY16871" fmla="*/ 2366234 h 57949372"/>
                <a:gd name="connsiteX16872" fmla="*/ 40719896 w 58051775"/>
                <a:gd name="connsiteY16872" fmla="*/ 2399592 h 57949372"/>
                <a:gd name="connsiteX16873" fmla="*/ 40797848 w 58051775"/>
                <a:gd name="connsiteY16873" fmla="*/ 2436046 h 57949372"/>
                <a:gd name="connsiteX16874" fmla="*/ 40940176 w 58051775"/>
                <a:gd name="connsiteY16874" fmla="*/ 2509468 h 57949372"/>
                <a:gd name="connsiteX16875" fmla="*/ 41035424 w 58051775"/>
                <a:gd name="connsiteY16875" fmla="*/ 2542714 h 57949372"/>
                <a:gd name="connsiteX16876" fmla="*/ 41129304 w 58051775"/>
                <a:gd name="connsiteY16876" fmla="*/ 2586596 h 57949372"/>
                <a:gd name="connsiteX16877" fmla="*/ 41218200 w 58051775"/>
                <a:gd name="connsiteY16877" fmla="*/ 2630904 h 57949372"/>
                <a:gd name="connsiteX16878" fmla="*/ 41308288 w 58051775"/>
                <a:gd name="connsiteY16878" fmla="*/ 2675258 h 57949372"/>
                <a:gd name="connsiteX16879" fmla="*/ 41423192 w 58051775"/>
                <a:gd name="connsiteY16879" fmla="*/ 2729904 h 57949372"/>
                <a:gd name="connsiteX16880" fmla="*/ 41525352 w 58051775"/>
                <a:gd name="connsiteY16880" fmla="*/ 2764098 h 57949372"/>
                <a:gd name="connsiteX16881" fmla="*/ 41605768 w 58051775"/>
                <a:gd name="connsiteY16881" fmla="*/ 2806170 h 57949372"/>
                <a:gd name="connsiteX16882" fmla="*/ 41684616 w 58051775"/>
                <a:gd name="connsiteY16882" fmla="*/ 2844270 h 57949372"/>
                <a:gd name="connsiteX16883" fmla="*/ 41775048 w 58051775"/>
                <a:gd name="connsiteY16883" fmla="*/ 2888108 h 57949372"/>
                <a:gd name="connsiteX16884" fmla="*/ 41862880 w 58051775"/>
                <a:gd name="connsiteY16884" fmla="*/ 2932556 h 57949372"/>
                <a:gd name="connsiteX16885" fmla="*/ 41951784 w 58051775"/>
                <a:gd name="connsiteY16885" fmla="*/ 2977010 h 57949372"/>
                <a:gd name="connsiteX16886" fmla="*/ 42040400 w 58051775"/>
                <a:gd name="connsiteY16886" fmla="*/ 3021456 h 57949372"/>
                <a:gd name="connsiteX16887" fmla="*/ 42121520 w 58051775"/>
                <a:gd name="connsiteY16887" fmla="*/ 3060700 h 57949372"/>
                <a:gd name="connsiteX16888" fmla="*/ 42211504 w 58051775"/>
                <a:gd name="connsiteY16888" fmla="*/ 3105152 h 57949372"/>
                <a:gd name="connsiteX16889" fmla="*/ 42300408 w 58051775"/>
                <a:gd name="connsiteY16889" fmla="*/ 3149604 h 57949372"/>
                <a:gd name="connsiteX16890" fmla="*/ 42389504 w 58051775"/>
                <a:gd name="connsiteY16890" fmla="*/ 3194050 h 57949372"/>
                <a:gd name="connsiteX16891" fmla="*/ 42472560 w 58051775"/>
                <a:gd name="connsiteY16891" fmla="*/ 3238500 h 57949372"/>
                <a:gd name="connsiteX16892" fmla="*/ 42572208 w 58051775"/>
                <a:gd name="connsiteY16892" fmla="*/ 3314648 h 57949372"/>
                <a:gd name="connsiteX16893" fmla="*/ 42654208 w 58051775"/>
                <a:gd name="connsiteY16893" fmla="*/ 3350912 h 57949372"/>
                <a:gd name="connsiteX16894" fmla="*/ 42717632 w 58051775"/>
                <a:gd name="connsiteY16894" fmla="*/ 3363668 h 57949372"/>
                <a:gd name="connsiteX16895" fmla="*/ 42819864 w 58051775"/>
                <a:gd name="connsiteY16895" fmla="*/ 3432564 h 57949372"/>
                <a:gd name="connsiteX16896" fmla="*/ 42909656 w 58051775"/>
                <a:gd name="connsiteY16896" fmla="*/ 3476434 h 57949372"/>
                <a:gd name="connsiteX16897" fmla="*/ 42989920 w 58051775"/>
                <a:gd name="connsiteY16897" fmla="*/ 3527952 h 57949372"/>
                <a:gd name="connsiteX16898" fmla="*/ 43061696 w 58051775"/>
                <a:gd name="connsiteY16898" fmla="*/ 3560750 h 57949372"/>
                <a:gd name="connsiteX16899" fmla="*/ 43140168 w 58051775"/>
                <a:gd name="connsiteY16899" fmla="*/ 3605774 h 57949372"/>
                <a:gd name="connsiteX16900" fmla="*/ 43209224 w 58051775"/>
                <a:gd name="connsiteY16900" fmla="*/ 3643876 h 57949372"/>
                <a:gd name="connsiteX16901" fmla="*/ 43279072 w 58051775"/>
                <a:gd name="connsiteY16901" fmla="*/ 3681730 h 57949372"/>
                <a:gd name="connsiteX16902" fmla="*/ 43355688 w 58051775"/>
                <a:gd name="connsiteY16902" fmla="*/ 3719828 h 57949372"/>
                <a:gd name="connsiteX16903" fmla="*/ 43424336 w 58051775"/>
                <a:gd name="connsiteY16903" fmla="*/ 3759200 h 57949372"/>
                <a:gd name="connsiteX16904" fmla="*/ 43519888 w 58051775"/>
                <a:gd name="connsiteY16904" fmla="*/ 3828584 h 57949372"/>
                <a:gd name="connsiteX16905" fmla="*/ 43620384 w 58051775"/>
                <a:gd name="connsiteY16905" fmla="*/ 3884050 h 57949372"/>
                <a:gd name="connsiteX16906" fmla="*/ 43688624 w 58051775"/>
                <a:gd name="connsiteY16906" fmla="*/ 3916266 h 57949372"/>
                <a:gd name="connsiteX16907" fmla="*/ 43760784 w 58051775"/>
                <a:gd name="connsiteY16907" fmla="*/ 3961408 h 57949372"/>
                <a:gd name="connsiteX16908" fmla="*/ 43824304 w 58051775"/>
                <a:gd name="connsiteY16908" fmla="*/ 3993162 h 57949372"/>
                <a:gd name="connsiteX16909" fmla="*/ 43892048 w 58051775"/>
                <a:gd name="connsiteY16909" fmla="*/ 4032250 h 57949372"/>
                <a:gd name="connsiteX16910" fmla="*/ 43994200 w 58051775"/>
                <a:gd name="connsiteY16910" fmla="*/ 4114186 h 57949372"/>
                <a:gd name="connsiteX16911" fmla="*/ 44059576 w 58051775"/>
                <a:gd name="connsiteY16911" fmla="*/ 4144122 h 57949372"/>
                <a:gd name="connsiteX16912" fmla="*/ 44142616 w 58051775"/>
                <a:gd name="connsiteY16912" fmla="*/ 4182832 h 57949372"/>
                <a:gd name="connsiteX16913" fmla="*/ 44218816 w 58051775"/>
                <a:gd name="connsiteY16913" fmla="*/ 4233804 h 57949372"/>
                <a:gd name="connsiteX16914" fmla="*/ 44280760 w 58051775"/>
                <a:gd name="connsiteY16914" fmla="*/ 4277932 h 57949372"/>
                <a:gd name="connsiteX16915" fmla="*/ 44337903 w 58051775"/>
                <a:gd name="connsiteY16915" fmla="*/ 4316088 h 57949372"/>
                <a:gd name="connsiteX16916" fmla="*/ 44402423 w 58051775"/>
                <a:gd name="connsiteY16916" fmla="*/ 4354510 h 57949372"/>
                <a:gd name="connsiteX16917" fmla="*/ 44478463 w 58051775"/>
                <a:gd name="connsiteY16917" fmla="*/ 4400550 h 57949372"/>
                <a:gd name="connsiteX16918" fmla="*/ 44538743 w 58051775"/>
                <a:gd name="connsiteY16918" fmla="*/ 4435740 h 57949372"/>
                <a:gd name="connsiteX16919" fmla="*/ 44607775 w 58051775"/>
                <a:gd name="connsiteY16919" fmla="*/ 4480190 h 57949372"/>
                <a:gd name="connsiteX16920" fmla="*/ 44710031 w 58051775"/>
                <a:gd name="connsiteY16920" fmla="*/ 4563348 h 57949372"/>
                <a:gd name="connsiteX16921" fmla="*/ 44775135 w 58051775"/>
                <a:gd name="connsiteY16921" fmla="*/ 4593326 h 57949372"/>
                <a:gd name="connsiteX16922" fmla="*/ 44843703 w 58051775"/>
                <a:gd name="connsiteY16922" fmla="*/ 4624850 h 57949372"/>
                <a:gd name="connsiteX16923" fmla="*/ 44900119 w 58051775"/>
                <a:gd name="connsiteY16923" fmla="*/ 4671044 h 57949372"/>
                <a:gd name="connsiteX16924" fmla="*/ 44942687 w 58051775"/>
                <a:gd name="connsiteY16924" fmla="*/ 4698976 h 57949372"/>
                <a:gd name="connsiteX16925" fmla="*/ 44972095 w 58051775"/>
                <a:gd name="connsiteY16925" fmla="*/ 4736486 h 57949372"/>
                <a:gd name="connsiteX16926" fmla="*/ 45041511 w 58051775"/>
                <a:gd name="connsiteY16926" fmla="*/ 4772902 h 57949372"/>
                <a:gd name="connsiteX16927" fmla="*/ 45222967 w 58051775"/>
                <a:gd name="connsiteY16927" fmla="*/ 4886764 h 57949372"/>
                <a:gd name="connsiteX16928" fmla="*/ 45299167 w 58051775"/>
                <a:gd name="connsiteY16928" fmla="*/ 4933000 h 57949372"/>
                <a:gd name="connsiteX16929" fmla="*/ 45351703 w 58051775"/>
                <a:gd name="connsiteY16929" fmla="*/ 4967164 h 57949372"/>
                <a:gd name="connsiteX16930" fmla="*/ 45414743 w 58051775"/>
                <a:gd name="connsiteY16930" fmla="*/ 5012564 h 57949372"/>
                <a:gd name="connsiteX16931" fmla="*/ 45494383 w 58051775"/>
                <a:gd name="connsiteY16931" fmla="*/ 5073650 h 57949372"/>
                <a:gd name="connsiteX16932" fmla="*/ 45564695 w 58051775"/>
                <a:gd name="connsiteY16932" fmla="*/ 5122648 h 57949372"/>
                <a:gd name="connsiteX16933" fmla="*/ 45612047 w 58051775"/>
                <a:gd name="connsiteY16933" fmla="*/ 5152524 h 57949372"/>
                <a:gd name="connsiteX16934" fmla="*/ 45668295 w 58051775"/>
                <a:gd name="connsiteY16934" fmla="*/ 5192426 h 57949372"/>
                <a:gd name="connsiteX16935" fmla="*/ 45734567 w 58051775"/>
                <a:gd name="connsiteY16935" fmla="*/ 5238750 h 57949372"/>
                <a:gd name="connsiteX16936" fmla="*/ 45805319 w 58051775"/>
                <a:gd name="connsiteY16936" fmla="*/ 5289420 h 57949372"/>
                <a:gd name="connsiteX16937" fmla="*/ 45872399 w 58051775"/>
                <a:gd name="connsiteY16937" fmla="*/ 5337776 h 57949372"/>
                <a:gd name="connsiteX16938" fmla="*/ 45933695 w 58051775"/>
                <a:gd name="connsiteY16938" fmla="*/ 5380760 h 57949372"/>
                <a:gd name="connsiteX16939" fmla="*/ 46115871 w 58051775"/>
                <a:gd name="connsiteY16939" fmla="*/ 5518150 h 57949372"/>
                <a:gd name="connsiteX16940" fmla="*/ 46187751 w 58051775"/>
                <a:gd name="connsiteY16940" fmla="*/ 5568332 h 57949372"/>
                <a:gd name="connsiteX16941" fmla="*/ 46243063 w 58051775"/>
                <a:gd name="connsiteY16941" fmla="*/ 5606432 h 57949372"/>
                <a:gd name="connsiteX16942" fmla="*/ 46312319 w 58051775"/>
                <a:gd name="connsiteY16942" fmla="*/ 5650902 h 57949372"/>
                <a:gd name="connsiteX16943" fmla="*/ 46371359 w 58051775"/>
                <a:gd name="connsiteY16943" fmla="*/ 5682652 h 57949372"/>
                <a:gd name="connsiteX16944" fmla="*/ 46530495 w 58051775"/>
                <a:gd name="connsiteY16944" fmla="*/ 5816582 h 57949372"/>
                <a:gd name="connsiteX16945" fmla="*/ 46596303 w 58051775"/>
                <a:gd name="connsiteY16945" fmla="*/ 5864088 h 57949372"/>
                <a:gd name="connsiteX16946" fmla="*/ 46750887 w 58051775"/>
                <a:gd name="connsiteY16946" fmla="*/ 5988052 h 57949372"/>
                <a:gd name="connsiteX16947" fmla="*/ 46827319 w 58051775"/>
                <a:gd name="connsiteY16947" fmla="*/ 6051550 h 57949372"/>
                <a:gd name="connsiteX16948" fmla="*/ 46891391 w 58051775"/>
                <a:gd name="connsiteY16948" fmla="*/ 6102350 h 57949372"/>
                <a:gd name="connsiteX16949" fmla="*/ 46938535 w 58051775"/>
                <a:gd name="connsiteY16949" fmla="*/ 6137154 h 57949372"/>
                <a:gd name="connsiteX16950" fmla="*/ 46995255 w 58051775"/>
                <a:gd name="connsiteY16950" fmla="*/ 6181412 h 57949372"/>
                <a:gd name="connsiteX16951" fmla="*/ 47043255 w 58051775"/>
                <a:gd name="connsiteY16951" fmla="*/ 6216460 h 57949372"/>
                <a:gd name="connsiteX16952" fmla="*/ 47093503 w 58051775"/>
                <a:gd name="connsiteY16952" fmla="*/ 6254750 h 57949372"/>
                <a:gd name="connsiteX16953" fmla="*/ 47270207 w 58051775"/>
                <a:gd name="connsiteY16953" fmla="*/ 6407152 h 57949372"/>
                <a:gd name="connsiteX16954" fmla="*/ 47335199 w 58051775"/>
                <a:gd name="connsiteY16954" fmla="*/ 6457950 h 57949372"/>
                <a:gd name="connsiteX16955" fmla="*/ 47379951 w 58051775"/>
                <a:gd name="connsiteY16955" fmla="*/ 6489704 h 57949372"/>
                <a:gd name="connsiteX16956" fmla="*/ 47432111 w 58051775"/>
                <a:gd name="connsiteY16956" fmla="*/ 6527802 h 57949372"/>
                <a:gd name="connsiteX16957" fmla="*/ 47804407 w 58051775"/>
                <a:gd name="connsiteY16957" fmla="*/ 6851650 h 57949372"/>
                <a:gd name="connsiteX16958" fmla="*/ 47869295 w 58051775"/>
                <a:gd name="connsiteY16958" fmla="*/ 6902450 h 57949372"/>
                <a:gd name="connsiteX16959" fmla="*/ 47916431 w 58051775"/>
                <a:gd name="connsiteY16959" fmla="*/ 6937254 h 57949372"/>
                <a:gd name="connsiteX16960" fmla="*/ 47972703 w 58051775"/>
                <a:gd name="connsiteY16960" fmla="*/ 6981308 h 57949372"/>
                <a:gd name="connsiteX16961" fmla="*/ 48021783 w 58051775"/>
                <a:gd name="connsiteY16961" fmla="*/ 7039190 h 57949372"/>
                <a:gd name="connsiteX16962" fmla="*/ 48068887 w 58051775"/>
                <a:gd name="connsiteY16962" fmla="*/ 7082034 h 57949372"/>
                <a:gd name="connsiteX16963" fmla="*/ 48184903 w 58051775"/>
                <a:gd name="connsiteY16963" fmla="*/ 7164522 h 57949372"/>
                <a:gd name="connsiteX16964" fmla="*/ 48328023 w 58051775"/>
                <a:gd name="connsiteY16964" fmla="*/ 7293524 h 57949372"/>
                <a:gd name="connsiteX16965" fmla="*/ 48426927 w 58051775"/>
                <a:gd name="connsiteY16965" fmla="*/ 7385052 h 57949372"/>
                <a:gd name="connsiteX16966" fmla="*/ 48491903 w 58051775"/>
                <a:gd name="connsiteY16966" fmla="*/ 7435850 h 57949372"/>
                <a:gd name="connsiteX16967" fmla="*/ 48621951 w 58051775"/>
                <a:gd name="connsiteY16967" fmla="*/ 7556976 h 57949372"/>
                <a:gd name="connsiteX16968" fmla="*/ 48670807 w 58051775"/>
                <a:gd name="connsiteY16968" fmla="*/ 7606188 h 57949372"/>
                <a:gd name="connsiteX16969" fmla="*/ 48727511 w 58051775"/>
                <a:gd name="connsiteY16969" fmla="*/ 7662790 h 57949372"/>
                <a:gd name="connsiteX16970" fmla="*/ 48778599 w 58051775"/>
                <a:gd name="connsiteY16970" fmla="*/ 7713144 h 57949372"/>
                <a:gd name="connsiteX16971" fmla="*/ 48823047 w 58051775"/>
                <a:gd name="connsiteY16971" fmla="*/ 7757596 h 57949372"/>
                <a:gd name="connsiteX16972" fmla="*/ 48867495 w 58051775"/>
                <a:gd name="connsiteY16972" fmla="*/ 7802044 h 57949372"/>
                <a:gd name="connsiteX16973" fmla="*/ 48912143 w 58051775"/>
                <a:gd name="connsiteY16973" fmla="*/ 7846934 h 57949372"/>
                <a:gd name="connsiteX16974" fmla="*/ 48950023 w 58051775"/>
                <a:gd name="connsiteY16974" fmla="*/ 7884128 h 57949372"/>
                <a:gd name="connsiteX16975" fmla="*/ 48991311 w 58051775"/>
                <a:gd name="connsiteY16975" fmla="*/ 7923444 h 57949372"/>
                <a:gd name="connsiteX16976" fmla="*/ 49037639 w 58051775"/>
                <a:gd name="connsiteY16976" fmla="*/ 7960764 h 57949372"/>
                <a:gd name="connsiteX16977" fmla="*/ 49187103 w 58051775"/>
                <a:gd name="connsiteY16977" fmla="*/ 8084228 h 57949372"/>
                <a:gd name="connsiteX16978" fmla="*/ 49547431 w 58051775"/>
                <a:gd name="connsiteY16978" fmla="*/ 8436854 h 57949372"/>
                <a:gd name="connsiteX16979" fmla="*/ 49801431 w 58051775"/>
                <a:gd name="connsiteY16979" fmla="*/ 8700740 h 57949372"/>
                <a:gd name="connsiteX16980" fmla="*/ 49834223 w 58051775"/>
                <a:gd name="connsiteY16980" fmla="*/ 8743952 h 57949372"/>
                <a:gd name="connsiteX16981" fmla="*/ 50057047 w 58051775"/>
                <a:gd name="connsiteY16981" fmla="*/ 8972594 h 57949372"/>
                <a:gd name="connsiteX16982" fmla="*/ 50114559 w 58051775"/>
                <a:gd name="connsiteY16982" fmla="*/ 9038120 h 57949372"/>
                <a:gd name="connsiteX16983" fmla="*/ 50159319 w 58051775"/>
                <a:gd name="connsiteY16983" fmla="*/ 9084430 h 57949372"/>
                <a:gd name="connsiteX16984" fmla="*/ 50206231 w 58051775"/>
                <a:gd name="connsiteY16984" fmla="*/ 9130988 h 57949372"/>
                <a:gd name="connsiteX16985" fmla="*/ 50254911 w 58051775"/>
                <a:gd name="connsiteY16985" fmla="*/ 9184536 h 57949372"/>
                <a:gd name="connsiteX16986" fmla="*/ 50290191 w 58051775"/>
                <a:gd name="connsiteY16986" fmla="*/ 9221284 h 57949372"/>
                <a:gd name="connsiteX16987" fmla="*/ 50409263 w 58051775"/>
                <a:gd name="connsiteY16987" fmla="*/ 9340850 h 57949372"/>
                <a:gd name="connsiteX16988" fmla="*/ 50457999 w 58051775"/>
                <a:gd name="connsiteY16988" fmla="*/ 9394260 h 57949372"/>
                <a:gd name="connsiteX16989" fmla="*/ 50501551 w 58051775"/>
                <a:gd name="connsiteY16989" fmla="*/ 9432360 h 57949372"/>
                <a:gd name="connsiteX16990" fmla="*/ 50764951 w 58051775"/>
                <a:gd name="connsiteY16990" fmla="*/ 9728202 h 57949372"/>
                <a:gd name="connsiteX16991" fmla="*/ 50958567 w 58051775"/>
                <a:gd name="connsiteY16991" fmla="*/ 9965596 h 57949372"/>
                <a:gd name="connsiteX16992" fmla="*/ 51013975 w 58051775"/>
                <a:gd name="connsiteY16992" fmla="*/ 10024628 h 57949372"/>
                <a:gd name="connsiteX16993" fmla="*/ 51044183 w 58051775"/>
                <a:gd name="connsiteY16993" fmla="*/ 10051566 h 57949372"/>
                <a:gd name="connsiteX16994" fmla="*/ 51073759 w 58051775"/>
                <a:gd name="connsiteY16994" fmla="*/ 10090154 h 57949372"/>
                <a:gd name="connsiteX16995" fmla="*/ 51118247 w 58051775"/>
                <a:gd name="connsiteY16995" fmla="*/ 10146126 h 57949372"/>
                <a:gd name="connsiteX16996" fmla="*/ 51213671 w 58051775"/>
                <a:gd name="connsiteY16996" fmla="*/ 10260424 h 57949372"/>
                <a:gd name="connsiteX16997" fmla="*/ 51479447 w 58051775"/>
                <a:gd name="connsiteY16997" fmla="*/ 10555406 h 57949372"/>
                <a:gd name="connsiteX16998" fmla="*/ 51517551 w 58051775"/>
                <a:gd name="connsiteY16998" fmla="*/ 10613564 h 57949372"/>
                <a:gd name="connsiteX16999" fmla="*/ 51555647 w 58051775"/>
                <a:gd name="connsiteY16999" fmla="*/ 10671832 h 57949372"/>
                <a:gd name="connsiteX17000" fmla="*/ 51594663 w 58051775"/>
                <a:gd name="connsiteY17000" fmla="*/ 10724854 h 57949372"/>
                <a:gd name="connsiteX17001" fmla="*/ 51689911 w 58051775"/>
                <a:gd name="connsiteY17001" fmla="*/ 10830636 h 57949372"/>
                <a:gd name="connsiteX17002" fmla="*/ 51786959 w 58051775"/>
                <a:gd name="connsiteY17002" fmla="*/ 10938590 h 57949372"/>
                <a:gd name="connsiteX17003" fmla="*/ 51837759 w 58051775"/>
                <a:gd name="connsiteY17003" fmla="*/ 11009848 h 57949372"/>
                <a:gd name="connsiteX17004" fmla="*/ 51879503 w 58051775"/>
                <a:gd name="connsiteY17004" fmla="*/ 11071014 h 57949372"/>
                <a:gd name="connsiteX17005" fmla="*/ 51911247 w 58051775"/>
                <a:gd name="connsiteY17005" fmla="*/ 11116242 h 57949372"/>
                <a:gd name="connsiteX17006" fmla="*/ 51965679 w 58051775"/>
                <a:gd name="connsiteY17006" fmla="*/ 11188427 h 57949372"/>
                <a:gd name="connsiteX17007" fmla="*/ 52101751 w 58051775"/>
                <a:gd name="connsiteY17007" fmla="*/ 11357274 h 57949372"/>
                <a:gd name="connsiteX17008" fmla="*/ 52156743 w 58051775"/>
                <a:gd name="connsiteY17008" fmla="*/ 11429734 h 57949372"/>
                <a:gd name="connsiteX17009" fmla="*/ 52266847 w 58051775"/>
                <a:gd name="connsiteY17009" fmla="*/ 11571604 h 57949372"/>
                <a:gd name="connsiteX17010" fmla="*/ 52302215 w 58051775"/>
                <a:gd name="connsiteY17010" fmla="*/ 11618263 h 57949372"/>
                <a:gd name="connsiteX17011" fmla="*/ 52379647 w 58051775"/>
                <a:gd name="connsiteY17011" fmla="*/ 11719269 h 57949372"/>
                <a:gd name="connsiteX17012" fmla="*/ 52428695 w 58051775"/>
                <a:gd name="connsiteY17012" fmla="*/ 11791950 h 57949372"/>
                <a:gd name="connsiteX17013" fmla="*/ 52539903 w 58051775"/>
                <a:gd name="connsiteY17013" fmla="*/ 11935699 h 57949372"/>
                <a:gd name="connsiteX17014" fmla="*/ 52590703 w 58051775"/>
                <a:gd name="connsiteY17014" fmla="*/ 12004287 h 57949372"/>
                <a:gd name="connsiteX17015" fmla="*/ 52641503 w 58051775"/>
                <a:gd name="connsiteY17015" fmla="*/ 12079524 h 57949372"/>
                <a:gd name="connsiteX17016" fmla="*/ 52679599 w 58051775"/>
                <a:gd name="connsiteY17016" fmla="*/ 12137546 h 57949372"/>
                <a:gd name="connsiteX17017" fmla="*/ 52717703 w 58051775"/>
                <a:gd name="connsiteY17017" fmla="*/ 12191994 h 57949372"/>
                <a:gd name="connsiteX17018" fmla="*/ 52812951 w 58051775"/>
                <a:gd name="connsiteY17018" fmla="*/ 12312125 h 57949372"/>
                <a:gd name="connsiteX17019" fmla="*/ 52901847 w 58051775"/>
                <a:gd name="connsiteY17019" fmla="*/ 12436287 h 57949372"/>
                <a:gd name="connsiteX17020" fmla="*/ 52939955 w 58051775"/>
                <a:gd name="connsiteY17020" fmla="*/ 12501224 h 57949372"/>
                <a:gd name="connsiteX17021" fmla="*/ 52984399 w 58051775"/>
                <a:gd name="connsiteY17021" fmla="*/ 12558525 h 57949372"/>
                <a:gd name="connsiteX17022" fmla="*/ 53035199 w 58051775"/>
                <a:gd name="connsiteY17022" fmla="*/ 12626765 h 57949372"/>
                <a:gd name="connsiteX17023" fmla="*/ 53086003 w 58051775"/>
                <a:gd name="connsiteY17023" fmla="*/ 12696618 h 57949372"/>
                <a:gd name="connsiteX17024" fmla="*/ 53130447 w 58051775"/>
                <a:gd name="connsiteY17024" fmla="*/ 12761169 h 57949372"/>
                <a:gd name="connsiteX17025" fmla="*/ 53166935 w 58051775"/>
                <a:gd name="connsiteY17025" fmla="*/ 12824683 h 57949372"/>
                <a:gd name="connsiteX17026" fmla="*/ 53217735 w 58051775"/>
                <a:gd name="connsiteY17026" fmla="*/ 12900553 h 57949372"/>
                <a:gd name="connsiteX17027" fmla="*/ 53267815 w 58051775"/>
                <a:gd name="connsiteY17027" fmla="*/ 12986754 h 57949372"/>
                <a:gd name="connsiteX17028" fmla="*/ 53309367 w 58051775"/>
                <a:gd name="connsiteY17028" fmla="*/ 13065604 h 57949372"/>
                <a:gd name="connsiteX17029" fmla="*/ 53445671 w 58051775"/>
                <a:gd name="connsiteY17029" fmla="*/ 13241448 h 57949372"/>
                <a:gd name="connsiteX17030" fmla="*/ 53483767 w 58051775"/>
                <a:gd name="connsiteY17030" fmla="*/ 13304791 h 57949372"/>
                <a:gd name="connsiteX17031" fmla="*/ 53529439 w 58051775"/>
                <a:gd name="connsiteY17031" fmla="*/ 13384071 h 57949372"/>
                <a:gd name="connsiteX17032" fmla="*/ 53573891 w 58051775"/>
                <a:gd name="connsiteY17032" fmla="*/ 13459675 h 57949372"/>
                <a:gd name="connsiteX17033" fmla="*/ 53611039 w 58051775"/>
                <a:gd name="connsiteY17033" fmla="*/ 13523170 h 57949372"/>
                <a:gd name="connsiteX17034" fmla="*/ 53652543 w 58051775"/>
                <a:gd name="connsiteY17034" fmla="*/ 13582660 h 57949372"/>
                <a:gd name="connsiteX17035" fmla="*/ 53704823 w 58051775"/>
                <a:gd name="connsiteY17035" fmla="*/ 13652513 h 57949372"/>
                <a:gd name="connsiteX17036" fmla="*/ 53752215 w 58051775"/>
                <a:gd name="connsiteY17036" fmla="*/ 13726200 h 57949372"/>
                <a:gd name="connsiteX17037" fmla="*/ 53796327 w 58051775"/>
                <a:gd name="connsiteY17037" fmla="*/ 13800849 h 57949372"/>
                <a:gd name="connsiteX17038" fmla="*/ 53840775 w 58051775"/>
                <a:gd name="connsiteY17038" fmla="*/ 13869177 h 57949372"/>
                <a:gd name="connsiteX17039" fmla="*/ 53886103 w 58051775"/>
                <a:gd name="connsiteY17039" fmla="*/ 13933311 h 57949372"/>
                <a:gd name="connsiteX17040" fmla="*/ 53930552 w 58051775"/>
                <a:gd name="connsiteY17040" fmla="*/ 14005581 h 57949372"/>
                <a:gd name="connsiteX17041" fmla="*/ 53974624 w 58051775"/>
                <a:gd name="connsiteY17041" fmla="*/ 14080160 h 57949372"/>
                <a:gd name="connsiteX17042" fmla="*/ 54012719 w 58051775"/>
                <a:gd name="connsiteY17042" fmla="*/ 14143484 h 57949372"/>
                <a:gd name="connsiteX17043" fmla="*/ 54069867 w 58051775"/>
                <a:gd name="connsiteY17043" fmla="*/ 14250380 h 57949372"/>
                <a:gd name="connsiteX17044" fmla="*/ 54121103 w 58051775"/>
                <a:gd name="connsiteY17044" fmla="*/ 14325636 h 57949372"/>
                <a:gd name="connsiteX17045" fmla="*/ 54168079 w 58051775"/>
                <a:gd name="connsiteY17045" fmla="*/ 14392699 h 57949372"/>
                <a:gd name="connsiteX17046" fmla="*/ 54202848 w 58051775"/>
                <a:gd name="connsiteY17046" fmla="*/ 14469113 h 57949372"/>
                <a:gd name="connsiteX17047" fmla="*/ 54240440 w 58051775"/>
                <a:gd name="connsiteY17047" fmla="*/ 14540763 h 57949372"/>
                <a:gd name="connsiteX17048" fmla="*/ 54284895 w 58051775"/>
                <a:gd name="connsiteY17048" fmla="*/ 14615209 h 57949372"/>
                <a:gd name="connsiteX17049" fmla="*/ 54330456 w 58051775"/>
                <a:gd name="connsiteY17049" fmla="*/ 14704112 h 57949372"/>
                <a:gd name="connsiteX17050" fmla="*/ 54376720 w 58051775"/>
                <a:gd name="connsiteY17050" fmla="*/ 14789162 h 57949372"/>
                <a:gd name="connsiteX17051" fmla="*/ 54420007 w 58051775"/>
                <a:gd name="connsiteY17051" fmla="*/ 14864614 h 57949372"/>
                <a:gd name="connsiteX17052" fmla="*/ 54468992 w 58051775"/>
                <a:gd name="connsiteY17052" fmla="*/ 14944242 h 57949372"/>
                <a:gd name="connsiteX17053" fmla="*/ 54511623 w 58051775"/>
                <a:gd name="connsiteY17053" fmla="*/ 15021200 h 57949372"/>
                <a:gd name="connsiteX17054" fmla="*/ 54552095 w 58051775"/>
                <a:gd name="connsiteY17054" fmla="*/ 15093957 h 57949372"/>
                <a:gd name="connsiteX17055" fmla="*/ 54598027 w 58051775"/>
                <a:gd name="connsiteY17055" fmla="*/ 15163804 h 57949372"/>
                <a:gd name="connsiteX17056" fmla="*/ 54650935 w 58051775"/>
                <a:gd name="connsiteY17056" fmla="*/ 15248411 h 57949372"/>
                <a:gd name="connsiteX17057" fmla="*/ 54701639 w 58051775"/>
                <a:gd name="connsiteY17057" fmla="*/ 15348746 h 57949372"/>
                <a:gd name="connsiteX17058" fmla="*/ 54736719 w 58051775"/>
                <a:gd name="connsiteY17058" fmla="*/ 15429234 h 57949372"/>
                <a:gd name="connsiteX17059" fmla="*/ 54781179 w 58051775"/>
                <a:gd name="connsiteY17059" fmla="*/ 15516973 h 57949372"/>
                <a:gd name="connsiteX17060" fmla="*/ 54830519 w 58051775"/>
                <a:gd name="connsiteY17060" fmla="*/ 15617536 h 57949372"/>
                <a:gd name="connsiteX17061" fmla="*/ 54874255 w 58051775"/>
                <a:gd name="connsiteY17061" fmla="*/ 15705572 h 57949372"/>
                <a:gd name="connsiteX17062" fmla="*/ 54918704 w 58051775"/>
                <a:gd name="connsiteY17062" fmla="*/ 15794481 h 57949372"/>
                <a:gd name="connsiteX17063" fmla="*/ 54962976 w 58051775"/>
                <a:gd name="connsiteY17063" fmla="*/ 15882473 h 57949372"/>
                <a:gd name="connsiteX17064" fmla="*/ 55001071 w 58051775"/>
                <a:gd name="connsiteY17064" fmla="*/ 15964391 h 57949372"/>
                <a:gd name="connsiteX17065" fmla="*/ 55048135 w 58051775"/>
                <a:gd name="connsiteY17065" fmla="*/ 16057463 h 57949372"/>
                <a:gd name="connsiteX17066" fmla="*/ 55092583 w 58051775"/>
                <a:gd name="connsiteY17066" fmla="*/ 16140558 h 57949372"/>
                <a:gd name="connsiteX17067" fmla="*/ 55136639 w 58051775"/>
                <a:gd name="connsiteY17067" fmla="*/ 16221742 h 57949372"/>
                <a:gd name="connsiteX17068" fmla="*/ 55181087 w 58051775"/>
                <a:gd name="connsiteY17068" fmla="*/ 16310101 h 57949372"/>
                <a:gd name="connsiteX17069" fmla="*/ 55225935 w 58051775"/>
                <a:gd name="connsiteY17069" fmla="*/ 16400364 h 57949372"/>
                <a:gd name="connsiteX17070" fmla="*/ 55276287 w 58051775"/>
                <a:gd name="connsiteY17070" fmla="*/ 16490488 h 57949372"/>
                <a:gd name="connsiteX17071" fmla="*/ 55319215 w 58051775"/>
                <a:gd name="connsiteY17071" fmla="*/ 16585768 h 57949372"/>
                <a:gd name="connsiteX17072" fmla="*/ 55368904 w 58051775"/>
                <a:gd name="connsiteY17072" fmla="*/ 16690342 h 57949372"/>
                <a:gd name="connsiteX17073" fmla="*/ 55413976 w 58051775"/>
                <a:gd name="connsiteY17073" fmla="*/ 16782946 h 57949372"/>
                <a:gd name="connsiteX17074" fmla="*/ 55459767 w 58051775"/>
                <a:gd name="connsiteY17074" fmla="*/ 16873709 h 57949372"/>
                <a:gd name="connsiteX17075" fmla="*/ 55489815 w 58051775"/>
                <a:gd name="connsiteY17075" fmla="*/ 16952552 h 57949372"/>
                <a:gd name="connsiteX17076" fmla="*/ 55543559 w 58051775"/>
                <a:gd name="connsiteY17076" fmla="*/ 17083863 h 57949372"/>
                <a:gd name="connsiteX17077" fmla="*/ 55573888 w 58051775"/>
                <a:gd name="connsiteY17077" fmla="*/ 17112004 h 57949372"/>
                <a:gd name="connsiteX17078" fmla="*/ 55630027 w 58051775"/>
                <a:gd name="connsiteY17078" fmla="*/ 17288728 h 57949372"/>
                <a:gd name="connsiteX17079" fmla="*/ 55670384 w 58051775"/>
                <a:gd name="connsiteY17079" fmla="*/ 17373006 h 57949372"/>
                <a:gd name="connsiteX17080" fmla="*/ 55714904 w 58051775"/>
                <a:gd name="connsiteY17080" fmla="*/ 17467356 h 57949372"/>
                <a:gd name="connsiteX17081" fmla="*/ 55762115 w 58051775"/>
                <a:gd name="connsiteY17081" fmla="*/ 17561396 h 57949372"/>
                <a:gd name="connsiteX17082" fmla="*/ 55812304 w 58051775"/>
                <a:gd name="connsiteY17082" fmla="*/ 17663300 h 57949372"/>
                <a:gd name="connsiteX17083" fmla="*/ 55845024 w 58051775"/>
                <a:gd name="connsiteY17083" fmla="*/ 17741258 h 57949372"/>
                <a:gd name="connsiteX17084" fmla="*/ 55896460 w 58051775"/>
                <a:gd name="connsiteY17084" fmla="*/ 17894288 h 57949372"/>
                <a:gd name="connsiteX17085" fmla="*/ 55941503 w 58051775"/>
                <a:gd name="connsiteY17085" fmla="*/ 17994098 h 57949372"/>
                <a:gd name="connsiteX17086" fmla="*/ 55991895 w 58051775"/>
                <a:gd name="connsiteY17086" fmla="*/ 18104518 h 57949372"/>
                <a:gd name="connsiteX17087" fmla="*/ 56033600 w 58051775"/>
                <a:gd name="connsiteY17087" fmla="*/ 18221271 h 57949372"/>
                <a:gd name="connsiteX17088" fmla="*/ 56065759 w 58051775"/>
                <a:gd name="connsiteY17088" fmla="*/ 18327066 h 57949372"/>
                <a:gd name="connsiteX17089" fmla="*/ 56121192 w 58051775"/>
                <a:gd name="connsiteY17089" fmla="*/ 18448273 h 57949372"/>
                <a:gd name="connsiteX17090" fmla="*/ 56152432 w 58051775"/>
                <a:gd name="connsiteY17090" fmla="*/ 18530824 h 57949372"/>
                <a:gd name="connsiteX17091" fmla="*/ 56210319 w 58051775"/>
                <a:gd name="connsiteY17091" fmla="*/ 18678913 h 57949372"/>
                <a:gd name="connsiteX17092" fmla="*/ 56252440 w 58051775"/>
                <a:gd name="connsiteY17092" fmla="*/ 18783607 h 57949372"/>
                <a:gd name="connsiteX17093" fmla="*/ 56297832 w 58051775"/>
                <a:gd name="connsiteY17093" fmla="*/ 18905137 h 57949372"/>
                <a:gd name="connsiteX17094" fmla="*/ 56342279 w 58051775"/>
                <a:gd name="connsiteY17094" fmla="*/ 19025806 h 57949372"/>
                <a:gd name="connsiteX17095" fmla="*/ 56390463 w 58051775"/>
                <a:gd name="connsiteY17095" fmla="*/ 19160027 h 57949372"/>
                <a:gd name="connsiteX17096" fmla="*/ 56437975 w 58051775"/>
                <a:gd name="connsiteY17096" fmla="*/ 19290256 h 57949372"/>
                <a:gd name="connsiteX17097" fmla="*/ 56481983 w 58051775"/>
                <a:gd name="connsiteY17097" fmla="*/ 19423724 h 57949372"/>
                <a:gd name="connsiteX17098" fmla="*/ 56523367 w 58051775"/>
                <a:gd name="connsiteY17098" fmla="*/ 19553587 h 57949372"/>
                <a:gd name="connsiteX17099" fmla="*/ 56557063 w 58051775"/>
                <a:gd name="connsiteY17099" fmla="*/ 19636187 h 57949372"/>
                <a:gd name="connsiteX17100" fmla="*/ 56622791 w 58051775"/>
                <a:gd name="connsiteY17100" fmla="*/ 19806270 h 57949372"/>
                <a:gd name="connsiteX17101" fmla="*/ 56663255 w 58051775"/>
                <a:gd name="connsiteY17101" fmla="*/ 19931943 h 57949372"/>
                <a:gd name="connsiteX17102" fmla="*/ 56707259 w 58051775"/>
                <a:gd name="connsiteY17102" fmla="*/ 20060218 h 57949372"/>
                <a:gd name="connsiteX17103" fmla="*/ 56751647 w 58051775"/>
                <a:gd name="connsiteY17103" fmla="*/ 20193063 h 57949372"/>
                <a:gd name="connsiteX17104" fmla="*/ 56786827 w 58051775"/>
                <a:gd name="connsiteY17104" fmla="*/ 20317763 h 57949372"/>
                <a:gd name="connsiteX17105" fmla="*/ 56822844 w 58051775"/>
                <a:gd name="connsiteY17105" fmla="*/ 20433895 h 57949372"/>
                <a:gd name="connsiteX17106" fmla="*/ 56869823 w 58051775"/>
                <a:gd name="connsiteY17106" fmla="*/ 20596379 h 57949372"/>
                <a:gd name="connsiteX17107" fmla="*/ 56922823 w 58051775"/>
                <a:gd name="connsiteY17107" fmla="*/ 20776306 h 57949372"/>
                <a:gd name="connsiteX17108" fmla="*/ 56979711 w 58051775"/>
                <a:gd name="connsiteY17108" fmla="*/ 20963511 h 57949372"/>
                <a:gd name="connsiteX17109" fmla="*/ 57013103 w 58051775"/>
                <a:gd name="connsiteY17109" fmla="*/ 21084158 h 57949372"/>
                <a:gd name="connsiteX17110" fmla="*/ 57056483 w 58051775"/>
                <a:gd name="connsiteY17110" fmla="*/ 21230094 h 57949372"/>
                <a:gd name="connsiteX17111" fmla="*/ 57100359 w 58051775"/>
                <a:gd name="connsiteY17111" fmla="*/ 21395195 h 57949372"/>
                <a:gd name="connsiteX17112" fmla="*/ 57158607 w 58051775"/>
                <a:gd name="connsiteY17112" fmla="*/ 21587279 h 57949372"/>
                <a:gd name="connsiteX17113" fmla="*/ 57198552 w 58051775"/>
                <a:gd name="connsiteY17113" fmla="*/ 21745087 h 57949372"/>
                <a:gd name="connsiteX17114" fmla="*/ 57240720 w 58051775"/>
                <a:gd name="connsiteY17114" fmla="*/ 21895102 h 57949372"/>
                <a:gd name="connsiteX17115" fmla="*/ 57278047 w 58051775"/>
                <a:gd name="connsiteY17115" fmla="*/ 22067495 h 57949372"/>
                <a:gd name="connsiteX17116" fmla="*/ 57334535 w 58051775"/>
                <a:gd name="connsiteY17116" fmla="*/ 22295974 h 57949372"/>
                <a:gd name="connsiteX17117" fmla="*/ 57368296 w 58051775"/>
                <a:gd name="connsiteY17117" fmla="*/ 22467425 h 57949372"/>
                <a:gd name="connsiteX17118" fmla="*/ 57423431 w 58051775"/>
                <a:gd name="connsiteY17118" fmla="*/ 22689570 h 57949372"/>
                <a:gd name="connsiteX17119" fmla="*/ 57465663 w 58051775"/>
                <a:gd name="connsiteY17119" fmla="*/ 22875503 h 57949372"/>
                <a:gd name="connsiteX17120" fmla="*/ 57510847 w 58051775"/>
                <a:gd name="connsiteY17120" fmla="*/ 23053189 h 57949372"/>
                <a:gd name="connsiteX17121" fmla="*/ 57546135 w 58051775"/>
                <a:gd name="connsiteY17121" fmla="*/ 23083546 h 57949372"/>
                <a:gd name="connsiteX17122" fmla="*/ 57545735 w 58051775"/>
                <a:gd name="connsiteY17122" fmla="*/ 23267303 h 57949372"/>
                <a:gd name="connsiteX17123" fmla="*/ 57601135 w 58051775"/>
                <a:gd name="connsiteY17123" fmla="*/ 23540439 h 57949372"/>
                <a:gd name="connsiteX17124" fmla="*/ 57643255 w 58051775"/>
                <a:gd name="connsiteY17124" fmla="*/ 23774351 h 57949372"/>
                <a:gd name="connsiteX17125" fmla="*/ 57683295 w 58051775"/>
                <a:gd name="connsiteY17125" fmla="*/ 24027870 h 57949372"/>
                <a:gd name="connsiteX17126" fmla="*/ 57718151 w 58051775"/>
                <a:gd name="connsiteY17126" fmla="*/ 24257510 h 57949372"/>
                <a:gd name="connsiteX17127" fmla="*/ 57781455 w 58051775"/>
                <a:gd name="connsiteY17127" fmla="*/ 24521706 h 57949372"/>
                <a:gd name="connsiteX17128" fmla="*/ 57816359 w 58051775"/>
                <a:gd name="connsiteY17128" fmla="*/ 24563651 h 57949372"/>
                <a:gd name="connsiteX17129" fmla="*/ 57811647 w 58051775"/>
                <a:gd name="connsiteY17129" fmla="*/ 25089362 h 57949372"/>
                <a:gd name="connsiteX17130" fmla="*/ 57850503 w 58051775"/>
                <a:gd name="connsiteY17130" fmla="*/ 25165562 h 57949372"/>
                <a:gd name="connsiteX17131" fmla="*/ 57902479 w 58051775"/>
                <a:gd name="connsiteY17131" fmla="*/ 25518554 h 57949372"/>
                <a:gd name="connsiteX17132" fmla="*/ 57936015 w 58051775"/>
                <a:gd name="connsiteY17132" fmla="*/ 25822654 h 57949372"/>
                <a:gd name="connsiteX17133" fmla="*/ 57967359 w 58051775"/>
                <a:gd name="connsiteY17133" fmla="*/ 25882410 h 57949372"/>
                <a:gd name="connsiteX17134" fmla="*/ 57986407 w 58051775"/>
                <a:gd name="connsiteY17134" fmla="*/ 26354262 h 57949372"/>
                <a:gd name="connsiteX17135" fmla="*/ 58013599 w 58051775"/>
                <a:gd name="connsiteY17135" fmla="*/ 26816590 h 57949372"/>
                <a:gd name="connsiteX17136" fmla="*/ 58042215 w 58051775"/>
                <a:gd name="connsiteY17136" fmla="*/ 28985100 h 57949372"/>
                <a:gd name="connsiteX17137" fmla="*/ 58051775 w 58051775"/>
                <a:gd name="connsiteY17137" fmla="*/ 31131194 h 57949372"/>
                <a:gd name="connsiteX17138" fmla="*/ 58023159 w 58051775"/>
                <a:gd name="connsiteY17138" fmla="*/ 31141104 h 57949372"/>
                <a:gd name="connsiteX17139" fmla="*/ 57991951 w 58051775"/>
                <a:gd name="connsiteY17139" fmla="*/ 31434630 h 57949372"/>
                <a:gd name="connsiteX17140" fmla="*/ 57937063 w 58051775"/>
                <a:gd name="connsiteY17140" fmla="*/ 32111952 h 57949372"/>
                <a:gd name="connsiteX17141" fmla="*/ 57899079 w 58051775"/>
                <a:gd name="connsiteY17141" fmla="*/ 32454850 h 57949372"/>
                <a:gd name="connsiteX17142" fmla="*/ 57853967 w 58051775"/>
                <a:gd name="connsiteY17142" fmla="*/ 32816800 h 57949372"/>
                <a:gd name="connsiteX17143" fmla="*/ 57814703 w 58051775"/>
                <a:gd name="connsiteY17143" fmla="*/ 33096200 h 57949372"/>
                <a:gd name="connsiteX17144" fmla="*/ 57765935 w 58051775"/>
                <a:gd name="connsiteY17144" fmla="*/ 33500005 h 57949372"/>
                <a:gd name="connsiteX17145" fmla="*/ 57719975 w 58051775"/>
                <a:gd name="connsiteY17145" fmla="*/ 33836396 h 57949372"/>
                <a:gd name="connsiteX17146" fmla="*/ 57685791 w 58051775"/>
                <a:gd name="connsiteY17146" fmla="*/ 33987584 h 57949372"/>
                <a:gd name="connsiteX17147" fmla="*/ 57623543 w 58051775"/>
                <a:gd name="connsiteY17147" fmla="*/ 34277300 h 57949372"/>
                <a:gd name="connsiteX17148" fmla="*/ 57581543 w 58051775"/>
                <a:gd name="connsiteY17148" fmla="*/ 34503704 h 57949372"/>
                <a:gd name="connsiteX17149" fmla="*/ 57542599 w 58051775"/>
                <a:gd name="connsiteY17149" fmla="*/ 34826929 h 57949372"/>
                <a:gd name="connsiteX17150" fmla="*/ 57507775 w 58051775"/>
                <a:gd name="connsiteY17150" fmla="*/ 34965744 h 57949372"/>
                <a:gd name="connsiteX17151" fmla="*/ 57453935 w 58051775"/>
                <a:gd name="connsiteY17151" fmla="*/ 35190288 h 57949372"/>
                <a:gd name="connsiteX17152" fmla="*/ 57412283 w 58051775"/>
                <a:gd name="connsiteY17152" fmla="*/ 35321677 h 57949372"/>
                <a:gd name="connsiteX17153" fmla="*/ 57372247 w 58051775"/>
                <a:gd name="connsiteY17153" fmla="*/ 35346520 h 57949372"/>
                <a:gd name="connsiteX17154" fmla="*/ 57370823 w 58051775"/>
                <a:gd name="connsiteY17154" fmla="*/ 35496696 h 57949372"/>
                <a:gd name="connsiteX17155" fmla="*/ 57355119 w 58051775"/>
                <a:gd name="connsiteY17155" fmla="*/ 35657412 h 57949372"/>
                <a:gd name="connsiteX17156" fmla="*/ 57312095 w 58051775"/>
                <a:gd name="connsiteY17156" fmla="*/ 35703728 h 57949372"/>
                <a:gd name="connsiteX17157" fmla="*/ 57276088 w 58051775"/>
                <a:gd name="connsiteY17157" fmla="*/ 35969516 h 57949372"/>
                <a:gd name="connsiteX17158" fmla="*/ 57242519 w 58051775"/>
                <a:gd name="connsiteY17158" fmla="*/ 36068928 h 57949372"/>
                <a:gd name="connsiteX17159" fmla="*/ 57182423 w 58051775"/>
                <a:gd name="connsiteY17159" fmla="*/ 36315440 h 57949372"/>
                <a:gd name="connsiteX17160" fmla="*/ 57163184 w 58051775"/>
                <a:gd name="connsiteY17160" fmla="*/ 36408620 h 57949372"/>
                <a:gd name="connsiteX17161" fmla="*/ 57110103 w 58051775"/>
                <a:gd name="connsiteY17161" fmla="*/ 36581176 h 57949372"/>
                <a:gd name="connsiteX17162" fmla="*/ 57066175 w 58051775"/>
                <a:gd name="connsiteY17162" fmla="*/ 36729732 h 57949372"/>
                <a:gd name="connsiteX17163" fmla="*/ 57015159 w 58051775"/>
                <a:gd name="connsiteY17163" fmla="*/ 36870344 h 57949372"/>
                <a:gd name="connsiteX17164" fmla="*/ 56991407 w 58051775"/>
                <a:gd name="connsiteY17164" fmla="*/ 36988752 h 57949372"/>
                <a:gd name="connsiteX17165" fmla="*/ 56964623 w 58051775"/>
                <a:gd name="connsiteY17165" fmla="*/ 37041272 h 57949372"/>
                <a:gd name="connsiteX17166" fmla="*/ 56920107 w 58051775"/>
                <a:gd name="connsiteY17166" fmla="*/ 37252216 h 57949372"/>
                <a:gd name="connsiteX17167" fmla="*/ 56885983 w 58051775"/>
                <a:gd name="connsiteY17167" fmla="*/ 37352744 h 57949372"/>
                <a:gd name="connsiteX17168" fmla="*/ 56834995 w 58051775"/>
                <a:gd name="connsiteY17168" fmla="*/ 37502032 h 57949372"/>
                <a:gd name="connsiteX17169" fmla="*/ 56790976 w 58051775"/>
                <a:gd name="connsiteY17169" fmla="*/ 37645248 h 57949372"/>
                <a:gd name="connsiteX17170" fmla="*/ 56747735 w 58051775"/>
                <a:gd name="connsiteY17170" fmla="*/ 37778596 h 57949372"/>
                <a:gd name="connsiteX17171" fmla="*/ 56703047 w 58051775"/>
                <a:gd name="connsiteY17171" fmla="*/ 37914392 h 57949372"/>
                <a:gd name="connsiteX17172" fmla="*/ 56657487 w 58051775"/>
                <a:gd name="connsiteY17172" fmla="*/ 38047744 h 57949372"/>
                <a:gd name="connsiteX17173" fmla="*/ 56612848 w 58051775"/>
                <a:gd name="connsiteY17173" fmla="*/ 38181256 h 57949372"/>
                <a:gd name="connsiteX17174" fmla="*/ 56567967 w 58051775"/>
                <a:gd name="connsiteY17174" fmla="*/ 38314604 h 57949372"/>
                <a:gd name="connsiteX17175" fmla="*/ 56523927 w 58051775"/>
                <a:gd name="connsiteY17175" fmla="*/ 38447596 h 57949372"/>
                <a:gd name="connsiteX17176" fmla="*/ 56486548 w 58051775"/>
                <a:gd name="connsiteY17176" fmla="*/ 38574512 h 57949372"/>
                <a:gd name="connsiteX17177" fmla="*/ 56442039 w 58051775"/>
                <a:gd name="connsiteY17177" fmla="*/ 38700152 h 57949372"/>
                <a:gd name="connsiteX17178" fmla="*/ 56399691 w 58051775"/>
                <a:gd name="connsiteY17178" fmla="*/ 38818848 h 57949372"/>
                <a:gd name="connsiteX17179" fmla="*/ 56370655 w 58051775"/>
                <a:gd name="connsiteY17179" fmla="*/ 38923456 h 57949372"/>
                <a:gd name="connsiteX17180" fmla="*/ 56302875 w 58051775"/>
                <a:gd name="connsiteY17180" fmla="*/ 39095816 h 57949372"/>
                <a:gd name="connsiteX17181" fmla="*/ 56262996 w 58051775"/>
                <a:gd name="connsiteY17181" fmla="*/ 39207760 h 57949372"/>
                <a:gd name="connsiteX17182" fmla="*/ 56217775 w 58051775"/>
                <a:gd name="connsiteY17182" fmla="*/ 39317512 h 57949372"/>
                <a:gd name="connsiteX17183" fmla="*/ 56172735 w 58051775"/>
                <a:gd name="connsiteY17183" fmla="*/ 39418636 h 57949372"/>
                <a:gd name="connsiteX17184" fmla="*/ 56128056 w 58051775"/>
                <a:gd name="connsiteY17184" fmla="*/ 39531832 h 57949372"/>
                <a:gd name="connsiteX17185" fmla="*/ 56083472 w 58051775"/>
                <a:gd name="connsiteY17185" fmla="*/ 39640468 h 57949372"/>
                <a:gd name="connsiteX17186" fmla="*/ 56032400 w 58051775"/>
                <a:gd name="connsiteY17186" fmla="*/ 39743252 h 57949372"/>
                <a:gd name="connsiteX17187" fmla="*/ 55981679 w 58051775"/>
                <a:gd name="connsiteY17187" fmla="*/ 39852600 h 57949372"/>
                <a:gd name="connsiteX17188" fmla="*/ 55943851 w 58051775"/>
                <a:gd name="connsiteY17188" fmla="*/ 39972064 h 57949372"/>
                <a:gd name="connsiteX17189" fmla="*/ 55905672 w 58051775"/>
                <a:gd name="connsiteY17189" fmla="*/ 40084968 h 57949372"/>
                <a:gd name="connsiteX17190" fmla="*/ 55854600 w 58051775"/>
                <a:gd name="connsiteY17190" fmla="*/ 40187476 h 57949372"/>
                <a:gd name="connsiteX17191" fmla="*/ 55815264 w 58051775"/>
                <a:gd name="connsiteY17191" fmla="*/ 40284124 h 57949372"/>
                <a:gd name="connsiteX17192" fmla="*/ 55762503 w 58051775"/>
                <a:gd name="connsiteY17192" fmla="*/ 40417412 h 57949372"/>
                <a:gd name="connsiteX17193" fmla="*/ 55713607 w 58051775"/>
                <a:gd name="connsiteY17193" fmla="*/ 40500300 h 57949372"/>
                <a:gd name="connsiteX17194" fmla="*/ 55669127 w 58051775"/>
                <a:gd name="connsiteY17194" fmla="*/ 40595552 h 57949372"/>
                <a:gd name="connsiteX17195" fmla="*/ 55636167 w 58051775"/>
                <a:gd name="connsiteY17195" fmla="*/ 40692220 h 57949372"/>
                <a:gd name="connsiteX17196" fmla="*/ 55586583 w 58051775"/>
                <a:gd name="connsiteY17196" fmla="*/ 40806520 h 57949372"/>
                <a:gd name="connsiteX17197" fmla="*/ 55516799 w 58051775"/>
                <a:gd name="connsiteY17197" fmla="*/ 40950536 h 57949372"/>
                <a:gd name="connsiteX17198" fmla="*/ 55495335 w 58051775"/>
                <a:gd name="connsiteY17198" fmla="*/ 41025488 h 57949372"/>
                <a:gd name="connsiteX17199" fmla="*/ 55458167 w 58051775"/>
                <a:gd name="connsiteY17199" fmla="*/ 41117424 h 57949372"/>
                <a:gd name="connsiteX17200" fmla="*/ 55413336 w 58051775"/>
                <a:gd name="connsiteY17200" fmla="*/ 41213288 h 57949372"/>
                <a:gd name="connsiteX17201" fmla="*/ 55376904 w 58051775"/>
                <a:gd name="connsiteY17201" fmla="*/ 41280108 h 57949372"/>
                <a:gd name="connsiteX17202" fmla="*/ 55339271 w 58051775"/>
                <a:gd name="connsiteY17202" fmla="*/ 41324528 h 57949372"/>
                <a:gd name="connsiteX17203" fmla="*/ 55318363 w 58051775"/>
                <a:gd name="connsiteY17203" fmla="*/ 41400728 h 57949372"/>
                <a:gd name="connsiteX17204" fmla="*/ 55274547 w 58051775"/>
                <a:gd name="connsiteY17204" fmla="*/ 41484900 h 57949372"/>
                <a:gd name="connsiteX17205" fmla="*/ 55230095 w 58051775"/>
                <a:gd name="connsiteY17205" fmla="*/ 41573800 h 57949372"/>
                <a:gd name="connsiteX17206" fmla="*/ 55185639 w 58051775"/>
                <a:gd name="connsiteY17206" fmla="*/ 41662700 h 57949372"/>
                <a:gd name="connsiteX17207" fmla="*/ 55141192 w 58051775"/>
                <a:gd name="connsiteY17207" fmla="*/ 41751600 h 57949372"/>
                <a:gd name="connsiteX17208" fmla="*/ 55096747 w 58051775"/>
                <a:gd name="connsiteY17208" fmla="*/ 41840500 h 57949372"/>
                <a:gd name="connsiteX17209" fmla="*/ 55052367 w 58051775"/>
                <a:gd name="connsiteY17209" fmla="*/ 41929400 h 57949372"/>
                <a:gd name="connsiteX17210" fmla="*/ 55005575 w 58051775"/>
                <a:gd name="connsiteY17210" fmla="*/ 42007852 h 57949372"/>
                <a:gd name="connsiteX17211" fmla="*/ 54965915 w 58051775"/>
                <a:gd name="connsiteY17211" fmla="*/ 42095608 h 57949372"/>
                <a:gd name="connsiteX17212" fmla="*/ 54923736 w 58051775"/>
                <a:gd name="connsiteY17212" fmla="*/ 42189136 h 57949372"/>
                <a:gd name="connsiteX17213" fmla="*/ 54880143 w 58051775"/>
                <a:gd name="connsiteY17213" fmla="*/ 42278492 h 57949372"/>
                <a:gd name="connsiteX17214" fmla="*/ 54838151 w 58051775"/>
                <a:gd name="connsiteY17214" fmla="*/ 42353812 h 57949372"/>
                <a:gd name="connsiteX17215" fmla="*/ 54784287 w 58051775"/>
                <a:gd name="connsiteY17215" fmla="*/ 42460848 h 57949372"/>
                <a:gd name="connsiteX17216" fmla="*/ 54754960 w 58051775"/>
                <a:gd name="connsiteY17216" fmla="*/ 42524348 h 57949372"/>
                <a:gd name="connsiteX17217" fmla="*/ 54694672 w 58051775"/>
                <a:gd name="connsiteY17217" fmla="*/ 42639300 h 57949372"/>
                <a:gd name="connsiteX17218" fmla="*/ 54655975 w 58051775"/>
                <a:gd name="connsiteY17218" fmla="*/ 42715324 h 57949372"/>
                <a:gd name="connsiteX17219" fmla="*/ 54610215 w 58051775"/>
                <a:gd name="connsiteY17219" fmla="*/ 42792260 h 57949372"/>
                <a:gd name="connsiteX17220" fmla="*/ 54572111 w 58051775"/>
                <a:gd name="connsiteY17220" fmla="*/ 42861184 h 57949372"/>
                <a:gd name="connsiteX17221" fmla="*/ 54516032 w 58051775"/>
                <a:gd name="connsiteY17221" fmla="*/ 42943944 h 57949372"/>
                <a:gd name="connsiteX17222" fmla="*/ 54471579 w 58051775"/>
                <a:gd name="connsiteY17222" fmla="*/ 43024592 h 57949372"/>
                <a:gd name="connsiteX17223" fmla="*/ 54433487 w 58051775"/>
                <a:gd name="connsiteY17223" fmla="*/ 43088092 h 57949372"/>
                <a:gd name="connsiteX17224" fmla="*/ 54383951 w 58051775"/>
                <a:gd name="connsiteY17224" fmla="*/ 43174888 h 57949372"/>
                <a:gd name="connsiteX17225" fmla="*/ 54346047 w 58051775"/>
                <a:gd name="connsiteY17225" fmla="*/ 43255948 h 57949372"/>
                <a:gd name="connsiteX17226" fmla="*/ 54306687 w 58051775"/>
                <a:gd name="connsiteY17226" fmla="*/ 43317072 h 57949372"/>
                <a:gd name="connsiteX17227" fmla="*/ 54254400 w 58051775"/>
                <a:gd name="connsiteY17227" fmla="*/ 43388384 h 57949372"/>
                <a:gd name="connsiteX17228" fmla="*/ 54210671 w 58051775"/>
                <a:gd name="connsiteY17228" fmla="*/ 43475812 h 57949372"/>
                <a:gd name="connsiteX17229" fmla="*/ 54166224 w 58051775"/>
                <a:gd name="connsiteY17229" fmla="*/ 43564552 h 57949372"/>
                <a:gd name="connsiteX17230" fmla="*/ 54123943 w 58051775"/>
                <a:gd name="connsiteY17230" fmla="*/ 43637020 h 57949372"/>
                <a:gd name="connsiteX17231" fmla="*/ 54079711 w 58051775"/>
                <a:gd name="connsiteY17231" fmla="*/ 43707048 h 57949372"/>
                <a:gd name="connsiteX17232" fmla="*/ 54026016 w 58051775"/>
                <a:gd name="connsiteY17232" fmla="*/ 43789056 h 57949372"/>
                <a:gd name="connsiteX17233" fmla="*/ 53976151 w 58051775"/>
                <a:gd name="connsiteY17233" fmla="*/ 43865256 h 57949372"/>
                <a:gd name="connsiteX17234" fmla="*/ 53938047 w 58051775"/>
                <a:gd name="connsiteY17234" fmla="*/ 43925984 h 57949372"/>
                <a:gd name="connsiteX17235" fmla="*/ 53900943 w 58051775"/>
                <a:gd name="connsiteY17235" fmla="*/ 44016576 h 57949372"/>
                <a:gd name="connsiteX17236" fmla="*/ 53856624 w 58051775"/>
                <a:gd name="connsiteY17236" fmla="*/ 44103672 h 57949372"/>
                <a:gd name="connsiteX17237" fmla="*/ 53818007 w 58051775"/>
                <a:gd name="connsiteY17237" fmla="*/ 44154924 h 57949372"/>
                <a:gd name="connsiteX17238" fmla="*/ 53767823 w 58051775"/>
                <a:gd name="connsiteY17238" fmla="*/ 44237212 h 57949372"/>
                <a:gd name="connsiteX17239" fmla="*/ 53710840 w 58051775"/>
                <a:gd name="connsiteY17239" fmla="*/ 44311272 h 57949372"/>
                <a:gd name="connsiteX17240" fmla="*/ 53673879 w 58051775"/>
                <a:gd name="connsiteY17240" fmla="*/ 44354752 h 57949372"/>
                <a:gd name="connsiteX17241" fmla="*/ 53634535 w 58051775"/>
                <a:gd name="connsiteY17241" fmla="*/ 44411900 h 57949372"/>
                <a:gd name="connsiteX17242" fmla="*/ 53581855 w 58051775"/>
                <a:gd name="connsiteY17242" fmla="*/ 44491320 h 57949372"/>
                <a:gd name="connsiteX17243" fmla="*/ 53536847 w 58051775"/>
                <a:gd name="connsiteY17243" fmla="*/ 44567520 h 57949372"/>
                <a:gd name="connsiteX17244" fmla="*/ 53496615 w 58051775"/>
                <a:gd name="connsiteY17244" fmla="*/ 44634152 h 57949372"/>
                <a:gd name="connsiteX17245" fmla="*/ 53459711 w 58051775"/>
                <a:gd name="connsiteY17245" fmla="*/ 44691300 h 57949372"/>
                <a:gd name="connsiteX17246" fmla="*/ 53411819 w 58051775"/>
                <a:gd name="connsiteY17246" fmla="*/ 44772092 h 57949372"/>
                <a:gd name="connsiteX17247" fmla="*/ 53367879 w 58051775"/>
                <a:gd name="connsiteY17247" fmla="*/ 44857968 h 57949372"/>
                <a:gd name="connsiteX17248" fmla="*/ 53329015 w 58051775"/>
                <a:gd name="connsiteY17248" fmla="*/ 44920552 h 57949372"/>
                <a:gd name="connsiteX17249" fmla="*/ 53276504 w 58051775"/>
                <a:gd name="connsiteY17249" fmla="*/ 44984304 h 57949372"/>
                <a:gd name="connsiteX17250" fmla="*/ 53232047 w 58051775"/>
                <a:gd name="connsiteY17250" fmla="*/ 45062136 h 57949372"/>
                <a:gd name="connsiteX17251" fmla="*/ 53193951 w 58051775"/>
                <a:gd name="connsiteY17251" fmla="*/ 45128116 h 57949372"/>
                <a:gd name="connsiteX17252" fmla="*/ 53152839 w 58051775"/>
                <a:gd name="connsiteY17252" fmla="*/ 45179952 h 57949372"/>
                <a:gd name="connsiteX17253" fmla="*/ 53102039 w 58051775"/>
                <a:gd name="connsiteY17253" fmla="*/ 45242952 h 57949372"/>
                <a:gd name="connsiteX17254" fmla="*/ 53047903 w 58051775"/>
                <a:gd name="connsiteY17254" fmla="*/ 45311596 h 57949372"/>
                <a:gd name="connsiteX17255" fmla="*/ 53003447 w 58051775"/>
                <a:gd name="connsiteY17255" fmla="*/ 45369320 h 57949372"/>
                <a:gd name="connsiteX17256" fmla="*/ 52959000 w 58051775"/>
                <a:gd name="connsiteY17256" fmla="*/ 45427624 h 57949372"/>
                <a:gd name="connsiteX17257" fmla="*/ 52916135 w 58051775"/>
                <a:gd name="connsiteY17257" fmla="*/ 45491352 h 57949372"/>
                <a:gd name="connsiteX17258" fmla="*/ 52871687 w 58051775"/>
                <a:gd name="connsiteY17258" fmla="*/ 45558324 h 57949372"/>
                <a:gd name="connsiteX17259" fmla="*/ 52826691 w 58051775"/>
                <a:gd name="connsiteY17259" fmla="*/ 45628172 h 57949372"/>
                <a:gd name="connsiteX17260" fmla="*/ 52786447 w 58051775"/>
                <a:gd name="connsiteY17260" fmla="*/ 45688248 h 57949372"/>
                <a:gd name="connsiteX17261" fmla="*/ 52742448 w 58051775"/>
                <a:gd name="connsiteY17261" fmla="*/ 45751752 h 57949372"/>
                <a:gd name="connsiteX17262" fmla="*/ 52703127 w 58051775"/>
                <a:gd name="connsiteY17262" fmla="*/ 45808900 h 57949372"/>
                <a:gd name="connsiteX17263" fmla="*/ 52657191 w 58051775"/>
                <a:gd name="connsiteY17263" fmla="*/ 45865960 h 57949372"/>
                <a:gd name="connsiteX17264" fmla="*/ 52597047 w 58051775"/>
                <a:gd name="connsiteY17264" fmla="*/ 45940444 h 57949372"/>
                <a:gd name="connsiteX17265" fmla="*/ 52554935 w 58051775"/>
                <a:gd name="connsiteY17265" fmla="*/ 45997684 h 57949372"/>
                <a:gd name="connsiteX17266" fmla="*/ 52516839 w 58051775"/>
                <a:gd name="connsiteY17266" fmla="*/ 46048832 h 57949372"/>
                <a:gd name="connsiteX17267" fmla="*/ 52471607 w 58051775"/>
                <a:gd name="connsiteY17267" fmla="*/ 46112332 h 57949372"/>
                <a:gd name="connsiteX17268" fmla="*/ 52433503 w 58051775"/>
                <a:gd name="connsiteY17268" fmla="*/ 46173512 h 57949372"/>
                <a:gd name="connsiteX17269" fmla="*/ 52387503 w 58051775"/>
                <a:gd name="connsiteY17269" fmla="*/ 46242400 h 57949372"/>
                <a:gd name="connsiteX17270" fmla="*/ 52341503 w 58051775"/>
                <a:gd name="connsiteY17270" fmla="*/ 46309584 h 57949372"/>
                <a:gd name="connsiteX17271" fmla="*/ 52305679 w 58051775"/>
                <a:gd name="connsiteY17271" fmla="*/ 46375688 h 57949372"/>
                <a:gd name="connsiteX17272" fmla="*/ 52262767 w 58051775"/>
                <a:gd name="connsiteY17272" fmla="*/ 46421136 h 57949372"/>
                <a:gd name="connsiteX17273" fmla="*/ 52216047 w 58051775"/>
                <a:gd name="connsiteY17273" fmla="*/ 46456816 h 57949372"/>
                <a:gd name="connsiteX17274" fmla="*/ 52069999 w 58051775"/>
                <a:gd name="connsiteY17274" fmla="*/ 46643180 h 57949372"/>
                <a:gd name="connsiteX17275" fmla="*/ 52025727 w 58051775"/>
                <a:gd name="connsiteY17275" fmla="*/ 46720456 h 57949372"/>
                <a:gd name="connsiteX17276" fmla="*/ 51983655 w 58051775"/>
                <a:gd name="connsiteY17276" fmla="*/ 46778140 h 57949372"/>
                <a:gd name="connsiteX17277" fmla="*/ 51946583 w 58051775"/>
                <a:gd name="connsiteY17277" fmla="*/ 46829196 h 57949372"/>
                <a:gd name="connsiteX17278" fmla="*/ 51902879 w 58051775"/>
                <a:gd name="connsiteY17278" fmla="*/ 46893468 h 57949372"/>
                <a:gd name="connsiteX17279" fmla="*/ 51752503 w 58051775"/>
                <a:gd name="connsiteY17279" fmla="*/ 47063824 h 57949372"/>
                <a:gd name="connsiteX17280" fmla="*/ 51720751 w 58051775"/>
                <a:gd name="connsiteY17280" fmla="*/ 47113772 h 57949372"/>
                <a:gd name="connsiteX17281" fmla="*/ 51682647 w 58051775"/>
                <a:gd name="connsiteY17281" fmla="*/ 47166796 h 57949372"/>
                <a:gd name="connsiteX17282" fmla="*/ 51634591 w 58051775"/>
                <a:gd name="connsiteY17282" fmla="*/ 47218000 h 57949372"/>
                <a:gd name="connsiteX17283" fmla="*/ 51591167 w 58051775"/>
                <a:gd name="connsiteY17283" fmla="*/ 47260224 h 57949372"/>
                <a:gd name="connsiteX17284" fmla="*/ 51543975 w 58051775"/>
                <a:gd name="connsiteY17284" fmla="*/ 47310744 h 57949372"/>
                <a:gd name="connsiteX17285" fmla="*/ 51498503 w 58051775"/>
                <a:gd name="connsiteY17285" fmla="*/ 47373280 h 57949372"/>
                <a:gd name="connsiteX17286" fmla="*/ 51451415 w 58051775"/>
                <a:gd name="connsiteY17286" fmla="*/ 47439888 h 57949372"/>
                <a:gd name="connsiteX17287" fmla="*/ 51394263 w 58051775"/>
                <a:gd name="connsiteY17287" fmla="*/ 47507468 h 57949372"/>
                <a:gd name="connsiteX17288" fmla="*/ 51348503 w 58051775"/>
                <a:gd name="connsiteY17288" fmla="*/ 47562548 h 57949372"/>
                <a:gd name="connsiteX17289" fmla="*/ 51311127 w 58051775"/>
                <a:gd name="connsiteY17289" fmla="*/ 47603876 h 57949372"/>
                <a:gd name="connsiteX17290" fmla="*/ 51264279 w 58051775"/>
                <a:gd name="connsiteY17290" fmla="*/ 47652260 h 57949372"/>
                <a:gd name="connsiteX17291" fmla="*/ 51225447 w 58051775"/>
                <a:gd name="connsiteY17291" fmla="*/ 47701040 h 57949372"/>
                <a:gd name="connsiteX17292" fmla="*/ 51100327 w 58051775"/>
                <a:gd name="connsiteY17292" fmla="*/ 47837584 h 57949372"/>
                <a:gd name="connsiteX17293" fmla="*/ 51058471 w 58051775"/>
                <a:gd name="connsiteY17293" fmla="*/ 47899344 h 57949372"/>
                <a:gd name="connsiteX17294" fmla="*/ 51000239 w 58051775"/>
                <a:gd name="connsiteY17294" fmla="*/ 47981892 h 57949372"/>
                <a:gd name="connsiteX17295" fmla="*/ 50774599 w 58051775"/>
                <a:gd name="connsiteY17295" fmla="*/ 48224900 h 57949372"/>
                <a:gd name="connsiteX17296" fmla="*/ 50734183 w 58051775"/>
                <a:gd name="connsiteY17296" fmla="*/ 48281788 h 57949372"/>
                <a:gd name="connsiteX17297" fmla="*/ 50698175 w 58051775"/>
                <a:gd name="connsiteY17297" fmla="*/ 48336744 h 57949372"/>
                <a:gd name="connsiteX17298" fmla="*/ 50653063 w 58051775"/>
                <a:gd name="connsiteY17298" fmla="*/ 48379736 h 57949372"/>
                <a:gd name="connsiteX17299" fmla="*/ 50614263 w 58051775"/>
                <a:gd name="connsiteY17299" fmla="*/ 48420560 h 57949372"/>
                <a:gd name="connsiteX17300" fmla="*/ 50563239 w 58051775"/>
                <a:gd name="connsiteY17300" fmla="*/ 48467988 h 57949372"/>
                <a:gd name="connsiteX17301" fmla="*/ 50519575 w 58051775"/>
                <a:gd name="connsiteY17301" fmla="*/ 48511248 h 57949372"/>
                <a:gd name="connsiteX17302" fmla="*/ 50493303 w 58051775"/>
                <a:gd name="connsiteY17302" fmla="*/ 48549352 h 57949372"/>
                <a:gd name="connsiteX17303" fmla="*/ 50380903 w 58051775"/>
                <a:gd name="connsiteY17303" fmla="*/ 48653412 h 57949372"/>
                <a:gd name="connsiteX17304" fmla="*/ 50320231 w 58051775"/>
                <a:gd name="connsiteY17304" fmla="*/ 48719800 h 57949372"/>
                <a:gd name="connsiteX17305" fmla="*/ 50022927 w 58051775"/>
                <a:gd name="connsiteY17305" fmla="*/ 49029500 h 57949372"/>
                <a:gd name="connsiteX17306" fmla="*/ 49405751 w 58051775"/>
                <a:gd name="connsiteY17306" fmla="*/ 49661332 h 57949372"/>
                <a:gd name="connsiteX17307" fmla="*/ 49323199 w 58051775"/>
                <a:gd name="connsiteY17307" fmla="*/ 49741756 h 57949372"/>
                <a:gd name="connsiteX17308" fmla="*/ 49133607 w 58051775"/>
                <a:gd name="connsiteY17308" fmla="*/ 49919556 h 57949372"/>
                <a:gd name="connsiteX17309" fmla="*/ 48888927 w 58051775"/>
                <a:gd name="connsiteY17309" fmla="*/ 50152300 h 57949372"/>
                <a:gd name="connsiteX17310" fmla="*/ 48779479 w 58051775"/>
                <a:gd name="connsiteY17310" fmla="*/ 50247552 h 57949372"/>
                <a:gd name="connsiteX17311" fmla="*/ 48739319 w 58051775"/>
                <a:gd name="connsiteY17311" fmla="*/ 50300716 h 57949372"/>
                <a:gd name="connsiteX17312" fmla="*/ 48696735 w 58051775"/>
                <a:gd name="connsiteY17312" fmla="*/ 50348368 h 57949372"/>
                <a:gd name="connsiteX17313" fmla="*/ 48659623 w 58051775"/>
                <a:gd name="connsiteY17313" fmla="*/ 50382252 h 57949372"/>
                <a:gd name="connsiteX17314" fmla="*/ 48606463 w 58051775"/>
                <a:gd name="connsiteY17314" fmla="*/ 50423500 h 57949372"/>
                <a:gd name="connsiteX17315" fmla="*/ 48561535 w 58051775"/>
                <a:gd name="connsiteY17315" fmla="*/ 50467668 h 57949372"/>
                <a:gd name="connsiteX17316" fmla="*/ 48518727 w 58051775"/>
                <a:gd name="connsiteY17316" fmla="*/ 50517584 h 57949372"/>
                <a:gd name="connsiteX17317" fmla="*/ 48468335 w 58051775"/>
                <a:gd name="connsiteY17317" fmla="*/ 50562532 h 57949372"/>
                <a:gd name="connsiteX17318" fmla="*/ 48435599 w 58051775"/>
                <a:gd name="connsiteY17318" fmla="*/ 50593696 h 57949372"/>
                <a:gd name="connsiteX17319" fmla="*/ 48281367 w 58051775"/>
                <a:gd name="connsiteY17319" fmla="*/ 50717132 h 57949372"/>
                <a:gd name="connsiteX17320" fmla="*/ 48107599 w 58051775"/>
                <a:gd name="connsiteY17320" fmla="*/ 50857952 h 57949372"/>
                <a:gd name="connsiteX17321" fmla="*/ 48035463 w 58051775"/>
                <a:gd name="connsiteY17321" fmla="*/ 50913952 h 57949372"/>
                <a:gd name="connsiteX17322" fmla="*/ 47979983 w 58051775"/>
                <a:gd name="connsiteY17322" fmla="*/ 50958752 h 57949372"/>
                <a:gd name="connsiteX17323" fmla="*/ 47945471 w 58051775"/>
                <a:gd name="connsiteY17323" fmla="*/ 51006008 h 57949372"/>
                <a:gd name="connsiteX17324" fmla="*/ 47896175 w 58051775"/>
                <a:gd name="connsiteY17324" fmla="*/ 51054620 h 57949372"/>
                <a:gd name="connsiteX17325" fmla="*/ 47846143 w 58051775"/>
                <a:gd name="connsiteY17325" fmla="*/ 51098352 h 57949372"/>
                <a:gd name="connsiteX17326" fmla="*/ 47802119 w 58051775"/>
                <a:gd name="connsiteY17326" fmla="*/ 51143184 h 57949372"/>
                <a:gd name="connsiteX17327" fmla="*/ 47757423 w 58051775"/>
                <a:gd name="connsiteY17327" fmla="*/ 51183904 h 57949372"/>
                <a:gd name="connsiteX17328" fmla="*/ 47722599 w 58051775"/>
                <a:gd name="connsiteY17328" fmla="*/ 51216468 h 57949372"/>
                <a:gd name="connsiteX17329" fmla="*/ 47519143 w 58051775"/>
                <a:gd name="connsiteY17329" fmla="*/ 51366084 h 57949372"/>
                <a:gd name="connsiteX17330" fmla="*/ 47364095 w 58051775"/>
                <a:gd name="connsiteY17330" fmla="*/ 51490016 h 57949372"/>
                <a:gd name="connsiteX17331" fmla="*/ 47313271 w 58051775"/>
                <a:gd name="connsiteY17331" fmla="*/ 51538416 h 57949372"/>
                <a:gd name="connsiteX17332" fmla="*/ 47265127 w 58051775"/>
                <a:gd name="connsiteY17332" fmla="*/ 51571220 h 57949372"/>
                <a:gd name="connsiteX17333" fmla="*/ 47205903 w 58051775"/>
                <a:gd name="connsiteY17333" fmla="*/ 51602932 h 57949372"/>
                <a:gd name="connsiteX17334" fmla="*/ 47169503 w 58051775"/>
                <a:gd name="connsiteY17334" fmla="*/ 51642108 h 57949372"/>
                <a:gd name="connsiteX17335" fmla="*/ 47112351 w 58051775"/>
                <a:gd name="connsiteY17335" fmla="*/ 51696436 h 57949372"/>
                <a:gd name="connsiteX17336" fmla="*/ 47023983 w 58051775"/>
                <a:gd name="connsiteY17336" fmla="*/ 51764520 h 57949372"/>
                <a:gd name="connsiteX17337" fmla="*/ 46961959 w 58051775"/>
                <a:gd name="connsiteY17337" fmla="*/ 51807884 h 57949372"/>
                <a:gd name="connsiteX17338" fmla="*/ 46929775 w 58051775"/>
                <a:gd name="connsiteY17338" fmla="*/ 51835048 h 57949372"/>
                <a:gd name="connsiteX17339" fmla="*/ 46879799 w 58051775"/>
                <a:gd name="connsiteY17339" fmla="*/ 51873152 h 57949372"/>
                <a:gd name="connsiteX17340" fmla="*/ 46814503 w 58051775"/>
                <a:gd name="connsiteY17340" fmla="*/ 51917600 h 57949372"/>
                <a:gd name="connsiteX17341" fmla="*/ 46742351 w 58051775"/>
                <a:gd name="connsiteY17341" fmla="*/ 51972432 h 57949372"/>
                <a:gd name="connsiteX17342" fmla="*/ 46569119 w 58051775"/>
                <a:gd name="connsiteY17342" fmla="*/ 52108100 h 57949372"/>
                <a:gd name="connsiteX17343" fmla="*/ 46508975 w 58051775"/>
                <a:gd name="connsiteY17343" fmla="*/ 52161992 h 57949372"/>
                <a:gd name="connsiteX17344" fmla="*/ 46472479 w 58051775"/>
                <a:gd name="connsiteY17344" fmla="*/ 52203268 h 57949372"/>
                <a:gd name="connsiteX17345" fmla="*/ 46423455 w 58051775"/>
                <a:gd name="connsiteY17345" fmla="*/ 52231924 h 57949372"/>
                <a:gd name="connsiteX17346" fmla="*/ 46356775 w 58051775"/>
                <a:gd name="connsiteY17346" fmla="*/ 52273200 h 57949372"/>
                <a:gd name="connsiteX17347" fmla="*/ 46281391 w 58051775"/>
                <a:gd name="connsiteY17347" fmla="*/ 52330352 h 57949372"/>
                <a:gd name="connsiteX17348" fmla="*/ 46205191 w 58051775"/>
                <a:gd name="connsiteY17348" fmla="*/ 52379632 h 57949372"/>
                <a:gd name="connsiteX17349" fmla="*/ 46143535 w 58051775"/>
                <a:gd name="connsiteY17349" fmla="*/ 52424080 h 57949372"/>
                <a:gd name="connsiteX17350" fmla="*/ 46092735 w 58051775"/>
                <a:gd name="connsiteY17350" fmla="*/ 52461500 h 57949372"/>
                <a:gd name="connsiteX17351" fmla="*/ 46035303 w 58051775"/>
                <a:gd name="connsiteY17351" fmla="*/ 52505948 h 57949372"/>
                <a:gd name="connsiteX17352" fmla="*/ 45966055 w 58051775"/>
                <a:gd name="connsiteY17352" fmla="*/ 52564696 h 57949372"/>
                <a:gd name="connsiteX17353" fmla="*/ 45900175 w 58051775"/>
                <a:gd name="connsiteY17353" fmla="*/ 52602800 h 57949372"/>
                <a:gd name="connsiteX17354" fmla="*/ 45836079 w 58051775"/>
                <a:gd name="connsiteY17354" fmla="*/ 52641500 h 57949372"/>
                <a:gd name="connsiteX17355" fmla="*/ 45789847 w 58051775"/>
                <a:gd name="connsiteY17355" fmla="*/ 52678204 h 57949372"/>
                <a:gd name="connsiteX17356" fmla="*/ 45740351 w 58051775"/>
                <a:gd name="connsiteY17356" fmla="*/ 52716304 h 57949372"/>
                <a:gd name="connsiteX17357" fmla="*/ 45659247 w 58051775"/>
                <a:gd name="connsiteY17357" fmla="*/ 52774848 h 57949372"/>
                <a:gd name="connsiteX17358" fmla="*/ 45581751 w 58051775"/>
                <a:gd name="connsiteY17358" fmla="*/ 52824132 h 57949372"/>
                <a:gd name="connsiteX17359" fmla="*/ 45521295 w 58051775"/>
                <a:gd name="connsiteY17359" fmla="*/ 52868580 h 57949372"/>
                <a:gd name="connsiteX17360" fmla="*/ 45474815 w 58051775"/>
                <a:gd name="connsiteY17360" fmla="*/ 52912108 h 57949372"/>
                <a:gd name="connsiteX17361" fmla="*/ 45303431 w 58051775"/>
                <a:gd name="connsiteY17361" fmla="*/ 53044280 h 57949372"/>
                <a:gd name="connsiteX17362" fmla="*/ 45220879 w 58051775"/>
                <a:gd name="connsiteY17362" fmla="*/ 53089040 h 57949372"/>
                <a:gd name="connsiteX17363" fmla="*/ 45145279 w 58051775"/>
                <a:gd name="connsiteY17363" fmla="*/ 53128428 h 57949372"/>
                <a:gd name="connsiteX17364" fmla="*/ 45062735 w 58051775"/>
                <a:gd name="connsiteY17364" fmla="*/ 53180388 h 57949372"/>
                <a:gd name="connsiteX17365" fmla="*/ 44994423 w 58051775"/>
                <a:gd name="connsiteY17365" fmla="*/ 53230808 h 57949372"/>
                <a:gd name="connsiteX17366" fmla="*/ 44933607 w 58051775"/>
                <a:gd name="connsiteY17366" fmla="*/ 53279792 h 57949372"/>
                <a:gd name="connsiteX17367" fmla="*/ 44879655 w 58051775"/>
                <a:gd name="connsiteY17367" fmla="*/ 53320584 h 57949372"/>
                <a:gd name="connsiteX17368" fmla="*/ 44819831 w 58051775"/>
                <a:gd name="connsiteY17368" fmla="*/ 53360248 h 57949372"/>
                <a:gd name="connsiteX17369" fmla="*/ 44745079 w 58051775"/>
                <a:gd name="connsiteY17369" fmla="*/ 53396028 h 57949372"/>
                <a:gd name="connsiteX17370" fmla="*/ 44675735 w 58051775"/>
                <a:gd name="connsiteY17370" fmla="*/ 53435248 h 57949372"/>
                <a:gd name="connsiteX17371" fmla="*/ 44599399 w 58051775"/>
                <a:gd name="connsiteY17371" fmla="*/ 53479700 h 57949372"/>
                <a:gd name="connsiteX17372" fmla="*/ 44524007 w 58051775"/>
                <a:gd name="connsiteY17372" fmla="*/ 53530500 h 57949372"/>
                <a:gd name="connsiteX17373" fmla="*/ 44458719 w 58051775"/>
                <a:gd name="connsiteY17373" fmla="*/ 53574952 h 57949372"/>
                <a:gd name="connsiteX17374" fmla="*/ 44393911 w 58051775"/>
                <a:gd name="connsiteY17374" fmla="*/ 53612976 h 57949372"/>
                <a:gd name="connsiteX17375" fmla="*/ 44322999 w 58051775"/>
                <a:gd name="connsiteY17375" fmla="*/ 53659120 h 57949372"/>
                <a:gd name="connsiteX17376" fmla="*/ 44253896 w 58051775"/>
                <a:gd name="connsiteY17376" fmla="*/ 53710000 h 57949372"/>
                <a:gd name="connsiteX17377" fmla="*/ 44196744 w 58051775"/>
                <a:gd name="connsiteY17377" fmla="*/ 53748816 h 57949372"/>
                <a:gd name="connsiteX17378" fmla="*/ 44113936 w 58051775"/>
                <a:gd name="connsiteY17378" fmla="*/ 53793268 h 57949372"/>
                <a:gd name="connsiteX17379" fmla="*/ 44026080 w 58051775"/>
                <a:gd name="connsiteY17379" fmla="*/ 53841648 h 57949372"/>
                <a:gd name="connsiteX17380" fmla="*/ 43956496 w 58051775"/>
                <a:gd name="connsiteY17380" fmla="*/ 53891240 h 57949372"/>
                <a:gd name="connsiteX17381" fmla="*/ 43883016 w 58051775"/>
                <a:gd name="connsiteY17381" fmla="*/ 53946432 h 57949372"/>
                <a:gd name="connsiteX17382" fmla="*/ 43793368 w 58051775"/>
                <a:gd name="connsiteY17382" fmla="*/ 53983292 h 57949372"/>
                <a:gd name="connsiteX17383" fmla="*/ 43705496 w 58051775"/>
                <a:gd name="connsiteY17383" fmla="*/ 54023352 h 57949372"/>
                <a:gd name="connsiteX17384" fmla="*/ 43635800 w 58051775"/>
                <a:gd name="connsiteY17384" fmla="*/ 54070248 h 57949372"/>
                <a:gd name="connsiteX17385" fmla="*/ 43568648 w 58051775"/>
                <a:gd name="connsiteY17385" fmla="*/ 54108352 h 57949372"/>
                <a:gd name="connsiteX17386" fmla="*/ 43492320 w 58051775"/>
                <a:gd name="connsiteY17386" fmla="*/ 54152800 h 57949372"/>
                <a:gd name="connsiteX17387" fmla="*/ 43417776 w 58051775"/>
                <a:gd name="connsiteY17387" fmla="*/ 54209024 h 57949372"/>
                <a:gd name="connsiteX17388" fmla="*/ 43354416 w 58051775"/>
                <a:gd name="connsiteY17388" fmla="*/ 54252184 h 57949372"/>
                <a:gd name="connsiteX17389" fmla="*/ 43270680 w 58051775"/>
                <a:gd name="connsiteY17389" fmla="*/ 54291208 h 57949372"/>
                <a:gd name="connsiteX17390" fmla="*/ 43189056 w 58051775"/>
                <a:gd name="connsiteY17390" fmla="*/ 54334668 h 57949372"/>
                <a:gd name="connsiteX17391" fmla="*/ 43106872 w 58051775"/>
                <a:gd name="connsiteY17391" fmla="*/ 54379120 h 57949372"/>
                <a:gd name="connsiteX17392" fmla="*/ 43023440 w 58051775"/>
                <a:gd name="connsiteY17392" fmla="*/ 54431988 h 57949372"/>
                <a:gd name="connsiteX17393" fmla="*/ 42952896 w 58051775"/>
                <a:gd name="connsiteY17393" fmla="*/ 54470088 h 57949372"/>
                <a:gd name="connsiteX17394" fmla="*/ 42864024 w 58051775"/>
                <a:gd name="connsiteY17394" fmla="*/ 54508400 h 57949372"/>
                <a:gd name="connsiteX17395" fmla="*/ 42776000 w 58051775"/>
                <a:gd name="connsiteY17395" fmla="*/ 54559200 h 57949372"/>
                <a:gd name="connsiteX17396" fmla="*/ 42694128 w 58051775"/>
                <a:gd name="connsiteY17396" fmla="*/ 54608612 h 57949372"/>
                <a:gd name="connsiteX17397" fmla="*/ 42612696 w 58051775"/>
                <a:gd name="connsiteY17397" fmla="*/ 54657972 h 57949372"/>
                <a:gd name="connsiteX17398" fmla="*/ 42523288 w 58051775"/>
                <a:gd name="connsiteY17398" fmla="*/ 54703416 h 57949372"/>
                <a:gd name="connsiteX17399" fmla="*/ 42432152 w 58051775"/>
                <a:gd name="connsiteY17399" fmla="*/ 54736596 h 57949372"/>
                <a:gd name="connsiteX17400" fmla="*/ 42357880 w 58051775"/>
                <a:gd name="connsiteY17400" fmla="*/ 54779744 h 57949372"/>
                <a:gd name="connsiteX17401" fmla="*/ 42277480 w 58051775"/>
                <a:gd name="connsiteY17401" fmla="*/ 54830544 h 57949372"/>
                <a:gd name="connsiteX17402" fmla="*/ 42224352 w 58051775"/>
                <a:gd name="connsiteY17402" fmla="*/ 54859984 h 57949372"/>
                <a:gd name="connsiteX17403" fmla="*/ 42091320 w 58051775"/>
                <a:gd name="connsiteY17403" fmla="*/ 54912332 h 57949372"/>
                <a:gd name="connsiteX17404" fmla="*/ 42006304 w 58051775"/>
                <a:gd name="connsiteY17404" fmla="*/ 54950984 h 57949372"/>
                <a:gd name="connsiteX17405" fmla="*/ 41931272 w 58051775"/>
                <a:gd name="connsiteY17405" fmla="*/ 55006776 h 57949372"/>
                <a:gd name="connsiteX17406" fmla="*/ 41842368 w 58051775"/>
                <a:gd name="connsiteY17406" fmla="*/ 55049844 h 57949372"/>
                <a:gd name="connsiteX17407" fmla="*/ 41751248 w 58051775"/>
                <a:gd name="connsiteY17407" fmla="*/ 55085384 h 57949372"/>
                <a:gd name="connsiteX17408" fmla="*/ 41706800 w 58051775"/>
                <a:gd name="connsiteY17408" fmla="*/ 55122496 h 57949372"/>
                <a:gd name="connsiteX17409" fmla="*/ 41571992 w 58051775"/>
                <a:gd name="connsiteY17409" fmla="*/ 55190628 h 57949372"/>
                <a:gd name="connsiteX17410" fmla="*/ 41469656 w 58051775"/>
                <a:gd name="connsiteY17410" fmla="*/ 55235864 h 57949372"/>
                <a:gd name="connsiteX17411" fmla="*/ 41361000 w 58051775"/>
                <a:gd name="connsiteY17411" fmla="*/ 55275200 h 57949372"/>
                <a:gd name="connsiteX17412" fmla="*/ 41258344 w 58051775"/>
                <a:gd name="connsiteY17412" fmla="*/ 55314472 h 57949372"/>
                <a:gd name="connsiteX17413" fmla="*/ 41166160 w 58051775"/>
                <a:gd name="connsiteY17413" fmla="*/ 55368776 h 57949372"/>
                <a:gd name="connsiteX17414" fmla="*/ 41064560 w 58051775"/>
                <a:gd name="connsiteY17414" fmla="*/ 55412136 h 57949372"/>
                <a:gd name="connsiteX17415" fmla="*/ 40961928 w 58051775"/>
                <a:gd name="connsiteY17415" fmla="*/ 55446728 h 57949372"/>
                <a:gd name="connsiteX17416" fmla="*/ 40873296 w 58051775"/>
                <a:gd name="connsiteY17416" fmla="*/ 55494796 h 57949372"/>
                <a:gd name="connsiteX17417" fmla="*/ 40777048 w 58051775"/>
                <a:gd name="connsiteY17417" fmla="*/ 55539248 h 57949372"/>
                <a:gd name="connsiteX17418" fmla="*/ 40675184 w 58051775"/>
                <a:gd name="connsiteY17418" fmla="*/ 55579168 h 57949372"/>
                <a:gd name="connsiteX17419" fmla="*/ 40577696 w 58051775"/>
                <a:gd name="connsiteY17419" fmla="*/ 55623620 h 57949372"/>
                <a:gd name="connsiteX17420" fmla="*/ 40496696 w 58051775"/>
                <a:gd name="connsiteY17420" fmla="*/ 55672808 h 57949372"/>
                <a:gd name="connsiteX17421" fmla="*/ 40411504 w 58051775"/>
                <a:gd name="connsiteY17421" fmla="*/ 55721152 h 57949372"/>
                <a:gd name="connsiteX17422" fmla="*/ 40295896 w 58051775"/>
                <a:gd name="connsiteY17422" fmla="*/ 55773308 h 57949372"/>
                <a:gd name="connsiteX17423" fmla="*/ 40186200 w 58051775"/>
                <a:gd name="connsiteY17423" fmla="*/ 55819272 h 57949372"/>
                <a:gd name="connsiteX17424" fmla="*/ 40073928 w 58051775"/>
                <a:gd name="connsiteY17424" fmla="*/ 55858364 h 57949372"/>
                <a:gd name="connsiteX17425" fmla="*/ 39961912 w 58051775"/>
                <a:gd name="connsiteY17425" fmla="*/ 55901176 h 57949372"/>
                <a:gd name="connsiteX17426" fmla="*/ 39851944 w 58051775"/>
                <a:gd name="connsiteY17426" fmla="*/ 55950984 h 57949372"/>
                <a:gd name="connsiteX17427" fmla="*/ 39741704 w 58051775"/>
                <a:gd name="connsiteY17427" fmla="*/ 55997072 h 57949372"/>
                <a:gd name="connsiteX17428" fmla="*/ 39628696 w 58051775"/>
                <a:gd name="connsiteY17428" fmla="*/ 56036272 h 57949372"/>
                <a:gd name="connsiteX17429" fmla="*/ 39473072 w 58051775"/>
                <a:gd name="connsiteY17429" fmla="*/ 56103132 h 57949372"/>
                <a:gd name="connsiteX17430" fmla="*/ 39371472 w 58051775"/>
                <a:gd name="connsiteY17430" fmla="*/ 56123936 h 57949372"/>
                <a:gd name="connsiteX17431" fmla="*/ 39259160 w 58051775"/>
                <a:gd name="connsiteY17431" fmla="*/ 56157504 h 57949372"/>
                <a:gd name="connsiteX17432" fmla="*/ 39170256 w 58051775"/>
                <a:gd name="connsiteY17432" fmla="*/ 56201456 h 57949372"/>
                <a:gd name="connsiteX17433" fmla="*/ 39031800 w 58051775"/>
                <a:gd name="connsiteY17433" fmla="*/ 56268512 h 57949372"/>
                <a:gd name="connsiteX17434" fmla="*/ 38918984 w 58051775"/>
                <a:gd name="connsiteY17434" fmla="*/ 56308664 h 57949372"/>
                <a:gd name="connsiteX17435" fmla="*/ 38791184 w 58051775"/>
                <a:gd name="connsiteY17435" fmla="*/ 56352456 h 57949372"/>
                <a:gd name="connsiteX17436" fmla="*/ 38657696 w 58051775"/>
                <a:gd name="connsiteY17436" fmla="*/ 56397024 h 57949372"/>
                <a:gd name="connsiteX17437" fmla="*/ 38525072 w 58051775"/>
                <a:gd name="connsiteY17437" fmla="*/ 56440840 h 57949372"/>
                <a:gd name="connsiteX17438" fmla="*/ 38396728 w 58051775"/>
                <a:gd name="connsiteY17438" fmla="*/ 56477836 h 57949372"/>
                <a:gd name="connsiteX17439" fmla="*/ 38231704 w 58051775"/>
                <a:gd name="connsiteY17439" fmla="*/ 56535208 h 57949372"/>
                <a:gd name="connsiteX17440" fmla="*/ 38118888 w 58051775"/>
                <a:gd name="connsiteY17440" fmla="*/ 56575360 h 57949372"/>
                <a:gd name="connsiteX17441" fmla="*/ 37989888 w 58051775"/>
                <a:gd name="connsiteY17441" fmla="*/ 56620204 h 57949372"/>
                <a:gd name="connsiteX17442" fmla="*/ 37856600 w 58051775"/>
                <a:gd name="connsiteY17442" fmla="*/ 56664604 h 57949372"/>
                <a:gd name="connsiteX17443" fmla="*/ 37724784 w 58051775"/>
                <a:gd name="connsiteY17443" fmla="*/ 56707700 h 57949372"/>
                <a:gd name="connsiteX17444" fmla="*/ 37589896 w 58051775"/>
                <a:gd name="connsiteY17444" fmla="*/ 56745824 h 57949372"/>
                <a:gd name="connsiteX17445" fmla="*/ 37417432 w 58051775"/>
                <a:gd name="connsiteY17445" fmla="*/ 56803076 h 57949372"/>
                <a:gd name="connsiteX17446" fmla="*/ 37272328 w 58051775"/>
                <a:gd name="connsiteY17446" fmla="*/ 56842948 h 57949372"/>
                <a:gd name="connsiteX17447" fmla="*/ 37121936 w 58051775"/>
                <a:gd name="connsiteY17447" fmla="*/ 56885528 h 57949372"/>
                <a:gd name="connsiteX17448" fmla="*/ 36987648 w 58051775"/>
                <a:gd name="connsiteY17448" fmla="*/ 56922764 h 57949372"/>
                <a:gd name="connsiteX17449" fmla="*/ 36867600 w 58051775"/>
                <a:gd name="connsiteY17449" fmla="*/ 56934472 h 57949372"/>
                <a:gd name="connsiteX17450" fmla="*/ 36816800 w 58051775"/>
                <a:gd name="connsiteY17450" fmla="*/ 56964512 h 57949372"/>
                <a:gd name="connsiteX17451" fmla="*/ 36640808 w 58051775"/>
                <a:gd name="connsiteY17451" fmla="*/ 57013500 h 57949372"/>
                <a:gd name="connsiteX17452" fmla="*/ 36464808 w 58051775"/>
                <a:gd name="connsiteY17452" fmla="*/ 57080156 h 57949372"/>
                <a:gd name="connsiteX17453" fmla="*/ 36356856 w 58051775"/>
                <a:gd name="connsiteY17453" fmla="*/ 57100440 h 57949372"/>
                <a:gd name="connsiteX17454" fmla="*/ 36190312 w 58051775"/>
                <a:gd name="connsiteY17454" fmla="*/ 57146820 h 57949372"/>
                <a:gd name="connsiteX17455" fmla="*/ 36115776 w 58051775"/>
                <a:gd name="connsiteY17455" fmla="*/ 57192932 h 57949372"/>
                <a:gd name="connsiteX17456" fmla="*/ 35961712 w 58051775"/>
                <a:gd name="connsiteY17456" fmla="*/ 57191460 h 57949372"/>
                <a:gd name="connsiteX17457" fmla="*/ 35782248 w 58051775"/>
                <a:gd name="connsiteY17457" fmla="*/ 57219832 h 57949372"/>
                <a:gd name="connsiteX17458" fmla="*/ 35588920 w 58051775"/>
                <a:gd name="connsiteY17458" fmla="*/ 57280056 h 57949372"/>
                <a:gd name="connsiteX17459" fmla="*/ 35386128 w 58051775"/>
                <a:gd name="connsiteY17459" fmla="*/ 57346756 h 57949372"/>
                <a:gd name="connsiteX17460" fmla="*/ 35210576 w 58051775"/>
                <a:gd name="connsiteY17460" fmla="*/ 57377156 h 57949372"/>
                <a:gd name="connsiteX17461" fmla="*/ 35013880 w 58051775"/>
                <a:gd name="connsiteY17461" fmla="*/ 57423068 h 57949372"/>
                <a:gd name="connsiteX17462" fmla="*/ 34779808 w 58051775"/>
                <a:gd name="connsiteY17462" fmla="*/ 57466680 h 57949372"/>
                <a:gd name="connsiteX17463" fmla="*/ 34543376 w 58051775"/>
                <a:gd name="connsiteY17463" fmla="*/ 57512552 h 57949372"/>
                <a:gd name="connsiteX17464" fmla="*/ 34504760 w 58051775"/>
                <a:gd name="connsiteY17464" fmla="*/ 57549548 h 57949372"/>
                <a:gd name="connsiteX17465" fmla="*/ 34318008 w 58051775"/>
                <a:gd name="connsiteY17465" fmla="*/ 57547192 h 57949372"/>
                <a:gd name="connsiteX17466" fmla="*/ 34105848 w 58051775"/>
                <a:gd name="connsiteY17466" fmla="*/ 57556784 h 57949372"/>
                <a:gd name="connsiteX17467" fmla="*/ 34053104 w 58051775"/>
                <a:gd name="connsiteY17467" fmla="*/ 57602232 h 57949372"/>
                <a:gd name="connsiteX17468" fmla="*/ 33843552 w 58051775"/>
                <a:gd name="connsiteY17468" fmla="*/ 57634740 h 57949372"/>
                <a:gd name="connsiteX17469" fmla="*/ 33545016 w 58051775"/>
                <a:gd name="connsiteY17469" fmla="*/ 57687076 h 57949372"/>
                <a:gd name="connsiteX17470" fmla="*/ 33230316 w 58051775"/>
                <a:gd name="connsiteY17470" fmla="*/ 57719456 h 57949372"/>
                <a:gd name="connsiteX17471" fmla="*/ 32905680 w 58051775"/>
                <a:gd name="connsiteY17471" fmla="*/ 57784016 h 57949372"/>
                <a:gd name="connsiteX17472" fmla="*/ 32881080 w 58051775"/>
                <a:gd name="connsiteY17472" fmla="*/ 57814776 h 57949372"/>
                <a:gd name="connsiteX17473" fmla="*/ 32566368 w 58051775"/>
                <a:gd name="connsiteY17473" fmla="*/ 57814088 h 57949372"/>
                <a:gd name="connsiteX17474" fmla="*/ 32235364 w 58051775"/>
                <a:gd name="connsiteY17474" fmla="*/ 57827776 h 57949372"/>
                <a:gd name="connsiteX17475" fmla="*/ 31715972 w 58051775"/>
                <a:gd name="connsiteY17475" fmla="*/ 57903828 h 57949372"/>
                <a:gd name="connsiteX17476" fmla="*/ 31250172 w 58051775"/>
                <a:gd name="connsiteY17476" fmla="*/ 57931340 h 57949372"/>
                <a:gd name="connsiteX17477" fmla="*/ 29057600 w 58051775"/>
                <a:gd name="connsiteY17477" fmla="*/ 57949104 h 57949372"/>
                <a:gd name="connsiteX17478" fmla="*/ 26875848 w 58051775"/>
                <a:gd name="connsiteY17478" fmla="*/ 57927936 h 57949372"/>
                <a:gd name="connsiteX17479" fmla="*/ 26411732 w 58051775"/>
                <a:gd name="connsiteY17479" fmla="*/ 57899300 h 57949372"/>
                <a:gd name="connsiteX17480" fmla="*/ 25964008 w 58051775"/>
                <a:gd name="connsiteY17480" fmla="*/ 57892952 h 57949372"/>
                <a:gd name="connsiteX17481" fmla="*/ 25825452 w 58051775"/>
                <a:gd name="connsiteY17481" fmla="*/ 57818928 h 57949372"/>
                <a:gd name="connsiteX17482" fmla="*/ 25246804 w 58051775"/>
                <a:gd name="connsiteY17482" fmla="*/ 57812348 h 57949372"/>
                <a:gd name="connsiteX17483" fmla="*/ 25114252 w 58051775"/>
                <a:gd name="connsiteY17483" fmla="*/ 57728564 h 57949372"/>
                <a:gd name="connsiteX17484" fmla="*/ 24847552 w 58051775"/>
                <a:gd name="connsiteY17484" fmla="*/ 57719688 h 57949372"/>
                <a:gd name="connsiteX17485" fmla="*/ 24487796 w 58051775"/>
                <a:gd name="connsiteY17485" fmla="*/ 57665768 h 57949372"/>
                <a:gd name="connsiteX17486" fmla="*/ 24271896 w 58051775"/>
                <a:gd name="connsiteY17486" fmla="*/ 57631960 h 57949372"/>
                <a:gd name="connsiteX17487" fmla="*/ 24029704 w 58051775"/>
                <a:gd name="connsiteY17487" fmla="*/ 57594736 h 57949372"/>
                <a:gd name="connsiteX17488" fmla="*/ 23788404 w 58051775"/>
                <a:gd name="connsiteY17488" fmla="*/ 57548556 h 57949372"/>
                <a:gd name="connsiteX17489" fmla="*/ 23588824 w 58051775"/>
                <a:gd name="connsiteY17489" fmla="*/ 57538160 h 57949372"/>
                <a:gd name="connsiteX17490" fmla="*/ 23528944 w 58051775"/>
                <a:gd name="connsiteY17490" fmla="*/ 57507344 h 57949372"/>
                <a:gd name="connsiteX17491" fmla="*/ 23291424 w 58051775"/>
                <a:gd name="connsiteY17491" fmla="*/ 57464828 h 57949372"/>
                <a:gd name="connsiteX17492" fmla="*/ 23099664 w 58051775"/>
                <a:gd name="connsiteY17492" fmla="*/ 57458672 h 57949372"/>
                <a:gd name="connsiteX17493" fmla="*/ 23063100 w 58051775"/>
                <a:gd name="connsiteY17493" fmla="*/ 57418636 h 57949372"/>
                <a:gd name="connsiteX17494" fmla="*/ 22908344 w 58051775"/>
                <a:gd name="connsiteY17494" fmla="*/ 57371944 h 57949372"/>
                <a:gd name="connsiteX17495" fmla="*/ 22675416 w 58051775"/>
                <a:gd name="connsiteY17495" fmla="*/ 57327392 h 57949372"/>
                <a:gd name="connsiteX17496" fmla="*/ 22502016 w 58051775"/>
                <a:gd name="connsiteY17496" fmla="*/ 57282524 h 57949372"/>
                <a:gd name="connsiteX17497" fmla="*/ 22344224 w 58051775"/>
                <a:gd name="connsiteY17497" fmla="*/ 57271296 h 57949372"/>
                <a:gd name="connsiteX17498" fmla="*/ 22284408 w 58051775"/>
                <a:gd name="connsiteY17498" fmla="*/ 57240692 h 57949372"/>
                <a:gd name="connsiteX17499" fmla="*/ 22091064 w 58051775"/>
                <a:gd name="connsiteY17499" fmla="*/ 57197872 h 57949372"/>
                <a:gd name="connsiteX17500" fmla="*/ 21907120 w 58051775"/>
                <a:gd name="connsiteY17500" fmla="*/ 57151632 h 57949372"/>
                <a:gd name="connsiteX17501" fmla="*/ 21784392 w 58051775"/>
                <a:gd name="connsiteY17501" fmla="*/ 57105000 h 57949372"/>
                <a:gd name="connsiteX17502" fmla="*/ 21651200 w 58051775"/>
                <a:gd name="connsiteY17502" fmla="*/ 57094164 h 57949372"/>
                <a:gd name="connsiteX17503" fmla="*/ 21566768 w 58051775"/>
                <a:gd name="connsiteY17503" fmla="*/ 57058520 h 57949372"/>
                <a:gd name="connsiteX17504" fmla="*/ 21424600 w 58051775"/>
                <a:gd name="connsiteY17504" fmla="*/ 57019644 h 57949372"/>
                <a:gd name="connsiteX17505" fmla="*/ 21284328 w 58051775"/>
                <a:gd name="connsiteY17505" fmla="*/ 56973292 h 57949372"/>
                <a:gd name="connsiteX17506" fmla="*/ 21162096 w 58051775"/>
                <a:gd name="connsiteY17506" fmla="*/ 56927200 h 57949372"/>
                <a:gd name="connsiteX17507" fmla="*/ 21028904 w 58051775"/>
                <a:gd name="connsiteY17507" fmla="*/ 56916364 h 57949372"/>
                <a:gd name="connsiteX17508" fmla="*/ 20944464 w 58051775"/>
                <a:gd name="connsiteY17508" fmla="*/ 56880720 h 57949372"/>
                <a:gd name="connsiteX17509" fmla="*/ 20802304 w 58051775"/>
                <a:gd name="connsiteY17509" fmla="*/ 56841844 h 57949372"/>
                <a:gd name="connsiteX17510" fmla="*/ 20663900 w 58051775"/>
                <a:gd name="connsiteY17510" fmla="*/ 56797536 h 57949372"/>
                <a:gd name="connsiteX17511" fmla="*/ 20503560 w 58051775"/>
                <a:gd name="connsiteY17511" fmla="*/ 56746292 h 57949372"/>
                <a:gd name="connsiteX17512" fmla="*/ 20356476 w 58051775"/>
                <a:gd name="connsiteY17512" fmla="*/ 56704700 h 57949372"/>
                <a:gd name="connsiteX17513" fmla="*/ 20230416 w 58051775"/>
                <a:gd name="connsiteY17513" fmla="*/ 56666592 h 57949372"/>
                <a:gd name="connsiteX17514" fmla="*/ 20095140 w 58051775"/>
                <a:gd name="connsiteY17514" fmla="*/ 56623732 h 57949372"/>
                <a:gd name="connsiteX17515" fmla="*/ 19919952 w 58051775"/>
                <a:gd name="connsiteY17515" fmla="*/ 56560088 h 57949372"/>
                <a:gd name="connsiteX17516" fmla="*/ 19830528 w 58051775"/>
                <a:gd name="connsiteY17516" fmla="*/ 56535756 h 57949372"/>
                <a:gd name="connsiteX17517" fmla="*/ 19673640 w 58051775"/>
                <a:gd name="connsiteY17517" fmla="*/ 56477260 h 57949372"/>
                <a:gd name="connsiteX17518" fmla="*/ 19561388 w 58051775"/>
                <a:gd name="connsiteY17518" fmla="*/ 56437592 h 57949372"/>
                <a:gd name="connsiteX17519" fmla="*/ 19376256 w 58051775"/>
                <a:gd name="connsiteY17519" fmla="*/ 56382660 h 57949372"/>
                <a:gd name="connsiteX17520" fmla="*/ 19302876 w 58051775"/>
                <a:gd name="connsiteY17520" fmla="*/ 56351616 h 57949372"/>
                <a:gd name="connsiteX17521" fmla="*/ 19142312 w 58051775"/>
                <a:gd name="connsiteY17521" fmla="*/ 56298884 h 57949372"/>
                <a:gd name="connsiteX17522" fmla="*/ 19050632 w 58051775"/>
                <a:gd name="connsiteY17522" fmla="*/ 56261888 h 57949372"/>
                <a:gd name="connsiteX17523" fmla="*/ 18942632 w 58051775"/>
                <a:gd name="connsiteY17523" fmla="*/ 56219800 h 57949372"/>
                <a:gd name="connsiteX17524" fmla="*/ 18815936 w 58051775"/>
                <a:gd name="connsiteY17524" fmla="*/ 56174580 h 57949372"/>
                <a:gd name="connsiteX17525" fmla="*/ 18691928 w 58051775"/>
                <a:gd name="connsiteY17525" fmla="*/ 56120824 h 57949372"/>
                <a:gd name="connsiteX17526" fmla="*/ 18585744 w 58051775"/>
                <a:gd name="connsiteY17526" fmla="*/ 56077296 h 57949372"/>
                <a:gd name="connsiteX17527" fmla="*/ 18482784 w 58051775"/>
                <a:gd name="connsiteY17527" fmla="*/ 56040244 h 57949372"/>
                <a:gd name="connsiteX17528" fmla="*/ 18376488 w 58051775"/>
                <a:gd name="connsiteY17528" fmla="*/ 56000204 h 57949372"/>
                <a:gd name="connsiteX17529" fmla="*/ 18211004 w 58051775"/>
                <a:gd name="connsiteY17529" fmla="*/ 55937216 h 57949372"/>
                <a:gd name="connsiteX17530" fmla="*/ 18143560 w 58051775"/>
                <a:gd name="connsiteY17530" fmla="*/ 55907072 h 57949372"/>
                <a:gd name="connsiteX17531" fmla="*/ 18017352 w 58051775"/>
                <a:gd name="connsiteY17531" fmla="*/ 55855628 h 57949372"/>
                <a:gd name="connsiteX17532" fmla="*/ 17891848 w 58051775"/>
                <a:gd name="connsiteY17532" fmla="*/ 55807708 h 57949372"/>
                <a:gd name="connsiteX17533" fmla="*/ 17793112 w 58051775"/>
                <a:gd name="connsiteY17533" fmla="*/ 55768608 h 57949372"/>
                <a:gd name="connsiteX17534" fmla="*/ 17703912 w 58051775"/>
                <a:gd name="connsiteY17534" fmla="*/ 55727756 h 57949372"/>
                <a:gd name="connsiteX17535" fmla="*/ 17607952 w 58051775"/>
                <a:gd name="connsiteY17535" fmla="*/ 55684720 h 57949372"/>
                <a:gd name="connsiteX17536" fmla="*/ 17506216 w 58051775"/>
                <a:gd name="connsiteY17536" fmla="*/ 55640144 h 57949372"/>
                <a:gd name="connsiteX17537" fmla="*/ 17412520 w 58051775"/>
                <a:gd name="connsiteY17537" fmla="*/ 55595560 h 57949372"/>
                <a:gd name="connsiteX17538" fmla="*/ 17312408 w 58051775"/>
                <a:gd name="connsiteY17538" fmla="*/ 55556144 h 57949372"/>
                <a:gd name="connsiteX17539" fmla="*/ 17170216 w 58051775"/>
                <a:gd name="connsiteY17539" fmla="*/ 55499000 h 57949372"/>
                <a:gd name="connsiteX17540" fmla="*/ 17096376 w 58051775"/>
                <a:gd name="connsiteY17540" fmla="*/ 55459184 h 57949372"/>
                <a:gd name="connsiteX17541" fmla="*/ 16994856 w 58051775"/>
                <a:gd name="connsiteY17541" fmla="*/ 55413188 h 57949372"/>
                <a:gd name="connsiteX17542" fmla="*/ 16897976 w 58051775"/>
                <a:gd name="connsiteY17542" fmla="*/ 55370456 h 57949372"/>
                <a:gd name="connsiteX17543" fmla="*/ 16830496 w 58051775"/>
                <a:gd name="connsiteY17543" fmla="*/ 55333900 h 57949372"/>
                <a:gd name="connsiteX17544" fmla="*/ 16684080 w 58051775"/>
                <a:gd name="connsiteY17544" fmla="*/ 55278224 h 57949372"/>
                <a:gd name="connsiteX17545" fmla="*/ 16565700 w 58051775"/>
                <a:gd name="connsiteY17545" fmla="*/ 55225760 h 57949372"/>
                <a:gd name="connsiteX17546" fmla="*/ 16492080 w 58051775"/>
                <a:gd name="connsiteY17546" fmla="*/ 55187784 h 57949372"/>
                <a:gd name="connsiteX17547" fmla="*/ 16407936 w 58051775"/>
                <a:gd name="connsiteY17547" fmla="*/ 55148200 h 57949372"/>
                <a:gd name="connsiteX17548" fmla="*/ 16327788 w 58051775"/>
                <a:gd name="connsiteY17548" fmla="*/ 55110120 h 57949372"/>
                <a:gd name="connsiteX17549" fmla="*/ 16242296 w 58051775"/>
                <a:gd name="connsiteY17549" fmla="*/ 55060496 h 57949372"/>
                <a:gd name="connsiteX17550" fmla="*/ 16160456 w 58051775"/>
                <a:gd name="connsiteY17550" fmla="*/ 55016120 h 57949372"/>
                <a:gd name="connsiteX17551" fmla="*/ 16074580 w 58051775"/>
                <a:gd name="connsiteY17551" fmla="*/ 54973408 h 57949372"/>
                <a:gd name="connsiteX17552" fmla="*/ 15976440 w 58051775"/>
                <a:gd name="connsiteY17552" fmla="*/ 54922960 h 57949372"/>
                <a:gd name="connsiteX17553" fmla="*/ 15884152 w 58051775"/>
                <a:gd name="connsiteY17553" fmla="*/ 54875392 h 57949372"/>
                <a:gd name="connsiteX17554" fmla="*/ 15796656 w 58051775"/>
                <a:gd name="connsiteY17554" fmla="*/ 54831728 h 57949372"/>
                <a:gd name="connsiteX17555" fmla="*/ 15712312 w 58051775"/>
                <a:gd name="connsiteY17555" fmla="*/ 54794560 h 57949372"/>
                <a:gd name="connsiteX17556" fmla="*/ 15632500 w 58051775"/>
                <a:gd name="connsiteY17556" fmla="*/ 54754772 h 57949372"/>
                <a:gd name="connsiteX17557" fmla="*/ 15537428 w 58051775"/>
                <a:gd name="connsiteY17557" fmla="*/ 54704408 h 57949372"/>
                <a:gd name="connsiteX17558" fmla="*/ 15449624 w 58051775"/>
                <a:gd name="connsiteY17558" fmla="*/ 54660880 h 57949372"/>
                <a:gd name="connsiteX17559" fmla="*/ 15367364 w 58051775"/>
                <a:gd name="connsiteY17559" fmla="*/ 54616468 h 57949372"/>
                <a:gd name="connsiteX17560" fmla="*/ 15293504 w 58051775"/>
                <a:gd name="connsiteY17560" fmla="*/ 54566408 h 57949372"/>
                <a:gd name="connsiteX17561" fmla="*/ 15218624 w 58051775"/>
                <a:gd name="connsiteY17561" fmla="*/ 54521428 h 57949372"/>
                <a:gd name="connsiteX17562" fmla="*/ 15141576 w 58051775"/>
                <a:gd name="connsiteY17562" fmla="*/ 54506616 h 57949372"/>
                <a:gd name="connsiteX17563" fmla="*/ 15125704 w 58051775"/>
                <a:gd name="connsiteY17563" fmla="*/ 54492668 h 57949372"/>
                <a:gd name="connsiteX17564" fmla="*/ 15043132 w 58051775"/>
                <a:gd name="connsiteY17564" fmla="*/ 54432200 h 57949372"/>
                <a:gd name="connsiteX17565" fmla="*/ 14956832 w 58051775"/>
                <a:gd name="connsiteY17565" fmla="*/ 54387752 h 57949372"/>
                <a:gd name="connsiteX17566" fmla="*/ 14884948 w 58051775"/>
                <a:gd name="connsiteY17566" fmla="*/ 54343300 h 57949372"/>
                <a:gd name="connsiteX17567" fmla="*/ 14830864 w 58051775"/>
                <a:gd name="connsiteY17567" fmla="*/ 54311136 h 57949372"/>
                <a:gd name="connsiteX17568" fmla="*/ 14737580 w 58051775"/>
                <a:gd name="connsiteY17568" fmla="*/ 54259980 h 57949372"/>
                <a:gd name="connsiteX17569" fmla="*/ 14643908 w 58051775"/>
                <a:gd name="connsiteY17569" fmla="*/ 54210808 h 57949372"/>
                <a:gd name="connsiteX17570" fmla="*/ 14573424 w 58051775"/>
                <a:gd name="connsiteY17570" fmla="*/ 54172720 h 57949372"/>
                <a:gd name="connsiteX17571" fmla="*/ 14497652 w 58051775"/>
                <a:gd name="connsiteY17571" fmla="*/ 54120708 h 57949372"/>
                <a:gd name="connsiteX17572" fmla="*/ 14420304 w 58051775"/>
                <a:gd name="connsiteY17572" fmla="*/ 54076600 h 57949372"/>
                <a:gd name="connsiteX17573" fmla="*/ 14343020 w 58051775"/>
                <a:gd name="connsiteY17573" fmla="*/ 54038916 h 57949372"/>
                <a:gd name="connsiteX17574" fmla="*/ 14257196 w 58051775"/>
                <a:gd name="connsiteY17574" fmla="*/ 53979924 h 57949372"/>
                <a:gd name="connsiteX17575" fmla="*/ 14176700 w 58051775"/>
                <a:gd name="connsiteY17575" fmla="*/ 53936152 h 57949372"/>
                <a:gd name="connsiteX17576" fmla="*/ 14103672 w 58051775"/>
                <a:gd name="connsiteY17576" fmla="*/ 53898904 h 57949372"/>
                <a:gd name="connsiteX17577" fmla="*/ 14058904 w 58051775"/>
                <a:gd name="connsiteY17577" fmla="*/ 53872416 h 57949372"/>
                <a:gd name="connsiteX17578" fmla="*/ 13972380 w 58051775"/>
                <a:gd name="connsiteY17578" fmla="*/ 53809900 h 57949372"/>
                <a:gd name="connsiteX17579" fmla="*/ 13901388 w 58051775"/>
                <a:gd name="connsiteY17579" fmla="*/ 53773088 h 57949372"/>
                <a:gd name="connsiteX17580" fmla="*/ 13810112 w 58051775"/>
                <a:gd name="connsiteY17580" fmla="*/ 53714892 h 57949372"/>
                <a:gd name="connsiteX17581" fmla="*/ 13754104 w 58051775"/>
                <a:gd name="connsiteY17581" fmla="*/ 53681400 h 57949372"/>
                <a:gd name="connsiteX17582" fmla="*/ 13693776 w 58051775"/>
                <a:gd name="connsiteY17582" fmla="*/ 53639604 h 57949372"/>
                <a:gd name="connsiteX17583" fmla="*/ 13604780 w 58051775"/>
                <a:gd name="connsiteY17583" fmla="*/ 53576556 h 57949372"/>
                <a:gd name="connsiteX17584" fmla="*/ 13551248 w 58051775"/>
                <a:gd name="connsiteY17584" fmla="*/ 53543200 h 57949372"/>
                <a:gd name="connsiteX17585" fmla="*/ 13483976 w 58051775"/>
                <a:gd name="connsiteY17585" fmla="*/ 53505968 h 57949372"/>
                <a:gd name="connsiteX17586" fmla="*/ 13406836 w 58051775"/>
                <a:gd name="connsiteY17586" fmla="*/ 53460012 h 57949372"/>
                <a:gd name="connsiteX17587" fmla="*/ 13339968 w 58051775"/>
                <a:gd name="connsiteY17587" fmla="*/ 53409160 h 57949372"/>
                <a:gd name="connsiteX17588" fmla="*/ 13261088 w 58051775"/>
                <a:gd name="connsiteY17588" fmla="*/ 53352036 h 57949372"/>
                <a:gd name="connsiteX17589" fmla="*/ 13196952 w 58051775"/>
                <a:gd name="connsiteY17589" fmla="*/ 53318364 h 57949372"/>
                <a:gd name="connsiteX17590" fmla="*/ 13120752 w 58051775"/>
                <a:gd name="connsiteY17590" fmla="*/ 53270392 h 57949372"/>
                <a:gd name="connsiteX17591" fmla="*/ 13046784 w 58051775"/>
                <a:gd name="connsiteY17591" fmla="*/ 53221372 h 57949372"/>
                <a:gd name="connsiteX17592" fmla="*/ 12982640 w 58051775"/>
                <a:gd name="connsiteY17592" fmla="*/ 53188472 h 57949372"/>
                <a:gd name="connsiteX17593" fmla="*/ 12905352 w 58051775"/>
                <a:gd name="connsiteY17593" fmla="*/ 53136992 h 57949372"/>
                <a:gd name="connsiteX17594" fmla="*/ 12859576 w 58051775"/>
                <a:gd name="connsiteY17594" fmla="*/ 53098700 h 57949372"/>
                <a:gd name="connsiteX17595" fmla="*/ 12788904 w 58051775"/>
                <a:gd name="connsiteY17595" fmla="*/ 53054248 h 57949372"/>
                <a:gd name="connsiteX17596" fmla="*/ 12714060 w 58051775"/>
                <a:gd name="connsiteY17596" fmla="*/ 53009800 h 57949372"/>
                <a:gd name="connsiteX17597" fmla="*/ 12534892 w 58051775"/>
                <a:gd name="connsiteY17597" fmla="*/ 52863640 h 57949372"/>
                <a:gd name="connsiteX17598" fmla="*/ 12480200 w 58051775"/>
                <a:gd name="connsiteY17598" fmla="*/ 52832000 h 57949372"/>
                <a:gd name="connsiteX17599" fmla="*/ 12416712 w 58051775"/>
                <a:gd name="connsiteY17599" fmla="*/ 52788464 h 57949372"/>
                <a:gd name="connsiteX17600" fmla="*/ 12347540 w 58051775"/>
                <a:gd name="connsiteY17600" fmla="*/ 52742624 h 57949372"/>
                <a:gd name="connsiteX17601" fmla="*/ 12287640 w 58051775"/>
                <a:gd name="connsiteY17601" fmla="*/ 52703140 h 57949372"/>
                <a:gd name="connsiteX17602" fmla="*/ 12214392 w 58051775"/>
                <a:gd name="connsiteY17602" fmla="*/ 52648428 h 57949372"/>
                <a:gd name="connsiteX17603" fmla="*/ 12148500 w 58051775"/>
                <a:gd name="connsiteY17603" fmla="*/ 52604448 h 57949372"/>
                <a:gd name="connsiteX17604" fmla="*/ 12107200 w 58051775"/>
                <a:gd name="connsiteY17604" fmla="*/ 52578000 h 57949372"/>
                <a:gd name="connsiteX17605" fmla="*/ 12034724 w 58051775"/>
                <a:gd name="connsiteY17605" fmla="*/ 52527200 h 57949372"/>
                <a:gd name="connsiteX17606" fmla="*/ 11965600 w 58051775"/>
                <a:gd name="connsiteY17606" fmla="*/ 52476400 h 57949372"/>
                <a:gd name="connsiteX17607" fmla="*/ 11903520 w 58051775"/>
                <a:gd name="connsiteY17607" fmla="*/ 52433664 h 57949372"/>
                <a:gd name="connsiteX17608" fmla="*/ 11835520 w 58051775"/>
                <a:gd name="connsiteY17608" fmla="*/ 52389088 h 57949372"/>
                <a:gd name="connsiteX17609" fmla="*/ 11788332 w 58051775"/>
                <a:gd name="connsiteY17609" fmla="*/ 52350380 h 57949372"/>
                <a:gd name="connsiteX17610" fmla="*/ 11722392 w 58051775"/>
                <a:gd name="connsiteY17610" fmla="*/ 52305012 h 57949372"/>
                <a:gd name="connsiteX17611" fmla="*/ 11650976 w 58051775"/>
                <a:gd name="connsiteY17611" fmla="*/ 52253604 h 57949372"/>
                <a:gd name="connsiteX17612" fmla="*/ 11590808 w 58051775"/>
                <a:gd name="connsiteY17612" fmla="*/ 52201984 h 57949372"/>
                <a:gd name="connsiteX17613" fmla="*/ 11525260 w 58051775"/>
                <a:gd name="connsiteY17613" fmla="*/ 52156680 h 57949372"/>
                <a:gd name="connsiteX17614" fmla="*/ 11377952 w 58051775"/>
                <a:gd name="connsiteY17614" fmla="*/ 52031900 h 57949372"/>
                <a:gd name="connsiteX17615" fmla="*/ 11192444 w 58051775"/>
                <a:gd name="connsiteY17615" fmla="*/ 51879604 h 57949372"/>
                <a:gd name="connsiteX17616" fmla="*/ 11132840 w 58051775"/>
                <a:gd name="connsiteY17616" fmla="*/ 51841400 h 57949372"/>
                <a:gd name="connsiteX17617" fmla="*/ 11090996 w 58051775"/>
                <a:gd name="connsiteY17617" fmla="*/ 51811480 h 57949372"/>
                <a:gd name="connsiteX17618" fmla="*/ 11020428 w 58051775"/>
                <a:gd name="connsiteY17618" fmla="*/ 51760420 h 57949372"/>
                <a:gd name="connsiteX17619" fmla="*/ 10972800 w 58051775"/>
                <a:gd name="connsiteY17619" fmla="*/ 51728528 h 57949372"/>
                <a:gd name="connsiteX17620" fmla="*/ 10918828 w 58051775"/>
                <a:gd name="connsiteY17620" fmla="*/ 51679128 h 57949372"/>
                <a:gd name="connsiteX17621" fmla="*/ 10784812 w 58051775"/>
                <a:gd name="connsiteY17621" fmla="*/ 51563140 h 57949372"/>
                <a:gd name="connsiteX17622" fmla="*/ 10691240 w 58051775"/>
                <a:gd name="connsiteY17622" fmla="*/ 51485800 h 57949372"/>
                <a:gd name="connsiteX17623" fmla="*/ 10634312 w 58051775"/>
                <a:gd name="connsiteY17623" fmla="*/ 51447700 h 57949372"/>
                <a:gd name="connsiteX17624" fmla="*/ 10576396 w 58051775"/>
                <a:gd name="connsiteY17624" fmla="*/ 51409600 h 57949372"/>
                <a:gd name="connsiteX17625" fmla="*/ 10261600 w 58051775"/>
                <a:gd name="connsiteY17625" fmla="*/ 51125368 h 57949372"/>
                <a:gd name="connsiteX17626" fmla="*/ 10147304 w 58051775"/>
                <a:gd name="connsiteY17626" fmla="*/ 51028556 h 57949372"/>
                <a:gd name="connsiteX17627" fmla="*/ 10104744 w 58051775"/>
                <a:gd name="connsiteY17627" fmla="*/ 50994032 h 57949372"/>
                <a:gd name="connsiteX17628" fmla="*/ 10063244 w 58051775"/>
                <a:gd name="connsiteY17628" fmla="*/ 50964528 h 57949372"/>
                <a:gd name="connsiteX17629" fmla="*/ 10020800 w 58051775"/>
                <a:gd name="connsiteY17629" fmla="*/ 50921964 h 57949372"/>
                <a:gd name="connsiteX17630" fmla="*/ 9973404 w 58051775"/>
                <a:gd name="connsiteY17630" fmla="*/ 50875600 h 57949372"/>
                <a:gd name="connsiteX17631" fmla="*/ 9595880 w 58051775"/>
                <a:gd name="connsiteY17631" fmla="*/ 50549176 h 57949372"/>
                <a:gd name="connsiteX17632" fmla="*/ 9541464 w 58051775"/>
                <a:gd name="connsiteY17632" fmla="*/ 50507900 h 57949372"/>
                <a:gd name="connsiteX17633" fmla="*/ 9500136 w 58051775"/>
                <a:gd name="connsiteY17633" fmla="*/ 50470552 h 57949372"/>
                <a:gd name="connsiteX17634" fmla="*/ 9447184 w 58051775"/>
                <a:gd name="connsiteY17634" fmla="*/ 50424836 h 57949372"/>
                <a:gd name="connsiteX17635" fmla="*/ 9310500 w 58051775"/>
                <a:gd name="connsiteY17635" fmla="*/ 50290192 h 57949372"/>
                <a:gd name="connsiteX17636" fmla="*/ 9272228 w 58051775"/>
                <a:gd name="connsiteY17636" fmla="*/ 50254408 h 57949372"/>
                <a:gd name="connsiteX17637" fmla="*/ 9222036 w 58051775"/>
                <a:gd name="connsiteY17637" fmla="*/ 50208404 h 57949372"/>
                <a:gd name="connsiteX17638" fmla="*/ 9178968 w 58051775"/>
                <a:gd name="connsiteY17638" fmla="*/ 50164152 h 57949372"/>
                <a:gd name="connsiteX17639" fmla="*/ 9128572 w 58051775"/>
                <a:gd name="connsiteY17639" fmla="*/ 50113544 h 57949372"/>
                <a:gd name="connsiteX17640" fmla="*/ 9082832 w 58051775"/>
                <a:gd name="connsiteY17640" fmla="*/ 50076100 h 57949372"/>
                <a:gd name="connsiteX17641" fmla="*/ 8940800 w 58051775"/>
                <a:gd name="connsiteY17641" fmla="*/ 49939684 h 57949372"/>
                <a:gd name="connsiteX17642" fmla="*/ 8893176 w 58051775"/>
                <a:gd name="connsiteY17642" fmla="*/ 49899072 h 57949372"/>
                <a:gd name="connsiteX17643" fmla="*/ 8763000 w 58051775"/>
                <a:gd name="connsiteY17643" fmla="*/ 49788480 h 57949372"/>
                <a:gd name="connsiteX17644" fmla="*/ 8134352 w 58051775"/>
                <a:gd name="connsiteY17644" fmla="*/ 49156112 h 57949372"/>
                <a:gd name="connsiteX17645" fmla="*/ 7873544 w 58051775"/>
                <a:gd name="connsiteY17645" fmla="*/ 48885628 h 57949372"/>
                <a:gd name="connsiteX17646" fmla="*/ 7704188 w 58051775"/>
                <a:gd name="connsiteY17646" fmla="*/ 48689728 h 57949372"/>
                <a:gd name="connsiteX17647" fmla="*/ 7665548 w 58051775"/>
                <a:gd name="connsiteY17647" fmla="*/ 48648760 h 57949372"/>
                <a:gd name="connsiteX17648" fmla="*/ 7622728 w 58051775"/>
                <a:gd name="connsiteY17648" fmla="*/ 48610164 h 57949372"/>
                <a:gd name="connsiteX17649" fmla="*/ 7569752 w 58051775"/>
                <a:gd name="connsiteY17649" fmla="*/ 48558736 h 57949372"/>
                <a:gd name="connsiteX17650" fmla="*/ 7531104 w 58051775"/>
                <a:gd name="connsiteY17650" fmla="*/ 48526812 h 57949372"/>
                <a:gd name="connsiteX17651" fmla="*/ 7493000 w 58051775"/>
                <a:gd name="connsiteY17651" fmla="*/ 48475900 h 57949372"/>
                <a:gd name="connsiteX17652" fmla="*/ 7454904 w 58051775"/>
                <a:gd name="connsiteY17652" fmla="*/ 48422640 h 57949372"/>
                <a:gd name="connsiteX17653" fmla="*/ 7356476 w 58051775"/>
                <a:gd name="connsiteY17653" fmla="*/ 48310368 h 57949372"/>
                <a:gd name="connsiteX17654" fmla="*/ 7210672 w 58051775"/>
                <a:gd name="connsiteY17654" fmla="*/ 48156808 h 57949372"/>
                <a:gd name="connsiteX17655" fmla="*/ 7090344 w 58051775"/>
                <a:gd name="connsiteY17655" fmla="*/ 48021880 h 57949372"/>
                <a:gd name="connsiteX17656" fmla="*/ 6991672 w 58051775"/>
                <a:gd name="connsiteY17656" fmla="*/ 47895232 h 57949372"/>
                <a:gd name="connsiteX17657" fmla="*/ 6941332 w 58051775"/>
                <a:gd name="connsiteY17657" fmla="*/ 47838888 h 57949372"/>
                <a:gd name="connsiteX17658" fmla="*/ 6899652 w 58051775"/>
                <a:gd name="connsiteY17658" fmla="*/ 47797260 h 57949372"/>
                <a:gd name="connsiteX17659" fmla="*/ 6870624 w 58051775"/>
                <a:gd name="connsiteY17659" fmla="*/ 47764700 h 57949372"/>
                <a:gd name="connsiteX17660" fmla="*/ 6831392 w 58051775"/>
                <a:gd name="connsiteY17660" fmla="*/ 47717076 h 57949372"/>
                <a:gd name="connsiteX17661" fmla="*/ 6766936 w 58051775"/>
                <a:gd name="connsiteY17661" fmla="*/ 47631352 h 57949372"/>
                <a:gd name="connsiteX17662" fmla="*/ 6643216 w 58051775"/>
                <a:gd name="connsiteY17662" fmla="*/ 47504352 h 57949372"/>
                <a:gd name="connsiteX17663" fmla="*/ 6543080 w 58051775"/>
                <a:gd name="connsiteY17663" fmla="*/ 47382776 h 57949372"/>
                <a:gd name="connsiteX17664" fmla="*/ 6508660 w 58051775"/>
                <a:gd name="connsiteY17664" fmla="*/ 47332824 h 57949372"/>
                <a:gd name="connsiteX17665" fmla="*/ 6458356 w 58051775"/>
                <a:gd name="connsiteY17665" fmla="*/ 47263900 h 57949372"/>
                <a:gd name="connsiteX17666" fmla="*/ 6357684 w 58051775"/>
                <a:gd name="connsiteY17666" fmla="*/ 47138420 h 57949372"/>
                <a:gd name="connsiteX17667" fmla="*/ 6286504 w 58051775"/>
                <a:gd name="connsiteY17667" fmla="*/ 47053120 h 57949372"/>
                <a:gd name="connsiteX17668" fmla="*/ 6223024 w 58051775"/>
                <a:gd name="connsiteY17668" fmla="*/ 46968200 h 57949372"/>
                <a:gd name="connsiteX17669" fmla="*/ 6121400 w 58051775"/>
                <a:gd name="connsiteY17669" fmla="*/ 46828672 h 57949372"/>
                <a:gd name="connsiteX17670" fmla="*/ 6070860 w 58051775"/>
                <a:gd name="connsiteY17670" fmla="*/ 46757656 h 57949372"/>
                <a:gd name="connsiteX17671" fmla="*/ 5930904 w 58051775"/>
                <a:gd name="connsiteY17671" fmla="*/ 46596584 h 57949372"/>
                <a:gd name="connsiteX17672" fmla="*/ 5793536 w 58051775"/>
                <a:gd name="connsiteY17672" fmla="*/ 46424848 h 57949372"/>
                <a:gd name="connsiteX17673" fmla="*/ 5754752 w 58051775"/>
                <a:gd name="connsiteY17673" fmla="*/ 46364900 h 57949372"/>
                <a:gd name="connsiteX17674" fmla="*/ 5714400 w 58051775"/>
                <a:gd name="connsiteY17674" fmla="*/ 46316576 h 57949372"/>
                <a:gd name="connsiteX17675" fmla="*/ 5658080 w 58051775"/>
                <a:gd name="connsiteY17675" fmla="*/ 46233652 h 57949372"/>
                <a:gd name="connsiteX17676" fmla="*/ 5614360 w 58051775"/>
                <a:gd name="connsiteY17676" fmla="*/ 46164500 h 57949372"/>
                <a:gd name="connsiteX17677" fmla="*/ 5575648 w 58051775"/>
                <a:gd name="connsiteY17677" fmla="*/ 46114384 h 57949372"/>
                <a:gd name="connsiteX17678" fmla="*/ 5526312 w 58051775"/>
                <a:gd name="connsiteY17678" fmla="*/ 46047708 h 57949372"/>
                <a:gd name="connsiteX17679" fmla="*/ 5487860 w 58051775"/>
                <a:gd name="connsiteY17679" fmla="*/ 45996344 h 57949372"/>
                <a:gd name="connsiteX17680" fmla="*/ 5441776 w 58051775"/>
                <a:gd name="connsiteY17680" fmla="*/ 45940968 h 57949372"/>
                <a:gd name="connsiteX17681" fmla="*/ 5395200 w 58051775"/>
                <a:gd name="connsiteY17681" fmla="*/ 45869724 h 57949372"/>
                <a:gd name="connsiteX17682" fmla="*/ 5351868 w 58051775"/>
                <a:gd name="connsiteY17682" fmla="*/ 45800608 h 57949372"/>
                <a:gd name="connsiteX17683" fmla="*/ 5315880 w 58051775"/>
                <a:gd name="connsiteY17683" fmla="*/ 45750932 h 57949372"/>
                <a:gd name="connsiteX17684" fmla="*/ 5262556 w 58051775"/>
                <a:gd name="connsiteY17684" fmla="*/ 45678572 h 57949372"/>
                <a:gd name="connsiteX17685" fmla="*/ 5204608 w 58051775"/>
                <a:gd name="connsiteY17685" fmla="*/ 45596932 h 57949372"/>
                <a:gd name="connsiteX17686" fmla="*/ 5161476 w 58051775"/>
                <a:gd name="connsiteY17686" fmla="*/ 45536312 h 57949372"/>
                <a:gd name="connsiteX17687" fmla="*/ 5130800 w 58051775"/>
                <a:gd name="connsiteY17687" fmla="*/ 45498656 h 57949372"/>
                <a:gd name="connsiteX17688" fmla="*/ 4991828 w 58051775"/>
                <a:gd name="connsiteY17688" fmla="*/ 45313600 h 57949372"/>
                <a:gd name="connsiteX17689" fmla="*/ 4876800 w 58051775"/>
                <a:gd name="connsiteY17689" fmla="*/ 45127684 h 57949372"/>
                <a:gd name="connsiteX17690" fmla="*/ 4826000 w 58051775"/>
                <a:gd name="connsiteY17690" fmla="*/ 45056552 h 57949372"/>
                <a:gd name="connsiteX17691" fmla="*/ 4775200 w 58051775"/>
                <a:gd name="connsiteY17691" fmla="*/ 44973516 h 57949372"/>
                <a:gd name="connsiteX17692" fmla="*/ 4736280 w 58051775"/>
                <a:gd name="connsiteY17692" fmla="*/ 44904424 h 57949372"/>
                <a:gd name="connsiteX17693" fmla="*/ 4677600 w 58051775"/>
                <a:gd name="connsiteY17693" fmla="*/ 44816128 h 57949372"/>
                <a:gd name="connsiteX17694" fmla="*/ 4634408 w 58051775"/>
                <a:gd name="connsiteY17694" fmla="*/ 44754216 h 57949372"/>
                <a:gd name="connsiteX17695" fmla="*/ 4597400 w 58051775"/>
                <a:gd name="connsiteY17695" fmla="*/ 44691300 h 57949372"/>
                <a:gd name="connsiteX17696" fmla="*/ 4558912 w 58051775"/>
                <a:gd name="connsiteY17696" fmla="*/ 44627592 h 57949372"/>
                <a:gd name="connsiteX17697" fmla="*/ 4503248 w 58051775"/>
                <a:gd name="connsiteY17697" fmla="*/ 44560700 h 57949372"/>
                <a:gd name="connsiteX17698" fmla="*/ 4453636 w 58051775"/>
                <a:gd name="connsiteY17698" fmla="*/ 44498284 h 57949372"/>
                <a:gd name="connsiteX17699" fmla="*/ 4425976 w 58051775"/>
                <a:gd name="connsiteY17699" fmla="*/ 44437452 h 57949372"/>
                <a:gd name="connsiteX17700" fmla="*/ 4380108 w 58051775"/>
                <a:gd name="connsiteY17700" fmla="*/ 44358060 h 57949372"/>
                <a:gd name="connsiteX17701" fmla="*/ 4329224 w 58051775"/>
                <a:gd name="connsiteY17701" fmla="*/ 44279408 h 57949372"/>
                <a:gd name="connsiteX17702" fmla="*/ 4279736 w 58051775"/>
                <a:gd name="connsiteY17702" fmla="*/ 44187520 h 57949372"/>
                <a:gd name="connsiteX17703" fmla="*/ 4236328 w 58051775"/>
                <a:gd name="connsiteY17703" fmla="*/ 44122564 h 57949372"/>
                <a:gd name="connsiteX17704" fmla="*/ 4198372 w 58051775"/>
                <a:gd name="connsiteY17704" fmla="*/ 44084476 h 57949372"/>
                <a:gd name="connsiteX17705" fmla="*/ 4146244 w 58051775"/>
                <a:gd name="connsiteY17705" fmla="*/ 44015876 h 57949372"/>
                <a:gd name="connsiteX17706" fmla="*/ 4096576 w 58051775"/>
                <a:gd name="connsiteY17706" fmla="*/ 43922952 h 57949372"/>
                <a:gd name="connsiteX17707" fmla="*/ 4058888 w 58051775"/>
                <a:gd name="connsiteY17707" fmla="*/ 43850844 h 57949372"/>
                <a:gd name="connsiteX17708" fmla="*/ 4025264 w 58051775"/>
                <a:gd name="connsiteY17708" fmla="*/ 43795372 h 57949372"/>
                <a:gd name="connsiteX17709" fmla="*/ 3981676 w 58051775"/>
                <a:gd name="connsiteY17709" fmla="*/ 43714072 h 57949372"/>
                <a:gd name="connsiteX17710" fmla="*/ 3925104 w 58051775"/>
                <a:gd name="connsiteY17710" fmla="*/ 43627100 h 57949372"/>
                <a:gd name="connsiteX17711" fmla="*/ 3880324 w 58051775"/>
                <a:gd name="connsiteY17711" fmla="*/ 43563152 h 57949372"/>
                <a:gd name="connsiteX17712" fmla="*/ 3847512 w 58051775"/>
                <a:gd name="connsiteY17712" fmla="*/ 43499792 h 57949372"/>
                <a:gd name="connsiteX17713" fmla="*/ 3790040 w 58051775"/>
                <a:gd name="connsiteY17713" fmla="*/ 43399652 h 57949372"/>
                <a:gd name="connsiteX17714" fmla="*/ 3734412 w 58051775"/>
                <a:gd name="connsiteY17714" fmla="*/ 43300648 h 57949372"/>
                <a:gd name="connsiteX17715" fmla="*/ 3703324 w 58051775"/>
                <a:gd name="connsiteY17715" fmla="*/ 43236072 h 57949372"/>
                <a:gd name="connsiteX17716" fmla="*/ 3657308 w 58051775"/>
                <a:gd name="connsiteY17716" fmla="*/ 43160668 h 57949372"/>
                <a:gd name="connsiteX17717" fmla="*/ 3619504 w 58051775"/>
                <a:gd name="connsiteY17717" fmla="*/ 43089216 h 57949372"/>
                <a:gd name="connsiteX17718" fmla="*/ 3554800 w 58051775"/>
                <a:gd name="connsiteY17718" fmla="*/ 43002200 h 57949372"/>
                <a:gd name="connsiteX17719" fmla="*/ 3525396 w 58051775"/>
                <a:gd name="connsiteY17719" fmla="*/ 42942640 h 57949372"/>
                <a:gd name="connsiteX17720" fmla="*/ 3475456 w 58051775"/>
                <a:gd name="connsiteY17720" fmla="*/ 42850568 h 57949372"/>
                <a:gd name="connsiteX17721" fmla="*/ 3429032 w 58051775"/>
                <a:gd name="connsiteY17721" fmla="*/ 42773600 h 57949372"/>
                <a:gd name="connsiteX17722" fmla="*/ 3383628 w 58051775"/>
                <a:gd name="connsiteY17722" fmla="*/ 42697400 h 57949372"/>
                <a:gd name="connsiteX17723" fmla="*/ 3347220 w 58051775"/>
                <a:gd name="connsiteY17723" fmla="*/ 42618600 h 57949372"/>
                <a:gd name="connsiteX17724" fmla="*/ 3309268 w 58051775"/>
                <a:gd name="connsiteY17724" fmla="*/ 42535708 h 57949372"/>
                <a:gd name="connsiteX17725" fmla="*/ 3264820 w 58051775"/>
                <a:gd name="connsiteY17725" fmla="*/ 42446808 h 57949372"/>
                <a:gd name="connsiteX17726" fmla="*/ 3217688 w 58051775"/>
                <a:gd name="connsiteY17726" fmla="*/ 42354720 h 57949372"/>
                <a:gd name="connsiteX17727" fmla="*/ 3166484 w 58051775"/>
                <a:gd name="connsiteY17727" fmla="*/ 42255716 h 57949372"/>
                <a:gd name="connsiteX17728" fmla="*/ 3118216 w 58051775"/>
                <a:gd name="connsiteY17728" fmla="*/ 42164000 h 57949372"/>
                <a:gd name="connsiteX17729" fmla="*/ 3080520 w 58051775"/>
                <a:gd name="connsiteY17729" fmla="*/ 42085200 h 57949372"/>
                <a:gd name="connsiteX17730" fmla="*/ 3042568 w 58051775"/>
                <a:gd name="connsiteY17730" fmla="*/ 42002308 h 57949372"/>
                <a:gd name="connsiteX17731" fmla="*/ 2998012 w 58051775"/>
                <a:gd name="connsiteY17731" fmla="*/ 41913008 h 57949372"/>
                <a:gd name="connsiteX17732" fmla="*/ 2951920 w 58051775"/>
                <a:gd name="connsiteY17732" fmla="*/ 41825352 h 57949372"/>
                <a:gd name="connsiteX17733" fmla="*/ 2906348 w 58051775"/>
                <a:gd name="connsiteY17733" fmla="*/ 41736056 h 57949372"/>
                <a:gd name="connsiteX17734" fmla="*/ 2857620 w 58051775"/>
                <a:gd name="connsiteY17734" fmla="*/ 41637100 h 57949372"/>
                <a:gd name="connsiteX17735" fmla="*/ 2814908 w 58051775"/>
                <a:gd name="connsiteY17735" fmla="*/ 41544100 h 57949372"/>
                <a:gd name="connsiteX17736" fmla="*/ 2766760 w 58051775"/>
                <a:gd name="connsiteY17736" fmla="*/ 41438952 h 57949372"/>
                <a:gd name="connsiteX17737" fmla="*/ 2716200 w 58051775"/>
                <a:gd name="connsiteY17737" fmla="*/ 41334676 h 57949372"/>
                <a:gd name="connsiteX17738" fmla="*/ 2680896 w 58051775"/>
                <a:gd name="connsiteY17738" fmla="*/ 41254584 h 57949372"/>
                <a:gd name="connsiteX17739" fmla="*/ 2629688 w 58051775"/>
                <a:gd name="connsiteY17739" fmla="*/ 41156808 h 57949372"/>
                <a:gd name="connsiteX17740" fmla="*/ 2578104 w 58051775"/>
                <a:gd name="connsiteY17740" fmla="*/ 41060300 h 57949372"/>
                <a:gd name="connsiteX17741" fmla="*/ 2552704 w 58051775"/>
                <a:gd name="connsiteY17741" fmla="*/ 40974152 h 57949372"/>
                <a:gd name="connsiteX17742" fmla="*/ 2508252 w 58051775"/>
                <a:gd name="connsiteY17742" fmla="*/ 40874104 h 57949372"/>
                <a:gd name="connsiteX17743" fmla="*/ 2463800 w 58051775"/>
                <a:gd name="connsiteY17743" fmla="*/ 40791568 h 57949372"/>
                <a:gd name="connsiteX17744" fmla="*/ 2402360 w 58051775"/>
                <a:gd name="connsiteY17744" fmla="*/ 40648048 h 57949372"/>
                <a:gd name="connsiteX17745" fmla="*/ 2367544 w 58051775"/>
                <a:gd name="connsiteY17745" fmla="*/ 40578196 h 57949372"/>
                <a:gd name="connsiteX17746" fmla="*/ 2323176 w 58051775"/>
                <a:gd name="connsiteY17746" fmla="*/ 40493440 h 57949372"/>
                <a:gd name="connsiteX17747" fmla="*/ 2280708 w 58051775"/>
                <a:gd name="connsiteY17747" fmla="*/ 40398188 h 57949372"/>
                <a:gd name="connsiteX17748" fmla="*/ 2220340 w 58051775"/>
                <a:gd name="connsiteY17748" fmla="*/ 40248500 h 57949372"/>
                <a:gd name="connsiteX17749" fmla="*/ 2197104 w 58051775"/>
                <a:gd name="connsiteY17749" fmla="*/ 40182652 h 57949372"/>
                <a:gd name="connsiteX17750" fmla="*/ 2142300 w 58051775"/>
                <a:gd name="connsiteY17750" fmla="*/ 40052952 h 57949372"/>
                <a:gd name="connsiteX17751" fmla="*/ 2101960 w 58051775"/>
                <a:gd name="connsiteY17751" fmla="*/ 39942436 h 57949372"/>
                <a:gd name="connsiteX17752" fmla="*/ 2056024 w 58051775"/>
                <a:gd name="connsiteY17752" fmla="*/ 39821224 h 57949372"/>
                <a:gd name="connsiteX17753" fmla="*/ 2019304 w 58051775"/>
                <a:gd name="connsiteY17753" fmla="*/ 39729924 h 57949372"/>
                <a:gd name="connsiteX17754" fmla="*/ 1952236 w 58051775"/>
                <a:gd name="connsiteY17754" fmla="*/ 39598056 h 57949372"/>
                <a:gd name="connsiteX17755" fmla="*/ 1923280 w 58051775"/>
                <a:gd name="connsiteY17755" fmla="*/ 39497368 h 57949372"/>
                <a:gd name="connsiteX17756" fmla="*/ 1873456 w 58051775"/>
                <a:gd name="connsiteY17756" fmla="*/ 39370212 h 57949372"/>
                <a:gd name="connsiteX17757" fmla="*/ 1841504 w 58051775"/>
                <a:gd name="connsiteY17757" fmla="*/ 39297108 h 57949372"/>
                <a:gd name="connsiteX17758" fmla="*/ 1786940 w 58051775"/>
                <a:gd name="connsiteY17758" fmla="*/ 39164192 h 57949372"/>
                <a:gd name="connsiteX17759" fmla="*/ 1746880 w 58051775"/>
                <a:gd name="connsiteY17759" fmla="*/ 39047644 h 57949372"/>
                <a:gd name="connsiteX17760" fmla="*/ 1696264 w 58051775"/>
                <a:gd name="connsiteY17760" fmla="*/ 38915168 h 57949372"/>
                <a:gd name="connsiteX17761" fmla="*/ 1653200 w 58051775"/>
                <a:gd name="connsiteY17761" fmla="*/ 38814688 h 57949372"/>
                <a:gd name="connsiteX17762" fmla="*/ 1617136 w 58051775"/>
                <a:gd name="connsiteY17762" fmla="*/ 38695160 h 57949372"/>
                <a:gd name="connsiteX17763" fmla="*/ 1573340 w 58051775"/>
                <a:gd name="connsiteY17763" fmla="*/ 38560364 h 57949372"/>
                <a:gd name="connsiteX17764" fmla="*/ 1530172 w 58051775"/>
                <a:gd name="connsiteY17764" fmla="*/ 38442640 h 57949372"/>
                <a:gd name="connsiteX17765" fmla="*/ 1486016 w 58051775"/>
                <a:gd name="connsiteY17765" fmla="*/ 38310472 h 57949372"/>
                <a:gd name="connsiteX17766" fmla="*/ 1442512 w 58051775"/>
                <a:gd name="connsiteY17766" fmla="*/ 38170512 h 57949372"/>
                <a:gd name="connsiteX17767" fmla="*/ 1391204 w 58051775"/>
                <a:gd name="connsiteY17767" fmla="*/ 38009992 h 57949372"/>
                <a:gd name="connsiteX17768" fmla="*/ 1335840 w 58051775"/>
                <a:gd name="connsiteY17768" fmla="*/ 37866508 h 57949372"/>
                <a:gd name="connsiteX17769" fmla="*/ 1297968 w 58051775"/>
                <a:gd name="connsiteY17769" fmla="*/ 37760688 h 57949372"/>
                <a:gd name="connsiteX17770" fmla="*/ 1261888 w 58051775"/>
                <a:gd name="connsiteY17770" fmla="*/ 37647960 h 57949372"/>
                <a:gd name="connsiteX17771" fmla="*/ 1211204 w 58051775"/>
                <a:gd name="connsiteY17771" fmla="*/ 37504676 h 57949372"/>
                <a:gd name="connsiteX17772" fmla="*/ 1162284 w 58051775"/>
                <a:gd name="connsiteY17772" fmla="*/ 37320828 h 57949372"/>
                <a:gd name="connsiteX17773" fmla="*/ 1121148 w 58051775"/>
                <a:gd name="connsiteY17773" fmla="*/ 37144856 h 57949372"/>
                <a:gd name="connsiteX17774" fmla="*/ 1081688 w 58051775"/>
                <a:gd name="connsiteY17774" fmla="*/ 37017868 h 57949372"/>
                <a:gd name="connsiteX17775" fmla="*/ 1023108 w 58051775"/>
                <a:gd name="connsiteY17775" fmla="*/ 36789700 h 57949372"/>
                <a:gd name="connsiteX17776" fmla="*/ 995536 w 58051775"/>
                <a:gd name="connsiteY17776" fmla="*/ 36690936 h 57949372"/>
                <a:gd name="connsiteX17777" fmla="*/ 933756 w 58051775"/>
                <a:gd name="connsiteY17777" fmla="*/ 36491248 h 57949372"/>
                <a:gd name="connsiteX17778" fmla="*/ 906188 w 58051775"/>
                <a:gd name="connsiteY17778" fmla="*/ 36398300 h 57949372"/>
                <a:gd name="connsiteX17779" fmla="*/ 845104 w 58051775"/>
                <a:gd name="connsiteY17779" fmla="*/ 36163932 h 57949372"/>
                <a:gd name="connsiteX17780" fmla="*/ 817056 w 58051775"/>
                <a:gd name="connsiteY17780" fmla="*/ 36039581 h 57949372"/>
                <a:gd name="connsiteX17781" fmla="*/ 756408 w 58051775"/>
                <a:gd name="connsiteY17781" fmla="*/ 35790892 h 57949372"/>
                <a:gd name="connsiteX17782" fmla="*/ 718340 w 58051775"/>
                <a:gd name="connsiteY17782" fmla="*/ 35625792 h 57949372"/>
                <a:gd name="connsiteX17783" fmla="*/ 668124 w 58051775"/>
                <a:gd name="connsiteY17783" fmla="*/ 35424476 h 57949372"/>
                <a:gd name="connsiteX17784" fmla="*/ 629044 w 58051775"/>
                <a:gd name="connsiteY17784" fmla="*/ 35243428 h 57949372"/>
                <a:gd name="connsiteX17785" fmla="*/ 578840 w 58051775"/>
                <a:gd name="connsiteY17785" fmla="*/ 35023352 h 57949372"/>
                <a:gd name="connsiteX17786" fmla="*/ 532976 w 58051775"/>
                <a:gd name="connsiteY17786" fmla="*/ 34812400 h 57949372"/>
                <a:gd name="connsiteX17787" fmla="*/ 489496 w 58051775"/>
                <a:gd name="connsiteY17787" fmla="*/ 34577448 h 57949372"/>
                <a:gd name="connsiteX17788" fmla="*/ 440784 w 58051775"/>
                <a:gd name="connsiteY17788" fmla="*/ 34334448 h 57949372"/>
                <a:gd name="connsiteX17789" fmla="*/ 395688 w 58051775"/>
                <a:gd name="connsiteY17789" fmla="*/ 34112201 h 57949372"/>
                <a:gd name="connsiteX17790" fmla="*/ 349216 w 58051775"/>
                <a:gd name="connsiteY17790" fmla="*/ 33883600 h 57949372"/>
                <a:gd name="connsiteX17791" fmla="*/ 312456 w 58051775"/>
                <a:gd name="connsiteY17791" fmla="*/ 33635476 h 57949372"/>
                <a:gd name="connsiteX17792" fmla="*/ 283604 w 58051775"/>
                <a:gd name="connsiteY17792" fmla="*/ 33424320 h 57949372"/>
                <a:gd name="connsiteX17793" fmla="*/ 229952 w 58051775"/>
                <a:gd name="connsiteY17793" fmla="*/ 33037220 h 57949372"/>
                <a:gd name="connsiteX17794" fmla="*/ 180716 w 58051775"/>
                <a:gd name="connsiteY17794" fmla="*/ 32694732 h 57949372"/>
                <a:gd name="connsiteX17795" fmla="*/ 133564 w 58051775"/>
                <a:gd name="connsiteY17795" fmla="*/ 32385000 h 57949372"/>
                <a:gd name="connsiteX17796" fmla="*/ 88360 w 58051775"/>
                <a:gd name="connsiteY17796" fmla="*/ 31916912 h 57949372"/>
                <a:gd name="connsiteX17797" fmla="*/ 52336 w 58051775"/>
                <a:gd name="connsiteY17797" fmla="*/ 31390200 h 57949372"/>
                <a:gd name="connsiteX17798" fmla="*/ 21664 w 58051775"/>
                <a:gd name="connsiteY17798" fmla="*/ 30882252 h 57949372"/>
                <a:gd name="connsiteX17799" fmla="*/ 0 w 58051775"/>
                <a:gd name="connsiteY17799" fmla="*/ 28986424 h 57949372"/>
                <a:gd name="connsiteX17800" fmla="*/ 15876 w 58051775"/>
                <a:gd name="connsiteY17800" fmla="*/ 27101566 h 57949372"/>
                <a:gd name="connsiteX17801" fmla="*/ 46020 w 58051775"/>
                <a:gd name="connsiteY17801" fmla="*/ 26598059 h 57949372"/>
                <a:gd name="connsiteX17802" fmla="*/ 99884 w 58051775"/>
                <a:gd name="connsiteY17802" fmla="*/ 25972514 h 57949372"/>
                <a:gd name="connsiteX17803" fmla="*/ 130284 w 58051775"/>
                <a:gd name="connsiteY17803" fmla="*/ 25629111 h 57949372"/>
                <a:gd name="connsiteX17804" fmla="*/ 174696 w 58051775"/>
                <a:gd name="connsiteY17804" fmla="*/ 25273510 h 57949372"/>
                <a:gd name="connsiteX17805" fmla="*/ 217224 w 58051775"/>
                <a:gd name="connsiteY17805" fmla="*/ 24962362 h 57949372"/>
                <a:gd name="connsiteX17806" fmla="*/ 285544 w 58051775"/>
                <a:gd name="connsiteY17806" fmla="*/ 24593159 h 57949372"/>
                <a:gd name="connsiteX17807" fmla="*/ 321232 w 58051775"/>
                <a:gd name="connsiteY17807" fmla="*/ 24353339 h 57949372"/>
                <a:gd name="connsiteX17808" fmla="*/ 360840 w 58051775"/>
                <a:gd name="connsiteY17808" fmla="*/ 24116815 h 57949372"/>
                <a:gd name="connsiteX17809" fmla="*/ 392520 w 58051775"/>
                <a:gd name="connsiteY17809" fmla="*/ 24031710 h 57949372"/>
                <a:gd name="connsiteX17810" fmla="*/ 449368 w 58051775"/>
                <a:gd name="connsiteY17810" fmla="*/ 23617266 h 57949372"/>
                <a:gd name="connsiteX17811" fmla="*/ 492764 w 58051775"/>
                <a:gd name="connsiteY17811" fmla="*/ 23384122 h 57949372"/>
                <a:gd name="connsiteX17812" fmla="*/ 539848 w 58051775"/>
                <a:gd name="connsiteY17812" fmla="*/ 23157650 h 57949372"/>
                <a:gd name="connsiteX17813" fmla="*/ 583728 w 58051775"/>
                <a:gd name="connsiteY17813" fmla="*/ 22955063 h 57949372"/>
                <a:gd name="connsiteX17814" fmla="*/ 631536 w 58051775"/>
                <a:gd name="connsiteY17814" fmla="*/ 22767271 h 57949372"/>
                <a:gd name="connsiteX17815" fmla="*/ 675900 w 58051775"/>
                <a:gd name="connsiteY17815" fmla="*/ 22577106 h 57949372"/>
                <a:gd name="connsiteX17816" fmla="*/ 715848 w 58051775"/>
                <a:gd name="connsiteY17816" fmla="*/ 22390318 h 57949372"/>
                <a:gd name="connsiteX17817" fmla="*/ 748588 w 58051775"/>
                <a:gd name="connsiteY17817" fmla="*/ 22316606 h 57949372"/>
                <a:gd name="connsiteX17818" fmla="*/ 805592 w 58051775"/>
                <a:gd name="connsiteY17818" fmla="*/ 22000870 h 57949372"/>
                <a:gd name="connsiteX17819" fmla="*/ 845120 w 58051775"/>
                <a:gd name="connsiteY17819" fmla="*/ 21810383 h 57949372"/>
                <a:gd name="connsiteX17820" fmla="*/ 856908 w 58051775"/>
                <a:gd name="connsiteY17820" fmla="*/ 21683023 h 57949372"/>
                <a:gd name="connsiteX17821" fmla="*/ 901704 w 58051775"/>
                <a:gd name="connsiteY17821" fmla="*/ 21641311 h 57949372"/>
                <a:gd name="connsiteX17822" fmla="*/ 934004 w 58051775"/>
                <a:gd name="connsiteY17822" fmla="*/ 21517050 h 57949372"/>
                <a:gd name="connsiteX17823" fmla="*/ 967692 w 58051775"/>
                <a:gd name="connsiteY17823" fmla="*/ 21319091 h 57949372"/>
                <a:gd name="connsiteX17824" fmla="*/ 1000864 w 58051775"/>
                <a:gd name="connsiteY17824" fmla="*/ 21279710 h 57949372"/>
                <a:gd name="connsiteX17825" fmla="*/ 1022656 w 58051775"/>
                <a:gd name="connsiteY17825" fmla="*/ 21190811 h 57949372"/>
                <a:gd name="connsiteX17826" fmla="*/ 1084652 w 58051775"/>
                <a:gd name="connsiteY17826" fmla="*/ 21012663 h 57949372"/>
                <a:gd name="connsiteX17827" fmla="*/ 1117600 w 58051775"/>
                <a:gd name="connsiteY17827" fmla="*/ 20902059 h 57949372"/>
                <a:gd name="connsiteX17828" fmla="*/ 1171472 w 58051775"/>
                <a:gd name="connsiteY17828" fmla="*/ 20712295 h 57949372"/>
                <a:gd name="connsiteX17829" fmla="*/ 1212092 w 58051775"/>
                <a:gd name="connsiteY17829" fmla="*/ 20551099 h 57949372"/>
                <a:gd name="connsiteX17830" fmla="*/ 1256608 w 58051775"/>
                <a:gd name="connsiteY17830" fmla="*/ 20395215 h 57949372"/>
                <a:gd name="connsiteX17831" fmla="*/ 1298920 w 58051775"/>
                <a:gd name="connsiteY17831" fmla="*/ 20267023 h 57949372"/>
                <a:gd name="connsiteX17832" fmla="*/ 1345112 w 58051775"/>
                <a:gd name="connsiteY17832" fmla="*/ 20129139 h 57949372"/>
                <a:gd name="connsiteX17833" fmla="*/ 1384304 w 58051775"/>
                <a:gd name="connsiteY17833" fmla="*/ 20032219 h 57949372"/>
                <a:gd name="connsiteX17834" fmla="*/ 1440916 w 58051775"/>
                <a:gd name="connsiteY17834" fmla="*/ 19856346 h 57949372"/>
                <a:gd name="connsiteX17835" fmla="*/ 1467452 w 58051775"/>
                <a:gd name="connsiteY17835" fmla="*/ 19797242 h 57949372"/>
                <a:gd name="connsiteX17836" fmla="*/ 1515860 w 58051775"/>
                <a:gd name="connsiteY17836" fmla="*/ 19610127 h 57949372"/>
                <a:gd name="connsiteX17837" fmla="*/ 1559836 w 58051775"/>
                <a:gd name="connsiteY17837" fmla="*/ 19477912 h 57949372"/>
                <a:gd name="connsiteX17838" fmla="*/ 1612224 w 58051775"/>
                <a:gd name="connsiteY17838" fmla="*/ 19347291 h 57949372"/>
                <a:gd name="connsiteX17839" fmla="*/ 1651000 w 58051775"/>
                <a:gd name="connsiteY17839" fmla="*/ 19249512 h 57949372"/>
                <a:gd name="connsiteX17840" fmla="*/ 1706460 w 58051775"/>
                <a:gd name="connsiteY17840" fmla="*/ 19075110 h 57949372"/>
                <a:gd name="connsiteX17841" fmla="*/ 1740688 w 58051775"/>
                <a:gd name="connsiteY17841" fmla="*/ 18958066 h 57949372"/>
                <a:gd name="connsiteX17842" fmla="*/ 1784440 w 58051775"/>
                <a:gd name="connsiteY17842" fmla="*/ 18845046 h 57949372"/>
                <a:gd name="connsiteX17843" fmla="*/ 1834516 w 58051775"/>
                <a:gd name="connsiteY17843" fmla="*/ 18727711 h 57949372"/>
                <a:gd name="connsiteX17844" fmla="*/ 1874896 w 58051775"/>
                <a:gd name="connsiteY17844" fmla="*/ 18619189 h 57949372"/>
                <a:gd name="connsiteX17845" fmla="*/ 1930400 w 58051775"/>
                <a:gd name="connsiteY17845" fmla="*/ 18477300 h 57949372"/>
                <a:gd name="connsiteX17846" fmla="*/ 1967068 w 58051775"/>
                <a:gd name="connsiteY17846" fmla="*/ 18405802 h 57949372"/>
                <a:gd name="connsiteX17847" fmla="*/ 2006200 w 58051775"/>
                <a:gd name="connsiteY17847" fmla="*/ 18280103 h 57949372"/>
                <a:gd name="connsiteX17848" fmla="*/ 2045140 w 58051775"/>
                <a:gd name="connsiteY17848" fmla="*/ 18161003 h 57949372"/>
                <a:gd name="connsiteX17849" fmla="*/ 2094508 w 58051775"/>
                <a:gd name="connsiteY17849" fmla="*/ 18060364 h 57949372"/>
                <a:gd name="connsiteX17850" fmla="*/ 2143984 w 58051775"/>
                <a:gd name="connsiteY17850" fmla="*/ 17958055 h 57949372"/>
                <a:gd name="connsiteX17851" fmla="*/ 2189612 w 58051775"/>
                <a:gd name="connsiteY17851" fmla="*/ 17844655 h 57949372"/>
                <a:gd name="connsiteX17852" fmla="*/ 2229112 w 58051775"/>
                <a:gd name="connsiteY17852" fmla="*/ 17736424 h 57949372"/>
                <a:gd name="connsiteX17853" fmla="*/ 2279536 w 58051775"/>
                <a:gd name="connsiteY17853" fmla="*/ 17598211 h 57949372"/>
                <a:gd name="connsiteX17854" fmla="*/ 2319296 w 58051775"/>
                <a:gd name="connsiteY17854" fmla="*/ 17531325 h 57949372"/>
                <a:gd name="connsiteX17855" fmla="*/ 2371928 w 58051775"/>
                <a:gd name="connsiteY17855" fmla="*/ 17438196 h 57949372"/>
                <a:gd name="connsiteX17856" fmla="*/ 2406968 w 58051775"/>
                <a:gd name="connsiteY17856" fmla="*/ 17358448 h 57949372"/>
                <a:gd name="connsiteX17857" fmla="*/ 2456808 w 58051775"/>
                <a:gd name="connsiteY17857" fmla="*/ 17254905 h 57949372"/>
                <a:gd name="connsiteX17858" fmla="*/ 2500000 w 58051775"/>
                <a:gd name="connsiteY17858" fmla="*/ 17151957 h 57949372"/>
                <a:gd name="connsiteX17859" fmla="*/ 2541880 w 58051775"/>
                <a:gd name="connsiteY17859" fmla="*/ 17026448 h 57949372"/>
                <a:gd name="connsiteX17860" fmla="*/ 2592664 w 58051775"/>
                <a:gd name="connsiteY17860" fmla="*/ 16906848 h 57949372"/>
                <a:gd name="connsiteX17861" fmla="*/ 2641600 w 58051775"/>
                <a:gd name="connsiteY17861" fmla="*/ 16826866 h 57949372"/>
                <a:gd name="connsiteX17862" fmla="*/ 2672828 w 58051775"/>
                <a:gd name="connsiteY17862" fmla="*/ 16759259 h 57949372"/>
                <a:gd name="connsiteX17863" fmla="*/ 2724036 w 58051775"/>
                <a:gd name="connsiteY17863" fmla="*/ 16620299 h 57949372"/>
                <a:gd name="connsiteX17864" fmla="*/ 2763796 w 58051775"/>
                <a:gd name="connsiteY17864" fmla="*/ 16553426 h 57949372"/>
                <a:gd name="connsiteX17865" fmla="*/ 2816480 w 58051775"/>
                <a:gd name="connsiteY17865" fmla="*/ 16459759 h 57949372"/>
                <a:gd name="connsiteX17866" fmla="*/ 2858576 w 58051775"/>
                <a:gd name="connsiteY17866" fmla="*/ 16372052 h 57949372"/>
                <a:gd name="connsiteX17867" fmla="*/ 2894736 w 58051775"/>
                <a:gd name="connsiteY17867" fmla="*/ 16319667 h 57949372"/>
                <a:gd name="connsiteX17868" fmla="*/ 2936876 w 58051775"/>
                <a:gd name="connsiteY17868" fmla="*/ 16189919 h 57949372"/>
                <a:gd name="connsiteX17869" fmla="*/ 2990656 w 58051775"/>
                <a:gd name="connsiteY17869" fmla="*/ 16098169 h 57949372"/>
                <a:gd name="connsiteX17870" fmla="*/ 3041652 w 58051775"/>
                <a:gd name="connsiteY17870" fmla="*/ 16020243 h 57949372"/>
                <a:gd name="connsiteX17871" fmla="*/ 3079636 w 58051775"/>
                <a:gd name="connsiteY17871" fmla="*/ 15924090 h 57949372"/>
                <a:gd name="connsiteX17872" fmla="*/ 3118568 w 58051775"/>
                <a:gd name="connsiteY17872" fmla="*/ 15842912 h 57949372"/>
                <a:gd name="connsiteX17873" fmla="*/ 3164596 w 58051775"/>
                <a:gd name="connsiteY17873" fmla="*/ 15754003 h 57949372"/>
                <a:gd name="connsiteX17874" fmla="*/ 3214568 w 58051775"/>
                <a:gd name="connsiteY17874" fmla="*/ 15656578 h 57949372"/>
                <a:gd name="connsiteX17875" fmla="*/ 3263904 w 58051775"/>
                <a:gd name="connsiteY17875" fmla="*/ 15574932 h 57949372"/>
                <a:gd name="connsiteX17876" fmla="*/ 3308352 w 58051775"/>
                <a:gd name="connsiteY17876" fmla="*/ 15486839 h 57949372"/>
                <a:gd name="connsiteX17877" fmla="*/ 3352800 w 58051775"/>
                <a:gd name="connsiteY17877" fmla="*/ 15396209 h 57949372"/>
                <a:gd name="connsiteX17878" fmla="*/ 3397252 w 58051775"/>
                <a:gd name="connsiteY17878" fmla="*/ 15306920 h 57949372"/>
                <a:gd name="connsiteX17879" fmla="*/ 3441704 w 58051775"/>
                <a:gd name="connsiteY17879" fmla="*/ 15228836 h 57949372"/>
                <a:gd name="connsiteX17880" fmla="*/ 3478532 w 58051775"/>
                <a:gd name="connsiteY17880" fmla="*/ 15152403 h 57949372"/>
                <a:gd name="connsiteX17881" fmla="*/ 3530120 w 58051775"/>
                <a:gd name="connsiteY17881" fmla="*/ 15070017 h 57949372"/>
                <a:gd name="connsiteX17882" fmla="*/ 3569092 w 58051775"/>
                <a:gd name="connsiteY17882" fmla="*/ 15017638 h 57949372"/>
                <a:gd name="connsiteX17883" fmla="*/ 3599984 w 58051775"/>
                <a:gd name="connsiteY17883" fmla="*/ 14956699 h 57949372"/>
                <a:gd name="connsiteX17884" fmla="*/ 3650480 w 58051775"/>
                <a:gd name="connsiteY17884" fmla="*/ 14859306 h 57949372"/>
                <a:gd name="connsiteX17885" fmla="*/ 3708400 w 58051775"/>
                <a:gd name="connsiteY17885" fmla="*/ 14762324 h 57949372"/>
                <a:gd name="connsiteX17886" fmla="*/ 3752852 w 58051775"/>
                <a:gd name="connsiteY17886" fmla="*/ 14686739 h 57949372"/>
                <a:gd name="connsiteX17887" fmla="*/ 3797304 w 58051775"/>
                <a:gd name="connsiteY17887" fmla="*/ 14606510 h 57949372"/>
                <a:gd name="connsiteX17888" fmla="*/ 3841752 w 58051775"/>
                <a:gd name="connsiteY17888" fmla="*/ 14517778 h 57949372"/>
                <a:gd name="connsiteX17889" fmla="*/ 3886200 w 58051775"/>
                <a:gd name="connsiteY17889" fmla="*/ 14447988 h 57949372"/>
                <a:gd name="connsiteX17890" fmla="*/ 3923408 w 58051775"/>
                <a:gd name="connsiteY17890" fmla="*/ 14394249 h 57949372"/>
                <a:gd name="connsiteX17891" fmla="*/ 3968844 w 58051775"/>
                <a:gd name="connsiteY17891" fmla="*/ 14312369 h 57949372"/>
                <a:gd name="connsiteX17892" fmla="*/ 4020540 w 58051775"/>
                <a:gd name="connsiteY17892" fmla="*/ 14230457 h 57949372"/>
                <a:gd name="connsiteX17893" fmla="*/ 4064000 w 58051775"/>
                <a:gd name="connsiteY17893" fmla="*/ 14160642 h 57949372"/>
                <a:gd name="connsiteX17894" fmla="*/ 4102024 w 58051775"/>
                <a:gd name="connsiteY17894" fmla="*/ 14082349 h 57949372"/>
                <a:gd name="connsiteX17895" fmla="*/ 4153464 w 58051775"/>
                <a:gd name="connsiteY17895" fmla="*/ 14000064 h 57949372"/>
                <a:gd name="connsiteX17896" fmla="*/ 4197880 w 58051775"/>
                <a:gd name="connsiteY17896" fmla="*/ 13939081 h 57949372"/>
                <a:gd name="connsiteX17897" fmla="*/ 4236912 w 58051775"/>
                <a:gd name="connsiteY17897" fmla="*/ 13868494 h 57949372"/>
                <a:gd name="connsiteX17898" fmla="*/ 4286324 w 58051775"/>
                <a:gd name="connsiteY17898" fmla="*/ 13786658 h 57949372"/>
                <a:gd name="connsiteX17899" fmla="*/ 4330104 w 58051775"/>
                <a:gd name="connsiteY17899" fmla="*/ 13713325 h 57949372"/>
                <a:gd name="connsiteX17900" fmla="*/ 4361824 w 58051775"/>
                <a:gd name="connsiteY17900" fmla="*/ 13639809 h 57949372"/>
                <a:gd name="connsiteX17901" fmla="*/ 4405408 w 58051775"/>
                <a:gd name="connsiteY17901" fmla="*/ 13563604 h 57949372"/>
                <a:gd name="connsiteX17902" fmla="*/ 4464088 w 58051775"/>
                <a:gd name="connsiteY17902" fmla="*/ 13503867 h 57949372"/>
                <a:gd name="connsiteX17903" fmla="*/ 4508504 w 58051775"/>
                <a:gd name="connsiteY17903" fmla="*/ 13449932 h 57949372"/>
                <a:gd name="connsiteX17904" fmla="*/ 4544916 w 58051775"/>
                <a:gd name="connsiteY17904" fmla="*/ 13357271 h 57949372"/>
                <a:gd name="connsiteX17905" fmla="*/ 4589336 w 58051775"/>
                <a:gd name="connsiteY17905" fmla="*/ 13277852 h 57949372"/>
                <a:gd name="connsiteX17906" fmla="*/ 4641820 w 58051775"/>
                <a:gd name="connsiteY17906" fmla="*/ 13237184 h 57949372"/>
                <a:gd name="connsiteX17907" fmla="*/ 4686304 w 58051775"/>
                <a:gd name="connsiteY17907" fmla="*/ 13183078 h 57949372"/>
                <a:gd name="connsiteX17908" fmla="*/ 4723848 w 58051775"/>
                <a:gd name="connsiteY17908" fmla="*/ 13104981 h 57949372"/>
                <a:gd name="connsiteX17909" fmla="*/ 4775288 w 58051775"/>
                <a:gd name="connsiteY17909" fmla="*/ 13023588 h 57949372"/>
                <a:gd name="connsiteX17910" fmla="*/ 4819796 w 58051775"/>
                <a:gd name="connsiteY17910" fmla="*/ 12961441 h 57949372"/>
                <a:gd name="connsiteX17911" fmla="*/ 4864104 w 58051775"/>
                <a:gd name="connsiteY17911" fmla="*/ 12890506 h 57949372"/>
                <a:gd name="connsiteX17912" fmla="*/ 4908408 w 58051775"/>
                <a:gd name="connsiteY17912" fmla="*/ 12819590 h 57949372"/>
                <a:gd name="connsiteX17913" fmla="*/ 4953376 w 58051775"/>
                <a:gd name="connsiteY17913" fmla="*/ 12756013 h 57949372"/>
                <a:gd name="connsiteX17914" fmla="*/ 4992952 w 58051775"/>
                <a:gd name="connsiteY17914" fmla="*/ 12699022 h 57949372"/>
                <a:gd name="connsiteX17915" fmla="*/ 5035476 w 58051775"/>
                <a:gd name="connsiteY17915" fmla="*/ 12626088 h 57949372"/>
                <a:gd name="connsiteX17916" fmla="*/ 5091792 w 58051775"/>
                <a:gd name="connsiteY17916" fmla="*/ 12543094 h 57949372"/>
                <a:gd name="connsiteX17917" fmla="*/ 5130800 w 58051775"/>
                <a:gd name="connsiteY17917" fmla="*/ 12502464 h 57949372"/>
                <a:gd name="connsiteX17918" fmla="*/ 5173736 w 58051775"/>
                <a:gd name="connsiteY17918" fmla="*/ 12452654 h 57949372"/>
                <a:gd name="connsiteX17919" fmla="*/ 5224624 w 58051775"/>
                <a:gd name="connsiteY17919" fmla="*/ 12380112 h 57949372"/>
                <a:gd name="connsiteX17920" fmla="*/ 5258436 w 58051775"/>
                <a:gd name="connsiteY17920" fmla="*/ 12322210 h 57949372"/>
                <a:gd name="connsiteX17921" fmla="*/ 5303872 w 58051775"/>
                <a:gd name="connsiteY17921" fmla="*/ 12255166 h 57949372"/>
                <a:gd name="connsiteX17922" fmla="*/ 5354708 w 58051775"/>
                <a:gd name="connsiteY17922" fmla="*/ 12185743 h 57949372"/>
                <a:gd name="connsiteX17923" fmla="*/ 5394700 w 58051775"/>
                <a:gd name="connsiteY17923" fmla="*/ 12124665 h 57949372"/>
                <a:gd name="connsiteX17924" fmla="*/ 5444920 w 58051775"/>
                <a:gd name="connsiteY17924" fmla="*/ 12056748 h 57949372"/>
                <a:gd name="connsiteX17925" fmla="*/ 5486400 w 58051775"/>
                <a:gd name="connsiteY17925" fmla="*/ 12005255 h 57949372"/>
                <a:gd name="connsiteX17926" fmla="*/ 5530852 w 58051775"/>
                <a:gd name="connsiteY17926" fmla="*/ 11938002 h 57949372"/>
                <a:gd name="connsiteX17927" fmla="*/ 5575304 w 58051775"/>
                <a:gd name="connsiteY17927" fmla="*/ 11879012 h 57949372"/>
                <a:gd name="connsiteX17928" fmla="*/ 5619412 w 58051775"/>
                <a:gd name="connsiteY17928" fmla="*/ 11829455 h 57949372"/>
                <a:gd name="connsiteX17929" fmla="*/ 5671508 w 58051775"/>
                <a:gd name="connsiteY17929" fmla="*/ 11753218 h 57949372"/>
                <a:gd name="connsiteX17930" fmla="*/ 5708988 w 58051775"/>
                <a:gd name="connsiteY17930" fmla="*/ 11691305 h 57949372"/>
                <a:gd name="connsiteX17931" fmla="*/ 5740648 w 58051775"/>
                <a:gd name="connsiteY17931" fmla="*/ 11636718 h 57949372"/>
                <a:gd name="connsiteX17932" fmla="*/ 5868896 w 58051775"/>
                <a:gd name="connsiteY17932" fmla="*/ 11469769 h 57949372"/>
                <a:gd name="connsiteX17933" fmla="*/ 5929348 w 58051775"/>
                <a:gd name="connsiteY17933" fmla="*/ 11403725 h 57949372"/>
                <a:gd name="connsiteX17934" fmla="*/ 5981832 w 58051775"/>
                <a:gd name="connsiteY17934" fmla="*/ 11355724 h 57949372"/>
                <a:gd name="connsiteX17935" fmla="*/ 6019800 w 58051775"/>
                <a:gd name="connsiteY17935" fmla="*/ 11304092 h 57949372"/>
                <a:gd name="connsiteX17936" fmla="*/ 6051848 w 58051775"/>
                <a:gd name="connsiteY17936" fmla="*/ 11259533 h 57949372"/>
                <a:gd name="connsiteX17937" fmla="*/ 6104096 w 58051775"/>
                <a:gd name="connsiteY17937" fmla="*/ 11188054 h 57949372"/>
                <a:gd name="connsiteX17938" fmla="*/ 6160196 w 58051775"/>
                <a:gd name="connsiteY17938" fmla="*/ 11112006 h 57949372"/>
                <a:gd name="connsiteX17939" fmla="*/ 6204100 w 58051775"/>
                <a:gd name="connsiteY17939" fmla="*/ 11061232 h 57949372"/>
                <a:gd name="connsiteX17940" fmla="*/ 6249304 w 58051775"/>
                <a:gd name="connsiteY17940" fmla="*/ 11016788 h 57949372"/>
                <a:gd name="connsiteX17941" fmla="*/ 6286504 w 58051775"/>
                <a:gd name="connsiteY17941" fmla="*/ 10979250 h 57949372"/>
                <a:gd name="connsiteX17942" fmla="*/ 6330952 w 58051775"/>
                <a:gd name="connsiteY17942" fmla="*/ 10916496 h 57949372"/>
                <a:gd name="connsiteX17943" fmla="*/ 6375400 w 58051775"/>
                <a:gd name="connsiteY17943" fmla="*/ 10852458 h 57949372"/>
                <a:gd name="connsiteX17944" fmla="*/ 6519840 w 58051775"/>
                <a:gd name="connsiteY17944" fmla="*/ 10663878 h 57949372"/>
                <a:gd name="connsiteX17945" fmla="*/ 6559488 w 58051775"/>
                <a:gd name="connsiteY17945" fmla="*/ 10617402 h 57949372"/>
                <a:gd name="connsiteX17946" fmla="*/ 6604720 w 58051775"/>
                <a:gd name="connsiteY17946" fmla="*/ 10572380 h 57949372"/>
                <a:gd name="connsiteX17947" fmla="*/ 6649224 w 58051775"/>
                <a:gd name="connsiteY17947" fmla="*/ 10523402 h 57949372"/>
                <a:gd name="connsiteX17948" fmla="*/ 6693856 w 58051775"/>
                <a:gd name="connsiteY17948" fmla="*/ 10466104 h 57949372"/>
                <a:gd name="connsiteX17949" fmla="*/ 6731000 w 58051775"/>
                <a:gd name="connsiteY17949" fmla="*/ 10421918 h 57949372"/>
                <a:gd name="connsiteX17950" fmla="*/ 7000876 w 58051775"/>
                <a:gd name="connsiteY17950" fmla="*/ 10083054 h 57949372"/>
                <a:gd name="connsiteX17951" fmla="*/ 7099304 w 58051775"/>
                <a:gd name="connsiteY17951" fmla="*/ 9982012 h 57949372"/>
                <a:gd name="connsiteX17952" fmla="*/ 7137216 w 58051775"/>
                <a:gd name="connsiteY17952" fmla="*/ 9950544 h 57949372"/>
                <a:gd name="connsiteX17953" fmla="*/ 7183080 w 58051775"/>
                <a:gd name="connsiteY17953" fmla="*/ 9899278 h 57949372"/>
                <a:gd name="connsiteX17954" fmla="*/ 7227712 w 58051775"/>
                <a:gd name="connsiteY17954" fmla="*/ 9841496 h 57949372"/>
                <a:gd name="connsiteX17955" fmla="*/ 7264400 w 58051775"/>
                <a:gd name="connsiteY17955" fmla="*/ 9798442 h 57949372"/>
                <a:gd name="connsiteX17956" fmla="*/ 7308852 w 58051775"/>
                <a:gd name="connsiteY17956" fmla="*/ 9755288 h 57949372"/>
                <a:gd name="connsiteX17957" fmla="*/ 7353304 w 58051775"/>
                <a:gd name="connsiteY17957" fmla="*/ 9704688 h 57949372"/>
                <a:gd name="connsiteX17958" fmla="*/ 7384788 w 58051775"/>
                <a:gd name="connsiteY17958" fmla="*/ 9659692 h 57949372"/>
                <a:gd name="connsiteX17959" fmla="*/ 7430452 w 58051775"/>
                <a:gd name="connsiteY17959" fmla="*/ 9591558 h 57949372"/>
                <a:gd name="connsiteX17960" fmla="*/ 7480852 w 58051775"/>
                <a:gd name="connsiteY17960" fmla="*/ 9505952 h 57949372"/>
                <a:gd name="connsiteX17961" fmla="*/ 7616164 w 58051775"/>
                <a:gd name="connsiteY17961" fmla="*/ 9364432 h 57949372"/>
                <a:gd name="connsiteX17962" fmla="*/ 7727952 w 58051775"/>
                <a:gd name="connsiteY17962" fmla="*/ 9247344 h 57949372"/>
                <a:gd name="connsiteX17963" fmla="*/ 7864476 w 58051775"/>
                <a:gd name="connsiteY17963" fmla="*/ 9125824 h 57949372"/>
                <a:gd name="connsiteX17964" fmla="*/ 7988304 w 58051775"/>
                <a:gd name="connsiteY17964" fmla="*/ 9006044 h 57949372"/>
                <a:gd name="connsiteX17965" fmla="*/ 8032752 w 58051775"/>
                <a:gd name="connsiteY17965" fmla="*/ 8967884 h 57949372"/>
                <a:gd name="connsiteX17966" fmla="*/ 8077200 w 58051775"/>
                <a:gd name="connsiteY17966" fmla="*/ 8922504 h 57949372"/>
                <a:gd name="connsiteX17967" fmla="*/ 8115852 w 58051775"/>
                <a:gd name="connsiteY17967" fmla="*/ 8883366 h 57949372"/>
                <a:gd name="connsiteX17968" fmla="*/ 8168580 w 58051775"/>
                <a:gd name="connsiteY17968" fmla="*/ 8832488 h 57949372"/>
                <a:gd name="connsiteX17969" fmla="*/ 8206268 w 58051775"/>
                <a:gd name="connsiteY17969" fmla="*/ 8794096 h 57949372"/>
                <a:gd name="connsiteX17970" fmla="*/ 8249008 w 58051775"/>
                <a:gd name="connsiteY17970" fmla="*/ 8749616 h 57949372"/>
                <a:gd name="connsiteX17971" fmla="*/ 8304404 w 58051775"/>
                <a:gd name="connsiteY17971" fmla="*/ 8693872 h 57949372"/>
                <a:gd name="connsiteX17972" fmla="*/ 8347696 w 58051775"/>
                <a:gd name="connsiteY17972" fmla="*/ 8648266 h 57949372"/>
                <a:gd name="connsiteX17973" fmla="*/ 8381568 w 58051775"/>
                <a:gd name="connsiteY17973" fmla="*/ 8614394 h 57949372"/>
                <a:gd name="connsiteX17974" fmla="*/ 8427572 w 58051775"/>
                <a:gd name="connsiteY17974" fmla="*/ 8570336 h 57949372"/>
                <a:gd name="connsiteX17975" fmla="*/ 8476464 w 58051775"/>
                <a:gd name="connsiteY17975" fmla="*/ 8519748 h 57949372"/>
                <a:gd name="connsiteX17976" fmla="*/ 8519752 w 58051775"/>
                <a:gd name="connsiteY17976" fmla="*/ 8476460 h 57949372"/>
                <a:gd name="connsiteX17977" fmla="*/ 8571952 w 58051775"/>
                <a:gd name="connsiteY17977" fmla="*/ 8426736 h 57949372"/>
                <a:gd name="connsiteX17978" fmla="*/ 8610600 w 58051775"/>
                <a:gd name="connsiteY17978" fmla="*/ 8387432 h 57949372"/>
                <a:gd name="connsiteX17979" fmla="*/ 8648044 w 58051775"/>
                <a:gd name="connsiteY17979" fmla="*/ 8346630 h 57949372"/>
                <a:gd name="connsiteX17980" fmla="*/ 8698292 w 58051775"/>
                <a:gd name="connsiteY17980" fmla="*/ 8297032 h 57949372"/>
                <a:gd name="connsiteX17981" fmla="*/ 8748852 w 58051775"/>
                <a:gd name="connsiteY17981" fmla="*/ 8249400 h 57949372"/>
                <a:gd name="connsiteX17982" fmla="*/ 8794096 w 58051775"/>
                <a:gd name="connsiteY17982" fmla="*/ 8206270 h 57949372"/>
                <a:gd name="connsiteX17983" fmla="*/ 8832484 w 58051775"/>
                <a:gd name="connsiteY17983" fmla="*/ 8168578 h 57949372"/>
                <a:gd name="connsiteX17984" fmla="*/ 8883368 w 58051775"/>
                <a:gd name="connsiteY17984" fmla="*/ 8115850 h 57949372"/>
                <a:gd name="connsiteX17985" fmla="*/ 8922504 w 58051775"/>
                <a:gd name="connsiteY17985" fmla="*/ 8077200 h 57949372"/>
                <a:gd name="connsiteX17986" fmla="*/ 8967884 w 58051775"/>
                <a:gd name="connsiteY17986" fmla="*/ 8032750 h 57949372"/>
                <a:gd name="connsiteX17987" fmla="*/ 9006656 w 58051775"/>
                <a:gd name="connsiteY17987" fmla="*/ 7988302 h 57949372"/>
                <a:gd name="connsiteX17988" fmla="*/ 9081948 w 58051775"/>
                <a:gd name="connsiteY17988" fmla="*/ 7908924 h 57949372"/>
                <a:gd name="connsiteX17989" fmla="*/ 9158424 w 58051775"/>
                <a:gd name="connsiteY17989" fmla="*/ 7816850 h 57949372"/>
                <a:gd name="connsiteX17990" fmla="*/ 9320004 w 58051775"/>
                <a:gd name="connsiteY17990" fmla="*/ 7660776 h 57949372"/>
                <a:gd name="connsiteX17991" fmla="*/ 9505952 w 58051775"/>
                <a:gd name="connsiteY17991" fmla="*/ 7481016 h 57949372"/>
                <a:gd name="connsiteX17992" fmla="*/ 9591560 w 58051775"/>
                <a:gd name="connsiteY17992" fmla="*/ 7430452 h 57949372"/>
                <a:gd name="connsiteX17993" fmla="*/ 9659692 w 58051775"/>
                <a:gd name="connsiteY17993" fmla="*/ 7384786 h 57949372"/>
                <a:gd name="connsiteX17994" fmla="*/ 9703968 w 58051775"/>
                <a:gd name="connsiteY17994" fmla="*/ 7353300 h 57949372"/>
                <a:gd name="connsiteX17995" fmla="*/ 9748816 w 58051775"/>
                <a:gd name="connsiteY17995" fmla="*/ 7320944 h 57949372"/>
                <a:gd name="connsiteX17996" fmla="*/ 9812608 w 58051775"/>
                <a:gd name="connsiteY17996" fmla="*/ 7270792 h 57949372"/>
                <a:gd name="connsiteX17997" fmla="*/ 9855200 w 58051775"/>
                <a:gd name="connsiteY17997" fmla="*/ 7232870 h 57949372"/>
                <a:gd name="connsiteX17998" fmla="*/ 9899088 w 58051775"/>
                <a:gd name="connsiteY17998" fmla="*/ 7186850 h 57949372"/>
                <a:gd name="connsiteX17999" fmla="*/ 9950748 w 58051775"/>
                <a:gd name="connsiteY17999" fmla="*/ 7136464 h 57949372"/>
                <a:gd name="connsiteX18000" fmla="*/ 9986048 w 58051775"/>
                <a:gd name="connsiteY18000" fmla="*/ 7097244 h 57949372"/>
                <a:gd name="connsiteX18001" fmla="*/ 10045512 w 58051775"/>
                <a:gd name="connsiteY18001" fmla="*/ 7038406 h 57949372"/>
                <a:gd name="connsiteX18002" fmla="*/ 10179052 w 58051775"/>
                <a:gd name="connsiteY18002" fmla="*/ 6900938 h 57949372"/>
                <a:gd name="connsiteX18003" fmla="*/ 10316168 w 58051775"/>
                <a:gd name="connsiteY18003" fmla="*/ 6813738 h 57949372"/>
                <a:gd name="connsiteX18004" fmla="*/ 10373172 w 58051775"/>
                <a:gd name="connsiteY18004" fmla="*/ 6782458 h 57949372"/>
                <a:gd name="connsiteX18005" fmla="*/ 10422708 w 58051775"/>
                <a:gd name="connsiteY18005" fmla="*/ 6732238 h 57949372"/>
                <a:gd name="connsiteX18006" fmla="*/ 10471148 w 58051775"/>
                <a:gd name="connsiteY18006" fmla="*/ 6688336 h 57949372"/>
                <a:gd name="connsiteX18007" fmla="*/ 10522388 w 58051775"/>
                <a:gd name="connsiteY18007" fmla="*/ 6649478 h 57949372"/>
                <a:gd name="connsiteX18008" fmla="*/ 10572848 w 58051775"/>
                <a:gd name="connsiteY18008" fmla="*/ 6603818 h 57949372"/>
                <a:gd name="connsiteX18009" fmla="*/ 10605332 w 58051775"/>
                <a:gd name="connsiteY18009" fmla="*/ 6565902 h 57949372"/>
                <a:gd name="connsiteX18010" fmla="*/ 10661856 w 58051775"/>
                <a:gd name="connsiteY18010" fmla="*/ 6511924 h 57949372"/>
                <a:gd name="connsiteX18011" fmla="*/ 10854304 w 58051775"/>
                <a:gd name="connsiteY18011" fmla="*/ 6365232 h 57949372"/>
                <a:gd name="connsiteX18012" fmla="*/ 10920968 w 58051775"/>
                <a:gd name="connsiteY18012" fmla="*/ 6326538 h 57949372"/>
                <a:gd name="connsiteX18013" fmla="*/ 10956912 w 58051775"/>
                <a:gd name="connsiteY18013" fmla="*/ 6285790 h 57949372"/>
                <a:gd name="connsiteX18014" fmla="*/ 11019284 w 58051775"/>
                <a:gd name="connsiteY18014" fmla="*/ 6230956 h 57949372"/>
                <a:gd name="connsiteX18015" fmla="*/ 11188732 w 58051775"/>
                <a:gd name="connsiteY18015" fmla="*/ 6099054 h 57949372"/>
                <a:gd name="connsiteX18016" fmla="*/ 11256724 w 58051775"/>
                <a:gd name="connsiteY18016" fmla="*/ 6059920 h 57949372"/>
                <a:gd name="connsiteX18017" fmla="*/ 11317240 w 58051775"/>
                <a:gd name="connsiteY18017" fmla="*/ 6025812 h 57949372"/>
                <a:gd name="connsiteX18018" fmla="*/ 11373400 w 58051775"/>
                <a:gd name="connsiteY18018" fmla="*/ 5980644 h 57949372"/>
                <a:gd name="connsiteX18019" fmla="*/ 11405432 w 58051775"/>
                <a:gd name="connsiteY18019" fmla="*/ 5943602 h 57949372"/>
                <a:gd name="connsiteX18020" fmla="*/ 11461064 w 58051775"/>
                <a:gd name="connsiteY18020" fmla="*/ 5889624 h 57949372"/>
                <a:gd name="connsiteX18021" fmla="*/ 11636048 w 58051775"/>
                <a:gd name="connsiteY18021" fmla="*/ 5741002 h 57949372"/>
                <a:gd name="connsiteX18022" fmla="*/ 11693784 w 58051775"/>
                <a:gd name="connsiteY18022" fmla="*/ 5709476 h 57949372"/>
                <a:gd name="connsiteX18023" fmla="*/ 11758952 w 58051775"/>
                <a:gd name="connsiteY18023" fmla="*/ 5670826 h 57949372"/>
                <a:gd name="connsiteX18024" fmla="*/ 11815516 w 58051775"/>
                <a:gd name="connsiteY18024" fmla="*/ 5618624 h 57949372"/>
                <a:gd name="connsiteX18025" fmla="*/ 11888332 w 58051775"/>
                <a:gd name="connsiteY18025" fmla="*/ 5564246 h 57949372"/>
                <a:gd name="connsiteX18026" fmla="*/ 11979832 w 58051775"/>
                <a:gd name="connsiteY18026" fmla="*/ 5519618 h 57949372"/>
                <a:gd name="connsiteX18027" fmla="*/ 12038700 w 58051775"/>
                <a:gd name="connsiteY18027" fmla="*/ 5486402 h 57949372"/>
                <a:gd name="connsiteX18028" fmla="*/ 12083128 w 58051775"/>
                <a:gd name="connsiteY18028" fmla="*/ 5450088 h 57949372"/>
                <a:gd name="connsiteX18029" fmla="*/ 12138800 w 58051775"/>
                <a:gd name="connsiteY18029" fmla="*/ 5398494 h 57949372"/>
                <a:gd name="connsiteX18030" fmla="*/ 12202128 w 58051775"/>
                <a:gd name="connsiteY18030" fmla="*/ 5347464 h 57949372"/>
                <a:gd name="connsiteX18031" fmla="*/ 12273876 w 58051775"/>
                <a:gd name="connsiteY18031" fmla="*/ 5303218 h 57949372"/>
                <a:gd name="connsiteX18032" fmla="*/ 12338984 w 58051775"/>
                <a:gd name="connsiteY18032" fmla="*/ 5264508 h 57949372"/>
                <a:gd name="connsiteX18033" fmla="*/ 12395100 w 58051775"/>
                <a:gd name="connsiteY18033" fmla="*/ 5221642 h 57949372"/>
                <a:gd name="connsiteX18034" fmla="*/ 12452168 w 58051775"/>
                <a:gd name="connsiteY18034" fmla="*/ 5177318 h 57949372"/>
                <a:gd name="connsiteX18035" fmla="*/ 12521824 w 58051775"/>
                <a:gd name="connsiteY18035" fmla="*/ 5126084 h 57949372"/>
                <a:gd name="connsiteX18036" fmla="*/ 12603040 w 58051775"/>
                <a:gd name="connsiteY18036" fmla="*/ 5074212 h 57949372"/>
                <a:gd name="connsiteX18037" fmla="*/ 12659816 w 58051775"/>
                <a:gd name="connsiteY18037" fmla="*/ 5041900 h 57949372"/>
                <a:gd name="connsiteX18038" fmla="*/ 12718192 w 58051775"/>
                <a:gd name="connsiteY18038" fmla="*/ 4997450 h 57949372"/>
                <a:gd name="connsiteX18039" fmla="*/ 12768124 w 58051775"/>
                <a:gd name="connsiteY18039" fmla="*/ 4953000 h 57949372"/>
                <a:gd name="connsiteX18040" fmla="*/ 12820912 w 58051775"/>
                <a:gd name="connsiteY18040" fmla="*/ 4914628 h 57949372"/>
                <a:gd name="connsiteX18041" fmla="*/ 12907512 w 58051775"/>
                <a:gd name="connsiteY18041" fmla="*/ 4868290 h 57949372"/>
                <a:gd name="connsiteX18042" fmla="*/ 12971552 w 58051775"/>
                <a:gd name="connsiteY18042" fmla="*/ 4817498 h 57949372"/>
                <a:gd name="connsiteX18043" fmla="*/ 13039096 w 58051775"/>
                <a:gd name="connsiteY18043" fmla="*/ 4766768 h 57949372"/>
                <a:gd name="connsiteX18044" fmla="*/ 13127196 w 58051775"/>
                <a:gd name="connsiteY18044" fmla="*/ 4722580 h 57949372"/>
                <a:gd name="connsiteX18045" fmla="*/ 13190948 w 58051775"/>
                <a:gd name="connsiteY18045" fmla="*/ 4686302 h 57949372"/>
                <a:gd name="connsiteX18046" fmla="*/ 13247520 w 58051775"/>
                <a:gd name="connsiteY18046" fmla="*/ 4648996 h 57949372"/>
                <a:gd name="connsiteX18047" fmla="*/ 13308228 w 58051775"/>
                <a:gd name="connsiteY18047" fmla="*/ 4589542 h 57949372"/>
                <a:gd name="connsiteX18048" fmla="*/ 13463528 w 58051775"/>
                <a:gd name="connsiteY18048" fmla="*/ 4508502 h 57949372"/>
                <a:gd name="connsiteX18049" fmla="*/ 13528920 w 58051775"/>
                <a:gd name="connsiteY18049" fmla="*/ 4464052 h 57949372"/>
                <a:gd name="connsiteX18050" fmla="*/ 13598944 w 58051775"/>
                <a:gd name="connsiteY18050" fmla="*/ 4419600 h 57949372"/>
                <a:gd name="connsiteX18051" fmla="*/ 13664136 w 58051775"/>
                <a:gd name="connsiteY18051" fmla="*/ 4382640 h 57949372"/>
                <a:gd name="connsiteX18052" fmla="*/ 13747256 w 58051775"/>
                <a:gd name="connsiteY18052" fmla="*/ 4325376 h 57949372"/>
                <a:gd name="connsiteX18053" fmla="*/ 13825172 w 58051775"/>
                <a:gd name="connsiteY18053" fmla="*/ 4273436 h 57949372"/>
                <a:gd name="connsiteX18054" fmla="*/ 13893624 w 58051775"/>
                <a:gd name="connsiteY18054" fmla="*/ 4241800 h 57949372"/>
                <a:gd name="connsiteX18055" fmla="*/ 13958092 w 58051775"/>
                <a:gd name="connsiteY18055" fmla="*/ 4198864 h 57949372"/>
                <a:gd name="connsiteX18056" fmla="*/ 14022632 w 58051775"/>
                <a:gd name="connsiteY18056" fmla="*/ 4148090 h 57949372"/>
                <a:gd name="connsiteX18057" fmla="*/ 14105268 w 58051775"/>
                <a:gd name="connsiteY18057" fmla="*/ 4102126 h 57949372"/>
                <a:gd name="connsiteX18058" fmla="*/ 14174728 w 58051775"/>
                <a:gd name="connsiteY18058" fmla="*/ 4064002 h 57949372"/>
                <a:gd name="connsiteX18059" fmla="*/ 14240120 w 58051775"/>
                <a:gd name="connsiteY18059" fmla="*/ 4019550 h 57949372"/>
                <a:gd name="connsiteX18060" fmla="*/ 14318412 w 58051775"/>
                <a:gd name="connsiteY18060" fmla="*/ 3968556 h 57949372"/>
                <a:gd name="connsiteX18061" fmla="*/ 14410760 w 58051775"/>
                <a:gd name="connsiteY18061" fmla="*/ 3916538 h 57949372"/>
                <a:gd name="connsiteX18062" fmla="*/ 14487548 w 58051775"/>
                <a:gd name="connsiteY18062" fmla="*/ 3881830 h 57949372"/>
                <a:gd name="connsiteX18063" fmla="*/ 14569564 w 58051775"/>
                <a:gd name="connsiteY18063" fmla="*/ 3837292 h 57949372"/>
                <a:gd name="connsiteX18064" fmla="*/ 14645832 w 58051775"/>
                <a:gd name="connsiteY18064" fmla="*/ 3792468 h 57949372"/>
                <a:gd name="connsiteX18065" fmla="*/ 14725804 w 58051775"/>
                <a:gd name="connsiteY18065" fmla="*/ 3746344 h 57949372"/>
                <a:gd name="connsiteX18066" fmla="*/ 14791528 w 58051775"/>
                <a:gd name="connsiteY18066" fmla="*/ 3708402 h 57949372"/>
                <a:gd name="connsiteX18067" fmla="*/ 14836776 w 58051775"/>
                <a:gd name="connsiteY18067" fmla="*/ 3677560 h 57949372"/>
                <a:gd name="connsiteX18068" fmla="*/ 14938880 w 58051775"/>
                <a:gd name="connsiteY18068" fmla="*/ 3612958 h 57949372"/>
                <a:gd name="connsiteX18069" fmla="*/ 15034212 w 58051775"/>
                <a:gd name="connsiteY18069" fmla="*/ 3559176 h 57949372"/>
                <a:gd name="connsiteX18070" fmla="*/ 15134496 w 58051775"/>
                <a:gd name="connsiteY18070" fmla="*/ 3511086 h 57949372"/>
                <a:gd name="connsiteX18071" fmla="*/ 15195340 w 58051775"/>
                <a:gd name="connsiteY18071" fmla="*/ 3480466 h 57949372"/>
                <a:gd name="connsiteX18072" fmla="*/ 15310824 w 58051775"/>
                <a:gd name="connsiteY18072" fmla="*/ 3429002 h 57949372"/>
                <a:gd name="connsiteX18073" fmla="*/ 15365388 w 58051775"/>
                <a:gd name="connsiteY18073" fmla="*/ 3396416 h 57949372"/>
                <a:gd name="connsiteX18074" fmla="*/ 15435764 w 58051775"/>
                <a:gd name="connsiteY18074" fmla="*/ 3351482 h 57949372"/>
                <a:gd name="connsiteX18075" fmla="*/ 15518040 w 58051775"/>
                <a:gd name="connsiteY18075" fmla="*/ 3307544 h 57949372"/>
                <a:gd name="connsiteX18076" fmla="*/ 15613476 w 58051775"/>
                <a:gd name="connsiteY18076" fmla="*/ 3258542 h 57949372"/>
                <a:gd name="connsiteX18077" fmla="*/ 15709252 w 58051775"/>
                <a:gd name="connsiteY18077" fmla="*/ 3209248 h 57949372"/>
                <a:gd name="connsiteX18078" fmla="*/ 15796800 w 58051775"/>
                <a:gd name="connsiteY18078" fmla="*/ 3168988 h 57949372"/>
                <a:gd name="connsiteX18079" fmla="*/ 15882168 w 58051775"/>
                <a:gd name="connsiteY18079" fmla="*/ 3123348 h 57949372"/>
                <a:gd name="connsiteX18080" fmla="*/ 15941712 w 58051775"/>
                <a:gd name="connsiteY18080" fmla="*/ 3086102 h 57949372"/>
                <a:gd name="connsiteX18081" fmla="*/ 15986964 w 58051775"/>
                <a:gd name="connsiteY18081" fmla="*/ 3065118 h 57949372"/>
                <a:gd name="connsiteX18082" fmla="*/ 16110180 w 58051775"/>
                <a:gd name="connsiteY18082" fmla="*/ 2997200 h 57949372"/>
                <a:gd name="connsiteX18083" fmla="*/ 16221760 w 58051775"/>
                <a:gd name="connsiteY18083" fmla="*/ 2938032 h 57949372"/>
                <a:gd name="connsiteX18084" fmla="*/ 16283160 w 58051775"/>
                <a:gd name="connsiteY18084" fmla="*/ 2908302 h 57949372"/>
                <a:gd name="connsiteX18085" fmla="*/ 16399560 w 58051775"/>
                <a:gd name="connsiteY18085" fmla="*/ 2849132 h 57949372"/>
                <a:gd name="connsiteX18086" fmla="*/ 16460532 w 58051775"/>
                <a:gd name="connsiteY18086" fmla="*/ 2819400 h 57949372"/>
                <a:gd name="connsiteX18087" fmla="*/ 16532636 w 58051775"/>
                <a:gd name="connsiteY18087" fmla="*/ 2795752 h 57949372"/>
                <a:gd name="connsiteX18088" fmla="*/ 16597016 w 58051775"/>
                <a:gd name="connsiteY18088" fmla="*/ 2752058 h 57949372"/>
                <a:gd name="connsiteX18089" fmla="*/ 16698168 w 58051775"/>
                <a:gd name="connsiteY18089" fmla="*/ 2723102 h 57949372"/>
                <a:gd name="connsiteX18090" fmla="*/ 16801312 w 58051775"/>
                <a:gd name="connsiteY18090" fmla="*/ 2677896 h 57949372"/>
                <a:gd name="connsiteX18091" fmla="*/ 16866840 w 58051775"/>
                <a:gd name="connsiteY18091" fmla="*/ 2641600 h 57949372"/>
                <a:gd name="connsiteX18092" fmla="*/ 16998968 w 58051775"/>
                <a:gd name="connsiteY18092" fmla="*/ 2590768 h 57949372"/>
                <a:gd name="connsiteX18093" fmla="*/ 17083116 w 58051775"/>
                <a:gd name="connsiteY18093" fmla="*/ 2549676 h 57949372"/>
                <a:gd name="connsiteX18094" fmla="*/ 17175728 w 58051775"/>
                <a:gd name="connsiteY18094" fmla="*/ 2497092 h 57949372"/>
                <a:gd name="connsiteX18095" fmla="*/ 17241536 w 58051775"/>
                <a:gd name="connsiteY18095" fmla="*/ 2457336 h 57949372"/>
                <a:gd name="connsiteX18096" fmla="*/ 17378392 w 58051775"/>
                <a:gd name="connsiteY18096" fmla="*/ 2407254 h 57949372"/>
                <a:gd name="connsiteX18097" fmla="*/ 17466424 w 58051775"/>
                <a:gd name="connsiteY18097" fmla="*/ 2369406 h 57949372"/>
                <a:gd name="connsiteX18098" fmla="*/ 17570452 w 58051775"/>
                <a:gd name="connsiteY18098" fmla="*/ 2324102 h 57949372"/>
                <a:gd name="connsiteX18099" fmla="*/ 17676488 w 58051775"/>
                <a:gd name="connsiteY18099" fmla="*/ 2278550 h 57949372"/>
                <a:gd name="connsiteX18100" fmla="*/ 17779208 w 58051775"/>
                <a:gd name="connsiteY18100" fmla="*/ 2233396 h 57949372"/>
                <a:gd name="connsiteX18101" fmla="*/ 17857136 w 58051775"/>
                <a:gd name="connsiteY18101" fmla="*/ 2197100 h 57949372"/>
                <a:gd name="connsiteX18102" fmla="*/ 17996320 w 58051775"/>
                <a:gd name="connsiteY18102" fmla="*/ 2145520 h 57949372"/>
                <a:gd name="connsiteX18103" fmla="*/ 18138336 w 58051775"/>
                <a:gd name="connsiteY18103" fmla="*/ 2089222 h 57949372"/>
                <a:gd name="connsiteX18104" fmla="*/ 18228912 w 58051775"/>
                <a:gd name="connsiteY18104" fmla="*/ 2057400 h 57949372"/>
                <a:gd name="connsiteX18105" fmla="*/ 18302464 w 58051775"/>
                <a:gd name="connsiteY18105" fmla="*/ 2019300 h 57949372"/>
                <a:gd name="connsiteX18106" fmla="*/ 18441184 w 58051775"/>
                <a:gd name="connsiteY18106" fmla="*/ 1967460 h 57949372"/>
                <a:gd name="connsiteX18107" fmla="*/ 18554624 w 58051775"/>
                <a:gd name="connsiteY18107" fmla="*/ 1923224 h 57949372"/>
                <a:gd name="connsiteX18108" fmla="*/ 18674448 w 58051775"/>
                <a:gd name="connsiteY18108" fmla="*/ 1868398 h 57949372"/>
                <a:gd name="connsiteX18109" fmla="*/ 18775840 w 58051775"/>
                <a:gd name="connsiteY18109" fmla="*/ 1828620 h 57949372"/>
                <a:gd name="connsiteX18110" fmla="*/ 18877440 w 58051775"/>
                <a:gd name="connsiteY18110" fmla="*/ 1783820 h 57949372"/>
                <a:gd name="connsiteX18111" fmla="*/ 18999200 w 58051775"/>
                <a:gd name="connsiteY18111" fmla="*/ 1733220 h 57949372"/>
                <a:gd name="connsiteX18112" fmla="*/ 19132848 w 58051775"/>
                <a:gd name="connsiteY18112" fmla="*/ 1693412 h 57949372"/>
                <a:gd name="connsiteX18113" fmla="*/ 19266200 w 58051775"/>
                <a:gd name="connsiteY18113" fmla="*/ 1648878 h 57949372"/>
                <a:gd name="connsiteX18114" fmla="*/ 19399280 w 58051775"/>
                <a:gd name="connsiteY18114" fmla="*/ 1604750 h 57949372"/>
                <a:gd name="connsiteX18115" fmla="*/ 19529396 w 58051775"/>
                <a:gd name="connsiteY18115" fmla="*/ 1564096 h 57949372"/>
                <a:gd name="connsiteX18116" fmla="*/ 19656692 w 58051775"/>
                <a:gd name="connsiteY18116" fmla="*/ 1520436 h 57949372"/>
                <a:gd name="connsiteX18117" fmla="*/ 19785584 w 58051775"/>
                <a:gd name="connsiteY18117" fmla="*/ 1477912 h 57949372"/>
                <a:gd name="connsiteX18118" fmla="*/ 19919560 w 58051775"/>
                <a:gd name="connsiteY18118" fmla="*/ 1433738 h 57949372"/>
                <a:gd name="connsiteX18119" fmla="*/ 20058808 w 58051775"/>
                <a:gd name="connsiteY18119" fmla="*/ 1385992 h 57949372"/>
                <a:gd name="connsiteX18120" fmla="*/ 20192816 w 58051775"/>
                <a:gd name="connsiteY18120" fmla="*/ 1340034 h 57949372"/>
                <a:gd name="connsiteX18121" fmla="*/ 20324560 w 58051775"/>
                <a:gd name="connsiteY18121" fmla="*/ 1297116 h 57949372"/>
                <a:gd name="connsiteX18122" fmla="*/ 20457488 w 58051775"/>
                <a:gd name="connsiteY18122" fmla="*/ 1253068 h 57949372"/>
                <a:gd name="connsiteX18123" fmla="*/ 20605380 w 58051775"/>
                <a:gd name="connsiteY18123" fmla="*/ 1210374 h 57949372"/>
                <a:gd name="connsiteX18124" fmla="*/ 20753848 w 58051775"/>
                <a:gd name="connsiteY18124" fmla="*/ 1166400 h 57949372"/>
                <a:gd name="connsiteX18125" fmla="*/ 20799864 w 58051775"/>
                <a:gd name="connsiteY18125" fmla="*/ 1123048 h 57949372"/>
                <a:gd name="connsiteX18126" fmla="*/ 20926784 w 58051775"/>
                <a:gd name="connsiteY18126" fmla="*/ 1112382 h 57949372"/>
                <a:gd name="connsiteX18127" fmla="*/ 21082424 w 58051775"/>
                <a:gd name="connsiteY18127" fmla="*/ 1072744 h 57949372"/>
                <a:gd name="connsiteX18128" fmla="*/ 21233728 w 58051775"/>
                <a:gd name="connsiteY18128" fmla="*/ 1031090 h 57949372"/>
                <a:gd name="connsiteX18129" fmla="*/ 21379800 w 58051775"/>
                <a:gd name="connsiteY18129" fmla="*/ 989086 h 57949372"/>
                <a:gd name="connsiteX18130" fmla="*/ 21562232 w 58051775"/>
                <a:gd name="connsiteY18130" fmla="*/ 934374 h 57949372"/>
                <a:gd name="connsiteX18131" fmla="*/ 21705536 w 58051775"/>
                <a:gd name="connsiteY18131" fmla="*/ 894166 h 57949372"/>
                <a:gd name="connsiteX18132" fmla="*/ 21873016 w 58051775"/>
                <a:gd name="connsiteY18132" fmla="*/ 844596 h 57949372"/>
                <a:gd name="connsiteX18133" fmla="*/ 22021800 w 58051775"/>
                <a:gd name="connsiteY18133" fmla="*/ 820100 h 57949372"/>
                <a:gd name="connsiteX18134" fmla="*/ 22263720 w 58051775"/>
                <a:gd name="connsiteY18134" fmla="*/ 764280 h 57949372"/>
                <a:gd name="connsiteX18135" fmla="*/ 22441216 w 58051775"/>
                <a:gd name="connsiteY18135" fmla="*/ 726970 h 57949372"/>
                <a:gd name="connsiteX18136" fmla="*/ 22660608 w 58051775"/>
                <a:gd name="connsiteY18136" fmla="*/ 667304 h 57949372"/>
                <a:gd name="connsiteX18137" fmla="*/ 22836856 w 58051775"/>
                <a:gd name="connsiteY18137" fmla="*/ 621896 h 57949372"/>
                <a:gd name="connsiteX18138" fmla="*/ 23033800 w 58051775"/>
                <a:gd name="connsiteY18138" fmla="*/ 578154 h 57949372"/>
                <a:gd name="connsiteX18139" fmla="*/ 23167152 w 58051775"/>
                <a:gd name="connsiteY18139" fmla="*/ 564304 h 57949372"/>
                <a:gd name="connsiteX18140" fmla="*/ 23452332 w 58051775"/>
                <a:gd name="connsiteY18140" fmla="*/ 492900 h 57949372"/>
                <a:gd name="connsiteX18141" fmla="*/ 23705656 w 58051775"/>
                <a:gd name="connsiteY18141" fmla="*/ 449360 h 57949372"/>
                <a:gd name="connsiteX18142" fmla="*/ 24120104 w 58051775"/>
                <a:gd name="connsiteY18142" fmla="*/ 392522 h 57949372"/>
                <a:gd name="connsiteX18143" fmla="*/ 24205048 w 58051775"/>
                <a:gd name="connsiteY18143" fmla="*/ 360972 h 57949372"/>
                <a:gd name="connsiteX18144" fmla="*/ 24430848 w 58051775"/>
                <a:gd name="connsiteY18144" fmla="*/ 315766 h 57949372"/>
                <a:gd name="connsiteX18145" fmla="*/ 24659712 w 58051775"/>
                <a:gd name="connsiteY18145" fmla="*/ 284488 h 57949372"/>
                <a:gd name="connsiteX18146" fmla="*/ 24749248 w 58051775"/>
                <a:gd name="connsiteY18146" fmla="*/ 266702 h 57949372"/>
                <a:gd name="connsiteX18147" fmla="*/ 24813496 w 58051775"/>
                <a:gd name="connsiteY18147" fmla="*/ 251228 h 57949372"/>
                <a:gd name="connsiteX18148" fmla="*/ 25079560 w 58051775"/>
                <a:gd name="connsiteY18148" fmla="*/ 224928 h 57949372"/>
                <a:gd name="connsiteX18149" fmla="*/ 25386648 w 58051775"/>
                <a:gd name="connsiteY18149" fmla="*/ 187746 h 57949372"/>
                <a:gd name="connsiteX18150" fmla="*/ 25883312 w 58051775"/>
                <a:gd name="connsiteY18150" fmla="*/ 134084 h 57949372"/>
                <a:gd name="connsiteX18151" fmla="*/ 26055464 w 58051775"/>
                <a:gd name="connsiteY18151" fmla="*/ 139700 h 57949372"/>
                <a:gd name="connsiteX18152" fmla="*/ 26092856 w 58051775"/>
                <a:gd name="connsiteY18152" fmla="*/ 101044 h 57949372"/>
                <a:gd name="connsiteX18153" fmla="*/ 26163632 w 58051775"/>
                <a:gd name="connsiteY18153" fmla="*/ 75498 h 57949372"/>
                <a:gd name="connsiteX18154" fmla="*/ 26271168 w 58051775"/>
                <a:gd name="connsiteY18154" fmla="*/ 74902 h 57949372"/>
                <a:gd name="connsiteX18155" fmla="*/ 26757112 w 58051775"/>
                <a:gd name="connsiteY18155" fmla="*/ 46472 h 57949372"/>
                <a:gd name="connsiteX18156" fmla="*/ 27189260 w 58051775"/>
                <a:gd name="connsiteY18156" fmla="*/ 15876 h 57949372"/>
                <a:gd name="connsiteX18157" fmla="*/ 29062584 w 58051775"/>
                <a:gd name="connsiteY18157" fmla="*/ 0 h 5794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  <a:cxn ang="0">
                  <a:pos x="connsiteX5513" y="connsiteY5513"/>
                </a:cxn>
                <a:cxn ang="0">
                  <a:pos x="connsiteX5514" y="connsiteY5514"/>
                </a:cxn>
                <a:cxn ang="0">
                  <a:pos x="connsiteX5515" y="connsiteY5515"/>
                </a:cxn>
                <a:cxn ang="0">
                  <a:pos x="connsiteX5516" y="connsiteY5516"/>
                </a:cxn>
                <a:cxn ang="0">
                  <a:pos x="connsiteX5517" y="connsiteY5517"/>
                </a:cxn>
                <a:cxn ang="0">
                  <a:pos x="connsiteX5518" y="connsiteY5518"/>
                </a:cxn>
                <a:cxn ang="0">
                  <a:pos x="connsiteX5519" y="connsiteY5519"/>
                </a:cxn>
                <a:cxn ang="0">
                  <a:pos x="connsiteX5520" y="connsiteY5520"/>
                </a:cxn>
                <a:cxn ang="0">
                  <a:pos x="connsiteX5521" y="connsiteY5521"/>
                </a:cxn>
                <a:cxn ang="0">
                  <a:pos x="connsiteX5522" y="connsiteY5522"/>
                </a:cxn>
                <a:cxn ang="0">
                  <a:pos x="connsiteX5523" y="connsiteY5523"/>
                </a:cxn>
                <a:cxn ang="0">
                  <a:pos x="connsiteX5524" y="connsiteY5524"/>
                </a:cxn>
                <a:cxn ang="0">
                  <a:pos x="connsiteX5525" y="connsiteY5525"/>
                </a:cxn>
                <a:cxn ang="0">
                  <a:pos x="connsiteX5526" y="connsiteY5526"/>
                </a:cxn>
                <a:cxn ang="0">
                  <a:pos x="connsiteX5527" y="connsiteY5527"/>
                </a:cxn>
                <a:cxn ang="0">
                  <a:pos x="connsiteX5528" y="connsiteY5528"/>
                </a:cxn>
                <a:cxn ang="0">
                  <a:pos x="connsiteX5529" y="connsiteY5529"/>
                </a:cxn>
                <a:cxn ang="0">
                  <a:pos x="connsiteX5530" y="connsiteY5530"/>
                </a:cxn>
                <a:cxn ang="0">
                  <a:pos x="connsiteX5531" y="connsiteY5531"/>
                </a:cxn>
                <a:cxn ang="0">
                  <a:pos x="connsiteX5532" y="connsiteY5532"/>
                </a:cxn>
                <a:cxn ang="0">
                  <a:pos x="connsiteX5533" y="connsiteY5533"/>
                </a:cxn>
                <a:cxn ang="0">
                  <a:pos x="connsiteX5534" y="connsiteY5534"/>
                </a:cxn>
                <a:cxn ang="0">
                  <a:pos x="connsiteX5535" y="connsiteY5535"/>
                </a:cxn>
                <a:cxn ang="0">
                  <a:pos x="connsiteX5536" y="connsiteY5536"/>
                </a:cxn>
                <a:cxn ang="0">
                  <a:pos x="connsiteX5537" y="connsiteY5537"/>
                </a:cxn>
                <a:cxn ang="0">
                  <a:pos x="connsiteX5538" y="connsiteY5538"/>
                </a:cxn>
                <a:cxn ang="0">
                  <a:pos x="connsiteX5539" y="connsiteY5539"/>
                </a:cxn>
                <a:cxn ang="0">
                  <a:pos x="connsiteX5540" y="connsiteY5540"/>
                </a:cxn>
                <a:cxn ang="0">
                  <a:pos x="connsiteX5541" y="connsiteY5541"/>
                </a:cxn>
                <a:cxn ang="0">
                  <a:pos x="connsiteX5542" y="connsiteY5542"/>
                </a:cxn>
                <a:cxn ang="0">
                  <a:pos x="connsiteX5543" y="connsiteY5543"/>
                </a:cxn>
                <a:cxn ang="0">
                  <a:pos x="connsiteX5544" y="connsiteY5544"/>
                </a:cxn>
                <a:cxn ang="0">
                  <a:pos x="connsiteX5545" y="connsiteY5545"/>
                </a:cxn>
                <a:cxn ang="0">
                  <a:pos x="connsiteX5546" y="connsiteY5546"/>
                </a:cxn>
                <a:cxn ang="0">
                  <a:pos x="connsiteX5547" y="connsiteY5547"/>
                </a:cxn>
                <a:cxn ang="0">
                  <a:pos x="connsiteX5548" y="connsiteY5548"/>
                </a:cxn>
                <a:cxn ang="0">
                  <a:pos x="connsiteX5549" y="connsiteY5549"/>
                </a:cxn>
                <a:cxn ang="0">
                  <a:pos x="connsiteX5550" y="connsiteY5550"/>
                </a:cxn>
                <a:cxn ang="0">
                  <a:pos x="connsiteX5551" y="connsiteY5551"/>
                </a:cxn>
                <a:cxn ang="0">
                  <a:pos x="connsiteX5552" y="connsiteY5552"/>
                </a:cxn>
                <a:cxn ang="0">
                  <a:pos x="connsiteX5553" y="connsiteY5553"/>
                </a:cxn>
                <a:cxn ang="0">
                  <a:pos x="connsiteX5554" y="connsiteY5554"/>
                </a:cxn>
                <a:cxn ang="0">
                  <a:pos x="connsiteX5555" y="connsiteY5555"/>
                </a:cxn>
                <a:cxn ang="0">
                  <a:pos x="connsiteX5556" y="connsiteY5556"/>
                </a:cxn>
                <a:cxn ang="0">
                  <a:pos x="connsiteX5557" y="connsiteY5557"/>
                </a:cxn>
                <a:cxn ang="0">
                  <a:pos x="connsiteX5558" y="connsiteY5558"/>
                </a:cxn>
                <a:cxn ang="0">
                  <a:pos x="connsiteX5559" y="connsiteY5559"/>
                </a:cxn>
                <a:cxn ang="0">
                  <a:pos x="connsiteX5560" y="connsiteY5560"/>
                </a:cxn>
                <a:cxn ang="0">
                  <a:pos x="connsiteX5561" y="connsiteY5561"/>
                </a:cxn>
                <a:cxn ang="0">
                  <a:pos x="connsiteX5562" y="connsiteY5562"/>
                </a:cxn>
                <a:cxn ang="0">
                  <a:pos x="connsiteX5563" y="connsiteY5563"/>
                </a:cxn>
                <a:cxn ang="0">
                  <a:pos x="connsiteX5564" y="connsiteY5564"/>
                </a:cxn>
                <a:cxn ang="0">
                  <a:pos x="connsiteX5565" y="connsiteY5565"/>
                </a:cxn>
                <a:cxn ang="0">
                  <a:pos x="connsiteX5566" y="connsiteY5566"/>
                </a:cxn>
                <a:cxn ang="0">
                  <a:pos x="connsiteX5567" y="connsiteY5567"/>
                </a:cxn>
                <a:cxn ang="0">
                  <a:pos x="connsiteX5568" y="connsiteY5568"/>
                </a:cxn>
                <a:cxn ang="0">
                  <a:pos x="connsiteX5569" y="connsiteY5569"/>
                </a:cxn>
                <a:cxn ang="0">
                  <a:pos x="connsiteX5570" y="connsiteY5570"/>
                </a:cxn>
                <a:cxn ang="0">
                  <a:pos x="connsiteX5571" y="connsiteY5571"/>
                </a:cxn>
                <a:cxn ang="0">
                  <a:pos x="connsiteX5572" y="connsiteY5572"/>
                </a:cxn>
                <a:cxn ang="0">
                  <a:pos x="connsiteX5573" y="connsiteY5573"/>
                </a:cxn>
                <a:cxn ang="0">
                  <a:pos x="connsiteX5574" y="connsiteY5574"/>
                </a:cxn>
                <a:cxn ang="0">
                  <a:pos x="connsiteX5575" y="connsiteY5575"/>
                </a:cxn>
                <a:cxn ang="0">
                  <a:pos x="connsiteX5576" y="connsiteY5576"/>
                </a:cxn>
                <a:cxn ang="0">
                  <a:pos x="connsiteX5577" y="connsiteY5577"/>
                </a:cxn>
                <a:cxn ang="0">
                  <a:pos x="connsiteX5578" y="connsiteY5578"/>
                </a:cxn>
                <a:cxn ang="0">
                  <a:pos x="connsiteX5579" y="connsiteY5579"/>
                </a:cxn>
                <a:cxn ang="0">
                  <a:pos x="connsiteX5580" y="connsiteY5580"/>
                </a:cxn>
                <a:cxn ang="0">
                  <a:pos x="connsiteX5581" y="connsiteY5581"/>
                </a:cxn>
                <a:cxn ang="0">
                  <a:pos x="connsiteX5582" y="connsiteY5582"/>
                </a:cxn>
                <a:cxn ang="0">
                  <a:pos x="connsiteX5583" y="connsiteY5583"/>
                </a:cxn>
                <a:cxn ang="0">
                  <a:pos x="connsiteX5584" y="connsiteY5584"/>
                </a:cxn>
                <a:cxn ang="0">
                  <a:pos x="connsiteX5585" y="connsiteY5585"/>
                </a:cxn>
                <a:cxn ang="0">
                  <a:pos x="connsiteX5586" y="connsiteY5586"/>
                </a:cxn>
                <a:cxn ang="0">
                  <a:pos x="connsiteX5587" y="connsiteY5587"/>
                </a:cxn>
                <a:cxn ang="0">
                  <a:pos x="connsiteX5588" y="connsiteY5588"/>
                </a:cxn>
                <a:cxn ang="0">
                  <a:pos x="connsiteX5589" y="connsiteY5589"/>
                </a:cxn>
                <a:cxn ang="0">
                  <a:pos x="connsiteX5590" y="connsiteY5590"/>
                </a:cxn>
                <a:cxn ang="0">
                  <a:pos x="connsiteX5591" y="connsiteY5591"/>
                </a:cxn>
                <a:cxn ang="0">
                  <a:pos x="connsiteX5592" y="connsiteY5592"/>
                </a:cxn>
                <a:cxn ang="0">
                  <a:pos x="connsiteX5593" y="connsiteY5593"/>
                </a:cxn>
                <a:cxn ang="0">
                  <a:pos x="connsiteX5594" y="connsiteY5594"/>
                </a:cxn>
                <a:cxn ang="0">
                  <a:pos x="connsiteX5595" y="connsiteY5595"/>
                </a:cxn>
                <a:cxn ang="0">
                  <a:pos x="connsiteX5596" y="connsiteY5596"/>
                </a:cxn>
                <a:cxn ang="0">
                  <a:pos x="connsiteX5597" y="connsiteY5597"/>
                </a:cxn>
                <a:cxn ang="0">
                  <a:pos x="connsiteX5598" y="connsiteY5598"/>
                </a:cxn>
                <a:cxn ang="0">
                  <a:pos x="connsiteX5599" y="connsiteY5599"/>
                </a:cxn>
                <a:cxn ang="0">
                  <a:pos x="connsiteX5600" y="connsiteY5600"/>
                </a:cxn>
                <a:cxn ang="0">
                  <a:pos x="connsiteX5601" y="connsiteY5601"/>
                </a:cxn>
                <a:cxn ang="0">
                  <a:pos x="connsiteX5602" y="connsiteY5602"/>
                </a:cxn>
                <a:cxn ang="0">
                  <a:pos x="connsiteX5603" y="connsiteY5603"/>
                </a:cxn>
                <a:cxn ang="0">
                  <a:pos x="connsiteX5604" y="connsiteY5604"/>
                </a:cxn>
                <a:cxn ang="0">
                  <a:pos x="connsiteX5605" y="connsiteY5605"/>
                </a:cxn>
                <a:cxn ang="0">
                  <a:pos x="connsiteX5606" y="connsiteY5606"/>
                </a:cxn>
                <a:cxn ang="0">
                  <a:pos x="connsiteX5607" y="connsiteY5607"/>
                </a:cxn>
                <a:cxn ang="0">
                  <a:pos x="connsiteX5608" y="connsiteY5608"/>
                </a:cxn>
                <a:cxn ang="0">
                  <a:pos x="connsiteX5609" y="connsiteY5609"/>
                </a:cxn>
                <a:cxn ang="0">
                  <a:pos x="connsiteX5610" y="connsiteY5610"/>
                </a:cxn>
                <a:cxn ang="0">
                  <a:pos x="connsiteX5611" y="connsiteY5611"/>
                </a:cxn>
                <a:cxn ang="0">
                  <a:pos x="connsiteX5612" y="connsiteY5612"/>
                </a:cxn>
                <a:cxn ang="0">
                  <a:pos x="connsiteX5613" y="connsiteY5613"/>
                </a:cxn>
                <a:cxn ang="0">
                  <a:pos x="connsiteX5614" y="connsiteY5614"/>
                </a:cxn>
                <a:cxn ang="0">
                  <a:pos x="connsiteX5615" y="connsiteY5615"/>
                </a:cxn>
                <a:cxn ang="0">
                  <a:pos x="connsiteX5616" y="connsiteY5616"/>
                </a:cxn>
                <a:cxn ang="0">
                  <a:pos x="connsiteX5617" y="connsiteY5617"/>
                </a:cxn>
                <a:cxn ang="0">
                  <a:pos x="connsiteX5618" y="connsiteY5618"/>
                </a:cxn>
                <a:cxn ang="0">
                  <a:pos x="connsiteX5619" y="connsiteY5619"/>
                </a:cxn>
                <a:cxn ang="0">
                  <a:pos x="connsiteX5620" y="connsiteY5620"/>
                </a:cxn>
                <a:cxn ang="0">
                  <a:pos x="connsiteX5621" y="connsiteY5621"/>
                </a:cxn>
                <a:cxn ang="0">
                  <a:pos x="connsiteX5622" y="connsiteY5622"/>
                </a:cxn>
                <a:cxn ang="0">
                  <a:pos x="connsiteX5623" y="connsiteY5623"/>
                </a:cxn>
                <a:cxn ang="0">
                  <a:pos x="connsiteX5624" y="connsiteY5624"/>
                </a:cxn>
                <a:cxn ang="0">
                  <a:pos x="connsiteX5625" y="connsiteY5625"/>
                </a:cxn>
                <a:cxn ang="0">
                  <a:pos x="connsiteX5626" y="connsiteY5626"/>
                </a:cxn>
                <a:cxn ang="0">
                  <a:pos x="connsiteX5627" y="connsiteY5627"/>
                </a:cxn>
                <a:cxn ang="0">
                  <a:pos x="connsiteX5628" y="connsiteY5628"/>
                </a:cxn>
                <a:cxn ang="0">
                  <a:pos x="connsiteX5629" y="connsiteY5629"/>
                </a:cxn>
                <a:cxn ang="0">
                  <a:pos x="connsiteX5630" y="connsiteY5630"/>
                </a:cxn>
                <a:cxn ang="0">
                  <a:pos x="connsiteX5631" y="connsiteY5631"/>
                </a:cxn>
                <a:cxn ang="0">
                  <a:pos x="connsiteX5632" y="connsiteY5632"/>
                </a:cxn>
                <a:cxn ang="0">
                  <a:pos x="connsiteX5633" y="connsiteY5633"/>
                </a:cxn>
                <a:cxn ang="0">
                  <a:pos x="connsiteX5634" y="connsiteY5634"/>
                </a:cxn>
                <a:cxn ang="0">
                  <a:pos x="connsiteX5635" y="connsiteY5635"/>
                </a:cxn>
                <a:cxn ang="0">
                  <a:pos x="connsiteX5636" y="connsiteY5636"/>
                </a:cxn>
                <a:cxn ang="0">
                  <a:pos x="connsiteX5637" y="connsiteY5637"/>
                </a:cxn>
                <a:cxn ang="0">
                  <a:pos x="connsiteX5638" y="connsiteY5638"/>
                </a:cxn>
                <a:cxn ang="0">
                  <a:pos x="connsiteX5639" y="connsiteY5639"/>
                </a:cxn>
                <a:cxn ang="0">
                  <a:pos x="connsiteX5640" y="connsiteY5640"/>
                </a:cxn>
                <a:cxn ang="0">
                  <a:pos x="connsiteX5641" y="connsiteY5641"/>
                </a:cxn>
                <a:cxn ang="0">
                  <a:pos x="connsiteX5642" y="connsiteY5642"/>
                </a:cxn>
                <a:cxn ang="0">
                  <a:pos x="connsiteX5643" y="connsiteY5643"/>
                </a:cxn>
                <a:cxn ang="0">
                  <a:pos x="connsiteX5644" y="connsiteY5644"/>
                </a:cxn>
                <a:cxn ang="0">
                  <a:pos x="connsiteX5645" y="connsiteY5645"/>
                </a:cxn>
                <a:cxn ang="0">
                  <a:pos x="connsiteX5646" y="connsiteY5646"/>
                </a:cxn>
                <a:cxn ang="0">
                  <a:pos x="connsiteX5647" y="connsiteY5647"/>
                </a:cxn>
                <a:cxn ang="0">
                  <a:pos x="connsiteX5648" y="connsiteY5648"/>
                </a:cxn>
                <a:cxn ang="0">
                  <a:pos x="connsiteX5649" y="connsiteY5649"/>
                </a:cxn>
                <a:cxn ang="0">
                  <a:pos x="connsiteX5650" y="connsiteY5650"/>
                </a:cxn>
                <a:cxn ang="0">
                  <a:pos x="connsiteX5651" y="connsiteY5651"/>
                </a:cxn>
                <a:cxn ang="0">
                  <a:pos x="connsiteX5652" y="connsiteY5652"/>
                </a:cxn>
                <a:cxn ang="0">
                  <a:pos x="connsiteX5653" y="connsiteY5653"/>
                </a:cxn>
                <a:cxn ang="0">
                  <a:pos x="connsiteX5654" y="connsiteY5654"/>
                </a:cxn>
                <a:cxn ang="0">
                  <a:pos x="connsiteX5655" y="connsiteY5655"/>
                </a:cxn>
                <a:cxn ang="0">
                  <a:pos x="connsiteX5656" y="connsiteY5656"/>
                </a:cxn>
                <a:cxn ang="0">
                  <a:pos x="connsiteX5657" y="connsiteY5657"/>
                </a:cxn>
                <a:cxn ang="0">
                  <a:pos x="connsiteX5658" y="connsiteY5658"/>
                </a:cxn>
                <a:cxn ang="0">
                  <a:pos x="connsiteX5659" y="connsiteY5659"/>
                </a:cxn>
                <a:cxn ang="0">
                  <a:pos x="connsiteX5660" y="connsiteY5660"/>
                </a:cxn>
                <a:cxn ang="0">
                  <a:pos x="connsiteX5661" y="connsiteY5661"/>
                </a:cxn>
                <a:cxn ang="0">
                  <a:pos x="connsiteX5662" y="connsiteY5662"/>
                </a:cxn>
                <a:cxn ang="0">
                  <a:pos x="connsiteX5663" y="connsiteY5663"/>
                </a:cxn>
                <a:cxn ang="0">
                  <a:pos x="connsiteX5664" y="connsiteY5664"/>
                </a:cxn>
                <a:cxn ang="0">
                  <a:pos x="connsiteX5665" y="connsiteY5665"/>
                </a:cxn>
                <a:cxn ang="0">
                  <a:pos x="connsiteX5666" y="connsiteY5666"/>
                </a:cxn>
                <a:cxn ang="0">
                  <a:pos x="connsiteX5667" y="connsiteY5667"/>
                </a:cxn>
                <a:cxn ang="0">
                  <a:pos x="connsiteX5668" y="connsiteY5668"/>
                </a:cxn>
                <a:cxn ang="0">
                  <a:pos x="connsiteX5669" y="connsiteY5669"/>
                </a:cxn>
                <a:cxn ang="0">
                  <a:pos x="connsiteX5670" y="connsiteY5670"/>
                </a:cxn>
                <a:cxn ang="0">
                  <a:pos x="connsiteX5671" y="connsiteY5671"/>
                </a:cxn>
                <a:cxn ang="0">
                  <a:pos x="connsiteX5672" y="connsiteY5672"/>
                </a:cxn>
                <a:cxn ang="0">
                  <a:pos x="connsiteX5673" y="connsiteY5673"/>
                </a:cxn>
                <a:cxn ang="0">
                  <a:pos x="connsiteX5674" y="connsiteY5674"/>
                </a:cxn>
                <a:cxn ang="0">
                  <a:pos x="connsiteX5675" y="connsiteY5675"/>
                </a:cxn>
                <a:cxn ang="0">
                  <a:pos x="connsiteX5676" y="connsiteY5676"/>
                </a:cxn>
                <a:cxn ang="0">
                  <a:pos x="connsiteX5677" y="connsiteY5677"/>
                </a:cxn>
                <a:cxn ang="0">
                  <a:pos x="connsiteX5678" y="connsiteY5678"/>
                </a:cxn>
                <a:cxn ang="0">
                  <a:pos x="connsiteX5679" y="connsiteY5679"/>
                </a:cxn>
                <a:cxn ang="0">
                  <a:pos x="connsiteX5680" y="connsiteY5680"/>
                </a:cxn>
                <a:cxn ang="0">
                  <a:pos x="connsiteX5681" y="connsiteY5681"/>
                </a:cxn>
                <a:cxn ang="0">
                  <a:pos x="connsiteX5682" y="connsiteY5682"/>
                </a:cxn>
                <a:cxn ang="0">
                  <a:pos x="connsiteX5683" y="connsiteY5683"/>
                </a:cxn>
                <a:cxn ang="0">
                  <a:pos x="connsiteX5684" y="connsiteY5684"/>
                </a:cxn>
                <a:cxn ang="0">
                  <a:pos x="connsiteX5685" y="connsiteY5685"/>
                </a:cxn>
                <a:cxn ang="0">
                  <a:pos x="connsiteX5686" y="connsiteY5686"/>
                </a:cxn>
                <a:cxn ang="0">
                  <a:pos x="connsiteX5687" y="connsiteY5687"/>
                </a:cxn>
                <a:cxn ang="0">
                  <a:pos x="connsiteX5688" y="connsiteY5688"/>
                </a:cxn>
                <a:cxn ang="0">
                  <a:pos x="connsiteX5689" y="connsiteY5689"/>
                </a:cxn>
                <a:cxn ang="0">
                  <a:pos x="connsiteX5690" y="connsiteY5690"/>
                </a:cxn>
                <a:cxn ang="0">
                  <a:pos x="connsiteX5691" y="connsiteY5691"/>
                </a:cxn>
                <a:cxn ang="0">
                  <a:pos x="connsiteX5692" y="connsiteY5692"/>
                </a:cxn>
                <a:cxn ang="0">
                  <a:pos x="connsiteX5693" y="connsiteY5693"/>
                </a:cxn>
                <a:cxn ang="0">
                  <a:pos x="connsiteX5694" y="connsiteY5694"/>
                </a:cxn>
                <a:cxn ang="0">
                  <a:pos x="connsiteX5695" y="connsiteY5695"/>
                </a:cxn>
                <a:cxn ang="0">
                  <a:pos x="connsiteX5696" y="connsiteY5696"/>
                </a:cxn>
                <a:cxn ang="0">
                  <a:pos x="connsiteX5697" y="connsiteY5697"/>
                </a:cxn>
                <a:cxn ang="0">
                  <a:pos x="connsiteX5698" y="connsiteY5698"/>
                </a:cxn>
                <a:cxn ang="0">
                  <a:pos x="connsiteX5699" y="connsiteY5699"/>
                </a:cxn>
                <a:cxn ang="0">
                  <a:pos x="connsiteX5700" y="connsiteY5700"/>
                </a:cxn>
                <a:cxn ang="0">
                  <a:pos x="connsiteX5701" y="connsiteY5701"/>
                </a:cxn>
                <a:cxn ang="0">
                  <a:pos x="connsiteX5702" y="connsiteY5702"/>
                </a:cxn>
                <a:cxn ang="0">
                  <a:pos x="connsiteX5703" y="connsiteY5703"/>
                </a:cxn>
                <a:cxn ang="0">
                  <a:pos x="connsiteX5704" y="connsiteY5704"/>
                </a:cxn>
                <a:cxn ang="0">
                  <a:pos x="connsiteX5705" y="connsiteY5705"/>
                </a:cxn>
                <a:cxn ang="0">
                  <a:pos x="connsiteX5706" y="connsiteY5706"/>
                </a:cxn>
                <a:cxn ang="0">
                  <a:pos x="connsiteX5707" y="connsiteY5707"/>
                </a:cxn>
                <a:cxn ang="0">
                  <a:pos x="connsiteX5708" y="connsiteY5708"/>
                </a:cxn>
                <a:cxn ang="0">
                  <a:pos x="connsiteX5709" y="connsiteY5709"/>
                </a:cxn>
                <a:cxn ang="0">
                  <a:pos x="connsiteX5710" y="connsiteY5710"/>
                </a:cxn>
                <a:cxn ang="0">
                  <a:pos x="connsiteX5711" y="connsiteY5711"/>
                </a:cxn>
                <a:cxn ang="0">
                  <a:pos x="connsiteX5712" y="connsiteY5712"/>
                </a:cxn>
                <a:cxn ang="0">
                  <a:pos x="connsiteX5713" y="connsiteY5713"/>
                </a:cxn>
                <a:cxn ang="0">
                  <a:pos x="connsiteX5714" y="connsiteY5714"/>
                </a:cxn>
                <a:cxn ang="0">
                  <a:pos x="connsiteX5715" y="connsiteY5715"/>
                </a:cxn>
                <a:cxn ang="0">
                  <a:pos x="connsiteX5716" y="connsiteY5716"/>
                </a:cxn>
                <a:cxn ang="0">
                  <a:pos x="connsiteX5717" y="connsiteY5717"/>
                </a:cxn>
                <a:cxn ang="0">
                  <a:pos x="connsiteX5718" y="connsiteY5718"/>
                </a:cxn>
                <a:cxn ang="0">
                  <a:pos x="connsiteX5719" y="connsiteY5719"/>
                </a:cxn>
                <a:cxn ang="0">
                  <a:pos x="connsiteX5720" y="connsiteY5720"/>
                </a:cxn>
                <a:cxn ang="0">
                  <a:pos x="connsiteX5721" y="connsiteY5721"/>
                </a:cxn>
                <a:cxn ang="0">
                  <a:pos x="connsiteX5722" y="connsiteY5722"/>
                </a:cxn>
                <a:cxn ang="0">
                  <a:pos x="connsiteX5723" y="connsiteY5723"/>
                </a:cxn>
                <a:cxn ang="0">
                  <a:pos x="connsiteX5724" y="connsiteY5724"/>
                </a:cxn>
                <a:cxn ang="0">
                  <a:pos x="connsiteX5725" y="connsiteY5725"/>
                </a:cxn>
                <a:cxn ang="0">
                  <a:pos x="connsiteX5726" y="connsiteY5726"/>
                </a:cxn>
                <a:cxn ang="0">
                  <a:pos x="connsiteX5727" y="connsiteY5727"/>
                </a:cxn>
                <a:cxn ang="0">
                  <a:pos x="connsiteX5728" y="connsiteY5728"/>
                </a:cxn>
                <a:cxn ang="0">
                  <a:pos x="connsiteX5729" y="connsiteY5729"/>
                </a:cxn>
                <a:cxn ang="0">
                  <a:pos x="connsiteX5730" y="connsiteY5730"/>
                </a:cxn>
                <a:cxn ang="0">
                  <a:pos x="connsiteX5731" y="connsiteY5731"/>
                </a:cxn>
                <a:cxn ang="0">
                  <a:pos x="connsiteX5732" y="connsiteY5732"/>
                </a:cxn>
                <a:cxn ang="0">
                  <a:pos x="connsiteX5733" y="connsiteY5733"/>
                </a:cxn>
                <a:cxn ang="0">
                  <a:pos x="connsiteX5734" y="connsiteY5734"/>
                </a:cxn>
                <a:cxn ang="0">
                  <a:pos x="connsiteX5735" y="connsiteY5735"/>
                </a:cxn>
                <a:cxn ang="0">
                  <a:pos x="connsiteX5736" y="connsiteY5736"/>
                </a:cxn>
                <a:cxn ang="0">
                  <a:pos x="connsiteX5737" y="connsiteY5737"/>
                </a:cxn>
                <a:cxn ang="0">
                  <a:pos x="connsiteX5738" y="connsiteY5738"/>
                </a:cxn>
                <a:cxn ang="0">
                  <a:pos x="connsiteX5739" y="connsiteY5739"/>
                </a:cxn>
                <a:cxn ang="0">
                  <a:pos x="connsiteX5740" y="connsiteY5740"/>
                </a:cxn>
                <a:cxn ang="0">
                  <a:pos x="connsiteX5741" y="connsiteY5741"/>
                </a:cxn>
                <a:cxn ang="0">
                  <a:pos x="connsiteX5742" y="connsiteY5742"/>
                </a:cxn>
                <a:cxn ang="0">
                  <a:pos x="connsiteX5743" y="connsiteY5743"/>
                </a:cxn>
                <a:cxn ang="0">
                  <a:pos x="connsiteX5744" y="connsiteY5744"/>
                </a:cxn>
                <a:cxn ang="0">
                  <a:pos x="connsiteX5745" y="connsiteY5745"/>
                </a:cxn>
                <a:cxn ang="0">
                  <a:pos x="connsiteX5746" y="connsiteY5746"/>
                </a:cxn>
                <a:cxn ang="0">
                  <a:pos x="connsiteX5747" y="connsiteY5747"/>
                </a:cxn>
                <a:cxn ang="0">
                  <a:pos x="connsiteX5748" y="connsiteY5748"/>
                </a:cxn>
                <a:cxn ang="0">
                  <a:pos x="connsiteX5749" y="connsiteY5749"/>
                </a:cxn>
                <a:cxn ang="0">
                  <a:pos x="connsiteX5750" y="connsiteY5750"/>
                </a:cxn>
                <a:cxn ang="0">
                  <a:pos x="connsiteX5751" y="connsiteY5751"/>
                </a:cxn>
                <a:cxn ang="0">
                  <a:pos x="connsiteX5752" y="connsiteY5752"/>
                </a:cxn>
                <a:cxn ang="0">
                  <a:pos x="connsiteX5753" y="connsiteY5753"/>
                </a:cxn>
                <a:cxn ang="0">
                  <a:pos x="connsiteX5754" y="connsiteY5754"/>
                </a:cxn>
                <a:cxn ang="0">
                  <a:pos x="connsiteX5755" y="connsiteY5755"/>
                </a:cxn>
                <a:cxn ang="0">
                  <a:pos x="connsiteX5756" y="connsiteY5756"/>
                </a:cxn>
                <a:cxn ang="0">
                  <a:pos x="connsiteX5757" y="connsiteY5757"/>
                </a:cxn>
                <a:cxn ang="0">
                  <a:pos x="connsiteX5758" y="connsiteY5758"/>
                </a:cxn>
                <a:cxn ang="0">
                  <a:pos x="connsiteX5759" y="connsiteY5759"/>
                </a:cxn>
                <a:cxn ang="0">
                  <a:pos x="connsiteX5760" y="connsiteY5760"/>
                </a:cxn>
                <a:cxn ang="0">
                  <a:pos x="connsiteX5761" y="connsiteY5761"/>
                </a:cxn>
                <a:cxn ang="0">
                  <a:pos x="connsiteX5762" y="connsiteY5762"/>
                </a:cxn>
                <a:cxn ang="0">
                  <a:pos x="connsiteX5763" y="connsiteY5763"/>
                </a:cxn>
                <a:cxn ang="0">
                  <a:pos x="connsiteX5764" y="connsiteY5764"/>
                </a:cxn>
                <a:cxn ang="0">
                  <a:pos x="connsiteX5765" y="connsiteY5765"/>
                </a:cxn>
                <a:cxn ang="0">
                  <a:pos x="connsiteX5766" y="connsiteY5766"/>
                </a:cxn>
                <a:cxn ang="0">
                  <a:pos x="connsiteX5767" y="connsiteY5767"/>
                </a:cxn>
                <a:cxn ang="0">
                  <a:pos x="connsiteX5768" y="connsiteY5768"/>
                </a:cxn>
                <a:cxn ang="0">
                  <a:pos x="connsiteX5769" y="connsiteY5769"/>
                </a:cxn>
                <a:cxn ang="0">
                  <a:pos x="connsiteX5770" y="connsiteY5770"/>
                </a:cxn>
                <a:cxn ang="0">
                  <a:pos x="connsiteX5771" y="connsiteY5771"/>
                </a:cxn>
                <a:cxn ang="0">
                  <a:pos x="connsiteX5772" y="connsiteY5772"/>
                </a:cxn>
                <a:cxn ang="0">
                  <a:pos x="connsiteX5773" y="connsiteY5773"/>
                </a:cxn>
                <a:cxn ang="0">
                  <a:pos x="connsiteX5774" y="connsiteY5774"/>
                </a:cxn>
                <a:cxn ang="0">
                  <a:pos x="connsiteX5775" y="connsiteY5775"/>
                </a:cxn>
                <a:cxn ang="0">
                  <a:pos x="connsiteX5776" y="connsiteY5776"/>
                </a:cxn>
                <a:cxn ang="0">
                  <a:pos x="connsiteX5777" y="connsiteY5777"/>
                </a:cxn>
                <a:cxn ang="0">
                  <a:pos x="connsiteX5778" y="connsiteY5778"/>
                </a:cxn>
                <a:cxn ang="0">
                  <a:pos x="connsiteX5779" y="connsiteY5779"/>
                </a:cxn>
                <a:cxn ang="0">
                  <a:pos x="connsiteX5780" y="connsiteY5780"/>
                </a:cxn>
                <a:cxn ang="0">
                  <a:pos x="connsiteX5781" y="connsiteY5781"/>
                </a:cxn>
                <a:cxn ang="0">
                  <a:pos x="connsiteX5782" y="connsiteY5782"/>
                </a:cxn>
                <a:cxn ang="0">
                  <a:pos x="connsiteX5783" y="connsiteY5783"/>
                </a:cxn>
                <a:cxn ang="0">
                  <a:pos x="connsiteX5784" y="connsiteY5784"/>
                </a:cxn>
                <a:cxn ang="0">
                  <a:pos x="connsiteX5785" y="connsiteY5785"/>
                </a:cxn>
                <a:cxn ang="0">
                  <a:pos x="connsiteX5786" y="connsiteY5786"/>
                </a:cxn>
                <a:cxn ang="0">
                  <a:pos x="connsiteX5787" y="connsiteY5787"/>
                </a:cxn>
                <a:cxn ang="0">
                  <a:pos x="connsiteX5788" y="connsiteY5788"/>
                </a:cxn>
                <a:cxn ang="0">
                  <a:pos x="connsiteX5789" y="connsiteY5789"/>
                </a:cxn>
                <a:cxn ang="0">
                  <a:pos x="connsiteX5790" y="connsiteY5790"/>
                </a:cxn>
                <a:cxn ang="0">
                  <a:pos x="connsiteX5791" y="connsiteY5791"/>
                </a:cxn>
                <a:cxn ang="0">
                  <a:pos x="connsiteX5792" y="connsiteY5792"/>
                </a:cxn>
                <a:cxn ang="0">
                  <a:pos x="connsiteX5793" y="connsiteY5793"/>
                </a:cxn>
                <a:cxn ang="0">
                  <a:pos x="connsiteX5794" y="connsiteY5794"/>
                </a:cxn>
                <a:cxn ang="0">
                  <a:pos x="connsiteX5795" y="connsiteY5795"/>
                </a:cxn>
                <a:cxn ang="0">
                  <a:pos x="connsiteX5796" y="connsiteY5796"/>
                </a:cxn>
                <a:cxn ang="0">
                  <a:pos x="connsiteX5797" y="connsiteY5797"/>
                </a:cxn>
                <a:cxn ang="0">
                  <a:pos x="connsiteX5798" y="connsiteY5798"/>
                </a:cxn>
                <a:cxn ang="0">
                  <a:pos x="connsiteX5799" y="connsiteY5799"/>
                </a:cxn>
                <a:cxn ang="0">
                  <a:pos x="connsiteX5800" y="connsiteY5800"/>
                </a:cxn>
                <a:cxn ang="0">
                  <a:pos x="connsiteX5801" y="connsiteY5801"/>
                </a:cxn>
                <a:cxn ang="0">
                  <a:pos x="connsiteX5802" y="connsiteY5802"/>
                </a:cxn>
                <a:cxn ang="0">
                  <a:pos x="connsiteX5803" y="connsiteY5803"/>
                </a:cxn>
                <a:cxn ang="0">
                  <a:pos x="connsiteX5804" y="connsiteY5804"/>
                </a:cxn>
                <a:cxn ang="0">
                  <a:pos x="connsiteX5805" y="connsiteY5805"/>
                </a:cxn>
                <a:cxn ang="0">
                  <a:pos x="connsiteX5806" y="connsiteY5806"/>
                </a:cxn>
                <a:cxn ang="0">
                  <a:pos x="connsiteX5807" y="connsiteY5807"/>
                </a:cxn>
                <a:cxn ang="0">
                  <a:pos x="connsiteX5808" y="connsiteY5808"/>
                </a:cxn>
                <a:cxn ang="0">
                  <a:pos x="connsiteX5809" y="connsiteY5809"/>
                </a:cxn>
                <a:cxn ang="0">
                  <a:pos x="connsiteX5810" y="connsiteY5810"/>
                </a:cxn>
                <a:cxn ang="0">
                  <a:pos x="connsiteX5811" y="connsiteY5811"/>
                </a:cxn>
                <a:cxn ang="0">
                  <a:pos x="connsiteX5812" y="connsiteY5812"/>
                </a:cxn>
                <a:cxn ang="0">
                  <a:pos x="connsiteX5813" y="connsiteY5813"/>
                </a:cxn>
                <a:cxn ang="0">
                  <a:pos x="connsiteX5814" y="connsiteY5814"/>
                </a:cxn>
                <a:cxn ang="0">
                  <a:pos x="connsiteX5815" y="connsiteY5815"/>
                </a:cxn>
                <a:cxn ang="0">
                  <a:pos x="connsiteX5816" y="connsiteY5816"/>
                </a:cxn>
                <a:cxn ang="0">
                  <a:pos x="connsiteX5817" y="connsiteY5817"/>
                </a:cxn>
                <a:cxn ang="0">
                  <a:pos x="connsiteX5818" y="connsiteY5818"/>
                </a:cxn>
                <a:cxn ang="0">
                  <a:pos x="connsiteX5819" y="connsiteY5819"/>
                </a:cxn>
                <a:cxn ang="0">
                  <a:pos x="connsiteX5820" y="connsiteY5820"/>
                </a:cxn>
                <a:cxn ang="0">
                  <a:pos x="connsiteX5821" y="connsiteY5821"/>
                </a:cxn>
                <a:cxn ang="0">
                  <a:pos x="connsiteX5822" y="connsiteY5822"/>
                </a:cxn>
                <a:cxn ang="0">
                  <a:pos x="connsiteX5823" y="connsiteY5823"/>
                </a:cxn>
                <a:cxn ang="0">
                  <a:pos x="connsiteX5824" y="connsiteY5824"/>
                </a:cxn>
                <a:cxn ang="0">
                  <a:pos x="connsiteX5825" y="connsiteY5825"/>
                </a:cxn>
                <a:cxn ang="0">
                  <a:pos x="connsiteX5826" y="connsiteY5826"/>
                </a:cxn>
                <a:cxn ang="0">
                  <a:pos x="connsiteX5827" y="connsiteY5827"/>
                </a:cxn>
                <a:cxn ang="0">
                  <a:pos x="connsiteX5828" y="connsiteY5828"/>
                </a:cxn>
                <a:cxn ang="0">
                  <a:pos x="connsiteX5829" y="connsiteY5829"/>
                </a:cxn>
                <a:cxn ang="0">
                  <a:pos x="connsiteX5830" y="connsiteY5830"/>
                </a:cxn>
                <a:cxn ang="0">
                  <a:pos x="connsiteX5831" y="connsiteY5831"/>
                </a:cxn>
                <a:cxn ang="0">
                  <a:pos x="connsiteX5832" y="connsiteY5832"/>
                </a:cxn>
                <a:cxn ang="0">
                  <a:pos x="connsiteX5833" y="connsiteY5833"/>
                </a:cxn>
                <a:cxn ang="0">
                  <a:pos x="connsiteX5834" y="connsiteY5834"/>
                </a:cxn>
                <a:cxn ang="0">
                  <a:pos x="connsiteX5835" y="connsiteY5835"/>
                </a:cxn>
                <a:cxn ang="0">
                  <a:pos x="connsiteX5836" y="connsiteY5836"/>
                </a:cxn>
                <a:cxn ang="0">
                  <a:pos x="connsiteX5837" y="connsiteY5837"/>
                </a:cxn>
                <a:cxn ang="0">
                  <a:pos x="connsiteX5838" y="connsiteY5838"/>
                </a:cxn>
                <a:cxn ang="0">
                  <a:pos x="connsiteX5839" y="connsiteY5839"/>
                </a:cxn>
                <a:cxn ang="0">
                  <a:pos x="connsiteX5840" y="connsiteY5840"/>
                </a:cxn>
                <a:cxn ang="0">
                  <a:pos x="connsiteX5841" y="connsiteY5841"/>
                </a:cxn>
                <a:cxn ang="0">
                  <a:pos x="connsiteX5842" y="connsiteY5842"/>
                </a:cxn>
                <a:cxn ang="0">
                  <a:pos x="connsiteX5843" y="connsiteY5843"/>
                </a:cxn>
                <a:cxn ang="0">
                  <a:pos x="connsiteX5844" y="connsiteY5844"/>
                </a:cxn>
                <a:cxn ang="0">
                  <a:pos x="connsiteX5845" y="connsiteY5845"/>
                </a:cxn>
                <a:cxn ang="0">
                  <a:pos x="connsiteX5846" y="connsiteY5846"/>
                </a:cxn>
                <a:cxn ang="0">
                  <a:pos x="connsiteX5847" y="connsiteY5847"/>
                </a:cxn>
                <a:cxn ang="0">
                  <a:pos x="connsiteX5848" y="connsiteY5848"/>
                </a:cxn>
                <a:cxn ang="0">
                  <a:pos x="connsiteX5849" y="connsiteY5849"/>
                </a:cxn>
                <a:cxn ang="0">
                  <a:pos x="connsiteX5850" y="connsiteY5850"/>
                </a:cxn>
                <a:cxn ang="0">
                  <a:pos x="connsiteX5851" y="connsiteY5851"/>
                </a:cxn>
                <a:cxn ang="0">
                  <a:pos x="connsiteX5852" y="connsiteY5852"/>
                </a:cxn>
                <a:cxn ang="0">
                  <a:pos x="connsiteX5853" y="connsiteY5853"/>
                </a:cxn>
                <a:cxn ang="0">
                  <a:pos x="connsiteX5854" y="connsiteY5854"/>
                </a:cxn>
                <a:cxn ang="0">
                  <a:pos x="connsiteX5855" y="connsiteY5855"/>
                </a:cxn>
                <a:cxn ang="0">
                  <a:pos x="connsiteX5856" y="connsiteY5856"/>
                </a:cxn>
                <a:cxn ang="0">
                  <a:pos x="connsiteX5857" y="connsiteY5857"/>
                </a:cxn>
                <a:cxn ang="0">
                  <a:pos x="connsiteX5858" y="connsiteY5858"/>
                </a:cxn>
                <a:cxn ang="0">
                  <a:pos x="connsiteX5859" y="connsiteY5859"/>
                </a:cxn>
                <a:cxn ang="0">
                  <a:pos x="connsiteX5860" y="connsiteY5860"/>
                </a:cxn>
                <a:cxn ang="0">
                  <a:pos x="connsiteX5861" y="connsiteY5861"/>
                </a:cxn>
                <a:cxn ang="0">
                  <a:pos x="connsiteX5862" y="connsiteY5862"/>
                </a:cxn>
                <a:cxn ang="0">
                  <a:pos x="connsiteX5863" y="connsiteY5863"/>
                </a:cxn>
                <a:cxn ang="0">
                  <a:pos x="connsiteX5864" y="connsiteY5864"/>
                </a:cxn>
                <a:cxn ang="0">
                  <a:pos x="connsiteX5865" y="connsiteY5865"/>
                </a:cxn>
                <a:cxn ang="0">
                  <a:pos x="connsiteX5866" y="connsiteY5866"/>
                </a:cxn>
                <a:cxn ang="0">
                  <a:pos x="connsiteX5867" y="connsiteY5867"/>
                </a:cxn>
                <a:cxn ang="0">
                  <a:pos x="connsiteX5868" y="connsiteY5868"/>
                </a:cxn>
                <a:cxn ang="0">
                  <a:pos x="connsiteX5869" y="connsiteY5869"/>
                </a:cxn>
                <a:cxn ang="0">
                  <a:pos x="connsiteX5870" y="connsiteY5870"/>
                </a:cxn>
                <a:cxn ang="0">
                  <a:pos x="connsiteX5871" y="connsiteY5871"/>
                </a:cxn>
                <a:cxn ang="0">
                  <a:pos x="connsiteX5872" y="connsiteY5872"/>
                </a:cxn>
                <a:cxn ang="0">
                  <a:pos x="connsiteX5873" y="connsiteY5873"/>
                </a:cxn>
                <a:cxn ang="0">
                  <a:pos x="connsiteX5874" y="connsiteY5874"/>
                </a:cxn>
                <a:cxn ang="0">
                  <a:pos x="connsiteX5875" y="connsiteY5875"/>
                </a:cxn>
                <a:cxn ang="0">
                  <a:pos x="connsiteX5876" y="connsiteY5876"/>
                </a:cxn>
                <a:cxn ang="0">
                  <a:pos x="connsiteX5877" y="connsiteY5877"/>
                </a:cxn>
                <a:cxn ang="0">
                  <a:pos x="connsiteX5878" y="connsiteY5878"/>
                </a:cxn>
                <a:cxn ang="0">
                  <a:pos x="connsiteX5879" y="connsiteY5879"/>
                </a:cxn>
                <a:cxn ang="0">
                  <a:pos x="connsiteX5880" y="connsiteY5880"/>
                </a:cxn>
                <a:cxn ang="0">
                  <a:pos x="connsiteX5881" y="connsiteY5881"/>
                </a:cxn>
                <a:cxn ang="0">
                  <a:pos x="connsiteX5882" y="connsiteY5882"/>
                </a:cxn>
                <a:cxn ang="0">
                  <a:pos x="connsiteX5883" y="connsiteY5883"/>
                </a:cxn>
                <a:cxn ang="0">
                  <a:pos x="connsiteX5884" y="connsiteY5884"/>
                </a:cxn>
                <a:cxn ang="0">
                  <a:pos x="connsiteX5885" y="connsiteY5885"/>
                </a:cxn>
                <a:cxn ang="0">
                  <a:pos x="connsiteX5886" y="connsiteY5886"/>
                </a:cxn>
                <a:cxn ang="0">
                  <a:pos x="connsiteX5887" y="connsiteY5887"/>
                </a:cxn>
                <a:cxn ang="0">
                  <a:pos x="connsiteX5888" y="connsiteY5888"/>
                </a:cxn>
                <a:cxn ang="0">
                  <a:pos x="connsiteX5889" y="connsiteY5889"/>
                </a:cxn>
                <a:cxn ang="0">
                  <a:pos x="connsiteX5890" y="connsiteY5890"/>
                </a:cxn>
                <a:cxn ang="0">
                  <a:pos x="connsiteX5891" y="connsiteY5891"/>
                </a:cxn>
                <a:cxn ang="0">
                  <a:pos x="connsiteX5892" y="connsiteY5892"/>
                </a:cxn>
                <a:cxn ang="0">
                  <a:pos x="connsiteX5893" y="connsiteY5893"/>
                </a:cxn>
                <a:cxn ang="0">
                  <a:pos x="connsiteX5894" y="connsiteY5894"/>
                </a:cxn>
                <a:cxn ang="0">
                  <a:pos x="connsiteX5895" y="connsiteY5895"/>
                </a:cxn>
                <a:cxn ang="0">
                  <a:pos x="connsiteX5896" y="connsiteY5896"/>
                </a:cxn>
                <a:cxn ang="0">
                  <a:pos x="connsiteX5897" y="connsiteY5897"/>
                </a:cxn>
                <a:cxn ang="0">
                  <a:pos x="connsiteX5898" y="connsiteY5898"/>
                </a:cxn>
                <a:cxn ang="0">
                  <a:pos x="connsiteX5899" y="connsiteY5899"/>
                </a:cxn>
                <a:cxn ang="0">
                  <a:pos x="connsiteX5900" y="connsiteY5900"/>
                </a:cxn>
                <a:cxn ang="0">
                  <a:pos x="connsiteX5901" y="connsiteY5901"/>
                </a:cxn>
                <a:cxn ang="0">
                  <a:pos x="connsiteX5902" y="connsiteY5902"/>
                </a:cxn>
                <a:cxn ang="0">
                  <a:pos x="connsiteX5903" y="connsiteY5903"/>
                </a:cxn>
                <a:cxn ang="0">
                  <a:pos x="connsiteX5904" y="connsiteY5904"/>
                </a:cxn>
                <a:cxn ang="0">
                  <a:pos x="connsiteX5905" y="connsiteY5905"/>
                </a:cxn>
                <a:cxn ang="0">
                  <a:pos x="connsiteX5906" y="connsiteY5906"/>
                </a:cxn>
                <a:cxn ang="0">
                  <a:pos x="connsiteX5907" y="connsiteY5907"/>
                </a:cxn>
                <a:cxn ang="0">
                  <a:pos x="connsiteX5908" y="connsiteY5908"/>
                </a:cxn>
                <a:cxn ang="0">
                  <a:pos x="connsiteX5909" y="connsiteY5909"/>
                </a:cxn>
                <a:cxn ang="0">
                  <a:pos x="connsiteX5910" y="connsiteY5910"/>
                </a:cxn>
                <a:cxn ang="0">
                  <a:pos x="connsiteX5911" y="connsiteY5911"/>
                </a:cxn>
                <a:cxn ang="0">
                  <a:pos x="connsiteX5912" y="connsiteY5912"/>
                </a:cxn>
                <a:cxn ang="0">
                  <a:pos x="connsiteX5913" y="connsiteY5913"/>
                </a:cxn>
                <a:cxn ang="0">
                  <a:pos x="connsiteX5914" y="connsiteY5914"/>
                </a:cxn>
                <a:cxn ang="0">
                  <a:pos x="connsiteX5915" y="connsiteY5915"/>
                </a:cxn>
                <a:cxn ang="0">
                  <a:pos x="connsiteX5916" y="connsiteY5916"/>
                </a:cxn>
                <a:cxn ang="0">
                  <a:pos x="connsiteX5917" y="connsiteY5917"/>
                </a:cxn>
                <a:cxn ang="0">
                  <a:pos x="connsiteX5918" y="connsiteY5918"/>
                </a:cxn>
                <a:cxn ang="0">
                  <a:pos x="connsiteX5919" y="connsiteY5919"/>
                </a:cxn>
                <a:cxn ang="0">
                  <a:pos x="connsiteX5920" y="connsiteY5920"/>
                </a:cxn>
                <a:cxn ang="0">
                  <a:pos x="connsiteX5921" y="connsiteY5921"/>
                </a:cxn>
                <a:cxn ang="0">
                  <a:pos x="connsiteX5922" y="connsiteY5922"/>
                </a:cxn>
                <a:cxn ang="0">
                  <a:pos x="connsiteX5923" y="connsiteY5923"/>
                </a:cxn>
                <a:cxn ang="0">
                  <a:pos x="connsiteX5924" y="connsiteY5924"/>
                </a:cxn>
                <a:cxn ang="0">
                  <a:pos x="connsiteX5925" y="connsiteY5925"/>
                </a:cxn>
                <a:cxn ang="0">
                  <a:pos x="connsiteX5926" y="connsiteY5926"/>
                </a:cxn>
                <a:cxn ang="0">
                  <a:pos x="connsiteX5927" y="connsiteY5927"/>
                </a:cxn>
                <a:cxn ang="0">
                  <a:pos x="connsiteX5928" y="connsiteY5928"/>
                </a:cxn>
                <a:cxn ang="0">
                  <a:pos x="connsiteX5929" y="connsiteY5929"/>
                </a:cxn>
                <a:cxn ang="0">
                  <a:pos x="connsiteX5930" y="connsiteY5930"/>
                </a:cxn>
                <a:cxn ang="0">
                  <a:pos x="connsiteX5931" y="connsiteY5931"/>
                </a:cxn>
                <a:cxn ang="0">
                  <a:pos x="connsiteX5932" y="connsiteY5932"/>
                </a:cxn>
                <a:cxn ang="0">
                  <a:pos x="connsiteX5933" y="connsiteY5933"/>
                </a:cxn>
                <a:cxn ang="0">
                  <a:pos x="connsiteX5934" y="connsiteY5934"/>
                </a:cxn>
                <a:cxn ang="0">
                  <a:pos x="connsiteX5935" y="connsiteY5935"/>
                </a:cxn>
                <a:cxn ang="0">
                  <a:pos x="connsiteX5936" y="connsiteY5936"/>
                </a:cxn>
                <a:cxn ang="0">
                  <a:pos x="connsiteX5937" y="connsiteY5937"/>
                </a:cxn>
                <a:cxn ang="0">
                  <a:pos x="connsiteX5938" y="connsiteY5938"/>
                </a:cxn>
                <a:cxn ang="0">
                  <a:pos x="connsiteX5939" y="connsiteY5939"/>
                </a:cxn>
                <a:cxn ang="0">
                  <a:pos x="connsiteX5940" y="connsiteY5940"/>
                </a:cxn>
                <a:cxn ang="0">
                  <a:pos x="connsiteX5941" y="connsiteY5941"/>
                </a:cxn>
                <a:cxn ang="0">
                  <a:pos x="connsiteX5942" y="connsiteY5942"/>
                </a:cxn>
                <a:cxn ang="0">
                  <a:pos x="connsiteX5943" y="connsiteY5943"/>
                </a:cxn>
                <a:cxn ang="0">
                  <a:pos x="connsiteX5944" y="connsiteY5944"/>
                </a:cxn>
                <a:cxn ang="0">
                  <a:pos x="connsiteX5945" y="connsiteY5945"/>
                </a:cxn>
                <a:cxn ang="0">
                  <a:pos x="connsiteX5946" y="connsiteY5946"/>
                </a:cxn>
                <a:cxn ang="0">
                  <a:pos x="connsiteX5947" y="connsiteY5947"/>
                </a:cxn>
                <a:cxn ang="0">
                  <a:pos x="connsiteX5948" y="connsiteY5948"/>
                </a:cxn>
                <a:cxn ang="0">
                  <a:pos x="connsiteX5949" y="connsiteY5949"/>
                </a:cxn>
                <a:cxn ang="0">
                  <a:pos x="connsiteX5950" y="connsiteY5950"/>
                </a:cxn>
                <a:cxn ang="0">
                  <a:pos x="connsiteX5951" y="connsiteY5951"/>
                </a:cxn>
                <a:cxn ang="0">
                  <a:pos x="connsiteX5952" y="connsiteY5952"/>
                </a:cxn>
                <a:cxn ang="0">
                  <a:pos x="connsiteX5953" y="connsiteY5953"/>
                </a:cxn>
                <a:cxn ang="0">
                  <a:pos x="connsiteX5954" y="connsiteY5954"/>
                </a:cxn>
                <a:cxn ang="0">
                  <a:pos x="connsiteX5955" y="connsiteY5955"/>
                </a:cxn>
                <a:cxn ang="0">
                  <a:pos x="connsiteX5956" y="connsiteY5956"/>
                </a:cxn>
                <a:cxn ang="0">
                  <a:pos x="connsiteX5957" y="connsiteY5957"/>
                </a:cxn>
                <a:cxn ang="0">
                  <a:pos x="connsiteX5958" y="connsiteY5958"/>
                </a:cxn>
                <a:cxn ang="0">
                  <a:pos x="connsiteX5959" y="connsiteY5959"/>
                </a:cxn>
                <a:cxn ang="0">
                  <a:pos x="connsiteX5960" y="connsiteY5960"/>
                </a:cxn>
                <a:cxn ang="0">
                  <a:pos x="connsiteX5961" y="connsiteY5961"/>
                </a:cxn>
                <a:cxn ang="0">
                  <a:pos x="connsiteX5962" y="connsiteY5962"/>
                </a:cxn>
                <a:cxn ang="0">
                  <a:pos x="connsiteX5963" y="connsiteY5963"/>
                </a:cxn>
                <a:cxn ang="0">
                  <a:pos x="connsiteX5964" y="connsiteY5964"/>
                </a:cxn>
                <a:cxn ang="0">
                  <a:pos x="connsiteX5965" y="connsiteY5965"/>
                </a:cxn>
                <a:cxn ang="0">
                  <a:pos x="connsiteX5966" y="connsiteY5966"/>
                </a:cxn>
                <a:cxn ang="0">
                  <a:pos x="connsiteX5967" y="connsiteY5967"/>
                </a:cxn>
                <a:cxn ang="0">
                  <a:pos x="connsiteX5968" y="connsiteY5968"/>
                </a:cxn>
                <a:cxn ang="0">
                  <a:pos x="connsiteX5969" y="connsiteY5969"/>
                </a:cxn>
                <a:cxn ang="0">
                  <a:pos x="connsiteX5970" y="connsiteY5970"/>
                </a:cxn>
                <a:cxn ang="0">
                  <a:pos x="connsiteX5971" y="connsiteY5971"/>
                </a:cxn>
                <a:cxn ang="0">
                  <a:pos x="connsiteX5972" y="connsiteY5972"/>
                </a:cxn>
                <a:cxn ang="0">
                  <a:pos x="connsiteX5973" y="connsiteY5973"/>
                </a:cxn>
                <a:cxn ang="0">
                  <a:pos x="connsiteX5974" y="connsiteY5974"/>
                </a:cxn>
                <a:cxn ang="0">
                  <a:pos x="connsiteX5975" y="connsiteY5975"/>
                </a:cxn>
                <a:cxn ang="0">
                  <a:pos x="connsiteX5976" y="connsiteY5976"/>
                </a:cxn>
                <a:cxn ang="0">
                  <a:pos x="connsiteX5977" y="connsiteY5977"/>
                </a:cxn>
                <a:cxn ang="0">
                  <a:pos x="connsiteX5978" y="connsiteY5978"/>
                </a:cxn>
                <a:cxn ang="0">
                  <a:pos x="connsiteX5979" y="connsiteY5979"/>
                </a:cxn>
                <a:cxn ang="0">
                  <a:pos x="connsiteX5980" y="connsiteY5980"/>
                </a:cxn>
                <a:cxn ang="0">
                  <a:pos x="connsiteX5981" y="connsiteY5981"/>
                </a:cxn>
                <a:cxn ang="0">
                  <a:pos x="connsiteX5982" y="connsiteY5982"/>
                </a:cxn>
                <a:cxn ang="0">
                  <a:pos x="connsiteX5983" y="connsiteY5983"/>
                </a:cxn>
                <a:cxn ang="0">
                  <a:pos x="connsiteX5984" y="connsiteY5984"/>
                </a:cxn>
                <a:cxn ang="0">
                  <a:pos x="connsiteX5985" y="connsiteY5985"/>
                </a:cxn>
                <a:cxn ang="0">
                  <a:pos x="connsiteX5986" y="connsiteY5986"/>
                </a:cxn>
                <a:cxn ang="0">
                  <a:pos x="connsiteX5987" y="connsiteY5987"/>
                </a:cxn>
                <a:cxn ang="0">
                  <a:pos x="connsiteX5988" y="connsiteY5988"/>
                </a:cxn>
                <a:cxn ang="0">
                  <a:pos x="connsiteX5989" y="connsiteY5989"/>
                </a:cxn>
                <a:cxn ang="0">
                  <a:pos x="connsiteX5990" y="connsiteY5990"/>
                </a:cxn>
                <a:cxn ang="0">
                  <a:pos x="connsiteX5991" y="connsiteY5991"/>
                </a:cxn>
                <a:cxn ang="0">
                  <a:pos x="connsiteX5992" y="connsiteY5992"/>
                </a:cxn>
                <a:cxn ang="0">
                  <a:pos x="connsiteX5993" y="connsiteY5993"/>
                </a:cxn>
                <a:cxn ang="0">
                  <a:pos x="connsiteX5994" y="connsiteY5994"/>
                </a:cxn>
                <a:cxn ang="0">
                  <a:pos x="connsiteX5995" y="connsiteY5995"/>
                </a:cxn>
                <a:cxn ang="0">
                  <a:pos x="connsiteX5996" y="connsiteY5996"/>
                </a:cxn>
                <a:cxn ang="0">
                  <a:pos x="connsiteX5997" y="connsiteY5997"/>
                </a:cxn>
                <a:cxn ang="0">
                  <a:pos x="connsiteX5998" y="connsiteY5998"/>
                </a:cxn>
                <a:cxn ang="0">
                  <a:pos x="connsiteX5999" y="connsiteY5999"/>
                </a:cxn>
                <a:cxn ang="0">
                  <a:pos x="connsiteX6000" y="connsiteY6000"/>
                </a:cxn>
                <a:cxn ang="0">
                  <a:pos x="connsiteX6001" y="connsiteY6001"/>
                </a:cxn>
                <a:cxn ang="0">
                  <a:pos x="connsiteX6002" y="connsiteY6002"/>
                </a:cxn>
                <a:cxn ang="0">
                  <a:pos x="connsiteX6003" y="connsiteY6003"/>
                </a:cxn>
                <a:cxn ang="0">
                  <a:pos x="connsiteX6004" y="connsiteY6004"/>
                </a:cxn>
                <a:cxn ang="0">
                  <a:pos x="connsiteX6005" y="connsiteY6005"/>
                </a:cxn>
                <a:cxn ang="0">
                  <a:pos x="connsiteX6006" y="connsiteY6006"/>
                </a:cxn>
                <a:cxn ang="0">
                  <a:pos x="connsiteX6007" y="connsiteY6007"/>
                </a:cxn>
                <a:cxn ang="0">
                  <a:pos x="connsiteX6008" y="connsiteY6008"/>
                </a:cxn>
                <a:cxn ang="0">
                  <a:pos x="connsiteX6009" y="connsiteY6009"/>
                </a:cxn>
                <a:cxn ang="0">
                  <a:pos x="connsiteX6010" y="connsiteY6010"/>
                </a:cxn>
                <a:cxn ang="0">
                  <a:pos x="connsiteX6011" y="connsiteY6011"/>
                </a:cxn>
                <a:cxn ang="0">
                  <a:pos x="connsiteX6012" y="connsiteY6012"/>
                </a:cxn>
                <a:cxn ang="0">
                  <a:pos x="connsiteX6013" y="connsiteY6013"/>
                </a:cxn>
                <a:cxn ang="0">
                  <a:pos x="connsiteX6014" y="connsiteY6014"/>
                </a:cxn>
                <a:cxn ang="0">
                  <a:pos x="connsiteX6015" y="connsiteY6015"/>
                </a:cxn>
                <a:cxn ang="0">
                  <a:pos x="connsiteX6016" y="connsiteY6016"/>
                </a:cxn>
                <a:cxn ang="0">
                  <a:pos x="connsiteX6017" y="connsiteY6017"/>
                </a:cxn>
                <a:cxn ang="0">
                  <a:pos x="connsiteX6018" y="connsiteY6018"/>
                </a:cxn>
                <a:cxn ang="0">
                  <a:pos x="connsiteX6019" y="connsiteY6019"/>
                </a:cxn>
                <a:cxn ang="0">
                  <a:pos x="connsiteX6020" y="connsiteY6020"/>
                </a:cxn>
                <a:cxn ang="0">
                  <a:pos x="connsiteX6021" y="connsiteY6021"/>
                </a:cxn>
                <a:cxn ang="0">
                  <a:pos x="connsiteX6022" y="connsiteY6022"/>
                </a:cxn>
                <a:cxn ang="0">
                  <a:pos x="connsiteX6023" y="connsiteY6023"/>
                </a:cxn>
                <a:cxn ang="0">
                  <a:pos x="connsiteX6024" y="connsiteY6024"/>
                </a:cxn>
                <a:cxn ang="0">
                  <a:pos x="connsiteX6025" y="connsiteY6025"/>
                </a:cxn>
                <a:cxn ang="0">
                  <a:pos x="connsiteX6026" y="connsiteY6026"/>
                </a:cxn>
                <a:cxn ang="0">
                  <a:pos x="connsiteX6027" y="connsiteY6027"/>
                </a:cxn>
                <a:cxn ang="0">
                  <a:pos x="connsiteX6028" y="connsiteY6028"/>
                </a:cxn>
                <a:cxn ang="0">
                  <a:pos x="connsiteX6029" y="connsiteY6029"/>
                </a:cxn>
                <a:cxn ang="0">
                  <a:pos x="connsiteX6030" y="connsiteY6030"/>
                </a:cxn>
                <a:cxn ang="0">
                  <a:pos x="connsiteX6031" y="connsiteY6031"/>
                </a:cxn>
                <a:cxn ang="0">
                  <a:pos x="connsiteX6032" y="connsiteY6032"/>
                </a:cxn>
                <a:cxn ang="0">
                  <a:pos x="connsiteX6033" y="connsiteY6033"/>
                </a:cxn>
                <a:cxn ang="0">
                  <a:pos x="connsiteX6034" y="connsiteY6034"/>
                </a:cxn>
                <a:cxn ang="0">
                  <a:pos x="connsiteX6035" y="connsiteY6035"/>
                </a:cxn>
                <a:cxn ang="0">
                  <a:pos x="connsiteX6036" y="connsiteY6036"/>
                </a:cxn>
                <a:cxn ang="0">
                  <a:pos x="connsiteX6037" y="connsiteY6037"/>
                </a:cxn>
                <a:cxn ang="0">
                  <a:pos x="connsiteX6038" y="connsiteY6038"/>
                </a:cxn>
                <a:cxn ang="0">
                  <a:pos x="connsiteX6039" y="connsiteY6039"/>
                </a:cxn>
                <a:cxn ang="0">
                  <a:pos x="connsiteX6040" y="connsiteY6040"/>
                </a:cxn>
                <a:cxn ang="0">
                  <a:pos x="connsiteX6041" y="connsiteY6041"/>
                </a:cxn>
                <a:cxn ang="0">
                  <a:pos x="connsiteX6042" y="connsiteY6042"/>
                </a:cxn>
                <a:cxn ang="0">
                  <a:pos x="connsiteX6043" y="connsiteY6043"/>
                </a:cxn>
                <a:cxn ang="0">
                  <a:pos x="connsiteX6044" y="connsiteY6044"/>
                </a:cxn>
                <a:cxn ang="0">
                  <a:pos x="connsiteX6045" y="connsiteY6045"/>
                </a:cxn>
                <a:cxn ang="0">
                  <a:pos x="connsiteX6046" y="connsiteY6046"/>
                </a:cxn>
                <a:cxn ang="0">
                  <a:pos x="connsiteX6047" y="connsiteY6047"/>
                </a:cxn>
                <a:cxn ang="0">
                  <a:pos x="connsiteX6048" y="connsiteY6048"/>
                </a:cxn>
                <a:cxn ang="0">
                  <a:pos x="connsiteX6049" y="connsiteY6049"/>
                </a:cxn>
                <a:cxn ang="0">
                  <a:pos x="connsiteX6050" y="connsiteY6050"/>
                </a:cxn>
                <a:cxn ang="0">
                  <a:pos x="connsiteX6051" y="connsiteY6051"/>
                </a:cxn>
                <a:cxn ang="0">
                  <a:pos x="connsiteX6052" y="connsiteY6052"/>
                </a:cxn>
                <a:cxn ang="0">
                  <a:pos x="connsiteX6053" y="connsiteY6053"/>
                </a:cxn>
                <a:cxn ang="0">
                  <a:pos x="connsiteX6054" y="connsiteY6054"/>
                </a:cxn>
                <a:cxn ang="0">
                  <a:pos x="connsiteX6055" y="connsiteY6055"/>
                </a:cxn>
                <a:cxn ang="0">
                  <a:pos x="connsiteX6056" y="connsiteY6056"/>
                </a:cxn>
                <a:cxn ang="0">
                  <a:pos x="connsiteX6057" y="connsiteY6057"/>
                </a:cxn>
                <a:cxn ang="0">
                  <a:pos x="connsiteX6058" y="connsiteY6058"/>
                </a:cxn>
                <a:cxn ang="0">
                  <a:pos x="connsiteX6059" y="connsiteY6059"/>
                </a:cxn>
                <a:cxn ang="0">
                  <a:pos x="connsiteX6060" y="connsiteY6060"/>
                </a:cxn>
                <a:cxn ang="0">
                  <a:pos x="connsiteX6061" y="connsiteY6061"/>
                </a:cxn>
                <a:cxn ang="0">
                  <a:pos x="connsiteX6062" y="connsiteY6062"/>
                </a:cxn>
                <a:cxn ang="0">
                  <a:pos x="connsiteX6063" y="connsiteY6063"/>
                </a:cxn>
                <a:cxn ang="0">
                  <a:pos x="connsiteX6064" y="connsiteY6064"/>
                </a:cxn>
                <a:cxn ang="0">
                  <a:pos x="connsiteX6065" y="connsiteY6065"/>
                </a:cxn>
                <a:cxn ang="0">
                  <a:pos x="connsiteX6066" y="connsiteY6066"/>
                </a:cxn>
                <a:cxn ang="0">
                  <a:pos x="connsiteX6067" y="connsiteY6067"/>
                </a:cxn>
                <a:cxn ang="0">
                  <a:pos x="connsiteX6068" y="connsiteY6068"/>
                </a:cxn>
                <a:cxn ang="0">
                  <a:pos x="connsiteX6069" y="connsiteY6069"/>
                </a:cxn>
                <a:cxn ang="0">
                  <a:pos x="connsiteX6070" y="connsiteY6070"/>
                </a:cxn>
                <a:cxn ang="0">
                  <a:pos x="connsiteX6071" y="connsiteY6071"/>
                </a:cxn>
                <a:cxn ang="0">
                  <a:pos x="connsiteX6072" y="connsiteY6072"/>
                </a:cxn>
                <a:cxn ang="0">
                  <a:pos x="connsiteX6073" y="connsiteY6073"/>
                </a:cxn>
                <a:cxn ang="0">
                  <a:pos x="connsiteX6074" y="connsiteY6074"/>
                </a:cxn>
                <a:cxn ang="0">
                  <a:pos x="connsiteX6075" y="connsiteY6075"/>
                </a:cxn>
                <a:cxn ang="0">
                  <a:pos x="connsiteX6076" y="connsiteY6076"/>
                </a:cxn>
                <a:cxn ang="0">
                  <a:pos x="connsiteX6077" y="connsiteY6077"/>
                </a:cxn>
                <a:cxn ang="0">
                  <a:pos x="connsiteX6078" y="connsiteY6078"/>
                </a:cxn>
                <a:cxn ang="0">
                  <a:pos x="connsiteX6079" y="connsiteY6079"/>
                </a:cxn>
                <a:cxn ang="0">
                  <a:pos x="connsiteX6080" y="connsiteY6080"/>
                </a:cxn>
                <a:cxn ang="0">
                  <a:pos x="connsiteX6081" y="connsiteY6081"/>
                </a:cxn>
                <a:cxn ang="0">
                  <a:pos x="connsiteX6082" y="connsiteY6082"/>
                </a:cxn>
                <a:cxn ang="0">
                  <a:pos x="connsiteX6083" y="connsiteY6083"/>
                </a:cxn>
                <a:cxn ang="0">
                  <a:pos x="connsiteX6084" y="connsiteY6084"/>
                </a:cxn>
                <a:cxn ang="0">
                  <a:pos x="connsiteX6085" y="connsiteY6085"/>
                </a:cxn>
                <a:cxn ang="0">
                  <a:pos x="connsiteX6086" y="connsiteY6086"/>
                </a:cxn>
                <a:cxn ang="0">
                  <a:pos x="connsiteX6087" y="connsiteY6087"/>
                </a:cxn>
                <a:cxn ang="0">
                  <a:pos x="connsiteX6088" y="connsiteY6088"/>
                </a:cxn>
                <a:cxn ang="0">
                  <a:pos x="connsiteX6089" y="connsiteY6089"/>
                </a:cxn>
                <a:cxn ang="0">
                  <a:pos x="connsiteX6090" y="connsiteY6090"/>
                </a:cxn>
                <a:cxn ang="0">
                  <a:pos x="connsiteX6091" y="connsiteY6091"/>
                </a:cxn>
                <a:cxn ang="0">
                  <a:pos x="connsiteX6092" y="connsiteY6092"/>
                </a:cxn>
                <a:cxn ang="0">
                  <a:pos x="connsiteX6093" y="connsiteY6093"/>
                </a:cxn>
                <a:cxn ang="0">
                  <a:pos x="connsiteX6094" y="connsiteY6094"/>
                </a:cxn>
                <a:cxn ang="0">
                  <a:pos x="connsiteX6095" y="connsiteY6095"/>
                </a:cxn>
                <a:cxn ang="0">
                  <a:pos x="connsiteX6096" y="connsiteY6096"/>
                </a:cxn>
                <a:cxn ang="0">
                  <a:pos x="connsiteX6097" y="connsiteY6097"/>
                </a:cxn>
                <a:cxn ang="0">
                  <a:pos x="connsiteX6098" y="connsiteY6098"/>
                </a:cxn>
                <a:cxn ang="0">
                  <a:pos x="connsiteX6099" y="connsiteY6099"/>
                </a:cxn>
                <a:cxn ang="0">
                  <a:pos x="connsiteX6100" y="connsiteY6100"/>
                </a:cxn>
                <a:cxn ang="0">
                  <a:pos x="connsiteX6101" y="connsiteY6101"/>
                </a:cxn>
                <a:cxn ang="0">
                  <a:pos x="connsiteX6102" y="connsiteY6102"/>
                </a:cxn>
                <a:cxn ang="0">
                  <a:pos x="connsiteX6103" y="connsiteY6103"/>
                </a:cxn>
                <a:cxn ang="0">
                  <a:pos x="connsiteX6104" y="connsiteY6104"/>
                </a:cxn>
                <a:cxn ang="0">
                  <a:pos x="connsiteX6105" y="connsiteY6105"/>
                </a:cxn>
                <a:cxn ang="0">
                  <a:pos x="connsiteX6106" y="connsiteY6106"/>
                </a:cxn>
                <a:cxn ang="0">
                  <a:pos x="connsiteX6107" y="connsiteY6107"/>
                </a:cxn>
                <a:cxn ang="0">
                  <a:pos x="connsiteX6108" y="connsiteY6108"/>
                </a:cxn>
                <a:cxn ang="0">
                  <a:pos x="connsiteX6109" y="connsiteY6109"/>
                </a:cxn>
                <a:cxn ang="0">
                  <a:pos x="connsiteX6110" y="connsiteY6110"/>
                </a:cxn>
                <a:cxn ang="0">
                  <a:pos x="connsiteX6111" y="connsiteY6111"/>
                </a:cxn>
                <a:cxn ang="0">
                  <a:pos x="connsiteX6112" y="connsiteY6112"/>
                </a:cxn>
                <a:cxn ang="0">
                  <a:pos x="connsiteX6113" y="connsiteY6113"/>
                </a:cxn>
                <a:cxn ang="0">
                  <a:pos x="connsiteX6114" y="connsiteY6114"/>
                </a:cxn>
                <a:cxn ang="0">
                  <a:pos x="connsiteX6115" y="connsiteY6115"/>
                </a:cxn>
                <a:cxn ang="0">
                  <a:pos x="connsiteX6116" y="connsiteY6116"/>
                </a:cxn>
                <a:cxn ang="0">
                  <a:pos x="connsiteX6117" y="connsiteY6117"/>
                </a:cxn>
                <a:cxn ang="0">
                  <a:pos x="connsiteX6118" y="connsiteY6118"/>
                </a:cxn>
                <a:cxn ang="0">
                  <a:pos x="connsiteX6119" y="connsiteY6119"/>
                </a:cxn>
                <a:cxn ang="0">
                  <a:pos x="connsiteX6120" y="connsiteY6120"/>
                </a:cxn>
                <a:cxn ang="0">
                  <a:pos x="connsiteX6121" y="connsiteY6121"/>
                </a:cxn>
                <a:cxn ang="0">
                  <a:pos x="connsiteX6122" y="connsiteY6122"/>
                </a:cxn>
                <a:cxn ang="0">
                  <a:pos x="connsiteX6123" y="connsiteY6123"/>
                </a:cxn>
                <a:cxn ang="0">
                  <a:pos x="connsiteX6124" y="connsiteY6124"/>
                </a:cxn>
                <a:cxn ang="0">
                  <a:pos x="connsiteX6125" y="connsiteY6125"/>
                </a:cxn>
                <a:cxn ang="0">
                  <a:pos x="connsiteX6126" y="connsiteY6126"/>
                </a:cxn>
                <a:cxn ang="0">
                  <a:pos x="connsiteX6127" y="connsiteY6127"/>
                </a:cxn>
                <a:cxn ang="0">
                  <a:pos x="connsiteX6128" y="connsiteY6128"/>
                </a:cxn>
                <a:cxn ang="0">
                  <a:pos x="connsiteX6129" y="connsiteY6129"/>
                </a:cxn>
                <a:cxn ang="0">
                  <a:pos x="connsiteX6130" y="connsiteY6130"/>
                </a:cxn>
                <a:cxn ang="0">
                  <a:pos x="connsiteX6131" y="connsiteY6131"/>
                </a:cxn>
                <a:cxn ang="0">
                  <a:pos x="connsiteX6132" y="connsiteY6132"/>
                </a:cxn>
                <a:cxn ang="0">
                  <a:pos x="connsiteX6133" y="connsiteY6133"/>
                </a:cxn>
                <a:cxn ang="0">
                  <a:pos x="connsiteX6134" y="connsiteY6134"/>
                </a:cxn>
                <a:cxn ang="0">
                  <a:pos x="connsiteX6135" y="connsiteY6135"/>
                </a:cxn>
                <a:cxn ang="0">
                  <a:pos x="connsiteX6136" y="connsiteY6136"/>
                </a:cxn>
                <a:cxn ang="0">
                  <a:pos x="connsiteX6137" y="connsiteY6137"/>
                </a:cxn>
                <a:cxn ang="0">
                  <a:pos x="connsiteX6138" y="connsiteY6138"/>
                </a:cxn>
                <a:cxn ang="0">
                  <a:pos x="connsiteX6139" y="connsiteY6139"/>
                </a:cxn>
                <a:cxn ang="0">
                  <a:pos x="connsiteX6140" y="connsiteY6140"/>
                </a:cxn>
                <a:cxn ang="0">
                  <a:pos x="connsiteX6141" y="connsiteY6141"/>
                </a:cxn>
                <a:cxn ang="0">
                  <a:pos x="connsiteX6142" y="connsiteY6142"/>
                </a:cxn>
                <a:cxn ang="0">
                  <a:pos x="connsiteX6143" y="connsiteY6143"/>
                </a:cxn>
                <a:cxn ang="0">
                  <a:pos x="connsiteX6144" y="connsiteY6144"/>
                </a:cxn>
                <a:cxn ang="0">
                  <a:pos x="connsiteX6145" y="connsiteY6145"/>
                </a:cxn>
                <a:cxn ang="0">
                  <a:pos x="connsiteX6146" y="connsiteY6146"/>
                </a:cxn>
                <a:cxn ang="0">
                  <a:pos x="connsiteX6147" y="connsiteY6147"/>
                </a:cxn>
                <a:cxn ang="0">
                  <a:pos x="connsiteX6148" y="connsiteY6148"/>
                </a:cxn>
                <a:cxn ang="0">
                  <a:pos x="connsiteX6149" y="connsiteY6149"/>
                </a:cxn>
                <a:cxn ang="0">
                  <a:pos x="connsiteX6150" y="connsiteY6150"/>
                </a:cxn>
                <a:cxn ang="0">
                  <a:pos x="connsiteX6151" y="connsiteY6151"/>
                </a:cxn>
                <a:cxn ang="0">
                  <a:pos x="connsiteX6152" y="connsiteY6152"/>
                </a:cxn>
                <a:cxn ang="0">
                  <a:pos x="connsiteX6153" y="connsiteY6153"/>
                </a:cxn>
                <a:cxn ang="0">
                  <a:pos x="connsiteX6154" y="connsiteY6154"/>
                </a:cxn>
                <a:cxn ang="0">
                  <a:pos x="connsiteX6155" y="connsiteY6155"/>
                </a:cxn>
                <a:cxn ang="0">
                  <a:pos x="connsiteX6156" y="connsiteY6156"/>
                </a:cxn>
                <a:cxn ang="0">
                  <a:pos x="connsiteX6157" y="connsiteY6157"/>
                </a:cxn>
                <a:cxn ang="0">
                  <a:pos x="connsiteX6158" y="connsiteY6158"/>
                </a:cxn>
                <a:cxn ang="0">
                  <a:pos x="connsiteX6159" y="connsiteY6159"/>
                </a:cxn>
                <a:cxn ang="0">
                  <a:pos x="connsiteX6160" y="connsiteY6160"/>
                </a:cxn>
                <a:cxn ang="0">
                  <a:pos x="connsiteX6161" y="connsiteY6161"/>
                </a:cxn>
                <a:cxn ang="0">
                  <a:pos x="connsiteX6162" y="connsiteY6162"/>
                </a:cxn>
                <a:cxn ang="0">
                  <a:pos x="connsiteX6163" y="connsiteY6163"/>
                </a:cxn>
                <a:cxn ang="0">
                  <a:pos x="connsiteX6164" y="connsiteY6164"/>
                </a:cxn>
                <a:cxn ang="0">
                  <a:pos x="connsiteX6165" y="connsiteY6165"/>
                </a:cxn>
                <a:cxn ang="0">
                  <a:pos x="connsiteX6166" y="connsiteY6166"/>
                </a:cxn>
                <a:cxn ang="0">
                  <a:pos x="connsiteX6167" y="connsiteY6167"/>
                </a:cxn>
                <a:cxn ang="0">
                  <a:pos x="connsiteX6168" y="connsiteY6168"/>
                </a:cxn>
                <a:cxn ang="0">
                  <a:pos x="connsiteX6169" y="connsiteY6169"/>
                </a:cxn>
                <a:cxn ang="0">
                  <a:pos x="connsiteX6170" y="connsiteY6170"/>
                </a:cxn>
                <a:cxn ang="0">
                  <a:pos x="connsiteX6171" y="connsiteY6171"/>
                </a:cxn>
                <a:cxn ang="0">
                  <a:pos x="connsiteX6172" y="connsiteY6172"/>
                </a:cxn>
                <a:cxn ang="0">
                  <a:pos x="connsiteX6173" y="connsiteY6173"/>
                </a:cxn>
                <a:cxn ang="0">
                  <a:pos x="connsiteX6174" y="connsiteY6174"/>
                </a:cxn>
                <a:cxn ang="0">
                  <a:pos x="connsiteX6175" y="connsiteY6175"/>
                </a:cxn>
                <a:cxn ang="0">
                  <a:pos x="connsiteX6176" y="connsiteY6176"/>
                </a:cxn>
                <a:cxn ang="0">
                  <a:pos x="connsiteX6177" y="connsiteY6177"/>
                </a:cxn>
                <a:cxn ang="0">
                  <a:pos x="connsiteX6178" y="connsiteY6178"/>
                </a:cxn>
                <a:cxn ang="0">
                  <a:pos x="connsiteX6179" y="connsiteY6179"/>
                </a:cxn>
                <a:cxn ang="0">
                  <a:pos x="connsiteX6180" y="connsiteY6180"/>
                </a:cxn>
                <a:cxn ang="0">
                  <a:pos x="connsiteX6181" y="connsiteY6181"/>
                </a:cxn>
                <a:cxn ang="0">
                  <a:pos x="connsiteX6182" y="connsiteY6182"/>
                </a:cxn>
                <a:cxn ang="0">
                  <a:pos x="connsiteX6183" y="connsiteY6183"/>
                </a:cxn>
                <a:cxn ang="0">
                  <a:pos x="connsiteX6184" y="connsiteY6184"/>
                </a:cxn>
                <a:cxn ang="0">
                  <a:pos x="connsiteX6185" y="connsiteY6185"/>
                </a:cxn>
                <a:cxn ang="0">
                  <a:pos x="connsiteX6186" y="connsiteY6186"/>
                </a:cxn>
                <a:cxn ang="0">
                  <a:pos x="connsiteX6187" y="connsiteY6187"/>
                </a:cxn>
                <a:cxn ang="0">
                  <a:pos x="connsiteX6188" y="connsiteY6188"/>
                </a:cxn>
                <a:cxn ang="0">
                  <a:pos x="connsiteX6189" y="connsiteY6189"/>
                </a:cxn>
                <a:cxn ang="0">
                  <a:pos x="connsiteX6190" y="connsiteY6190"/>
                </a:cxn>
                <a:cxn ang="0">
                  <a:pos x="connsiteX6191" y="connsiteY6191"/>
                </a:cxn>
                <a:cxn ang="0">
                  <a:pos x="connsiteX6192" y="connsiteY6192"/>
                </a:cxn>
                <a:cxn ang="0">
                  <a:pos x="connsiteX6193" y="connsiteY6193"/>
                </a:cxn>
                <a:cxn ang="0">
                  <a:pos x="connsiteX6194" y="connsiteY6194"/>
                </a:cxn>
                <a:cxn ang="0">
                  <a:pos x="connsiteX6195" y="connsiteY6195"/>
                </a:cxn>
                <a:cxn ang="0">
                  <a:pos x="connsiteX6196" y="connsiteY6196"/>
                </a:cxn>
                <a:cxn ang="0">
                  <a:pos x="connsiteX6197" y="connsiteY6197"/>
                </a:cxn>
                <a:cxn ang="0">
                  <a:pos x="connsiteX6198" y="connsiteY6198"/>
                </a:cxn>
                <a:cxn ang="0">
                  <a:pos x="connsiteX6199" y="connsiteY6199"/>
                </a:cxn>
                <a:cxn ang="0">
                  <a:pos x="connsiteX6200" y="connsiteY6200"/>
                </a:cxn>
                <a:cxn ang="0">
                  <a:pos x="connsiteX6201" y="connsiteY6201"/>
                </a:cxn>
                <a:cxn ang="0">
                  <a:pos x="connsiteX6202" y="connsiteY6202"/>
                </a:cxn>
                <a:cxn ang="0">
                  <a:pos x="connsiteX6203" y="connsiteY6203"/>
                </a:cxn>
                <a:cxn ang="0">
                  <a:pos x="connsiteX6204" y="connsiteY6204"/>
                </a:cxn>
                <a:cxn ang="0">
                  <a:pos x="connsiteX6205" y="connsiteY6205"/>
                </a:cxn>
                <a:cxn ang="0">
                  <a:pos x="connsiteX6206" y="connsiteY6206"/>
                </a:cxn>
                <a:cxn ang="0">
                  <a:pos x="connsiteX6207" y="connsiteY6207"/>
                </a:cxn>
                <a:cxn ang="0">
                  <a:pos x="connsiteX6208" y="connsiteY6208"/>
                </a:cxn>
                <a:cxn ang="0">
                  <a:pos x="connsiteX6209" y="connsiteY6209"/>
                </a:cxn>
                <a:cxn ang="0">
                  <a:pos x="connsiteX6210" y="connsiteY6210"/>
                </a:cxn>
                <a:cxn ang="0">
                  <a:pos x="connsiteX6211" y="connsiteY6211"/>
                </a:cxn>
                <a:cxn ang="0">
                  <a:pos x="connsiteX6212" y="connsiteY6212"/>
                </a:cxn>
                <a:cxn ang="0">
                  <a:pos x="connsiteX6213" y="connsiteY6213"/>
                </a:cxn>
                <a:cxn ang="0">
                  <a:pos x="connsiteX6214" y="connsiteY6214"/>
                </a:cxn>
                <a:cxn ang="0">
                  <a:pos x="connsiteX6215" y="connsiteY6215"/>
                </a:cxn>
                <a:cxn ang="0">
                  <a:pos x="connsiteX6216" y="connsiteY6216"/>
                </a:cxn>
                <a:cxn ang="0">
                  <a:pos x="connsiteX6217" y="connsiteY6217"/>
                </a:cxn>
                <a:cxn ang="0">
                  <a:pos x="connsiteX6218" y="connsiteY6218"/>
                </a:cxn>
                <a:cxn ang="0">
                  <a:pos x="connsiteX6219" y="connsiteY6219"/>
                </a:cxn>
                <a:cxn ang="0">
                  <a:pos x="connsiteX6220" y="connsiteY6220"/>
                </a:cxn>
                <a:cxn ang="0">
                  <a:pos x="connsiteX6221" y="connsiteY6221"/>
                </a:cxn>
                <a:cxn ang="0">
                  <a:pos x="connsiteX6222" y="connsiteY6222"/>
                </a:cxn>
                <a:cxn ang="0">
                  <a:pos x="connsiteX6223" y="connsiteY6223"/>
                </a:cxn>
                <a:cxn ang="0">
                  <a:pos x="connsiteX6224" y="connsiteY6224"/>
                </a:cxn>
                <a:cxn ang="0">
                  <a:pos x="connsiteX6225" y="connsiteY6225"/>
                </a:cxn>
                <a:cxn ang="0">
                  <a:pos x="connsiteX6226" y="connsiteY6226"/>
                </a:cxn>
                <a:cxn ang="0">
                  <a:pos x="connsiteX6227" y="connsiteY6227"/>
                </a:cxn>
                <a:cxn ang="0">
                  <a:pos x="connsiteX6228" y="connsiteY6228"/>
                </a:cxn>
                <a:cxn ang="0">
                  <a:pos x="connsiteX6229" y="connsiteY6229"/>
                </a:cxn>
                <a:cxn ang="0">
                  <a:pos x="connsiteX6230" y="connsiteY6230"/>
                </a:cxn>
                <a:cxn ang="0">
                  <a:pos x="connsiteX6231" y="connsiteY6231"/>
                </a:cxn>
                <a:cxn ang="0">
                  <a:pos x="connsiteX6232" y="connsiteY6232"/>
                </a:cxn>
                <a:cxn ang="0">
                  <a:pos x="connsiteX6233" y="connsiteY6233"/>
                </a:cxn>
                <a:cxn ang="0">
                  <a:pos x="connsiteX6234" y="connsiteY6234"/>
                </a:cxn>
                <a:cxn ang="0">
                  <a:pos x="connsiteX6235" y="connsiteY6235"/>
                </a:cxn>
                <a:cxn ang="0">
                  <a:pos x="connsiteX6236" y="connsiteY6236"/>
                </a:cxn>
                <a:cxn ang="0">
                  <a:pos x="connsiteX6237" y="connsiteY6237"/>
                </a:cxn>
                <a:cxn ang="0">
                  <a:pos x="connsiteX6238" y="connsiteY6238"/>
                </a:cxn>
                <a:cxn ang="0">
                  <a:pos x="connsiteX6239" y="connsiteY6239"/>
                </a:cxn>
                <a:cxn ang="0">
                  <a:pos x="connsiteX6240" y="connsiteY6240"/>
                </a:cxn>
                <a:cxn ang="0">
                  <a:pos x="connsiteX6241" y="connsiteY6241"/>
                </a:cxn>
                <a:cxn ang="0">
                  <a:pos x="connsiteX6242" y="connsiteY6242"/>
                </a:cxn>
                <a:cxn ang="0">
                  <a:pos x="connsiteX6243" y="connsiteY6243"/>
                </a:cxn>
                <a:cxn ang="0">
                  <a:pos x="connsiteX6244" y="connsiteY6244"/>
                </a:cxn>
                <a:cxn ang="0">
                  <a:pos x="connsiteX6245" y="connsiteY6245"/>
                </a:cxn>
                <a:cxn ang="0">
                  <a:pos x="connsiteX6246" y="connsiteY6246"/>
                </a:cxn>
                <a:cxn ang="0">
                  <a:pos x="connsiteX6247" y="connsiteY6247"/>
                </a:cxn>
                <a:cxn ang="0">
                  <a:pos x="connsiteX6248" y="connsiteY6248"/>
                </a:cxn>
                <a:cxn ang="0">
                  <a:pos x="connsiteX6249" y="connsiteY6249"/>
                </a:cxn>
                <a:cxn ang="0">
                  <a:pos x="connsiteX6250" y="connsiteY6250"/>
                </a:cxn>
                <a:cxn ang="0">
                  <a:pos x="connsiteX6251" y="connsiteY6251"/>
                </a:cxn>
                <a:cxn ang="0">
                  <a:pos x="connsiteX6252" y="connsiteY6252"/>
                </a:cxn>
                <a:cxn ang="0">
                  <a:pos x="connsiteX6253" y="connsiteY6253"/>
                </a:cxn>
                <a:cxn ang="0">
                  <a:pos x="connsiteX6254" y="connsiteY6254"/>
                </a:cxn>
                <a:cxn ang="0">
                  <a:pos x="connsiteX6255" y="connsiteY6255"/>
                </a:cxn>
                <a:cxn ang="0">
                  <a:pos x="connsiteX6256" y="connsiteY6256"/>
                </a:cxn>
                <a:cxn ang="0">
                  <a:pos x="connsiteX6257" y="connsiteY6257"/>
                </a:cxn>
                <a:cxn ang="0">
                  <a:pos x="connsiteX6258" y="connsiteY6258"/>
                </a:cxn>
                <a:cxn ang="0">
                  <a:pos x="connsiteX6259" y="connsiteY6259"/>
                </a:cxn>
                <a:cxn ang="0">
                  <a:pos x="connsiteX6260" y="connsiteY6260"/>
                </a:cxn>
                <a:cxn ang="0">
                  <a:pos x="connsiteX6261" y="connsiteY6261"/>
                </a:cxn>
                <a:cxn ang="0">
                  <a:pos x="connsiteX6262" y="connsiteY6262"/>
                </a:cxn>
                <a:cxn ang="0">
                  <a:pos x="connsiteX6263" y="connsiteY6263"/>
                </a:cxn>
                <a:cxn ang="0">
                  <a:pos x="connsiteX6264" y="connsiteY6264"/>
                </a:cxn>
                <a:cxn ang="0">
                  <a:pos x="connsiteX6265" y="connsiteY6265"/>
                </a:cxn>
                <a:cxn ang="0">
                  <a:pos x="connsiteX6266" y="connsiteY6266"/>
                </a:cxn>
                <a:cxn ang="0">
                  <a:pos x="connsiteX6267" y="connsiteY6267"/>
                </a:cxn>
                <a:cxn ang="0">
                  <a:pos x="connsiteX6268" y="connsiteY6268"/>
                </a:cxn>
                <a:cxn ang="0">
                  <a:pos x="connsiteX6269" y="connsiteY6269"/>
                </a:cxn>
                <a:cxn ang="0">
                  <a:pos x="connsiteX6270" y="connsiteY6270"/>
                </a:cxn>
                <a:cxn ang="0">
                  <a:pos x="connsiteX6271" y="connsiteY6271"/>
                </a:cxn>
                <a:cxn ang="0">
                  <a:pos x="connsiteX6272" y="connsiteY6272"/>
                </a:cxn>
                <a:cxn ang="0">
                  <a:pos x="connsiteX6273" y="connsiteY6273"/>
                </a:cxn>
                <a:cxn ang="0">
                  <a:pos x="connsiteX6274" y="connsiteY6274"/>
                </a:cxn>
                <a:cxn ang="0">
                  <a:pos x="connsiteX6275" y="connsiteY6275"/>
                </a:cxn>
                <a:cxn ang="0">
                  <a:pos x="connsiteX6276" y="connsiteY6276"/>
                </a:cxn>
                <a:cxn ang="0">
                  <a:pos x="connsiteX6277" y="connsiteY6277"/>
                </a:cxn>
                <a:cxn ang="0">
                  <a:pos x="connsiteX6278" y="connsiteY6278"/>
                </a:cxn>
                <a:cxn ang="0">
                  <a:pos x="connsiteX6279" y="connsiteY6279"/>
                </a:cxn>
                <a:cxn ang="0">
                  <a:pos x="connsiteX6280" y="connsiteY6280"/>
                </a:cxn>
                <a:cxn ang="0">
                  <a:pos x="connsiteX6281" y="connsiteY6281"/>
                </a:cxn>
                <a:cxn ang="0">
                  <a:pos x="connsiteX6282" y="connsiteY6282"/>
                </a:cxn>
                <a:cxn ang="0">
                  <a:pos x="connsiteX6283" y="connsiteY6283"/>
                </a:cxn>
                <a:cxn ang="0">
                  <a:pos x="connsiteX6284" y="connsiteY6284"/>
                </a:cxn>
                <a:cxn ang="0">
                  <a:pos x="connsiteX6285" y="connsiteY6285"/>
                </a:cxn>
                <a:cxn ang="0">
                  <a:pos x="connsiteX6286" y="connsiteY6286"/>
                </a:cxn>
                <a:cxn ang="0">
                  <a:pos x="connsiteX6287" y="connsiteY6287"/>
                </a:cxn>
                <a:cxn ang="0">
                  <a:pos x="connsiteX6288" y="connsiteY6288"/>
                </a:cxn>
                <a:cxn ang="0">
                  <a:pos x="connsiteX6289" y="connsiteY6289"/>
                </a:cxn>
                <a:cxn ang="0">
                  <a:pos x="connsiteX6290" y="connsiteY6290"/>
                </a:cxn>
                <a:cxn ang="0">
                  <a:pos x="connsiteX6291" y="connsiteY6291"/>
                </a:cxn>
                <a:cxn ang="0">
                  <a:pos x="connsiteX6292" y="connsiteY6292"/>
                </a:cxn>
                <a:cxn ang="0">
                  <a:pos x="connsiteX6293" y="connsiteY6293"/>
                </a:cxn>
                <a:cxn ang="0">
                  <a:pos x="connsiteX6294" y="connsiteY6294"/>
                </a:cxn>
                <a:cxn ang="0">
                  <a:pos x="connsiteX6295" y="connsiteY6295"/>
                </a:cxn>
                <a:cxn ang="0">
                  <a:pos x="connsiteX6296" y="connsiteY6296"/>
                </a:cxn>
                <a:cxn ang="0">
                  <a:pos x="connsiteX6297" y="connsiteY6297"/>
                </a:cxn>
                <a:cxn ang="0">
                  <a:pos x="connsiteX6298" y="connsiteY6298"/>
                </a:cxn>
                <a:cxn ang="0">
                  <a:pos x="connsiteX6299" y="connsiteY6299"/>
                </a:cxn>
                <a:cxn ang="0">
                  <a:pos x="connsiteX6300" y="connsiteY6300"/>
                </a:cxn>
                <a:cxn ang="0">
                  <a:pos x="connsiteX6301" y="connsiteY6301"/>
                </a:cxn>
                <a:cxn ang="0">
                  <a:pos x="connsiteX6302" y="connsiteY6302"/>
                </a:cxn>
                <a:cxn ang="0">
                  <a:pos x="connsiteX6303" y="connsiteY6303"/>
                </a:cxn>
                <a:cxn ang="0">
                  <a:pos x="connsiteX6304" y="connsiteY6304"/>
                </a:cxn>
                <a:cxn ang="0">
                  <a:pos x="connsiteX6305" y="connsiteY6305"/>
                </a:cxn>
                <a:cxn ang="0">
                  <a:pos x="connsiteX6306" y="connsiteY6306"/>
                </a:cxn>
                <a:cxn ang="0">
                  <a:pos x="connsiteX6307" y="connsiteY6307"/>
                </a:cxn>
                <a:cxn ang="0">
                  <a:pos x="connsiteX6308" y="connsiteY6308"/>
                </a:cxn>
                <a:cxn ang="0">
                  <a:pos x="connsiteX6309" y="connsiteY6309"/>
                </a:cxn>
                <a:cxn ang="0">
                  <a:pos x="connsiteX6310" y="connsiteY6310"/>
                </a:cxn>
                <a:cxn ang="0">
                  <a:pos x="connsiteX6311" y="connsiteY6311"/>
                </a:cxn>
                <a:cxn ang="0">
                  <a:pos x="connsiteX6312" y="connsiteY6312"/>
                </a:cxn>
                <a:cxn ang="0">
                  <a:pos x="connsiteX6313" y="connsiteY6313"/>
                </a:cxn>
                <a:cxn ang="0">
                  <a:pos x="connsiteX6314" y="connsiteY6314"/>
                </a:cxn>
                <a:cxn ang="0">
                  <a:pos x="connsiteX6315" y="connsiteY6315"/>
                </a:cxn>
                <a:cxn ang="0">
                  <a:pos x="connsiteX6316" y="connsiteY6316"/>
                </a:cxn>
                <a:cxn ang="0">
                  <a:pos x="connsiteX6317" y="connsiteY6317"/>
                </a:cxn>
                <a:cxn ang="0">
                  <a:pos x="connsiteX6318" y="connsiteY6318"/>
                </a:cxn>
                <a:cxn ang="0">
                  <a:pos x="connsiteX6319" y="connsiteY6319"/>
                </a:cxn>
                <a:cxn ang="0">
                  <a:pos x="connsiteX6320" y="connsiteY6320"/>
                </a:cxn>
                <a:cxn ang="0">
                  <a:pos x="connsiteX6321" y="connsiteY6321"/>
                </a:cxn>
                <a:cxn ang="0">
                  <a:pos x="connsiteX6322" y="connsiteY6322"/>
                </a:cxn>
                <a:cxn ang="0">
                  <a:pos x="connsiteX6323" y="connsiteY6323"/>
                </a:cxn>
                <a:cxn ang="0">
                  <a:pos x="connsiteX6324" y="connsiteY6324"/>
                </a:cxn>
                <a:cxn ang="0">
                  <a:pos x="connsiteX6325" y="connsiteY6325"/>
                </a:cxn>
                <a:cxn ang="0">
                  <a:pos x="connsiteX6326" y="connsiteY6326"/>
                </a:cxn>
                <a:cxn ang="0">
                  <a:pos x="connsiteX6327" y="connsiteY6327"/>
                </a:cxn>
                <a:cxn ang="0">
                  <a:pos x="connsiteX6328" y="connsiteY6328"/>
                </a:cxn>
                <a:cxn ang="0">
                  <a:pos x="connsiteX6329" y="connsiteY6329"/>
                </a:cxn>
                <a:cxn ang="0">
                  <a:pos x="connsiteX6330" y="connsiteY6330"/>
                </a:cxn>
                <a:cxn ang="0">
                  <a:pos x="connsiteX6331" y="connsiteY6331"/>
                </a:cxn>
                <a:cxn ang="0">
                  <a:pos x="connsiteX6332" y="connsiteY6332"/>
                </a:cxn>
                <a:cxn ang="0">
                  <a:pos x="connsiteX6333" y="connsiteY6333"/>
                </a:cxn>
                <a:cxn ang="0">
                  <a:pos x="connsiteX6334" y="connsiteY6334"/>
                </a:cxn>
                <a:cxn ang="0">
                  <a:pos x="connsiteX6335" y="connsiteY6335"/>
                </a:cxn>
                <a:cxn ang="0">
                  <a:pos x="connsiteX6336" y="connsiteY6336"/>
                </a:cxn>
                <a:cxn ang="0">
                  <a:pos x="connsiteX6337" y="connsiteY6337"/>
                </a:cxn>
                <a:cxn ang="0">
                  <a:pos x="connsiteX6338" y="connsiteY6338"/>
                </a:cxn>
                <a:cxn ang="0">
                  <a:pos x="connsiteX6339" y="connsiteY6339"/>
                </a:cxn>
                <a:cxn ang="0">
                  <a:pos x="connsiteX6340" y="connsiteY6340"/>
                </a:cxn>
                <a:cxn ang="0">
                  <a:pos x="connsiteX6341" y="connsiteY6341"/>
                </a:cxn>
                <a:cxn ang="0">
                  <a:pos x="connsiteX6342" y="connsiteY6342"/>
                </a:cxn>
                <a:cxn ang="0">
                  <a:pos x="connsiteX6343" y="connsiteY6343"/>
                </a:cxn>
                <a:cxn ang="0">
                  <a:pos x="connsiteX6344" y="connsiteY6344"/>
                </a:cxn>
                <a:cxn ang="0">
                  <a:pos x="connsiteX6345" y="connsiteY6345"/>
                </a:cxn>
                <a:cxn ang="0">
                  <a:pos x="connsiteX6346" y="connsiteY6346"/>
                </a:cxn>
                <a:cxn ang="0">
                  <a:pos x="connsiteX6347" y="connsiteY6347"/>
                </a:cxn>
                <a:cxn ang="0">
                  <a:pos x="connsiteX6348" y="connsiteY6348"/>
                </a:cxn>
                <a:cxn ang="0">
                  <a:pos x="connsiteX6349" y="connsiteY6349"/>
                </a:cxn>
                <a:cxn ang="0">
                  <a:pos x="connsiteX6350" y="connsiteY6350"/>
                </a:cxn>
                <a:cxn ang="0">
                  <a:pos x="connsiteX6351" y="connsiteY6351"/>
                </a:cxn>
                <a:cxn ang="0">
                  <a:pos x="connsiteX6352" y="connsiteY6352"/>
                </a:cxn>
                <a:cxn ang="0">
                  <a:pos x="connsiteX6353" y="connsiteY6353"/>
                </a:cxn>
                <a:cxn ang="0">
                  <a:pos x="connsiteX6354" y="connsiteY6354"/>
                </a:cxn>
                <a:cxn ang="0">
                  <a:pos x="connsiteX6355" y="connsiteY6355"/>
                </a:cxn>
                <a:cxn ang="0">
                  <a:pos x="connsiteX6356" y="connsiteY6356"/>
                </a:cxn>
                <a:cxn ang="0">
                  <a:pos x="connsiteX6357" y="connsiteY6357"/>
                </a:cxn>
                <a:cxn ang="0">
                  <a:pos x="connsiteX6358" y="connsiteY6358"/>
                </a:cxn>
                <a:cxn ang="0">
                  <a:pos x="connsiteX6359" y="connsiteY6359"/>
                </a:cxn>
                <a:cxn ang="0">
                  <a:pos x="connsiteX6360" y="connsiteY6360"/>
                </a:cxn>
                <a:cxn ang="0">
                  <a:pos x="connsiteX6361" y="connsiteY6361"/>
                </a:cxn>
                <a:cxn ang="0">
                  <a:pos x="connsiteX6362" y="connsiteY6362"/>
                </a:cxn>
                <a:cxn ang="0">
                  <a:pos x="connsiteX6363" y="connsiteY6363"/>
                </a:cxn>
                <a:cxn ang="0">
                  <a:pos x="connsiteX6364" y="connsiteY6364"/>
                </a:cxn>
                <a:cxn ang="0">
                  <a:pos x="connsiteX6365" y="connsiteY6365"/>
                </a:cxn>
                <a:cxn ang="0">
                  <a:pos x="connsiteX6366" y="connsiteY6366"/>
                </a:cxn>
                <a:cxn ang="0">
                  <a:pos x="connsiteX6367" y="connsiteY6367"/>
                </a:cxn>
                <a:cxn ang="0">
                  <a:pos x="connsiteX6368" y="connsiteY6368"/>
                </a:cxn>
                <a:cxn ang="0">
                  <a:pos x="connsiteX6369" y="connsiteY6369"/>
                </a:cxn>
                <a:cxn ang="0">
                  <a:pos x="connsiteX6370" y="connsiteY6370"/>
                </a:cxn>
                <a:cxn ang="0">
                  <a:pos x="connsiteX6371" y="connsiteY6371"/>
                </a:cxn>
                <a:cxn ang="0">
                  <a:pos x="connsiteX6372" y="connsiteY6372"/>
                </a:cxn>
                <a:cxn ang="0">
                  <a:pos x="connsiteX6373" y="connsiteY6373"/>
                </a:cxn>
                <a:cxn ang="0">
                  <a:pos x="connsiteX6374" y="connsiteY6374"/>
                </a:cxn>
                <a:cxn ang="0">
                  <a:pos x="connsiteX6375" y="connsiteY6375"/>
                </a:cxn>
                <a:cxn ang="0">
                  <a:pos x="connsiteX6376" y="connsiteY6376"/>
                </a:cxn>
                <a:cxn ang="0">
                  <a:pos x="connsiteX6377" y="connsiteY6377"/>
                </a:cxn>
                <a:cxn ang="0">
                  <a:pos x="connsiteX6378" y="connsiteY6378"/>
                </a:cxn>
                <a:cxn ang="0">
                  <a:pos x="connsiteX6379" y="connsiteY6379"/>
                </a:cxn>
                <a:cxn ang="0">
                  <a:pos x="connsiteX6380" y="connsiteY6380"/>
                </a:cxn>
                <a:cxn ang="0">
                  <a:pos x="connsiteX6381" y="connsiteY6381"/>
                </a:cxn>
                <a:cxn ang="0">
                  <a:pos x="connsiteX6382" y="connsiteY6382"/>
                </a:cxn>
                <a:cxn ang="0">
                  <a:pos x="connsiteX6383" y="connsiteY6383"/>
                </a:cxn>
                <a:cxn ang="0">
                  <a:pos x="connsiteX6384" y="connsiteY6384"/>
                </a:cxn>
                <a:cxn ang="0">
                  <a:pos x="connsiteX6385" y="connsiteY6385"/>
                </a:cxn>
                <a:cxn ang="0">
                  <a:pos x="connsiteX6386" y="connsiteY6386"/>
                </a:cxn>
                <a:cxn ang="0">
                  <a:pos x="connsiteX6387" y="connsiteY6387"/>
                </a:cxn>
                <a:cxn ang="0">
                  <a:pos x="connsiteX6388" y="connsiteY6388"/>
                </a:cxn>
                <a:cxn ang="0">
                  <a:pos x="connsiteX6389" y="connsiteY6389"/>
                </a:cxn>
                <a:cxn ang="0">
                  <a:pos x="connsiteX6390" y="connsiteY6390"/>
                </a:cxn>
                <a:cxn ang="0">
                  <a:pos x="connsiteX6391" y="connsiteY6391"/>
                </a:cxn>
                <a:cxn ang="0">
                  <a:pos x="connsiteX6392" y="connsiteY6392"/>
                </a:cxn>
                <a:cxn ang="0">
                  <a:pos x="connsiteX6393" y="connsiteY6393"/>
                </a:cxn>
                <a:cxn ang="0">
                  <a:pos x="connsiteX6394" y="connsiteY6394"/>
                </a:cxn>
                <a:cxn ang="0">
                  <a:pos x="connsiteX6395" y="connsiteY6395"/>
                </a:cxn>
                <a:cxn ang="0">
                  <a:pos x="connsiteX6396" y="connsiteY6396"/>
                </a:cxn>
                <a:cxn ang="0">
                  <a:pos x="connsiteX6397" y="connsiteY6397"/>
                </a:cxn>
                <a:cxn ang="0">
                  <a:pos x="connsiteX6398" y="connsiteY6398"/>
                </a:cxn>
                <a:cxn ang="0">
                  <a:pos x="connsiteX6399" y="connsiteY6399"/>
                </a:cxn>
                <a:cxn ang="0">
                  <a:pos x="connsiteX6400" y="connsiteY6400"/>
                </a:cxn>
                <a:cxn ang="0">
                  <a:pos x="connsiteX6401" y="connsiteY6401"/>
                </a:cxn>
                <a:cxn ang="0">
                  <a:pos x="connsiteX6402" y="connsiteY6402"/>
                </a:cxn>
                <a:cxn ang="0">
                  <a:pos x="connsiteX6403" y="connsiteY6403"/>
                </a:cxn>
                <a:cxn ang="0">
                  <a:pos x="connsiteX6404" y="connsiteY6404"/>
                </a:cxn>
                <a:cxn ang="0">
                  <a:pos x="connsiteX6405" y="connsiteY6405"/>
                </a:cxn>
                <a:cxn ang="0">
                  <a:pos x="connsiteX6406" y="connsiteY6406"/>
                </a:cxn>
                <a:cxn ang="0">
                  <a:pos x="connsiteX6407" y="connsiteY6407"/>
                </a:cxn>
                <a:cxn ang="0">
                  <a:pos x="connsiteX6408" y="connsiteY6408"/>
                </a:cxn>
                <a:cxn ang="0">
                  <a:pos x="connsiteX6409" y="connsiteY6409"/>
                </a:cxn>
                <a:cxn ang="0">
                  <a:pos x="connsiteX6410" y="connsiteY6410"/>
                </a:cxn>
                <a:cxn ang="0">
                  <a:pos x="connsiteX6411" y="connsiteY6411"/>
                </a:cxn>
                <a:cxn ang="0">
                  <a:pos x="connsiteX6412" y="connsiteY6412"/>
                </a:cxn>
                <a:cxn ang="0">
                  <a:pos x="connsiteX6413" y="connsiteY6413"/>
                </a:cxn>
                <a:cxn ang="0">
                  <a:pos x="connsiteX6414" y="connsiteY6414"/>
                </a:cxn>
                <a:cxn ang="0">
                  <a:pos x="connsiteX6415" y="connsiteY6415"/>
                </a:cxn>
                <a:cxn ang="0">
                  <a:pos x="connsiteX6416" y="connsiteY6416"/>
                </a:cxn>
                <a:cxn ang="0">
                  <a:pos x="connsiteX6417" y="connsiteY6417"/>
                </a:cxn>
                <a:cxn ang="0">
                  <a:pos x="connsiteX6418" y="connsiteY6418"/>
                </a:cxn>
                <a:cxn ang="0">
                  <a:pos x="connsiteX6419" y="connsiteY6419"/>
                </a:cxn>
                <a:cxn ang="0">
                  <a:pos x="connsiteX6420" y="connsiteY6420"/>
                </a:cxn>
                <a:cxn ang="0">
                  <a:pos x="connsiteX6421" y="connsiteY6421"/>
                </a:cxn>
                <a:cxn ang="0">
                  <a:pos x="connsiteX6422" y="connsiteY6422"/>
                </a:cxn>
                <a:cxn ang="0">
                  <a:pos x="connsiteX6423" y="connsiteY6423"/>
                </a:cxn>
                <a:cxn ang="0">
                  <a:pos x="connsiteX6424" y="connsiteY6424"/>
                </a:cxn>
                <a:cxn ang="0">
                  <a:pos x="connsiteX6425" y="connsiteY6425"/>
                </a:cxn>
                <a:cxn ang="0">
                  <a:pos x="connsiteX6426" y="connsiteY6426"/>
                </a:cxn>
                <a:cxn ang="0">
                  <a:pos x="connsiteX6427" y="connsiteY6427"/>
                </a:cxn>
                <a:cxn ang="0">
                  <a:pos x="connsiteX6428" y="connsiteY6428"/>
                </a:cxn>
                <a:cxn ang="0">
                  <a:pos x="connsiteX6429" y="connsiteY6429"/>
                </a:cxn>
                <a:cxn ang="0">
                  <a:pos x="connsiteX6430" y="connsiteY6430"/>
                </a:cxn>
                <a:cxn ang="0">
                  <a:pos x="connsiteX6431" y="connsiteY6431"/>
                </a:cxn>
                <a:cxn ang="0">
                  <a:pos x="connsiteX6432" y="connsiteY6432"/>
                </a:cxn>
                <a:cxn ang="0">
                  <a:pos x="connsiteX6433" y="connsiteY6433"/>
                </a:cxn>
                <a:cxn ang="0">
                  <a:pos x="connsiteX6434" y="connsiteY6434"/>
                </a:cxn>
                <a:cxn ang="0">
                  <a:pos x="connsiteX6435" y="connsiteY6435"/>
                </a:cxn>
                <a:cxn ang="0">
                  <a:pos x="connsiteX6436" y="connsiteY6436"/>
                </a:cxn>
                <a:cxn ang="0">
                  <a:pos x="connsiteX6437" y="connsiteY6437"/>
                </a:cxn>
                <a:cxn ang="0">
                  <a:pos x="connsiteX6438" y="connsiteY6438"/>
                </a:cxn>
                <a:cxn ang="0">
                  <a:pos x="connsiteX6439" y="connsiteY6439"/>
                </a:cxn>
                <a:cxn ang="0">
                  <a:pos x="connsiteX6440" y="connsiteY6440"/>
                </a:cxn>
                <a:cxn ang="0">
                  <a:pos x="connsiteX6441" y="connsiteY6441"/>
                </a:cxn>
                <a:cxn ang="0">
                  <a:pos x="connsiteX6442" y="connsiteY6442"/>
                </a:cxn>
                <a:cxn ang="0">
                  <a:pos x="connsiteX6443" y="connsiteY6443"/>
                </a:cxn>
                <a:cxn ang="0">
                  <a:pos x="connsiteX6444" y="connsiteY6444"/>
                </a:cxn>
                <a:cxn ang="0">
                  <a:pos x="connsiteX6445" y="connsiteY6445"/>
                </a:cxn>
                <a:cxn ang="0">
                  <a:pos x="connsiteX6446" y="connsiteY6446"/>
                </a:cxn>
                <a:cxn ang="0">
                  <a:pos x="connsiteX6447" y="connsiteY6447"/>
                </a:cxn>
                <a:cxn ang="0">
                  <a:pos x="connsiteX6448" y="connsiteY6448"/>
                </a:cxn>
                <a:cxn ang="0">
                  <a:pos x="connsiteX6449" y="connsiteY6449"/>
                </a:cxn>
                <a:cxn ang="0">
                  <a:pos x="connsiteX6450" y="connsiteY6450"/>
                </a:cxn>
                <a:cxn ang="0">
                  <a:pos x="connsiteX6451" y="connsiteY6451"/>
                </a:cxn>
                <a:cxn ang="0">
                  <a:pos x="connsiteX6452" y="connsiteY6452"/>
                </a:cxn>
                <a:cxn ang="0">
                  <a:pos x="connsiteX6453" y="connsiteY6453"/>
                </a:cxn>
                <a:cxn ang="0">
                  <a:pos x="connsiteX6454" y="connsiteY6454"/>
                </a:cxn>
                <a:cxn ang="0">
                  <a:pos x="connsiteX6455" y="connsiteY6455"/>
                </a:cxn>
                <a:cxn ang="0">
                  <a:pos x="connsiteX6456" y="connsiteY6456"/>
                </a:cxn>
                <a:cxn ang="0">
                  <a:pos x="connsiteX6457" y="connsiteY6457"/>
                </a:cxn>
                <a:cxn ang="0">
                  <a:pos x="connsiteX6458" y="connsiteY6458"/>
                </a:cxn>
                <a:cxn ang="0">
                  <a:pos x="connsiteX6459" y="connsiteY6459"/>
                </a:cxn>
                <a:cxn ang="0">
                  <a:pos x="connsiteX6460" y="connsiteY6460"/>
                </a:cxn>
                <a:cxn ang="0">
                  <a:pos x="connsiteX6461" y="connsiteY6461"/>
                </a:cxn>
                <a:cxn ang="0">
                  <a:pos x="connsiteX6462" y="connsiteY6462"/>
                </a:cxn>
                <a:cxn ang="0">
                  <a:pos x="connsiteX6463" y="connsiteY6463"/>
                </a:cxn>
                <a:cxn ang="0">
                  <a:pos x="connsiteX6464" y="connsiteY6464"/>
                </a:cxn>
                <a:cxn ang="0">
                  <a:pos x="connsiteX6465" y="connsiteY6465"/>
                </a:cxn>
                <a:cxn ang="0">
                  <a:pos x="connsiteX6466" y="connsiteY6466"/>
                </a:cxn>
                <a:cxn ang="0">
                  <a:pos x="connsiteX6467" y="connsiteY6467"/>
                </a:cxn>
                <a:cxn ang="0">
                  <a:pos x="connsiteX6468" y="connsiteY6468"/>
                </a:cxn>
                <a:cxn ang="0">
                  <a:pos x="connsiteX6469" y="connsiteY6469"/>
                </a:cxn>
                <a:cxn ang="0">
                  <a:pos x="connsiteX6470" y="connsiteY6470"/>
                </a:cxn>
                <a:cxn ang="0">
                  <a:pos x="connsiteX6471" y="connsiteY6471"/>
                </a:cxn>
                <a:cxn ang="0">
                  <a:pos x="connsiteX6472" y="connsiteY6472"/>
                </a:cxn>
                <a:cxn ang="0">
                  <a:pos x="connsiteX6473" y="connsiteY6473"/>
                </a:cxn>
                <a:cxn ang="0">
                  <a:pos x="connsiteX6474" y="connsiteY6474"/>
                </a:cxn>
                <a:cxn ang="0">
                  <a:pos x="connsiteX6475" y="connsiteY6475"/>
                </a:cxn>
                <a:cxn ang="0">
                  <a:pos x="connsiteX6476" y="connsiteY6476"/>
                </a:cxn>
                <a:cxn ang="0">
                  <a:pos x="connsiteX6477" y="connsiteY6477"/>
                </a:cxn>
                <a:cxn ang="0">
                  <a:pos x="connsiteX6478" y="connsiteY6478"/>
                </a:cxn>
                <a:cxn ang="0">
                  <a:pos x="connsiteX6479" y="connsiteY6479"/>
                </a:cxn>
                <a:cxn ang="0">
                  <a:pos x="connsiteX6480" y="connsiteY6480"/>
                </a:cxn>
                <a:cxn ang="0">
                  <a:pos x="connsiteX6481" y="connsiteY6481"/>
                </a:cxn>
                <a:cxn ang="0">
                  <a:pos x="connsiteX6482" y="connsiteY6482"/>
                </a:cxn>
                <a:cxn ang="0">
                  <a:pos x="connsiteX6483" y="connsiteY6483"/>
                </a:cxn>
                <a:cxn ang="0">
                  <a:pos x="connsiteX6484" y="connsiteY6484"/>
                </a:cxn>
                <a:cxn ang="0">
                  <a:pos x="connsiteX6485" y="connsiteY6485"/>
                </a:cxn>
                <a:cxn ang="0">
                  <a:pos x="connsiteX6486" y="connsiteY6486"/>
                </a:cxn>
                <a:cxn ang="0">
                  <a:pos x="connsiteX6487" y="connsiteY6487"/>
                </a:cxn>
                <a:cxn ang="0">
                  <a:pos x="connsiteX6488" y="connsiteY6488"/>
                </a:cxn>
                <a:cxn ang="0">
                  <a:pos x="connsiteX6489" y="connsiteY6489"/>
                </a:cxn>
                <a:cxn ang="0">
                  <a:pos x="connsiteX6490" y="connsiteY6490"/>
                </a:cxn>
                <a:cxn ang="0">
                  <a:pos x="connsiteX6491" y="connsiteY6491"/>
                </a:cxn>
                <a:cxn ang="0">
                  <a:pos x="connsiteX6492" y="connsiteY6492"/>
                </a:cxn>
                <a:cxn ang="0">
                  <a:pos x="connsiteX6493" y="connsiteY6493"/>
                </a:cxn>
                <a:cxn ang="0">
                  <a:pos x="connsiteX6494" y="connsiteY6494"/>
                </a:cxn>
                <a:cxn ang="0">
                  <a:pos x="connsiteX6495" y="connsiteY6495"/>
                </a:cxn>
                <a:cxn ang="0">
                  <a:pos x="connsiteX6496" y="connsiteY6496"/>
                </a:cxn>
                <a:cxn ang="0">
                  <a:pos x="connsiteX6497" y="connsiteY6497"/>
                </a:cxn>
                <a:cxn ang="0">
                  <a:pos x="connsiteX6498" y="connsiteY6498"/>
                </a:cxn>
                <a:cxn ang="0">
                  <a:pos x="connsiteX6499" y="connsiteY6499"/>
                </a:cxn>
                <a:cxn ang="0">
                  <a:pos x="connsiteX6500" y="connsiteY6500"/>
                </a:cxn>
                <a:cxn ang="0">
                  <a:pos x="connsiteX6501" y="connsiteY6501"/>
                </a:cxn>
                <a:cxn ang="0">
                  <a:pos x="connsiteX6502" y="connsiteY6502"/>
                </a:cxn>
                <a:cxn ang="0">
                  <a:pos x="connsiteX6503" y="connsiteY6503"/>
                </a:cxn>
                <a:cxn ang="0">
                  <a:pos x="connsiteX6504" y="connsiteY6504"/>
                </a:cxn>
                <a:cxn ang="0">
                  <a:pos x="connsiteX6505" y="connsiteY6505"/>
                </a:cxn>
                <a:cxn ang="0">
                  <a:pos x="connsiteX6506" y="connsiteY6506"/>
                </a:cxn>
                <a:cxn ang="0">
                  <a:pos x="connsiteX6507" y="connsiteY6507"/>
                </a:cxn>
                <a:cxn ang="0">
                  <a:pos x="connsiteX6508" y="connsiteY6508"/>
                </a:cxn>
                <a:cxn ang="0">
                  <a:pos x="connsiteX6509" y="connsiteY6509"/>
                </a:cxn>
                <a:cxn ang="0">
                  <a:pos x="connsiteX6510" y="connsiteY6510"/>
                </a:cxn>
                <a:cxn ang="0">
                  <a:pos x="connsiteX6511" y="connsiteY6511"/>
                </a:cxn>
                <a:cxn ang="0">
                  <a:pos x="connsiteX6512" y="connsiteY6512"/>
                </a:cxn>
                <a:cxn ang="0">
                  <a:pos x="connsiteX6513" y="connsiteY6513"/>
                </a:cxn>
                <a:cxn ang="0">
                  <a:pos x="connsiteX6514" y="connsiteY6514"/>
                </a:cxn>
                <a:cxn ang="0">
                  <a:pos x="connsiteX6515" y="connsiteY6515"/>
                </a:cxn>
                <a:cxn ang="0">
                  <a:pos x="connsiteX6516" y="connsiteY6516"/>
                </a:cxn>
                <a:cxn ang="0">
                  <a:pos x="connsiteX6517" y="connsiteY6517"/>
                </a:cxn>
                <a:cxn ang="0">
                  <a:pos x="connsiteX6518" y="connsiteY6518"/>
                </a:cxn>
                <a:cxn ang="0">
                  <a:pos x="connsiteX6519" y="connsiteY6519"/>
                </a:cxn>
                <a:cxn ang="0">
                  <a:pos x="connsiteX6520" y="connsiteY6520"/>
                </a:cxn>
                <a:cxn ang="0">
                  <a:pos x="connsiteX6521" y="connsiteY6521"/>
                </a:cxn>
                <a:cxn ang="0">
                  <a:pos x="connsiteX6522" y="connsiteY6522"/>
                </a:cxn>
                <a:cxn ang="0">
                  <a:pos x="connsiteX6523" y="connsiteY6523"/>
                </a:cxn>
                <a:cxn ang="0">
                  <a:pos x="connsiteX6524" y="connsiteY6524"/>
                </a:cxn>
                <a:cxn ang="0">
                  <a:pos x="connsiteX6525" y="connsiteY6525"/>
                </a:cxn>
                <a:cxn ang="0">
                  <a:pos x="connsiteX6526" y="connsiteY6526"/>
                </a:cxn>
                <a:cxn ang="0">
                  <a:pos x="connsiteX6527" y="connsiteY6527"/>
                </a:cxn>
                <a:cxn ang="0">
                  <a:pos x="connsiteX6528" y="connsiteY6528"/>
                </a:cxn>
                <a:cxn ang="0">
                  <a:pos x="connsiteX6529" y="connsiteY6529"/>
                </a:cxn>
                <a:cxn ang="0">
                  <a:pos x="connsiteX6530" y="connsiteY6530"/>
                </a:cxn>
                <a:cxn ang="0">
                  <a:pos x="connsiteX6531" y="connsiteY6531"/>
                </a:cxn>
                <a:cxn ang="0">
                  <a:pos x="connsiteX6532" y="connsiteY6532"/>
                </a:cxn>
                <a:cxn ang="0">
                  <a:pos x="connsiteX6533" y="connsiteY6533"/>
                </a:cxn>
                <a:cxn ang="0">
                  <a:pos x="connsiteX6534" y="connsiteY6534"/>
                </a:cxn>
                <a:cxn ang="0">
                  <a:pos x="connsiteX6535" y="connsiteY6535"/>
                </a:cxn>
                <a:cxn ang="0">
                  <a:pos x="connsiteX6536" y="connsiteY6536"/>
                </a:cxn>
                <a:cxn ang="0">
                  <a:pos x="connsiteX6537" y="connsiteY6537"/>
                </a:cxn>
                <a:cxn ang="0">
                  <a:pos x="connsiteX6538" y="connsiteY6538"/>
                </a:cxn>
                <a:cxn ang="0">
                  <a:pos x="connsiteX6539" y="connsiteY6539"/>
                </a:cxn>
                <a:cxn ang="0">
                  <a:pos x="connsiteX6540" y="connsiteY6540"/>
                </a:cxn>
                <a:cxn ang="0">
                  <a:pos x="connsiteX6541" y="connsiteY6541"/>
                </a:cxn>
                <a:cxn ang="0">
                  <a:pos x="connsiteX6542" y="connsiteY6542"/>
                </a:cxn>
                <a:cxn ang="0">
                  <a:pos x="connsiteX6543" y="connsiteY6543"/>
                </a:cxn>
                <a:cxn ang="0">
                  <a:pos x="connsiteX6544" y="connsiteY6544"/>
                </a:cxn>
                <a:cxn ang="0">
                  <a:pos x="connsiteX6545" y="connsiteY6545"/>
                </a:cxn>
                <a:cxn ang="0">
                  <a:pos x="connsiteX6546" y="connsiteY6546"/>
                </a:cxn>
                <a:cxn ang="0">
                  <a:pos x="connsiteX6547" y="connsiteY6547"/>
                </a:cxn>
                <a:cxn ang="0">
                  <a:pos x="connsiteX6548" y="connsiteY6548"/>
                </a:cxn>
                <a:cxn ang="0">
                  <a:pos x="connsiteX6549" y="connsiteY6549"/>
                </a:cxn>
                <a:cxn ang="0">
                  <a:pos x="connsiteX6550" y="connsiteY6550"/>
                </a:cxn>
                <a:cxn ang="0">
                  <a:pos x="connsiteX6551" y="connsiteY6551"/>
                </a:cxn>
                <a:cxn ang="0">
                  <a:pos x="connsiteX6552" y="connsiteY6552"/>
                </a:cxn>
                <a:cxn ang="0">
                  <a:pos x="connsiteX6553" y="connsiteY6553"/>
                </a:cxn>
                <a:cxn ang="0">
                  <a:pos x="connsiteX6554" y="connsiteY6554"/>
                </a:cxn>
                <a:cxn ang="0">
                  <a:pos x="connsiteX6555" y="connsiteY6555"/>
                </a:cxn>
                <a:cxn ang="0">
                  <a:pos x="connsiteX6556" y="connsiteY6556"/>
                </a:cxn>
                <a:cxn ang="0">
                  <a:pos x="connsiteX6557" y="connsiteY6557"/>
                </a:cxn>
                <a:cxn ang="0">
                  <a:pos x="connsiteX6558" y="connsiteY6558"/>
                </a:cxn>
                <a:cxn ang="0">
                  <a:pos x="connsiteX6559" y="connsiteY6559"/>
                </a:cxn>
                <a:cxn ang="0">
                  <a:pos x="connsiteX6560" y="connsiteY6560"/>
                </a:cxn>
                <a:cxn ang="0">
                  <a:pos x="connsiteX6561" y="connsiteY6561"/>
                </a:cxn>
                <a:cxn ang="0">
                  <a:pos x="connsiteX6562" y="connsiteY6562"/>
                </a:cxn>
                <a:cxn ang="0">
                  <a:pos x="connsiteX6563" y="connsiteY6563"/>
                </a:cxn>
                <a:cxn ang="0">
                  <a:pos x="connsiteX6564" y="connsiteY6564"/>
                </a:cxn>
                <a:cxn ang="0">
                  <a:pos x="connsiteX6565" y="connsiteY6565"/>
                </a:cxn>
                <a:cxn ang="0">
                  <a:pos x="connsiteX6566" y="connsiteY6566"/>
                </a:cxn>
                <a:cxn ang="0">
                  <a:pos x="connsiteX6567" y="connsiteY6567"/>
                </a:cxn>
                <a:cxn ang="0">
                  <a:pos x="connsiteX6568" y="connsiteY6568"/>
                </a:cxn>
                <a:cxn ang="0">
                  <a:pos x="connsiteX6569" y="connsiteY6569"/>
                </a:cxn>
                <a:cxn ang="0">
                  <a:pos x="connsiteX6570" y="connsiteY6570"/>
                </a:cxn>
                <a:cxn ang="0">
                  <a:pos x="connsiteX6571" y="connsiteY6571"/>
                </a:cxn>
                <a:cxn ang="0">
                  <a:pos x="connsiteX6572" y="connsiteY6572"/>
                </a:cxn>
                <a:cxn ang="0">
                  <a:pos x="connsiteX6573" y="connsiteY6573"/>
                </a:cxn>
                <a:cxn ang="0">
                  <a:pos x="connsiteX6574" y="connsiteY6574"/>
                </a:cxn>
                <a:cxn ang="0">
                  <a:pos x="connsiteX6575" y="connsiteY6575"/>
                </a:cxn>
                <a:cxn ang="0">
                  <a:pos x="connsiteX6576" y="connsiteY6576"/>
                </a:cxn>
                <a:cxn ang="0">
                  <a:pos x="connsiteX6577" y="connsiteY6577"/>
                </a:cxn>
                <a:cxn ang="0">
                  <a:pos x="connsiteX6578" y="connsiteY6578"/>
                </a:cxn>
                <a:cxn ang="0">
                  <a:pos x="connsiteX6579" y="connsiteY6579"/>
                </a:cxn>
                <a:cxn ang="0">
                  <a:pos x="connsiteX6580" y="connsiteY6580"/>
                </a:cxn>
                <a:cxn ang="0">
                  <a:pos x="connsiteX6581" y="connsiteY6581"/>
                </a:cxn>
                <a:cxn ang="0">
                  <a:pos x="connsiteX6582" y="connsiteY6582"/>
                </a:cxn>
                <a:cxn ang="0">
                  <a:pos x="connsiteX6583" y="connsiteY6583"/>
                </a:cxn>
                <a:cxn ang="0">
                  <a:pos x="connsiteX6584" y="connsiteY6584"/>
                </a:cxn>
                <a:cxn ang="0">
                  <a:pos x="connsiteX6585" y="connsiteY6585"/>
                </a:cxn>
                <a:cxn ang="0">
                  <a:pos x="connsiteX6586" y="connsiteY6586"/>
                </a:cxn>
                <a:cxn ang="0">
                  <a:pos x="connsiteX6587" y="connsiteY6587"/>
                </a:cxn>
                <a:cxn ang="0">
                  <a:pos x="connsiteX6588" y="connsiteY6588"/>
                </a:cxn>
                <a:cxn ang="0">
                  <a:pos x="connsiteX6589" y="connsiteY6589"/>
                </a:cxn>
                <a:cxn ang="0">
                  <a:pos x="connsiteX6590" y="connsiteY6590"/>
                </a:cxn>
                <a:cxn ang="0">
                  <a:pos x="connsiteX6591" y="connsiteY6591"/>
                </a:cxn>
                <a:cxn ang="0">
                  <a:pos x="connsiteX6592" y="connsiteY6592"/>
                </a:cxn>
                <a:cxn ang="0">
                  <a:pos x="connsiteX6593" y="connsiteY6593"/>
                </a:cxn>
                <a:cxn ang="0">
                  <a:pos x="connsiteX6594" y="connsiteY6594"/>
                </a:cxn>
                <a:cxn ang="0">
                  <a:pos x="connsiteX6595" y="connsiteY6595"/>
                </a:cxn>
                <a:cxn ang="0">
                  <a:pos x="connsiteX6596" y="connsiteY6596"/>
                </a:cxn>
                <a:cxn ang="0">
                  <a:pos x="connsiteX6597" y="connsiteY6597"/>
                </a:cxn>
                <a:cxn ang="0">
                  <a:pos x="connsiteX6598" y="connsiteY6598"/>
                </a:cxn>
                <a:cxn ang="0">
                  <a:pos x="connsiteX6599" y="connsiteY6599"/>
                </a:cxn>
                <a:cxn ang="0">
                  <a:pos x="connsiteX6600" y="connsiteY6600"/>
                </a:cxn>
                <a:cxn ang="0">
                  <a:pos x="connsiteX6601" y="connsiteY6601"/>
                </a:cxn>
                <a:cxn ang="0">
                  <a:pos x="connsiteX6602" y="connsiteY6602"/>
                </a:cxn>
                <a:cxn ang="0">
                  <a:pos x="connsiteX6603" y="connsiteY6603"/>
                </a:cxn>
                <a:cxn ang="0">
                  <a:pos x="connsiteX6604" y="connsiteY6604"/>
                </a:cxn>
                <a:cxn ang="0">
                  <a:pos x="connsiteX6605" y="connsiteY6605"/>
                </a:cxn>
                <a:cxn ang="0">
                  <a:pos x="connsiteX6606" y="connsiteY6606"/>
                </a:cxn>
                <a:cxn ang="0">
                  <a:pos x="connsiteX6607" y="connsiteY6607"/>
                </a:cxn>
                <a:cxn ang="0">
                  <a:pos x="connsiteX6608" y="connsiteY6608"/>
                </a:cxn>
                <a:cxn ang="0">
                  <a:pos x="connsiteX6609" y="connsiteY6609"/>
                </a:cxn>
                <a:cxn ang="0">
                  <a:pos x="connsiteX6610" y="connsiteY6610"/>
                </a:cxn>
                <a:cxn ang="0">
                  <a:pos x="connsiteX6611" y="connsiteY6611"/>
                </a:cxn>
                <a:cxn ang="0">
                  <a:pos x="connsiteX6612" y="connsiteY6612"/>
                </a:cxn>
                <a:cxn ang="0">
                  <a:pos x="connsiteX6613" y="connsiteY6613"/>
                </a:cxn>
                <a:cxn ang="0">
                  <a:pos x="connsiteX6614" y="connsiteY6614"/>
                </a:cxn>
                <a:cxn ang="0">
                  <a:pos x="connsiteX6615" y="connsiteY6615"/>
                </a:cxn>
                <a:cxn ang="0">
                  <a:pos x="connsiteX6616" y="connsiteY6616"/>
                </a:cxn>
                <a:cxn ang="0">
                  <a:pos x="connsiteX6617" y="connsiteY6617"/>
                </a:cxn>
                <a:cxn ang="0">
                  <a:pos x="connsiteX6618" y="connsiteY6618"/>
                </a:cxn>
                <a:cxn ang="0">
                  <a:pos x="connsiteX6619" y="connsiteY6619"/>
                </a:cxn>
                <a:cxn ang="0">
                  <a:pos x="connsiteX6620" y="connsiteY6620"/>
                </a:cxn>
                <a:cxn ang="0">
                  <a:pos x="connsiteX6621" y="connsiteY6621"/>
                </a:cxn>
                <a:cxn ang="0">
                  <a:pos x="connsiteX6622" y="connsiteY6622"/>
                </a:cxn>
                <a:cxn ang="0">
                  <a:pos x="connsiteX6623" y="connsiteY6623"/>
                </a:cxn>
                <a:cxn ang="0">
                  <a:pos x="connsiteX6624" y="connsiteY6624"/>
                </a:cxn>
                <a:cxn ang="0">
                  <a:pos x="connsiteX6625" y="connsiteY6625"/>
                </a:cxn>
                <a:cxn ang="0">
                  <a:pos x="connsiteX6626" y="connsiteY6626"/>
                </a:cxn>
                <a:cxn ang="0">
                  <a:pos x="connsiteX6627" y="connsiteY6627"/>
                </a:cxn>
                <a:cxn ang="0">
                  <a:pos x="connsiteX6628" y="connsiteY6628"/>
                </a:cxn>
                <a:cxn ang="0">
                  <a:pos x="connsiteX6629" y="connsiteY6629"/>
                </a:cxn>
                <a:cxn ang="0">
                  <a:pos x="connsiteX6630" y="connsiteY6630"/>
                </a:cxn>
                <a:cxn ang="0">
                  <a:pos x="connsiteX6631" y="connsiteY6631"/>
                </a:cxn>
                <a:cxn ang="0">
                  <a:pos x="connsiteX6632" y="connsiteY6632"/>
                </a:cxn>
                <a:cxn ang="0">
                  <a:pos x="connsiteX6633" y="connsiteY6633"/>
                </a:cxn>
                <a:cxn ang="0">
                  <a:pos x="connsiteX6634" y="connsiteY6634"/>
                </a:cxn>
                <a:cxn ang="0">
                  <a:pos x="connsiteX6635" y="connsiteY6635"/>
                </a:cxn>
                <a:cxn ang="0">
                  <a:pos x="connsiteX6636" y="connsiteY6636"/>
                </a:cxn>
                <a:cxn ang="0">
                  <a:pos x="connsiteX6637" y="connsiteY6637"/>
                </a:cxn>
                <a:cxn ang="0">
                  <a:pos x="connsiteX6638" y="connsiteY6638"/>
                </a:cxn>
                <a:cxn ang="0">
                  <a:pos x="connsiteX6639" y="connsiteY6639"/>
                </a:cxn>
                <a:cxn ang="0">
                  <a:pos x="connsiteX6640" y="connsiteY6640"/>
                </a:cxn>
                <a:cxn ang="0">
                  <a:pos x="connsiteX6641" y="connsiteY6641"/>
                </a:cxn>
                <a:cxn ang="0">
                  <a:pos x="connsiteX6642" y="connsiteY6642"/>
                </a:cxn>
                <a:cxn ang="0">
                  <a:pos x="connsiteX6643" y="connsiteY6643"/>
                </a:cxn>
                <a:cxn ang="0">
                  <a:pos x="connsiteX6644" y="connsiteY6644"/>
                </a:cxn>
                <a:cxn ang="0">
                  <a:pos x="connsiteX6645" y="connsiteY6645"/>
                </a:cxn>
                <a:cxn ang="0">
                  <a:pos x="connsiteX6646" y="connsiteY6646"/>
                </a:cxn>
                <a:cxn ang="0">
                  <a:pos x="connsiteX6647" y="connsiteY6647"/>
                </a:cxn>
                <a:cxn ang="0">
                  <a:pos x="connsiteX6648" y="connsiteY6648"/>
                </a:cxn>
                <a:cxn ang="0">
                  <a:pos x="connsiteX6649" y="connsiteY6649"/>
                </a:cxn>
                <a:cxn ang="0">
                  <a:pos x="connsiteX6650" y="connsiteY6650"/>
                </a:cxn>
                <a:cxn ang="0">
                  <a:pos x="connsiteX6651" y="connsiteY6651"/>
                </a:cxn>
                <a:cxn ang="0">
                  <a:pos x="connsiteX6652" y="connsiteY6652"/>
                </a:cxn>
                <a:cxn ang="0">
                  <a:pos x="connsiteX6653" y="connsiteY6653"/>
                </a:cxn>
                <a:cxn ang="0">
                  <a:pos x="connsiteX6654" y="connsiteY6654"/>
                </a:cxn>
                <a:cxn ang="0">
                  <a:pos x="connsiteX6655" y="connsiteY6655"/>
                </a:cxn>
                <a:cxn ang="0">
                  <a:pos x="connsiteX6656" y="connsiteY6656"/>
                </a:cxn>
                <a:cxn ang="0">
                  <a:pos x="connsiteX6657" y="connsiteY6657"/>
                </a:cxn>
                <a:cxn ang="0">
                  <a:pos x="connsiteX6658" y="connsiteY6658"/>
                </a:cxn>
                <a:cxn ang="0">
                  <a:pos x="connsiteX6659" y="connsiteY6659"/>
                </a:cxn>
                <a:cxn ang="0">
                  <a:pos x="connsiteX6660" y="connsiteY6660"/>
                </a:cxn>
                <a:cxn ang="0">
                  <a:pos x="connsiteX6661" y="connsiteY6661"/>
                </a:cxn>
                <a:cxn ang="0">
                  <a:pos x="connsiteX6662" y="connsiteY6662"/>
                </a:cxn>
                <a:cxn ang="0">
                  <a:pos x="connsiteX6663" y="connsiteY6663"/>
                </a:cxn>
                <a:cxn ang="0">
                  <a:pos x="connsiteX6664" y="connsiteY6664"/>
                </a:cxn>
                <a:cxn ang="0">
                  <a:pos x="connsiteX6665" y="connsiteY6665"/>
                </a:cxn>
                <a:cxn ang="0">
                  <a:pos x="connsiteX6666" y="connsiteY6666"/>
                </a:cxn>
                <a:cxn ang="0">
                  <a:pos x="connsiteX6667" y="connsiteY6667"/>
                </a:cxn>
                <a:cxn ang="0">
                  <a:pos x="connsiteX6668" y="connsiteY6668"/>
                </a:cxn>
                <a:cxn ang="0">
                  <a:pos x="connsiteX6669" y="connsiteY6669"/>
                </a:cxn>
                <a:cxn ang="0">
                  <a:pos x="connsiteX6670" y="connsiteY6670"/>
                </a:cxn>
                <a:cxn ang="0">
                  <a:pos x="connsiteX6671" y="connsiteY6671"/>
                </a:cxn>
                <a:cxn ang="0">
                  <a:pos x="connsiteX6672" y="connsiteY6672"/>
                </a:cxn>
                <a:cxn ang="0">
                  <a:pos x="connsiteX6673" y="connsiteY6673"/>
                </a:cxn>
                <a:cxn ang="0">
                  <a:pos x="connsiteX6674" y="connsiteY6674"/>
                </a:cxn>
                <a:cxn ang="0">
                  <a:pos x="connsiteX6675" y="connsiteY6675"/>
                </a:cxn>
                <a:cxn ang="0">
                  <a:pos x="connsiteX6676" y="connsiteY6676"/>
                </a:cxn>
                <a:cxn ang="0">
                  <a:pos x="connsiteX6677" y="connsiteY6677"/>
                </a:cxn>
                <a:cxn ang="0">
                  <a:pos x="connsiteX6678" y="connsiteY6678"/>
                </a:cxn>
                <a:cxn ang="0">
                  <a:pos x="connsiteX6679" y="connsiteY6679"/>
                </a:cxn>
                <a:cxn ang="0">
                  <a:pos x="connsiteX6680" y="connsiteY6680"/>
                </a:cxn>
                <a:cxn ang="0">
                  <a:pos x="connsiteX6681" y="connsiteY6681"/>
                </a:cxn>
                <a:cxn ang="0">
                  <a:pos x="connsiteX6682" y="connsiteY6682"/>
                </a:cxn>
                <a:cxn ang="0">
                  <a:pos x="connsiteX6683" y="connsiteY6683"/>
                </a:cxn>
                <a:cxn ang="0">
                  <a:pos x="connsiteX6684" y="connsiteY6684"/>
                </a:cxn>
                <a:cxn ang="0">
                  <a:pos x="connsiteX6685" y="connsiteY6685"/>
                </a:cxn>
                <a:cxn ang="0">
                  <a:pos x="connsiteX6686" y="connsiteY6686"/>
                </a:cxn>
                <a:cxn ang="0">
                  <a:pos x="connsiteX6687" y="connsiteY6687"/>
                </a:cxn>
                <a:cxn ang="0">
                  <a:pos x="connsiteX6688" y="connsiteY6688"/>
                </a:cxn>
                <a:cxn ang="0">
                  <a:pos x="connsiteX6689" y="connsiteY6689"/>
                </a:cxn>
                <a:cxn ang="0">
                  <a:pos x="connsiteX6690" y="connsiteY6690"/>
                </a:cxn>
                <a:cxn ang="0">
                  <a:pos x="connsiteX6691" y="connsiteY6691"/>
                </a:cxn>
                <a:cxn ang="0">
                  <a:pos x="connsiteX6692" y="connsiteY6692"/>
                </a:cxn>
                <a:cxn ang="0">
                  <a:pos x="connsiteX6693" y="connsiteY6693"/>
                </a:cxn>
                <a:cxn ang="0">
                  <a:pos x="connsiteX6694" y="connsiteY6694"/>
                </a:cxn>
                <a:cxn ang="0">
                  <a:pos x="connsiteX6695" y="connsiteY6695"/>
                </a:cxn>
                <a:cxn ang="0">
                  <a:pos x="connsiteX6696" y="connsiteY6696"/>
                </a:cxn>
                <a:cxn ang="0">
                  <a:pos x="connsiteX6697" y="connsiteY6697"/>
                </a:cxn>
                <a:cxn ang="0">
                  <a:pos x="connsiteX6698" y="connsiteY6698"/>
                </a:cxn>
                <a:cxn ang="0">
                  <a:pos x="connsiteX6699" y="connsiteY6699"/>
                </a:cxn>
                <a:cxn ang="0">
                  <a:pos x="connsiteX6700" y="connsiteY6700"/>
                </a:cxn>
                <a:cxn ang="0">
                  <a:pos x="connsiteX6701" y="connsiteY6701"/>
                </a:cxn>
                <a:cxn ang="0">
                  <a:pos x="connsiteX6702" y="connsiteY6702"/>
                </a:cxn>
                <a:cxn ang="0">
                  <a:pos x="connsiteX6703" y="connsiteY6703"/>
                </a:cxn>
                <a:cxn ang="0">
                  <a:pos x="connsiteX6704" y="connsiteY6704"/>
                </a:cxn>
                <a:cxn ang="0">
                  <a:pos x="connsiteX6705" y="connsiteY6705"/>
                </a:cxn>
                <a:cxn ang="0">
                  <a:pos x="connsiteX6706" y="connsiteY6706"/>
                </a:cxn>
                <a:cxn ang="0">
                  <a:pos x="connsiteX6707" y="connsiteY6707"/>
                </a:cxn>
                <a:cxn ang="0">
                  <a:pos x="connsiteX6708" y="connsiteY6708"/>
                </a:cxn>
                <a:cxn ang="0">
                  <a:pos x="connsiteX6709" y="connsiteY6709"/>
                </a:cxn>
                <a:cxn ang="0">
                  <a:pos x="connsiteX6710" y="connsiteY6710"/>
                </a:cxn>
                <a:cxn ang="0">
                  <a:pos x="connsiteX6711" y="connsiteY6711"/>
                </a:cxn>
                <a:cxn ang="0">
                  <a:pos x="connsiteX6712" y="connsiteY6712"/>
                </a:cxn>
                <a:cxn ang="0">
                  <a:pos x="connsiteX6713" y="connsiteY6713"/>
                </a:cxn>
                <a:cxn ang="0">
                  <a:pos x="connsiteX6714" y="connsiteY6714"/>
                </a:cxn>
                <a:cxn ang="0">
                  <a:pos x="connsiteX6715" y="connsiteY6715"/>
                </a:cxn>
                <a:cxn ang="0">
                  <a:pos x="connsiteX6716" y="connsiteY6716"/>
                </a:cxn>
                <a:cxn ang="0">
                  <a:pos x="connsiteX6717" y="connsiteY6717"/>
                </a:cxn>
                <a:cxn ang="0">
                  <a:pos x="connsiteX6718" y="connsiteY6718"/>
                </a:cxn>
                <a:cxn ang="0">
                  <a:pos x="connsiteX6719" y="connsiteY6719"/>
                </a:cxn>
                <a:cxn ang="0">
                  <a:pos x="connsiteX6720" y="connsiteY6720"/>
                </a:cxn>
                <a:cxn ang="0">
                  <a:pos x="connsiteX6721" y="connsiteY6721"/>
                </a:cxn>
                <a:cxn ang="0">
                  <a:pos x="connsiteX6722" y="connsiteY6722"/>
                </a:cxn>
                <a:cxn ang="0">
                  <a:pos x="connsiteX6723" y="connsiteY6723"/>
                </a:cxn>
                <a:cxn ang="0">
                  <a:pos x="connsiteX6724" y="connsiteY6724"/>
                </a:cxn>
                <a:cxn ang="0">
                  <a:pos x="connsiteX6725" y="connsiteY6725"/>
                </a:cxn>
                <a:cxn ang="0">
                  <a:pos x="connsiteX6726" y="connsiteY6726"/>
                </a:cxn>
                <a:cxn ang="0">
                  <a:pos x="connsiteX6727" y="connsiteY6727"/>
                </a:cxn>
                <a:cxn ang="0">
                  <a:pos x="connsiteX6728" y="connsiteY6728"/>
                </a:cxn>
                <a:cxn ang="0">
                  <a:pos x="connsiteX6729" y="connsiteY6729"/>
                </a:cxn>
                <a:cxn ang="0">
                  <a:pos x="connsiteX6730" y="connsiteY6730"/>
                </a:cxn>
                <a:cxn ang="0">
                  <a:pos x="connsiteX6731" y="connsiteY6731"/>
                </a:cxn>
                <a:cxn ang="0">
                  <a:pos x="connsiteX6732" y="connsiteY6732"/>
                </a:cxn>
                <a:cxn ang="0">
                  <a:pos x="connsiteX6733" y="connsiteY6733"/>
                </a:cxn>
                <a:cxn ang="0">
                  <a:pos x="connsiteX6734" y="connsiteY6734"/>
                </a:cxn>
                <a:cxn ang="0">
                  <a:pos x="connsiteX6735" y="connsiteY6735"/>
                </a:cxn>
                <a:cxn ang="0">
                  <a:pos x="connsiteX6736" y="connsiteY6736"/>
                </a:cxn>
                <a:cxn ang="0">
                  <a:pos x="connsiteX6737" y="connsiteY6737"/>
                </a:cxn>
                <a:cxn ang="0">
                  <a:pos x="connsiteX6738" y="connsiteY6738"/>
                </a:cxn>
                <a:cxn ang="0">
                  <a:pos x="connsiteX6739" y="connsiteY6739"/>
                </a:cxn>
                <a:cxn ang="0">
                  <a:pos x="connsiteX6740" y="connsiteY6740"/>
                </a:cxn>
                <a:cxn ang="0">
                  <a:pos x="connsiteX6741" y="connsiteY6741"/>
                </a:cxn>
                <a:cxn ang="0">
                  <a:pos x="connsiteX6742" y="connsiteY6742"/>
                </a:cxn>
                <a:cxn ang="0">
                  <a:pos x="connsiteX6743" y="connsiteY6743"/>
                </a:cxn>
                <a:cxn ang="0">
                  <a:pos x="connsiteX6744" y="connsiteY6744"/>
                </a:cxn>
                <a:cxn ang="0">
                  <a:pos x="connsiteX6745" y="connsiteY6745"/>
                </a:cxn>
                <a:cxn ang="0">
                  <a:pos x="connsiteX6746" y="connsiteY6746"/>
                </a:cxn>
                <a:cxn ang="0">
                  <a:pos x="connsiteX6747" y="connsiteY6747"/>
                </a:cxn>
                <a:cxn ang="0">
                  <a:pos x="connsiteX6748" y="connsiteY6748"/>
                </a:cxn>
                <a:cxn ang="0">
                  <a:pos x="connsiteX6749" y="connsiteY6749"/>
                </a:cxn>
                <a:cxn ang="0">
                  <a:pos x="connsiteX6750" y="connsiteY6750"/>
                </a:cxn>
                <a:cxn ang="0">
                  <a:pos x="connsiteX6751" y="connsiteY6751"/>
                </a:cxn>
                <a:cxn ang="0">
                  <a:pos x="connsiteX6752" y="connsiteY6752"/>
                </a:cxn>
                <a:cxn ang="0">
                  <a:pos x="connsiteX6753" y="connsiteY6753"/>
                </a:cxn>
                <a:cxn ang="0">
                  <a:pos x="connsiteX6754" y="connsiteY6754"/>
                </a:cxn>
                <a:cxn ang="0">
                  <a:pos x="connsiteX6755" y="connsiteY6755"/>
                </a:cxn>
                <a:cxn ang="0">
                  <a:pos x="connsiteX6756" y="connsiteY6756"/>
                </a:cxn>
                <a:cxn ang="0">
                  <a:pos x="connsiteX6757" y="connsiteY6757"/>
                </a:cxn>
                <a:cxn ang="0">
                  <a:pos x="connsiteX6758" y="connsiteY6758"/>
                </a:cxn>
                <a:cxn ang="0">
                  <a:pos x="connsiteX6759" y="connsiteY6759"/>
                </a:cxn>
                <a:cxn ang="0">
                  <a:pos x="connsiteX6760" y="connsiteY6760"/>
                </a:cxn>
                <a:cxn ang="0">
                  <a:pos x="connsiteX6761" y="connsiteY6761"/>
                </a:cxn>
                <a:cxn ang="0">
                  <a:pos x="connsiteX6762" y="connsiteY6762"/>
                </a:cxn>
                <a:cxn ang="0">
                  <a:pos x="connsiteX6763" y="connsiteY6763"/>
                </a:cxn>
                <a:cxn ang="0">
                  <a:pos x="connsiteX6764" y="connsiteY6764"/>
                </a:cxn>
                <a:cxn ang="0">
                  <a:pos x="connsiteX6765" y="connsiteY6765"/>
                </a:cxn>
                <a:cxn ang="0">
                  <a:pos x="connsiteX6766" y="connsiteY6766"/>
                </a:cxn>
                <a:cxn ang="0">
                  <a:pos x="connsiteX6767" y="connsiteY6767"/>
                </a:cxn>
                <a:cxn ang="0">
                  <a:pos x="connsiteX6768" y="connsiteY6768"/>
                </a:cxn>
                <a:cxn ang="0">
                  <a:pos x="connsiteX6769" y="connsiteY6769"/>
                </a:cxn>
                <a:cxn ang="0">
                  <a:pos x="connsiteX6770" y="connsiteY6770"/>
                </a:cxn>
                <a:cxn ang="0">
                  <a:pos x="connsiteX6771" y="connsiteY6771"/>
                </a:cxn>
                <a:cxn ang="0">
                  <a:pos x="connsiteX6772" y="connsiteY6772"/>
                </a:cxn>
                <a:cxn ang="0">
                  <a:pos x="connsiteX6773" y="connsiteY6773"/>
                </a:cxn>
                <a:cxn ang="0">
                  <a:pos x="connsiteX6774" y="connsiteY6774"/>
                </a:cxn>
                <a:cxn ang="0">
                  <a:pos x="connsiteX6775" y="connsiteY6775"/>
                </a:cxn>
                <a:cxn ang="0">
                  <a:pos x="connsiteX6776" y="connsiteY6776"/>
                </a:cxn>
                <a:cxn ang="0">
                  <a:pos x="connsiteX6777" y="connsiteY6777"/>
                </a:cxn>
                <a:cxn ang="0">
                  <a:pos x="connsiteX6778" y="connsiteY6778"/>
                </a:cxn>
                <a:cxn ang="0">
                  <a:pos x="connsiteX6779" y="connsiteY6779"/>
                </a:cxn>
                <a:cxn ang="0">
                  <a:pos x="connsiteX6780" y="connsiteY6780"/>
                </a:cxn>
                <a:cxn ang="0">
                  <a:pos x="connsiteX6781" y="connsiteY6781"/>
                </a:cxn>
                <a:cxn ang="0">
                  <a:pos x="connsiteX6782" y="connsiteY6782"/>
                </a:cxn>
                <a:cxn ang="0">
                  <a:pos x="connsiteX6783" y="connsiteY6783"/>
                </a:cxn>
                <a:cxn ang="0">
                  <a:pos x="connsiteX6784" y="connsiteY6784"/>
                </a:cxn>
                <a:cxn ang="0">
                  <a:pos x="connsiteX6785" y="connsiteY6785"/>
                </a:cxn>
                <a:cxn ang="0">
                  <a:pos x="connsiteX6786" y="connsiteY6786"/>
                </a:cxn>
                <a:cxn ang="0">
                  <a:pos x="connsiteX6787" y="connsiteY6787"/>
                </a:cxn>
                <a:cxn ang="0">
                  <a:pos x="connsiteX6788" y="connsiteY6788"/>
                </a:cxn>
                <a:cxn ang="0">
                  <a:pos x="connsiteX6789" y="connsiteY6789"/>
                </a:cxn>
                <a:cxn ang="0">
                  <a:pos x="connsiteX6790" y="connsiteY6790"/>
                </a:cxn>
                <a:cxn ang="0">
                  <a:pos x="connsiteX6791" y="connsiteY6791"/>
                </a:cxn>
                <a:cxn ang="0">
                  <a:pos x="connsiteX6792" y="connsiteY6792"/>
                </a:cxn>
                <a:cxn ang="0">
                  <a:pos x="connsiteX6793" y="connsiteY6793"/>
                </a:cxn>
                <a:cxn ang="0">
                  <a:pos x="connsiteX6794" y="connsiteY6794"/>
                </a:cxn>
                <a:cxn ang="0">
                  <a:pos x="connsiteX6795" y="connsiteY6795"/>
                </a:cxn>
                <a:cxn ang="0">
                  <a:pos x="connsiteX6796" y="connsiteY6796"/>
                </a:cxn>
                <a:cxn ang="0">
                  <a:pos x="connsiteX6797" y="connsiteY6797"/>
                </a:cxn>
                <a:cxn ang="0">
                  <a:pos x="connsiteX6798" y="connsiteY6798"/>
                </a:cxn>
                <a:cxn ang="0">
                  <a:pos x="connsiteX6799" y="connsiteY6799"/>
                </a:cxn>
                <a:cxn ang="0">
                  <a:pos x="connsiteX6800" y="connsiteY6800"/>
                </a:cxn>
                <a:cxn ang="0">
                  <a:pos x="connsiteX6801" y="connsiteY6801"/>
                </a:cxn>
                <a:cxn ang="0">
                  <a:pos x="connsiteX6802" y="connsiteY6802"/>
                </a:cxn>
                <a:cxn ang="0">
                  <a:pos x="connsiteX6803" y="connsiteY6803"/>
                </a:cxn>
                <a:cxn ang="0">
                  <a:pos x="connsiteX6804" y="connsiteY6804"/>
                </a:cxn>
                <a:cxn ang="0">
                  <a:pos x="connsiteX6805" y="connsiteY6805"/>
                </a:cxn>
                <a:cxn ang="0">
                  <a:pos x="connsiteX6806" y="connsiteY6806"/>
                </a:cxn>
                <a:cxn ang="0">
                  <a:pos x="connsiteX6807" y="connsiteY6807"/>
                </a:cxn>
                <a:cxn ang="0">
                  <a:pos x="connsiteX6808" y="connsiteY6808"/>
                </a:cxn>
                <a:cxn ang="0">
                  <a:pos x="connsiteX6809" y="connsiteY6809"/>
                </a:cxn>
                <a:cxn ang="0">
                  <a:pos x="connsiteX6810" y="connsiteY6810"/>
                </a:cxn>
                <a:cxn ang="0">
                  <a:pos x="connsiteX6811" y="connsiteY6811"/>
                </a:cxn>
                <a:cxn ang="0">
                  <a:pos x="connsiteX6812" y="connsiteY6812"/>
                </a:cxn>
                <a:cxn ang="0">
                  <a:pos x="connsiteX6813" y="connsiteY6813"/>
                </a:cxn>
                <a:cxn ang="0">
                  <a:pos x="connsiteX6814" y="connsiteY6814"/>
                </a:cxn>
                <a:cxn ang="0">
                  <a:pos x="connsiteX6815" y="connsiteY6815"/>
                </a:cxn>
                <a:cxn ang="0">
                  <a:pos x="connsiteX6816" y="connsiteY6816"/>
                </a:cxn>
                <a:cxn ang="0">
                  <a:pos x="connsiteX6817" y="connsiteY6817"/>
                </a:cxn>
                <a:cxn ang="0">
                  <a:pos x="connsiteX6818" y="connsiteY6818"/>
                </a:cxn>
                <a:cxn ang="0">
                  <a:pos x="connsiteX6819" y="connsiteY6819"/>
                </a:cxn>
                <a:cxn ang="0">
                  <a:pos x="connsiteX6820" y="connsiteY6820"/>
                </a:cxn>
                <a:cxn ang="0">
                  <a:pos x="connsiteX6821" y="connsiteY6821"/>
                </a:cxn>
                <a:cxn ang="0">
                  <a:pos x="connsiteX6822" y="connsiteY6822"/>
                </a:cxn>
                <a:cxn ang="0">
                  <a:pos x="connsiteX6823" y="connsiteY6823"/>
                </a:cxn>
                <a:cxn ang="0">
                  <a:pos x="connsiteX6824" y="connsiteY6824"/>
                </a:cxn>
                <a:cxn ang="0">
                  <a:pos x="connsiteX6825" y="connsiteY6825"/>
                </a:cxn>
                <a:cxn ang="0">
                  <a:pos x="connsiteX6826" y="connsiteY6826"/>
                </a:cxn>
                <a:cxn ang="0">
                  <a:pos x="connsiteX6827" y="connsiteY6827"/>
                </a:cxn>
                <a:cxn ang="0">
                  <a:pos x="connsiteX6828" y="connsiteY6828"/>
                </a:cxn>
                <a:cxn ang="0">
                  <a:pos x="connsiteX6829" y="connsiteY6829"/>
                </a:cxn>
                <a:cxn ang="0">
                  <a:pos x="connsiteX6830" y="connsiteY6830"/>
                </a:cxn>
                <a:cxn ang="0">
                  <a:pos x="connsiteX6831" y="connsiteY6831"/>
                </a:cxn>
                <a:cxn ang="0">
                  <a:pos x="connsiteX6832" y="connsiteY6832"/>
                </a:cxn>
                <a:cxn ang="0">
                  <a:pos x="connsiteX6833" y="connsiteY6833"/>
                </a:cxn>
                <a:cxn ang="0">
                  <a:pos x="connsiteX6834" y="connsiteY6834"/>
                </a:cxn>
                <a:cxn ang="0">
                  <a:pos x="connsiteX6835" y="connsiteY6835"/>
                </a:cxn>
                <a:cxn ang="0">
                  <a:pos x="connsiteX6836" y="connsiteY6836"/>
                </a:cxn>
                <a:cxn ang="0">
                  <a:pos x="connsiteX6837" y="connsiteY6837"/>
                </a:cxn>
                <a:cxn ang="0">
                  <a:pos x="connsiteX6838" y="connsiteY6838"/>
                </a:cxn>
                <a:cxn ang="0">
                  <a:pos x="connsiteX6839" y="connsiteY6839"/>
                </a:cxn>
                <a:cxn ang="0">
                  <a:pos x="connsiteX6840" y="connsiteY6840"/>
                </a:cxn>
                <a:cxn ang="0">
                  <a:pos x="connsiteX6841" y="connsiteY6841"/>
                </a:cxn>
                <a:cxn ang="0">
                  <a:pos x="connsiteX6842" y="connsiteY6842"/>
                </a:cxn>
                <a:cxn ang="0">
                  <a:pos x="connsiteX6843" y="connsiteY6843"/>
                </a:cxn>
                <a:cxn ang="0">
                  <a:pos x="connsiteX6844" y="connsiteY6844"/>
                </a:cxn>
                <a:cxn ang="0">
                  <a:pos x="connsiteX6845" y="connsiteY6845"/>
                </a:cxn>
                <a:cxn ang="0">
                  <a:pos x="connsiteX6846" y="connsiteY6846"/>
                </a:cxn>
                <a:cxn ang="0">
                  <a:pos x="connsiteX6847" y="connsiteY6847"/>
                </a:cxn>
                <a:cxn ang="0">
                  <a:pos x="connsiteX6848" y="connsiteY6848"/>
                </a:cxn>
                <a:cxn ang="0">
                  <a:pos x="connsiteX6849" y="connsiteY6849"/>
                </a:cxn>
                <a:cxn ang="0">
                  <a:pos x="connsiteX6850" y="connsiteY6850"/>
                </a:cxn>
                <a:cxn ang="0">
                  <a:pos x="connsiteX6851" y="connsiteY6851"/>
                </a:cxn>
                <a:cxn ang="0">
                  <a:pos x="connsiteX6852" y="connsiteY6852"/>
                </a:cxn>
                <a:cxn ang="0">
                  <a:pos x="connsiteX6853" y="connsiteY6853"/>
                </a:cxn>
                <a:cxn ang="0">
                  <a:pos x="connsiteX6854" y="connsiteY6854"/>
                </a:cxn>
                <a:cxn ang="0">
                  <a:pos x="connsiteX6855" y="connsiteY6855"/>
                </a:cxn>
                <a:cxn ang="0">
                  <a:pos x="connsiteX6856" y="connsiteY6856"/>
                </a:cxn>
                <a:cxn ang="0">
                  <a:pos x="connsiteX6857" y="connsiteY6857"/>
                </a:cxn>
                <a:cxn ang="0">
                  <a:pos x="connsiteX6858" y="connsiteY6858"/>
                </a:cxn>
                <a:cxn ang="0">
                  <a:pos x="connsiteX6859" y="connsiteY6859"/>
                </a:cxn>
                <a:cxn ang="0">
                  <a:pos x="connsiteX6860" y="connsiteY6860"/>
                </a:cxn>
                <a:cxn ang="0">
                  <a:pos x="connsiteX6861" y="connsiteY6861"/>
                </a:cxn>
                <a:cxn ang="0">
                  <a:pos x="connsiteX6862" y="connsiteY6862"/>
                </a:cxn>
                <a:cxn ang="0">
                  <a:pos x="connsiteX6863" y="connsiteY6863"/>
                </a:cxn>
                <a:cxn ang="0">
                  <a:pos x="connsiteX6864" y="connsiteY6864"/>
                </a:cxn>
                <a:cxn ang="0">
                  <a:pos x="connsiteX6865" y="connsiteY6865"/>
                </a:cxn>
                <a:cxn ang="0">
                  <a:pos x="connsiteX6866" y="connsiteY6866"/>
                </a:cxn>
                <a:cxn ang="0">
                  <a:pos x="connsiteX6867" y="connsiteY6867"/>
                </a:cxn>
                <a:cxn ang="0">
                  <a:pos x="connsiteX6868" y="connsiteY6868"/>
                </a:cxn>
                <a:cxn ang="0">
                  <a:pos x="connsiteX6869" y="connsiteY6869"/>
                </a:cxn>
                <a:cxn ang="0">
                  <a:pos x="connsiteX6870" y="connsiteY6870"/>
                </a:cxn>
                <a:cxn ang="0">
                  <a:pos x="connsiteX6871" y="connsiteY6871"/>
                </a:cxn>
                <a:cxn ang="0">
                  <a:pos x="connsiteX6872" y="connsiteY6872"/>
                </a:cxn>
                <a:cxn ang="0">
                  <a:pos x="connsiteX6873" y="connsiteY6873"/>
                </a:cxn>
                <a:cxn ang="0">
                  <a:pos x="connsiteX6874" y="connsiteY6874"/>
                </a:cxn>
                <a:cxn ang="0">
                  <a:pos x="connsiteX6875" y="connsiteY6875"/>
                </a:cxn>
                <a:cxn ang="0">
                  <a:pos x="connsiteX6876" y="connsiteY6876"/>
                </a:cxn>
                <a:cxn ang="0">
                  <a:pos x="connsiteX6877" y="connsiteY6877"/>
                </a:cxn>
                <a:cxn ang="0">
                  <a:pos x="connsiteX6878" y="connsiteY6878"/>
                </a:cxn>
                <a:cxn ang="0">
                  <a:pos x="connsiteX6879" y="connsiteY6879"/>
                </a:cxn>
                <a:cxn ang="0">
                  <a:pos x="connsiteX6880" y="connsiteY6880"/>
                </a:cxn>
                <a:cxn ang="0">
                  <a:pos x="connsiteX6881" y="connsiteY6881"/>
                </a:cxn>
                <a:cxn ang="0">
                  <a:pos x="connsiteX6882" y="connsiteY6882"/>
                </a:cxn>
                <a:cxn ang="0">
                  <a:pos x="connsiteX6883" y="connsiteY6883"/>
                </a:cxn>
                <a:cxn ang="0">
                  <a:pos x="connsiteX6884" y="connsiteY6884"/>
                </a:cxn>
                <a:cxn ang="0">
                  <a:pos x="connsiteX6885" y="connsiteY6885"/>
                </a:cxn>
                <a:cxn ang="0">
                  <a:pos x="connsiteX6886" y="connsiteY6886"/>
                </a:cxn>
                <a:cxn ang="0">
                  <a:pos x="connsiteX6887" y="connsiteY6887"/>
                </a:cxn>
                <a:cxn ang="0">
                  <a:pos x="connsiteX6888" y="connsiteY6888"/>
                </a:cxn>
                <a:cxn ang="0">
                  <a:pos x="connsiteX6889" y="connsiteY6889"/>
                </a:cxn>
                <a:cxn ang="0">
                  <a:pos x="connsiteX6890" y="connsiteY6890"/>
                </a:cxn>
                <a:cxn ang="0">
                  <a:pos x="connsiteX6891" y="connsiteY6891"/>
                </a:cxn>
                <a:cxn ang="0">
                  <a:pos x="connsiteX6892" y="connsiteY6892"/>
                </a:cxn>
                <a:cxn ang="0">
                  <a:pos x="connsiteX6893" y="connsiteY6893"/>
                </a:cxn>
                <a:cxn ang="0">
                  <a:pos x="connsiteX6894" y="connsiteY6894"/>
                </a:cxn>
                <a:cxn ang="0">
                  <a:pos x="connsiteX6895" y="connsiteY6895"/>
                </a:cxn>
                <a:cxn ang="0">
                  <a:pos x="connsiteX6896" y="connsiteY6896"/>
                </a:cxn>
                <a:cxn ang="0">
                  <a:pos x="connsiteX6897" y="connsiteY6897"/>
                </a:cxn>
                <a:cxn ang="0">
                  <a:pos x="connsiteX6898" y="connsiteY6898"/>
                </a:cxn>
                <a:cxn ang="0">
                  <a:pos x="connsiteX6899" y="connsiteY6899"/>
                </a:cxn>
                <a:cxn ang="0">
                  <a:pos x="connsiteX6900" y="connsiteY6900"/>
                </a:cxn>
                <a:cxn ang="0">
                  <a:pos x="connsiteX6901" y="connsiteY6901"/>
                </a:cxn>
                <a:cxn ang="0">
                  <a:pos x="connsiteX6902" y="connsiteY6902"/>
                </a:cxn>
                <a:cxn ang="0">
                  <a:pos x="connsiteX6903" y="connsiteY6903"/>
                </a:cxn>
                <a:cxn ang="0">
                  <a:pos x="connsiteX6904" y="connsiteY6904"/>
                </a:cxn>
                <a:cxn ang="0">
                  <a:pos x="connsiteX6905" y="connsiteY6905"/>
                </a:cxn>
                <a:cxn ang="0">
                  <a:pos x="connsiteX6906" y="connsiteY6906"/>
                </a:cxn>
                <a:cxn ang="0">
                  <a:pos x="connsiteX6907" y="connsiteY6907"/>
                </a:cxn>
                <a:cxn ang="0">
                  <a:pos x="connsiteX6908" y="connsiteY6908"/>
                </a:cxn>
                <a:cxn ang="0">
                  <a:pos x="connsiteX6909" y="connsiteY6909"/>
                </a:cxn>
                <a:cxn ang="0">
                  <a:pos x="connsiteX6910" y="connsiteY6910"/>
                </a:cxn>
                <a:cxn ang="0">
                  <a:pos x="connsiteX6911" y="connsiteY6911"/>
                </a:cxn>
                <a:cxn ang="0">
                  <a:pos x="connsiteX6912" y="connsiteY6912"/>
                </a:cxn>
                <a:cxn ang="0">
                  <a:pos x="connsiteX6913" y="connsiteY6913"/>
                </a:cxn>
                <a:cxn ang="0">
                  <a:pos x="connsiteX6914" y="connsiteY6914"/>
                </a:cxn>
                <a:cxn ang="0">
                  <a:pos x="connsiteX6915" y="connsiteY6915"/>
                </a:cxn>
                <a:cxn ang="0">
                  <a:pos x="connsiteX6916" y="connsiteY6916"/>
                </a:cxn>
                <a:cxn ang="0">
                  <a:pos x="connsiteX6917" y="connsiteY6917"/>
                </a:cxn>
                <a:cxn ang="0">
                  <a:pos x="connsiteX6918" y="connsiteY6918"/>
                </a:cxn>
                <a:cxn ang="0">
                  <a:pos x="connsiteX6919" y="connsiteY6919"/>
                </a:cxn>
                <a:cxn ang="0">
                  <a:pos x="connsiteX6920" y="connsiteY6920"/>
                </a:cxn>
                <a:cxn ang="0">
                  <a:pos x="connsiteX6921" y="connsiteY6921"/>
                </a:cxn>
                <a:cxn ang="0">
                  <a:pos x="connsiteX6922" y="connsiteY6922"/>
                </a:cxn>
                <a:cxn ang="0">
                  <a:pos x="connsiteX6923" y="connsiteY6923"/>
                </a:cxn>
                <a:cxn ang="0">
                  <a:pos x="connsiteX6924" y="connsiteY6924"/>
                </a:cxn>
                <a:cxn ang="0">
                  <a:pos x="connsiteX6925" y="connsiteY6925"/>
                </a:cxn>
                <a:cxn ang="0">
                  <a:pos x="connsiteX6926" y="connsiteY6926"/>
                </a:cxn>
                <a:cxn ang="0">
                  <a:pos x="connsiteX6927" y="connsiteY6927"/>
                </a:cxn>
                <a:cxn ang="0">
                  <a:pos x="connsiteX6928" y="connsiteY6928"/>
                </a:cxn>
                <a:cxn ang="0">
                  <a:pos x="connsiteX6929" y="connsiteY6929"/>
                </a:cxn>
                <a:cxn ang="0">
                  <a:pos x="connsiteX6930" y="connsiteY6930"/>
                </a:cxn>
                <a:cxn ang="0">
                  <a:pos x="connsiteX6931" y="connsiteY6931"/>
                </a:cxn>
                <a:cxn ang="0">
                  <a:pos x="connsiteX6932" y="connsiteY6932"/>
                </a:cxn>
                <a:cxn ang="0">
                  <a:pos x="connsiteX6933" y="connsiteY6933"/>
                </a:cxn>
                <a:cxn ang="0">
                  <a:pos x="connsiteX6934" y="connsiteY6934"/>
                </a:cxn>
                <a:cxn ang="0">
                  <a:pos x="connsiteX6935" y="connsiteY6935"/>
                </a:cxn>
                <a:cxn ang="0">
                  <a:pos x="connsiteX6936" y="connsiteY6936"/>
                </a:cxn>
                <a:cxn ang="0">
                  <a:pos x="connsiteX6937" y="connsiteY6937"/>
                </a:cxn>
                <a:cxn ang="0">
                  <a:pos x="connsiteX6938" y="connsiteY6938"/>
                </a:cxn>
                <a:cxn ang="0">
                  <a:pos x="connsiteX6939" y="connsiteY6939"/>
                </a:cxn>
                <a:cxn ang="0">
                  <a:pos x="connsiteX6940" y="connsiteY6940"/>
                </a:cxn>
                <a:cxn ang="0">
                  <a:pos x="connsiteX6941" y="connsiteY6941"/>
                </a:cxn>
                <a:cxn ang="0">
                  <a:pos x="connsiteX6942" y="connsiteY6942"/>
                </a:cxn>
                <a:cxn ang="0">
                  <a:pos x="connsiteX6943" y="connsiteY6943"/>
                </a:cxn>
                <a:cxn ang="0">
                  <a:pos x="connsiteX6944" y="connsiteY6944"/>
                </a:cxn>
                <a:cxn ang="0">
                  <a:pos x="connsiteX6945" y="connsiteY6945"/>
                </a:cxn>
                <a:cxn ang="0">
                  <a:pos x="connsiteX6946" y="connsiteY6946"/>
                </a:cxn>
                <a:cxn ang="0">
                  <a:pos x="connsiteX6947" y="connsiteY6947"/>
                </a:cxn>
                <a:cxn ang="0">
                  <a:pos x="connsiteX6948" y="connsiteY6948"/>
                </a:cxn>
                <a:cxn ang="0">
                  <a:pos x="connsiteX6949" y="connsiteY6949"/>
                </a:cxn>
                <a:cxn ang="0">
                  <a:pos x="connsiteX6950" y="connsiteY6950"/>
                </a:cxn>
                <a:cxn ang="0">
                  <a:pos x="connsiteX6951" y="connsiteY6951"/>
                </a:cxn>
                <a:cxn ang="0">
                  <a:pos x="connsiteX6952" y="connsiteY6952"/>
                </a:cxn>
                <a:cxn ang="0">
                  <a:pos x="connsiteX6953" y="connsiteY6953"/>
                </a:cxn>
                <a:cxn ang="0">
                  <a:pos x="connsiteX6954" y="connsiteY6954"/>
                </a:cxn>
                <a:cxn ang="0">
                  <a:pos x="connsiteX6955" y="connsiteY6955"/>
                </a:cxn>
                <a:cxn ang="0">
                  <a:pos x="connsiteX6956" y="connsiteY6956"/>
                </a:cxn>
                <a:cxn ang="0">
                  <a:pos x="connsiteX6957" y="connsiteY6957"/>
                </a:cxn>
                <a:cxn ang="0">
                  <a:pos x="connsiteX6958" y="connsiteY6958"/>
                </a:cxn>
                <a:cxn ang="0">
                  <a:pos x="connsiteX6959" y="connsiteY6959"/>
                </a:cxn>
                <a:cxn ang="0">
                  <a:pos x="connsiteX6960" y="connsiteY6960"/>
                </a:cxn>
                <a:cxn ang="0">
                  <a:pos x="connsiteX6961" y="connsiteY6961"/>
                </a:cxn>
                <a:cxn ang="0">
                  <a:pos x="connsiteX6962" y="connsiteY6962"/>
                </a:cxn>
                <a:cxn ang="0">
                  <a:pos x="connsiteX6963" y="connsiteY6963"/>
                </a:cxn>
                <a:cxn ang="0">
                  <a:pos x="connsiteX6964" y="connsiteY6964"/>
                </a:cxn>
                <a:cxn ang="0">
                  <a:pos x="connsiteX6965" y="connsiteY6965"/>
                </a:cxn>
                <a:cxn ang="0">
                  <a:pos x="connsiteX6966" y="connsiteY6966"/>
                </a:cxn>
                <a:cxn ang="0">
                  <a:pos x="connsiteX6967" y="connsiteY6967"/>
                </a:cxn>
                <a:cxn ang="0">
                  <a:pos x="connsiteX6968" y="connsiteY6968"/>
                </a:cxn>
                <a:cxn ang="0">
                  <a:pos x="connsiteX6969" y="connsiteY6969"/>
                </a:cxn>
                <a:cxn ang="0">
                  <a:pos x="connsiteX6970" y="connsiteY6970"/>
                </a:cxn>
                <a:cxn ang="0">
                  <a:pos x="connsiteX6971" y="connsiteY6971"/>
                </a:cxn>
                <a:cxn ang="0">
                  <a:pos x="connsiteX6972" y="connsiteY6972"/>
                </a:cxn>
                <a:cxn ang="0">
                  <a:pos x="connsiteX6973" y="connsiteY6973"/>
                </a:cxn>
                <a:cxn ang="0">
                  <a:pos x="connsiteX6974" y="connsiteY6974"/>
                </a:cxn>
                <a:cxn ang="0">
                  <a:pos x="connsiteX6975" y="connsiteY6975"/>
                </a:cxn>
                <a:cxn ang="0">
                  <a:pos x="connsiteX6976" y="connsiteY6976"/>
                </a:cxn>
                <a:cxn ang="0">
                  <a:pos x="connsiteX6977" y="connsiteY6977"/>
                </a:cxn>
                <a:cxn ang="0">
                  <a:pos x="connsiteX6978" y="connsiteY6978"/>
                </a:cxn>
                <a:cxn ang="0">
                  <a:pos x="connsiteX6979" y="connsiteY6979"/>
                </a:cxn>
                <a:cxn ang="0">
                  <a:pos x="connsiteX6980" y="connsiteY6980"/>
                </a:cxn>
                <a:cxn ang="0">
                  <a:pos x="connsiteX6981" y="connsiteY6981"/>
                </a:cxn>
                <a:cxn ang="0">
                  <a:pos x="connsiteX6982" y="connsiteY6982"/>
                </a:cxn>
                <a:cxn ang="0">
                  <a:pos x="connsiteX6983" y="connsiteY6983"/>
                </a:cxn>
                <a:cxn ang="0">
                  <a:pos x="connsiteX6984" y="connsiteY6984"/>
                </a:cxn>
                <a:cxn ang="0">
                  <a:pos x="connsiteX6985" y="connsiteY6985"/>
                </a:cxn>
                <a:cxn ang="0">
                  <a:pos x="connsiteX6986" y="connsiteY6986"/>
                </a:cxn>
                <a:cxn ang="0">
                  <a:pos x="connsiteX6987" y="connsiteY6987"/>
                </a:cxn>
                <a:cxn ang="0">
                  <a:pos x="connsiteX6988" y="connsiteY6988"/>
                </a:cxn>
                <a:cxn ang="0">
                  <a:pos x="connsiteX6989" y="connsiteY6989"/>
                </a:cxn>
                <a:cxn ang="0">
                  <a:pos x="connsiteX6990" y="connsiteY6990"/>
                </a:cxn>
                <a:cxn ang="0">
                  <a:pos x="connsiteX6991" y="connsiteY6991"/>
                </a:cxn>
                <a:cxn ang="0">
                  <a:pos x="connsiteX6992" y="connsiteY6992"/>
                </a:cxn>
                <a:cxn ang="0">
                  <a:pos x="connsiteX6993" y="connsiteY6993"/>
                </a:cxn>
                <a:cxn ang="0">
                  <a:pos x="connsiteX6994" y="connsiteY6994"/>
                </a:cxn>
                <a:cxn ang="0">
                  <a:pos x="connsiteX6995" y="connsiteY6995"/>
                </a:cxn>
                <a:cxn ang="0">
                  <a:pos x="connsiteX6996" y="connsiteY6996"/>
                </a:cxn>
                <a:cxn ang="0">
                  <a:pos x="connsiteX6997" y="connsiteY6997"/>
                </a:cxn>
                <a:cxn ang="0">
                  <a:pos x="connsiteX6998" y="connsiteY6998"/>
                </a:cxn>
                <a:cxn ang="0">
                  <a:pos x="connsiteX6999" y="connsiteY6999"/>
                </a:cxn>
                <a:cxn ang="0">
                  <a:pos x="connsiteX7000" y="connsiteY7000"/>
                </a:cxn>
                <a:cxn ang="0">
                  <a:pos x="connsiteX7001" y="connsiteY7001"/>
                </a:cxn>
                <a:cxn ang="0">
                  <a:pos x="connsiteX7002" y="connsiteY7002"/>
                </a:cxn>
                <a:cxn ang="0">
                  <a:pos x="connsiteX7003" y="connsiteY7003"/>
                </a:cxn>
                <a:cxn ang="0">
                  <a:pos x="connsiteX7004" y="connsiteY7004"/>
                </a:cxn>
                <a:cxn ang="0">
                  <a:pos x="connsiteX7005" y="connsiteY7005"/>
                </a:cxn>
                <a:cxn ang="0">
                  <a:pos x="connsiteX7006" y="connsiteY7006"/>
                </a:cxn>
                <a:cxn ang="0">
                  <a:pos x="connsiteX7007" y="connsiteY7007"/>
                </a:cxn>
                <a:cxn ang="0">
                  <a:pos x="connsiteX7008" y="connsiteY7008"/>
                </a:cxn>
                <a:cxn ang="0">
                  <a:pos x="connsiteX7009" y="connsiteY7009"/>
                </a:cxn>
                <a:cxn ang="0">
                  <a:pos x="connsiteX7010" y="connsiteY7010"/>
                </a:cxn>
                <a:cxn ang="0">
                  <a:pos x="connsiteX7011" y="connsiteY7011"/>
                </a:cxn>
                <a:cxn ang="0">
                  <a:pos x="connsiteX7012" y="connsiteY7012"/>
                </a:cxn>
                <a:cxn ang="0">
                  <a:pos x="connsiteX7013" y="connsiteY7013"/>
                </a:cxn>
                <a:cxn ang="0">
                  <a:pos x="connsiteX7014" y="connsiteY7014"/>
                </a:cxn>
                <a:cxn ang="0">
                  <a:pos x="connsiteX7015" y="connsiteY7015"/>
                </a:cxn>
                <a:cxn ang="0">
                  <a:pos x="connsiteX7016" y="connsiteY7016"/>
                </a:cxn>
                <a:cxn ang="0">
                  <a:pos x="connsiteX7017" y="connsiteY7017"/>
                </a:cxn>
                <a:cxn ang="0">
                  <a:pos x="connsiteX7018" y="connsiteY7018"/>
                </a:cxn>
                <a:cxn ang="0">
                  <a:pos x="connsiteX7019" y="connsiteY7019"/>
                </a:cxn>
                <a:cxn ang="0">
                  <a:pos x="connsiteX7020" y="connsiteY7020"/>
                </a:cxn>
                <a:cxn ang="0">
                  <a:pos x="connsiteX7021" y="connsiteY7021"/>
                </a:cxn>
                <a:cxn ang="0">
                  <a:pos x="connsiteX7022" y="connsiteY7022"/>
                </a:cxn>
                <a:cxn ang="0">
                  <a:pos x="connsiteX7023" y="connsiteY7023"/>
                </a:cxn>
                <a:cxn ang="0">
                  <a:pos x="connsiteX7024" y="connsiteY7024"/>
                </a:cxn>
                <a:cxn ang="0">
                  <a:pos x="connsiteX7025" y="connsiteY7025"/>
                </a:cxn>
                <a:cxn ang="0">
                  <a:pos x="connsiteX7026" y="connsiteY7026"/>
                </a:cxn>
                <a:cxn ang="0">
                  <a:pos x="connsiteX7027" y="connsiteY7027"/>
                </a:cxn>
                <a:cxn ang="0">
                  <a:pos x="connsiteX7028" y="connsiteY7028"/>
                </a:cxn>
                <a:cxn ang="0">
                  <a:pos x="connsiteX7029" y="connsiteY7029"/>
                </a:cxn>
                <a:cxn ang="0">
                  <a:pos x="connsiteX7030" y="connsiteY7030"/>
                </a:cxn>
                <a:cxn ang="0">
                  <a:pos x="connsiteX7031" y="connsiteY7031"/>
                </a:cxn>
                <a:cxn ang="0">
                  <a:pos x="connsiteX7032" y="connsiteY7032"/>
                </a:cxn>
                <a:cxn ang="0">
                  <a:pos x="connsiteX7033" y="connsiteY7033"/>
                </a:cxn>
                <a:cxn ang="0">
                  <a:pos x="connsiteX7034" y="connsiteY7034"/>
                </a:cxn>
                <a:cxn ang="0">
                  <a:pos x="connsiteX7035" y="connsiteY7035"/>
                </a:cxn>
                <a:cxn ang="0">
                  <a:pos x="connsiteX7036" y="connsiteY7036"/>
                </a:cxn>
                <a:cxn ang="0">
                  <a:pos x="connsiteX7037" y="connsiteY7037"/>
                </a:cxn>
                <a:cxn ang="0">
                  <a:pos x="connsiteX7038" y="connsiteY7038"/>
                </a:cxn>
                <a:cxn ang="0">
                  <a:pos x="connsiteX7039" y="connsiteY7039"/>
                </a:cxn>
                <a:cxn ang="0">
                  <a:pos x="connsiteX7040" y="connsiteY7040"/>
                </a:cxn>
                <a:cxn ang="0">
                  <a:pos x="connsiteX7041" y="connsiteY7041"/>
                </a:cxn>
                <a:cxn ang="0">
                  <a:pos x="connsiteX7042" y="connsiteY7042"/>
                </a:cxn>
                <a:cxn ang="0">
                  <a:pos x="connsiteX7043" y="connsiteY7043"/>
                </a:cxn>
                <a:cxn ang="0">
                  <a:pos x="connsiteX7044" y="connsiteY7044"/>
                </a:cxn>
                <a:cxn ang="0">
                  <a:pos x="connsiteX7045" y="connsiteY7045"/>
                </a:cxn>
                <a:cxn ang="0">
                  <a:pos x="connsiteX7046" y="connsiteY7046"/>
                </a:cxn>
                <a:cxn ang="0">
                  <a:pos x="connsiteX7047" y="connsiteY7047"/>
                </a:cxn>
                <a:cxn ang="0">
                  <a:pos x="connsiteX7048" y="connsiteY7048"/>
                </a:cxn>
                <a:cxn ang="0">
                  <a:pos x="connsiteX7049" y="connsiteY7049"/>
                </a:cxn>
                <a:cxn ang="0">
                  <a:pos x="connsiteX7050" y="connsiteY7050"/>
                </a:cxn>
                <a:cxn ang="0">
                  <a:pos x="connsiteX7051" y="connsiteY7051"/>
                </a:cxn>
                <a:cxn ang="0">
                  <a:pos x="connsiteX7052" y="connsiteY7052"/>
                </a:cxn>
                <a:cxn ang="0">
                  <a:pos x="connsiteX7053" y="connsiteY7053"/>
                </a:cxn>
                <a:cxn ang="0">
                  <a:pos x="connsiteX7054" y="connsiteY7054"/>
                </a:cxn>
                <a:cxn ang="0">
                  <a:pos x="connsiteX7055" y="connsiteY7055"/>
                </a:cxn>
                <a:cxn ang="0">
                  <a:pos x="connsiteX7056" y="connsiteY7056"/>
                </a:cxn>
                <a:cxn ang="0">
                  <a:pos x="connsiteX7057" y="connsiteY7057"/>
                </a:cxn>
                <a:cxn ang="0">
                  <a:pos x="connsiteX7058" y="connsiteY7058"/>
                </a:cxn>
                <a:cxn ang="0">
                  <a:pos x="connsiteX7059" y="connsiteY7059"/>
                </a:cxn>
                <a:cxn ang="0">
                  <a:pos x="connsiteX7060" y="connsiteY7060"/>
                </a:cxn>
                <a:cxn ang="0">
                  <a:pos x="connsiteX7061" y="connsiteY7061"/>
                </a:cxn>
                <a:cxn ang="0">
                  <a:pos x="connsiteX7062" y="connsiteY7062"/>
                </a:cxn>
                <a:cxn ang="0">
                  <a:pos x="connsiteX7063" y="connsiteY7063"/>
                </a:cxn>
                <a:cxn ang="0">
                  <a:pos x="connsiteX7064" y="connsiteY7064"/>
                </a:cxn>
                <a:cxn ang="0">
                  <a:pos x="connsiteX7065" y="connsiteY7065"/>
                </a:cxn>
                <a:cxn ang="0">
                  <a:pos x="connsiteX7066" y="connsiteY7066"/>
                </a:cxn>
                <a:cxn ang="0">
                  <a:pos x="connsiteX7067" y="connsiteY7067"/>
                </a:cxn>
                <a:cxn ang="0">
                  <a:pos x="connsiteX7068" y="connsiteY7068"/>
                </a:cxn>
                <a:cxn ang="0">
                  <a:pos x="connsiteX7069" y="connsiteY7069"/>
                </a:cxn>
                <a:cxn ang="0">
                  <a:pos x="connsiteX7070" y="connsiteY7070"/>
                </a:cxn>
                <a:cxn ang="0">
                  <a:pos x="connsiteX7071" y="connsiteY7071"/>
                </a:cxn>
                <a:cxn ang="0">
                  <a:pos x="connsiteX7072" y="connsiteY7072"/>
                </a:cxn>
                <a:cxn ang="0">
                  <a:pos x="connsiteX7073" y="connsiteY7073"/>
                </a:cxn>
                <a:cxn ang="0">
                  <a:pos x="connsiteX7074" y="connsiteY7074"/>
                </a:cxn>
                <a:cxn ang="0">
                  <a:pos x="connsiteX7075" y="connsiteY7075"/>
                </a:cxn>
                <a:cxn ang="0">
                  <a:pos x="connsiteX7076" y="connsiteY7076"/>
                </a:cxn>
                <a:cxn ang="0">
                  <a:pos x="connsiteX7077" y="connsiteY7077"/>
                </a:cxn>
                <a:cxn ang="0">
                  <a:pos x="connsiteX7078" y="connsiteY7078"/>
                </a:cxn>
                <a:cxn ang="0">
                  <a:pos x="connsiteX7079" y="connsiteY7079"/>
                </a:cxn>
                <a:cxn ang="0">
                  <a:pos x="connsiteX7080" y="connsiteY7080"/>
                </a:cxn>
                <a:cxn ang="0">
                  <a:pos x="connsiteX7081" y="connsiteY7081"/>
                </a:cxn>
                <a:cxn ang="0">
                  <a:pos x="connsiteX7082" y="connsiteY7082"/>
                </a:cxn>
                <a:cxn ang="0">
                  <a:pos x="connsiteX7083" y="connsiteY7083"/>
                </a:cxn>
                <a:cxn ang="0">
                  <a:pos x="connsiteX7084" y="connsiteY7084"/>
                </a:cxn>
                <a:cxn ang="0">
                  <a:pos x="connsiteX7085" y="connsiteY7085"/>
                </a:cxn>
                <a:cxn ang="0">
                  <a:pos x="connsiteX7086" y="connsiteY7086"/>
                </a:cxn>
                <a:cxn ang="0">
                  <a:pos x="connsiteX7087" y="connsiteY7087"/>
                </a:cxn>
                <a:cxn ang="0">
                  <a:pos x="connsiteX7088" y="connsiteY7088"/>
                </a:cxn>
                <a:cxn ang="0">
                  <a:pos x="connsiteX7089" y="connsiteY7089"/>
                </a:cxn>
                <a:cxn ang="0">
                  <a:pos x="connsiteX7090" y="connsiteY7090"/>
                </a:cxn>
                <a:cxn ang="0">
                  <a:pos x="connsiteX7091" y="connsiteY7091"/>
                </a:cxn>
                <a:cxn ang="0">
                  <a:pos x="connsiteX7092" y="connsiteY7092"/>
                </a:cxn>
                <a:cxn ang="0">
                  <a:pos x="connsiteX7093" y="connsiteY7093"/>
                </a:cxn>
                <a:cxn ang="0">
                  <a:pos x="connsiteX7094" y="connsiteY7094"/>
                </a:cxn>
                <a:cxn ang="0">
                  <a:pos x="connsiteX7095" y="connsiteY7095"/>
                </a:cxn>
                <a:cxn ang="0">
                  <a:pos x="connsiteX7096" y="connsiteY7096"/>
                </a:cxn>
                <a:cxn ang="0">
                  <a:pos x="connsiteX7097" y="connsiteY7097"/>
                </a:cxn>
                <a:cxn ang="0">
                  <a:pos x="connsiteX7098" y="connsiteY7098"/>
                </a:cxn>
                <a:cxn ang="0">
                  <a:pos x="connsiteX7099" y="connsiteY7099"/>
                </a:cxn>
                <a:cxn ang="0">
                  <a:pos x="connsiteX7100" y="connsiteY7100"/>
                </a:cxn>
                <a:cxn ang="0">
                  <a:pos x="connsiteX7101" y="connsiteY7101"/>
                </a:cxn>
                <a:cxn ang="0">
                  <a:pos x="connsiteX7102" y="connsiteY7102"/>
                </a:cxn>
                <a:cxn ang="0">
                  <a:pos x="connsiteX7103" y="connsiteY7103"/>
                </a:cxn>
                <a:cxn ang="0">
                  <a:pos x="connsiteX7104" y="connsiteY7104"/>
                </a:cxn>
                <a:cxn ang="0">
                  <a:pos x="connsiteX7105" y="connsiteY7105"/>
                </a:cxn>
                <a:cxn ang="0">
                  <a:pos x="connsiteX7106" y="connsiteY7106"/>
                </a:cxn>
                <a:cxn ang="0">
                  <a:pos x="connsiteX7107" y="connsiteY7107"/>
                </a:cxn>
                <a:cxn ang="0">
                  <a:pos x="connsiteX7108" y="connsiteY7108"/>
                </a:cxn>
                <a:cxn ang="0">
                  <a:pos x="connsiteX7109" y="connsiteY7109"/>
                </a:cxn>
                <a:cxn ang="0">
                  <a:pos x="connsiteX7110" y="connsiteY7110"/>
                </a:cxn>
                <a:cxn ang="0">
                  <a:pos x="connsiteX7111" y="connsiteY7111"/>
                </a:cxn>
                <a:cxn ang="0">
                  <a:pos x="connsiteX7112" y="connsiteY7112"/>
                </a:cxn>
                <a:cxn ang="0">
                  <a:pos x="connsiteX7113" y="connsiteY7113"/>
                </a:cxn>
                <a:cxn ang="0">
                  <a:pos x="connsiteX7114" y="connsiteY7114"/>
                </a:cxn>
                <a:cxn ang="0">
                  <a:pos x="connsiteX7115" y="connsiteY7115"/>
                </a:cxn>
                <a:cxn ang="0">
                  <a:pos x="connsiteX7116" y="connsiteY7116"/>
                </a:cxn>
                <a:cxn ang="0">
                  <a:pos x="connsiteX7117" y="connsiteY7117"/>
                </a:cxn>
                <a:cxn ang="0">
                  <a:pos x="connsiteX7118" y="connsiteY7118"/>
                </a:cxn>
                <a:cxn ang="0">
                  <a:pos x="connsiteX7119" y="connsiteY7119"/>
                </a:cxn>
                <a:cxn ang="0">
                  <a:pos x="connsiteX7120" y="connsiteY7120"/>
                </a:cxn>
                <a:cxn ang="0">
                  <a:pos x="connsiteX7121" y="connsiteY7121"/>
                </a:cxn>
                <a:cxn ang="0">
                  <a:pos x="connsiteX7122" y="connsiteY7122"/>
                </a:cxn>
                <a:cxn ang="0">
                  <a:pos x="connsiteX7123" y="connsiteY7123"/>
                </a:cxn>
                <a:cxn ang="0">
                  <a:pos x="connsiteX7124" y="connsiteY7124"/>
                </a:cxn>
                <a:cxn ang="0">
                  <a:pos x="connsiteX7125" y="connsiteY7125"/>
                </a:cxn>
                <a:cxn ang="0">
                  <a:pos x="connsiteX7126" y="connsiteY7126"/>
                </a:cxn>
                <a:cxn ang="0">
                  <a:pos x="connsiteX7127" y="connsiteY7127"/>
                </a:cxn>
                <a:cxn ang="0">
                  <a:pos x="connsiteX7128" y="connsiteY7128"/>
                </a:cxn>
                <a:cxn ang="0">
                  <a:pos x="connsiteX7129" y="connsiteY7129"/>
                </a:cxn>
                <a:cxn ang="0">
                  <a:pos x="connsiteX7130" y="connsiteY7130"/>
                </a:cxn>
                <a:cxn ang="0">
                  <a:pos x="connsiteX7131" y="connsiteY7131"/>
                </a:cxn>
                <a:cxn ang="0">
                  <a:pos x="connsiteX7132" y="connsiteY7132"/>
                </a:cxn>
                <a:cxn ang="0">
                  <a:pos x="connsiteX7133" y="connsiteY7133"/>
                </a:cxn>
                <a:cxn ang="0">
                  <a:pos x="connsiteX7134" y="connsiteY7134"/>
                </a:cxn>
                <a:cxn ang="0">
                  <a:pos x="connsiteX7135" y="connsiteY7135"/>
                </a:cxn>
                <a:cxn ang="0">
                  <a:pos x="connsiteX7136" y="connsiteY7136"/>
                </a:cxn>
                <a:cxn ang="0">
                  <a:pos x="connsiteX7137" y="connsiteY7137"/>
                </a:cxn>
                <a:cxn ang="0">
                  <a:pos x="connsiteX7138" y="connsiteY7138"/>
                </a:cxn>
                <a:cxn ang="0">
                  <a:pos x="connsiteX7139" y="connsiteY7139"/>
                </a:cxn>
                <a:cxn ang="0">
                  <a:pos x="connsiteX7140" y="connsiteY7140"/>
                </a:cxn>
                <a:cxn ang="0">
                  <a:pos x="connsiteX7141" y="connsiteY7141"/>
                </a:cxn>
                <a:cxn ang="0">
                  <a:pos x="connsiteX7142" y="connsiteY7142"/>
                </a:cxn>
                <a:cxn ang="0">
                  <a:pos x="connsiteX7143" y="connsiteY7143"/>
                </a:cxn>
                <a:cxn ang="0">
                  <a:pos x="connsiteX7144" y="connsiteY7144"/>
                </a:cxn>
                <a:cxn ang="0">
                  <a:pos x="connsiteX7145" y="connsiteY7145"/>
                </a:cxn>
                <a:cxn ang="0">
                  <a:pos x="connsiteX7146" y="connsiteY7146"/>
                </a:cxn>
                <a:cxn ang="0">
                  <a:pos x="connsiteX7147" y="connsiteY7147"/>
                </a:cxn>
                <a:cxn ang="0">
                  <a:pos x="connsiteX7148" y="connsiteY7148"/>
                </a:cxn>
                <a:cxn ang="0">
                  <a:pos x="connsiteX7149" y="connsiteY7149"/>
                </a:cxn>
                <a:cxn ang="0">
                  <a:pos x="connsiteX7150" y="connsiteY7150"/>
                </a:cxn>
                <a:cxn ang="0">
                  <a:pos x="connsiteX7151" y="connsiteY7151"/>
                </a:cxn>
                <a:cxn ang="0">
                  <a:pos x="connsiteX7152" y="connsiteY7152"/>
                </a:cxn>
                <a:cxn ang="0">
                  <a:pos x="connsiteX7153" y="connsiteY7153"/>
                </a:cxn>
                <a:cxn ang="0">
                  <a:pos x="connsiteX7154" y="connsiteY7154"/>
                </a:cxn>
                <a:cxn ang="0">
                  <a:pos x="connsiteX7155" y="connsiteY7155"/>
                </a:cxn>
                <a:cxn ang="0">
                  <a:pos x="connsiteX7156" y="connsiteY7156"/>
                </a:cxn>
                <a:cxn ang="0">
                  <a:pos x="connsiteX7157" y="connsiteY7157"/>
                </a:cxn>
                <a:cxn ang="0">
                  <a:pos x="connsiteX7158" y="connsiteY7158"/>
                </a:cxn>
                <a:cxn ang="0">
                  <a:pos x="connsiteX7159" y="connsiteY7159"/>
                </a:cxn>
                <a:cxn ang="0">
                  <a:pos x="connsiteX7160" y="connsiteY7160"/>
                </a:cxn>
                <a:cxn ang="0">
                  <a:pos x="connsiteX7161" y="connsiteY7161"/>
                </a:cxn>
                <a:cxn ang="0">
                  <a:pos x="connsiteX7162" y="connsiteY7162"/>
                </a:cxn>
                <a:cxn ang="0">
                  <a:pos x="connsiteX7163" y="connsiteY7163"/>
                </a:cxn>
                <a:cxn ang="0">
                  <a:pos x="connsiteX7164" y="connsiteY7164"/>
                </a:cxn>
                <a:cxn ang="0">
                  <a:pos x="connsiteX7165" y="connsiteY7165"/>
                </a:cxn>
                <a:cxn ang="0">
                  <a:pos x="connsiteX7166" y="connsiteY7166"/>
                </a:cxn>
                <a:cxn ang="0">
                  <a:pos x="connsiteX7167" y="connsiteY7167"/>
                </a:cxn>
                <a:cxn ang="0">
                  <a:pos x="connsiteX7168" y="connsiteY7168"/>
                </a:cxn>
                <a:cxn ang="0">
                  <a:pos x="connsiteX7169" y="connsiteY7169"/>
                </a:cxn>
                <a:cxn ang="0">
                  <a:pos x="connsiteX7170" y="connsiteY7170"/>
                </a:cxn>
                <a:cxn ang="0">
                  <a:pos x="connsiteX7171" y="connsiteY7171"/>
                </a:cxn>
                <a:cxn ang="0">
                  <a:pos x="connsiteX7172" y="connsiteY7172"/>
                </a:cxn>
                <a:cxn ang="0">
                  <a:pos x="connsiteX7173" y="connsiteY7173"/>
                </a:cxn>
                <a:cxn ang="0">
                  <a:pos x="connsiteX7174" y="connsiteY7174"/>
                </a:cxn>
                <a:cxn ang="0">
                  <a:pos x="connsiteX7175" y="connsiteY7175"/>
                </a:cxn>
                <a:cxn ang="0">
                  <a:pos x="connsiteX7176" y="connsiteY7176"/>
                </a:cxn>
                <a:cxn ang="0">
                  <a:pos x="connsiteX7177" y="connsiteY7177"/>
                </a:cxn>
                <a:cxn ang="0">
                  <a:pos x="connsiteX7178" y="connsiteY7178"/>
                </a:cxn>
                <a:cxn ang="0">
                  <a:pos x="connsiteX7179" y="connsiteY7179"/>
                </a:cxn>
                <a:cxn ang="0">
                  <a:pos x="connsiteX7180" y="connsiteY7180"/>
                </a:cxn>
                <a:cxn ang="0">
                  <a:pos x="connsiteX7181" y="connsiteY7181"/>
                </a:cxn>
                <a:cxn ang="0">
                  <a:pos x="connsiteX7182" y="connsiteY7182"/>
                </a:cxn>
                <a:cxn ang="0">
                  <a:pos x="connsiteX7183" y="connsiteY7183"/>
                </a:cxn>
                <a:cxn ang="0">
                  <a:pos x="connsiteX7184" y="connsiteY7184"/>
                </a:cxn>
                <a:cxn ang="0">
                  <a:pos x="connsiteX7185" y="connsiteY7185"/>
                </a:cxn>
                <a:cxn ang="0">
                  <a:pos x="connsiteX7186" y="connsiteY7186"/>
                </a:cxn>
                <a:cxn ang="0">
                  <a:pos x="connsiteX7187" y="connsiteY7187"/>
                </a:cxn>
                <a:cxn ang="0">
                  <a:pos x="connsiteX7188" y="connsiteY7188"/>
                </a:cxn>
                <a:cxn ang="0">
                  <a:pos x="connsiteX7189" y="connsiteY7189"/>
                </a:cxn>
                <a:cxn ang="0">
                  <a:pos x="connsiteX7190" y="connsiteY7190"/>
                </a:cxn>
                <a:cxn ang="0">
                  <a:pos x="connsiteX7191" y="connsiteY7191"/>
                </a:cxn>
                <a:cxn ang="0">
                  <a:pos x="connsiteX7192" y="connsiteY7192"/>
                </a:cxn>
                <a:cxn ang="0">
                  <a:pos x="connsiteX7193" y="connsiteY7193"/>
                </a:cxn>
                <a:cxn ang="0">
                  <a:pos x="connsiteX7194" y="connsiteY7194"/>
                </a:cxn>
                <a:cxn ang="0">
                  <a:pos x="connsiteX7195" y="connsiteY7195"/>
                </a:cxn>
                <a:cxn ang="0">
                  <a:pos x="connsiteX7196" y="connsiteY7196"/>
                </a:cxn>
                <a:cxn ang="0">
                  <a:pos x="connsiteX7197" y="connsiteY7197"/>
                </a:cxn>
                <a:cxn ang="0">
                  <a:pos x="connsiteX7198" y="connsiteY7198"/>
                </a:cxn>
                <a:cxn ang="0">
                  <a:pos x="connsiteX7199" y="connsiteY7199"/>
                </a:cxn>
                <a:cxn ang="0">
                  <a:pos x="connsiteX7200" y="connsiteY7200"/>
                </a:cxn>
                <a:cxn ang="0">
                  <a:pos x="connsiteX7201" y="connsiteY7201"/>
                </a:cxn>
                <a:cxn ang="0">
                  <a:pos x="connsiteX7202" y="connsiteY7202"/>
                </a:cxn>
                <a:cxn ang="0">
                  <a:pos x="connsiteX7203" y="connsiteY7203"/>
                </a:cxn>
                <a:cxn ang="0">
                  <a:pos x="connsiteX7204" y="connsiteY7204"/>
                </a:cxn>
                <a:cxn ang="0">
                  <a:pos x="connsiteX7205" y="connsiteY7205"/>
                </a:cxn>
                <a:cxn ang="0">
                  <a:pos x="connsiteX7206" y="connsiteY7206"/>
                </a:cxn>
                <a:cxn ang="0">
                  <a:pos x="connsiteX7207" y="connsiteY7207"/>
                </a:cxn>
                <a:cxn ang="0">
                  <a:pos x="connsiteX7208" y="connsiteY7208"/>
                </a:cxn>
                <a:cxn ang="0">
                  <a:pos x="connsiteX7209" y="connsiteY7209"/>
                </a:cxn>
                <a:cxn ang="0">
                  <a:pos x="connsiteX7210" y="connsiteY7210"/>
                </a:cxn>
                <a:cxn ang="0">
                  <a:pos x="connsiteX7211" y="connsiteY7211"/>
                </a:cxn>
                <a:cxn ang="0">
                  <a:pos x="connsiteX7212" y="connsiteY7212"/>
                </a:cxn>
                <a:cxn ang="0">
                  <a:pos x="connsiteX7213" y="connsiteY7213"/>
                </a:cxn>
                <a:cxn ang="0">
                  <a:pos x="connsiteX7214" y="connsiteY7214"/>
                </a:cxn>
                <a:cxn ang="0">
                  <a:pos x="connsiteX7215" y="connsiteY7215"/>
                </a:cxn>
                <a:cxn ang="0">
                  <a:pos x="connsiteX7216" y="connsiteY7216"/>
                </a:cxn>
                <a:cxn ang="0">
                  <a:pos x="connsiteX7217" y="connsiteY7217"/>
                </a:cxn>
                <a:cxn ang="0">
                  <a:pos x="connsiteX7218" y="connsiteY7218"/>
                </a:cxn>
                <a:cxn ang="0">
                  <a:pos x="connsiteX7219" y="connsiteY7219"/>
                </a:cxn>
                <a:cxn ang="0">
                  <a:pos x="connsiteX7220" y="connsiteY7220"/>
                </a:cxn>
                <a:cxn ang="0">
                  <a:pos x="connsiteX7221" y="connsiteY7221"/>
                </a:cxn>
                <a:cxn ang="0">
                  <a:pos x="connsiteX7222" y="connsiteY7222"/>
                </a:cxn>
                <a:cxn ang="0">
                  <a:pos x="connsiteX7223" y="connsiteY7223"/>
                </a:cxn>
                <a:cxn ang="0">
                  <a:pos x="connsiteX7224" y="connsiteY7224"/>
                </a:cxn>
                <a:cxn ang="0">
                  <a:pos x="connsiteX7225" y="connsiteY7225"/>
                </a:cxn>
                <a:cxn ang="0">
                  <a:pos x="connsiteX7226" y="connsiteY7226"/>
                </a:cxn>
                <a:cxn ang="0">
                  <a:pos x="connsiteX7227" y="connsiteY7227"/>
                </a:cxn>
                <a:cxn ang="0">
                  <a:pos x="connsiteX7228" y="connsiteY7228"/>
                </a:cxn>
                <a:cxn ang="0">
                  <a:pos x="connsiteX7229" y="connsiteY7229"/>
                </a:cxn>
                <a:cxn ang="0">
                  <a:pos x="connsiteX7230" y="connsiteY7230"/>
                </a:cxn>
                <a:cxn ang="0">
                  <a:pos x="connsiteX7231" y="connsiteY7231"/>
                </a:cxn>
                <a:cxn ang="0">
                  <a:pos x="connsiteX7232" y="connsiteY7232"/>
                </a:cxn>
                <a:cxn ang="0">
                  <a:pos x="connsiteX7233" y="connsiteY7233"/>
                </a:cxn>
                <a:cxn ang="0">
                  <a:pos x="connsiteX7234" y="connsiteY7234"/>
                </a:cxn>
                <a:cxn ang="0">
                  <a:pos x="connsiteX7235" y="connsiteY7235"/>
                </a:cxn>
                <a:cxn ang="0">
                  <a:pos x="connsiteX7236" y="connsiteY7236"/>
                </a:cxn>
                <a:cxn ang="0">
                  <a:pos x="connsiteX7237" y="connsiteY7237"/>
                </a:cxn>
                <a:cxn ang="0">
                  <a:pos x="connsiteX7238" y="connsiteY7238"/>
                </a:cxn>
                <a:cxn ang="0">
                  <a:pos x="connsiteX7239" y="connsiteY7239"/>
                </a:cxn>
                <a:cxn ang="0">
                  <a:pos x="connsiteX7240" y="connsiteY7240"/>
                </a:cxn>
                <a:cxn ang="0">
                  <a:pos x="connsiteX7241" y="connsiteY7241"/>
                </a:cxn>
                <a:cxn ang="0">
                  <a:pos x="connsiteX7242" y="connsiteY7242"/>
                </a:cxn>
                <a:cxn ang="0">
                  <a:pos x="connsiteX7243" y="connsiteY7243"/>
                </a:cxn>
                <a:cxn ang="0">
                  <a:pos x="connsiteX7244" y="connsiteY7244"/>
                </a:cxn>
                <a:cxn ang="0">
                  <a:pos x="connsiteX7245" y="connsiteY7245"/>
                </a:cxn>
                <a:cxn ang="0">
                  <a:pos x="connsiteX7246" y="connsiteY7246"/>
                </a:cxn>
                <a:cxn ang="0">
                  <a:pos x="connsiteX7247" y="connsiteY7247"/>
                </a:cxn>
                <a:cxn ang="0">
                  <a:pos x="connsiteX7248" y="connsiteY7248"/>
                </a:cxn>
                <a:cxn ang="0">
                  <a:pos x="connsiteX7249" y="connsiteY7249"/>
                </a:cxn>
                <a:cxn ang="0">
                  <a:pos x="connsiteX7250" y="connsiteY7250"/>
                </a:cxn>
                <a:cxn ang="0">
                  <a:pos x="connsiteX7251" y="connsiteY7251"/>
                </a:cxn>
                <a:cxn ang="0">
                  <a:pos x="connsiteX7252" y="connsiteY7252"/>
                </a:cxn>
                <a:cxn ang="0">
                  <a:pos x="connsiteX7253" y="connsiteY7253"/>
                </a:cxn>
                <a:cxn ang="0">
                  <a:pos x="connsiteX7254" y="connsiteY7254"/>
                </a:cxn>
                <a:cxn ang="0">
                  <a:pos x="connsiteX7255" y="connsiteY7255"/>
                </a:cxn>
                <a:cxn ang="0">
                  <a:pos x="connsiteX7256" y="connsiteY7256"/>
                </a:cxn>
                <a:cxn ang="0">
                  <a:pos x="connsiteX7257" y="connsiteY7257"/>
                </a:cxn>
                <a:cxn ang="0">
                  <a:pos x="connsiteX7258" y="connsiteY7258"/>
                </a:cxn>
                <a:cxn ang="0">
                  <a:pos x="connsiteX7259" y="connsiteY7259"/>
                </a:cxn>
                <a:cxn ang="0">
                  <a:pos x="connsiteX7260" y="connsiteY7260"/>
                </a:cxn>
                <a:cxn ang="0">
                  <a:pos x="connsiteX7261" y="connsiteY7261"/>
                </a:cxn>
                <a:cxn ang="0">
                  <a:pos x="connsiteX7262" y="connsiteY7262"/>
                </a:cxn>
                <a:cxn ang="0">
                  <a:pos x="connsiteX7263" y="connsiteY7263"/>
                </a:cxn>
                <a:cxn ang="0">
                  <a:pos x="connsiteX7264" y="connsiteY7264"/>
                </a:cxn>
                <a:cxn ang="0">
                  <a:pos x="connsiteX7265" y="connsiteY7265"/>
                </a:cxn>
                <a:cxn ang="0">
                  <a:pos x="connsiteX7266" y="connsiteY7266"/>
                </a:cxn>
                <a:cxn ang="0">
                  <a:pos x="connsiteX7267" y="connsiteY7267"/>
                </a:cxn>
                <a:cxn ang="0">
                  <a:pos x="connsiteX7268" y="connsiteY7268"/>
                </a:cxn>
                <a:cxn ang="0">
                  <a:pos x="connsiteX7269" y="connsiteY7269"/>
                </a:cxn>
                <a:cxn ang="0">
                  <a:pos x="connsiteX7270" y="connsiteY7270"/>
                </a:cxn>
                <a:cxn ang="0">
                  <a:pos x="connsiteX7271" y="connsiteY7271"/>
                </a:cxn>
                <a:cxn ang="0">
                  <a:pos x="connsiteX7272" y="connsiteY7272"/>
                </a:cxn>
                <a:cxn ang="0">
                  <a:pos x="connsiteX7273" y="connsiteY7273"/>
                </a:cxn>
                <a:cxn ang="0">
                  <a:pos x="connsiteX7274" y="connsiteY7274"/>
                </a:cxn>
                <a:cxn ang="0">
                  <a:pos x="connsiteX7275" y="connsiteY7275"/>
                </a:cxn>
                <a:cxn ang="0">
                  <a:pos x="connsiteX7276" y="connsiteY7276"/>
                </a:cxn>
                <a:cxn ang="0">
                  <a:pos x="connsiteX7277" y="connsiteY7277"/>
                </a:cxn>
                <a:cxn ang="0">
                  <a:pos x="connsiteX7278" y="connsiteY7278"/>
                </a:cxn>
                <a:cxn ang="0">
                  <a:pos x="connsiteX7279" y="connsiteY7279"/>
                </a:cxn>
                <a:cxn ang="0">
                  <a:pos x="connsiteX7280" y="connsiteY7280"/>
                </a:cxn>
                <a:cxn ang="0">
                  <a:pos x="connsiteX7281" y="connsiteY7281"/>
                </a:cxn>
                <a:cxn ang="0">
                  <a:pos x="connsiteX7282" y="connsiteY7282"/>
                </a:cxn>
                <a:cxn ang="0">
                  <a:pos x="connsiteX7283" y="connsiteY7283"/>
                </a:cxn>
                <a:cxn ang="0">
                  <a:pos x="connsiteX7284" y="connsiteY7284"/>
                </a:cxn>
                <a:cxn ang="0">
                  <a:pos x="connsiteX7285" y="connsiteY7285"/>
                </a:cxn>
                <a:cxn ang="0">
                  <a:pos x="connsiteX7286" y="connsiteY7286"/>
                </a:cxn>
                <a:cxn ang="0">
                  <a:pos x="connsiteX7287" y="connsiteY7287"/>
                </a:cxn>
                <a:cxn ang="0">
                  <a:pos x="connsiteX7288" y="connsiteY7288"/>
                </a:cxn>
                <a:cxn ang="0">
                  <a:pos x="connsiteX7289" y="connsiteY7289"/>
                </a:cxn>
                <a:cxn ang="0">
                  <a:pos x="connsiteX7290" y="connsiteY7290"/>
                </a:cxn>
                <a:cxn ang="0">
                  <a:pos x="connsiteX7291" y="connsiteY7291"/>
                </a:cxn>
                <a:cxn ang="0">
                  <a:pos x="connsiteX7292" y="connsiteY7292"/>
                </a:cxn>
                <a:cxn ang="0">
                  <a:pos x="connsiteX7293" y="connsiteY7293"/>
                </a:cxn>
                <a:cxn ang="0">
                  <a:pos x="connsiteX7294" y="connsiteY7294"/>
                </a:cxn>
                <a:cxn ang="0">
                  <a:pos x="connsiteX7295" y="connsiteY7295"/>
                </a:cxn>
                <a:cxn ang="0">
                  <a:pos x="connsiteX7296" y="connsiteY7296"/>
                </a:cxn>
                <a:cxn ang="0">
                  <a:pos x="connsiteX7297" y="connsiteY7297"/>
                </a:cxn>
                <a:cxn ang="0">
                  <a:pos x="connsiteX7298" y="connsiteY7298"/>
                </a:cxn>
                <a:cxn ang="0">
                  <a:pos x="connsiteX7299" y="connsiteY7299"/>
                </a:cxn>
                <a:cxn ang="0">
                  <a:pos x="connsiteX7300" y="connsiteY7300"/>
                </a:cxn>
                <a:cxn ang="0">
                  <a:pos x="connsiteX7301" y="connsiteY7301"/>
                </a:cxn>
                <a:cxn ang="0">
                  <a:pos x="connsiteX7302" y="connsiteY7302"/>
                </a:cxn>
                <a:cxn ang="0">
                  <a:pos x="connsiteX7303" y="connsiteY7303"/>
                </a:cxn>
                <a:cxn ang="0">
                  <a:pos x="connsiteX7304" y="connsiteY7304"/>
                </a:cxn>
                <a:cxn ang="0">
                  <a:pos x="connsiteX7305" y="connsiteY7305"/>
                </a:cxn>
                <a:cxn ang="0">
                  <a:pos x="connsiteX7306" y="connsiteY7306"/>
                </a:cxn>
                <a:cxn ang="0">
                  <a:pos x="connsiteX7307" y="connsiteY7307"/>
                </a:cxn>
                <a:cxn ang="0">
                  <a:pos x="connsiteX7308" y="connsiteY7308"/>
                </a:cxn>
                <a:cxn ang="0">
                  <a:pos x="connsiteX7309" y="connsiteY7309"/>
                </a:cxn>
                <a:cxn ang="0">
                  <a:pos x="connsiteX7310" y="connsiteY7310"/>
                </a:cxn>
                <a:cxn ang="0">
                  <a:pos x="connsiteX7311" y="connsiteY7311"/>
                </a:cxn>
                <a:cxn ang="0">
                  <a:pos x="connsiteX7312" y="connsiteY7312"/>
                </a:cxn>
                <a:cxn ang="0">
                  <a:pos x="connsiteX7313" y="connsiteY7313"/>
                </a:cxn>
                <a:cxn ang="0">
                  <a:pos x="connsiteX7314" y="connsiteY7314"/>
                </a:cxn>
                <a:cxn ang="0">
                  <a:pos x="connsiteX7315" y="connsiteY7315"/>
                </a:cxn>
                <a:cxn ang="0">
                  <a:pos x="connsiteX7316" y="connsiteY7316"/>
                </a:cxn>
                <a:cxn ang="0">
                  <a:pos x="connsiteX7317" y="connsiteY7317"/>
                </a:cxn>
                <a:cxn ang="0">
                  <a:pos x="connsiteX7318" y="connsiteY7318"/>
                </a:cxn>
                <a:cxn ang="0">
                  <a:pos x="connsiteX7319" y="connsiteY7319"/>
                </a:cxn>
                <a:cxn ang="0">
                  <a:pos x="connsiteX7320" y="connsiteY7320"/>
                </a:cxn>
                <a:cxn ang="0">
                  <a:pos x="connsiteX7321" y="connsiteY7321"/>
                </a:cxn>
                <a:cxn ang="0">
                  <a:pos x="connsiteX7322" y="connsiteY7322"/>
                </a:cxn>
                <a:cxn ang="0">
                  <a:pos x="connsiteX7323" y="connsiteY7323"/>
                </a:cxn>
                <a:cxn ang="0">
                  <a:pos x="connsiteX7324" y="connsiteY7324"/>
                </a:cxn>
                <a:cxn ang="0">
                  <a:pos x="connsiteX7325" y="connsiteY7325"/>
                </a:cxn>
                <a:cxn ang="0">
                  <a:pos x="connsiteX7326" y="connsiteY7326"/>
                </a:cxn>
                <a:cxn ang="0">
                  <a:pos x="connsiteX7327" y="connsiteY7327"/>
                </a:cxn>
                <a:cxn ang="0">
                  <a:pos x="connsiteX7328" y="connsiteY7328"/>
                </a:cxn>
                <a:cxn ang="0">
                  <a:pos x="connsiteX7329" y="connsiteY7329"/>
                </a:cxn>
                <a:cxn ang="0">
                  <a:pos x="connsiteX7330" y="connsiteY7330"/>
                </a:cxn>
                <a:cxn ang="0">
                  <a:pos x="connsiteX7331" y="connsiteY7331"/>
                </a:cxn>
                <a:cxn ang="0">
                  <a:pos x="connsiteX7332" y="connsiteY7332"/>
                </a:cxn>
                <a:cxn ang="0">
                  <a:pos x="connsiteX7333" y="connsiteY7333"/>
                </a:cxn>
                <a:cxn ang="0">
                  <a:pos x="connsiteX7334" y="connsiteY7334"/>
                </a:cxn>
                <a:cxn ang="0">
                  <a:pos x="connsiteX7335" y="connsiteY7335"/>
                </a:cxn>
                <a:cxn ang="0">
                  <a:pos x="connsiteX7336" y="connsiteY7336"/>
                </a:cxn>
                <a:cxn ang="0">
                  <a:pos x="connsiteX7337" y="connsiteY7337"/>
                </a:cxn>
                <a:cxn ang="0">
                  <a:pos x="connsiteX7338" y="connsiteY7338"/>
                </a:cxn>
                <a:cxn ang="0">
                  <a:pos x="connsiteX7339" y="connsiteY7339"/>
                </a:cxn>
                <a:cxn ang="0">
                  <a:pos x="connsiteX7340" y="connsiteY7340"/>
                </a:cxn>
                <a:cxn ang="0">
                  <a:pos x="connsiteX7341" y="connsiteY7341"/>
                </a:cxn>
                <a:cxn ang="0">
                  <a:pos x="connsiteX7342" y="connsiteY7342"/>
                </a:cxn>
                <a:cxn ang="0">
                  <a:pos x="connsiteX7343" y="connsiteY7343"/>
                </a:cxn>
                <a:cxn ang="0">
                  <a:pos x="connsiteX7344" y="connsiteY7344"/>
                </a:cxn>
                <a:cxn ang="0">
                  <a:pos x="connsiteX7345" y="connsiteY7345"/>
                </a:cxn>
                <a:cxn ang="0">
                  <a:pos x="connsiteX7346" y="connsiteY7346"/>
                </a:cxn>
                <a:cxn ang="0">
                  <a:pos x="connsiteX7347" y="connsiteY7347"/>
                </a:cxn>
                <a:cxn ang="0">
                  <a:pos x="connsiteX7348" y="connsiteY7348"/>
                </a:cxn>
                <a:cxn ang="0">
                  <a:pos x="connsiteX7349" y="connsiteY7349"/>
                </a:cxn>
                <a:cxn ang="0">
                  <a:pos x="connsiteX7350" y="connsiteY7350"/>
                </a:cxn>
                <a:cxn ang="0">
                  <a:pos x="connsiteX7351" y="connsiteY7351"/>
                </a:cxn>
                <a:cxn ang="0">
                  <a:pos x="connsiteX7352" y="connsiteY7352"/>
                </a:cxn>
                <a:cxn ang="0">
                  <a:pos x="connsiteX7353" y="connsiteY7353"/>
                </a:cxn>
                <a:cxn ang="0">
                  <a:pos x="connsiteX7354" y="connsiteY7354"/>
                </a:cxn>
                <a:cxn ang="0">
                  <a:pos x="connsiteX7355" y="connsiteY7355"/>
                </a:cxn>
                <a:cxn ang="0">
                  <a:pos x="connsiteX7356" y="connsiteY7356"/>
                </a:cxn>
                <a:cxn ang="0">
                  <a:pos x="connsiteX7357" y="connsiteY7357"/>
                </a:cxn>
                <a:cxn ang="0">
                  <a:pos x="connsiteX7358" y="connsiteY7358"/>
                </a:cxn>
                <a:cxn ang="0">
                  <a:pos x="connsiteX7359" y="connsiteY7359"/>
                </a:cxn>
                <a:cxn ang="0">
                  <a:pos x="connsiteX7360" y="connsiteY7360"/>
                </a:cxn>
                <a:cxn ang="0">
                  <a:pos x="connsiteX7361" y="connsiteY7361"/>
                </a:cxn>
                <a:cxn ang="0">
                  <a:pos x="connsiteX7362" y="connsiteY7362"/>
                </a:cxn>
                <a:cxn ang="0">
                  <a:pos x="connsiteX7363" y="connsiteY7363"/>
                </a:cxn>
                <a:cxn ang="0">
                  <a:pos x="connsiteX7364" y="connsiteY7364"/>
                </a:cxn>
                <a:cxn ang="0">
                  <a:pos x="connsiteX7365" y="connsiteY7365"/>
                </a:cxn>
                <a:cxn ang="0">
                  <a:pos x="connsiteX7366" y="connsiteY7366"/>
                </a:cxn>
                <a:cxn ang="0">
                  <a:pos x="connsiteX7367" y="connsiteY7367"/>
                </a:cxn>
                <a:cxn ang="0">
                  <a:pos x="connsiteX7368" y="connsiteY7368"/>
                </a:cxn>
                <a:cxn ang="0">
                  <a:pos x="connsiteX7369" y="connsiteY7369"/>
                </a:cxn>
                <a:cxn ang="0">
                  <a:pos x="connsiteX7370" y="connsiteY7370"/>
                </a:cxn>
                <a:cxn ang="0">
                  <a:pos x="connsiteX7371" y="connsiteY7371"/>
                </a:cxn>
                <a:cxn ang="0">
                  <a:pos x="connsiteX7372" y="connsiteY7372"/>
                </a:cxn>
                <a:cxn ang="0">
                  <a:pos x="connsiteX7373" y="connsiteY7373"/>
                </a:cxn>
                <a:cxn ang="0">
                  <a:pos x="connsiteX7374" y="connsiteY7374"/>
                </a:cxn>
                <a:cxn ang="0">
                  <a:pos x="connsiteX7375" y="connsiteY7375"/>
                </a:cxn>
                <a:cxn ang="0">
                  <a:pos x="connsiteX7376" y="connsiteY7376"/>
                </a:cxn>
                <a:cxn ang="0">
                  <a:pos x="connsiteX7377" y="connsiteY7377"/>
                </a:cxn>
                <a:cxn ang="0">
                  <a:pos x="connsiteX7378" y="connsiteY7378"/>
                </a:cxn>
                <a:cxn ang="0">
                  <a:pos x="connsiteX7379" y="connsiteY7379"/>
                </a:cxn>
                <a:cxn ang="0">
                  <a:pos x="connsiteX7380" y="connsiteY7380"/>
                </a:cxn>
                <a:cxn ang="0">
                  <a:pos x="connsiteX7381" y="connsiteY7381"/>
                </a:cxn>
                <a:cxn ang="0">
                  <a:pos x="connsiteX7382" y="connsiteY7382"/>
                </a:cxn>
                <a:cxn ang="0">
                  <a:pos x="connsiteX7383" y="connsiteY7383"/>
                </a:cxn>
                <a:cxn ang="0">
                  <a:pos x="connsiteX7384" y="connsiteY7384"/>
                </a:cxn>
                <a:cxn ang="0">
                  <a:pos x="connsiteX7385" y="connsiteY7385"/>
                </a:cxn>
                <a:cxn ang="0">
                  <a:pos x="connsiteX7386" y="connsiteY7386"/>
                </a:cxn>
                <a:cxn ang="0">
                  <a:pos x="connsiteX7387" y="connsiteY7387"/>
                </a:cxn>
                <a:cxn ang="0">
                  <a:pos x="connsiteX7388" y="connsiteY7388"/>
                </a:cxn>
                <a:cxn ang="0">
                  <a:pos x="connsiteX7389" y="connsiteY7389"/>
                </a:cxn>
                <a:cxn ang="0">
                  <a:pos x="connsiteX7390" y="connsiteY7390"/>
                </a:cxn>
                <a:cxn ang="0">
                  <a:pos x="connsiteX7391" y="connsiteY7391"/>
                </a:cxn>
                <a:cxn ang="0">
                  <a:pos x="connsiteX7392" y="connsiteY7392"/>
                </a:cxn>
                <a:cxn ang="0">
                  <a:pos x="connsiteX7393" y="connsiteY7393"/>
                </a:cxn>
                <a:cxn ang="0">
                  <a:pos x="connsiteX7394" y="connsiteY7394"/>
                </a:cxn>
                <a:cxn ang="0">
                  <a:pos x="connsiteX7395" y="connsiteY7395"/>
                </a:cxn>
                <a:cxn ang="0">
                  <a:pos x="connsiteX7396" y="connsiteY7396"/>
                </a:cxn>
                <a:cxn ang="0">
                  <a:pos x="connsiteX7397" y="connsiteY7397"/>
                </a:cxn>
                <a:cxn ang="0">
                  <a:pos x="connsiteX7398" y="connsiteY7398"/>
                </a:cxn>
                <a:cxn ang="0">
                  <a:pos x="connsiteX7399" y="connsiteY7399"/>
                </a:cxn>
                <a:cxn ang="0">
                  <a:pos x="connsiteX7400" y="connsiteY7400"/>
                </a:cxn>
                <a:cxn ang="0">
                  <a:pos x="connsiteX7401" y="connsiteY7401"/>
                </a:cxn>
                <a:cxn ang="0">
                  <a:pos x="connsiteX7402" y="connsiteY7402"/>
                </a:cxn>
                <a:cxn ang="0">
                  <a:pos x="connsiteX7403" y="connsiteY7403"/>
                </a:cxn>
                <a:cxn ang="0">
                  <a:pos x="connsiteX7404" y="connsiteY7404"/>
                </a:cxn>
                <a:cxn ang="0">
                  <a:pos x="connsiteX7405" y="connsiteY7405"/>
                </a:cxn>
                <a:cxn ang="0">
                  <a:pos x="connsiteX7406" y="connsiteY7406"/>
                </a:cxn>
                <a:cxn ang="0">
                  <a:pos x="connsiteX7407" y="connsiteY7407"/>
                </a:cxn>
                <a:cxn ang="0">
                  <a:pos x="connsiteX7408" y="connsiteY7408"/>
                </a:cxn>
                <a:cxn ang="0">
                  <a:pos x="connsiteX7409" y="connsiteY7409"/>
                </a:cxn>
                <a:cxn ang="0">
                  <a:pos x="connsiteX7410" y="connsiteY7410"/>
                </a:cxn>
                <a:cxn ang="0">
                  <a:pos x="connsiteX7411" y="connsiteY7411"/>
                </a:cxn>
                <a:cxn ang="0">
                  <a:pos x="connsiteX7412" y="connsiteY7412"/>
                </a:cxn>
                <a:cxn ang="0">
                  <a:pos x="connsiteX7413" y="connsiteY7413"/>
                </a:cxn>
                <a:cxn ang="0">
                  <a:pos x="connsiteX7414" y="connsiteY7414"/>
                </a:cxn>
                <a:cxn ang="0">
                  <a:pos x="connsiteX7415" y="connsiteY7415"/>
                </a:cxn>
                <a:cxn ang="0">
                  <a:pos x="connsiteX7416" y="connsiteY7416"/>
                </a:cxn>
                <a:cxn ang="0">
                  <a:pos x="connsiteX7417" y="connsiteY7417"/>
                </a:cxn>
                <a:cxn ang="0">
                  <a:pos x="connsiteX7418" y="connsiteY7418"/>
                </a:cxn>
                <a:cxn ang="0">
                  <a:pos x="connsiteX7419" y="connsiteY7419"/>
                </a:cxn>
                <a:cxn ang="0">
                  <a:pos x="connsiteX7420" y="connsiteY7420"/>
                </a:cxn>
                <a:cxn ang="0">
                  <a:pos x="connsiteX7421" y="connsiteY7421"/>
                </a:cxn>
                <a:cxn ang="0">
                  <a:pos x="connsiteX7422" y="connsiteY7422"/>
                </a:cxn>
                <a:cxn ang="0">
                  <a:pos x="connsiteX7423" y="connsiteY7423"/>
                </a:cxn>
                <a:cxn ang="0">
                  <a:pos x="connsiteX7424" y="connsiteY7424"/>
                </a:cxn>
                <a:cxn ang="0">
                  <a:pos x="connsiteX7425" y="connsiteY7425"/>
                </a:cxn>
                <a:cxn ang="0">
                  <a:pos x="connsiteX7426" y="connsiteY7426"/>
                </a:cxn>
                <a:cxn ang="0">
                  <a:pos x="connsiteX7427" y="connsiteY7427"/>
                </a:cxn>
                <a:cxn ang="0">
                  <a:pos x="connsiteX7428" y="connsiteY7428"/>
                </a:cxn>
                <a:cxn ang="0">
                  <a:pos x="connsiteX7429" y="connsiteY7429"/>
                </a:cxn>
                <a:cxn ang="0">
                  <a:pos x="connsiteX7430" y="connsiteY7430"/>
                </a:cxn>
                <a:cxn ang="0">
                  <a:pos x="connsiteX7431" y="connsiteY7431"/>
                </a:cxn>
                <a:cxn ang="0">
                  <a:pos x="connsiteX7432" y="connsiteY7432"/>
                </a:cxn>
                <a:cxn ang="0">
                  <a:pos x="connsiteX7433" y="connsiteY7433"/>
                </a:cxn>
                <a:cxn ang="0">
                  <a:pos x="connsiteX7434" y="connsiteY7434"/>
                </a:cxn>
                <a:cxn ang="0">
                  <a:pos x="connsiteX7435" y="connsiteY7435"/>
                </a:cxn>
                <a:cxn ang="0">
                  <a:pos x="connsiteX7436" y="connsiteY7436"/>
                </a:cxn>
                <a:cxn ang="0">
                  <a:pos x="connsiteX7437" y="connsiteY7437"/>
                </a:cxn>
                <a:cxn ang="0">
                  <a:pos x="connsiteX7438" y="connsiteY7438"/>
                </a:cxn>
                <a:cxn ang="0">
                  <a:pos x="connsiteX7439" y="connsiteY7439"/>
                </a:cxn>
                <a:cxn ang="0">
                  <a:pos x="connsiteX7440" y="connsiteY7440"/>
                </a:cxn>
                <a:cxn ang="0">
                  <a:pos x="connsiteX7441" y="connsiteY7441"/>
                </a:cxn>
                <a:cxn ang="0">
                  <a:pos x="connsiteX7442" y="connsiteY7442"/>
                </a:cxn>
                <a:cxn ang="0">
                  <a:pos x="connsiteX7443" y="connsiteY7443"/>
                </a:cxn>
                <a:cxn ang="0">
                  <a:pos x="connsiteX7444" y="connsiteY7444"/>
                </a:cxn>
                <a:cxn ang="0">
                  <a:pos x="connsiteX7445" y="connsiteY7445"/>
                </a:cxn>
                <a:cxn ang="0">
                  <a:pos x="connsiteX7446" y="connsiteY7446"/>
                </a:cxn>
                <a:cxn ang="0">
                  <a:pos x="connsiteX7447" y="connsiteY7447"/>
                </a:cxn>
                <a:cxn ang="0">
                  <a:pos x="connsiteX7448" y="connsiteY7448"/>
                </a:cxn>
                <a:cxn ang="0">
                  <a:pos x="connsiteX7449" y="connsiteY7449"/>
                </a:cxn>
                <a:cxn ang="0">
                  <a:pos x="connsiteX7450" y="connsiteY7450"/>
                </a:cxn>
                <a:cxn ang="0">
                  <a:pos x="connsiteX7451" y="connsiteY7451"/>
                </a:cxn>
                <a:cxn ang="0">
                  <a:pos x="connsiteX7452" y="connsiteY7452"/>
                </a:cxn>
                <a:cxn ang="0">
                  <a:pos x="connsiteX7453" y="connsiteY7453"/>
                </a:cxn>
                <a:cxn ang="0">
                  <a:pos x="connsiteX7454" y="connsiteY7454"/>
                </a:cxn>
                <a:cxn ang="0">
                  <a:pos x="connsiteX7455" y="connsiteY7455"/>
                </a:cxn>
                <a:cxn ang="0">
                  <a:pos x="connsiteX7456" y="connsiteY7456"/>
                </a:cxn>
                <a:cxn ang="0">
                  <a:pos x="connsiteX7457" y="connsiteY7457"/>
                </a:cxn>
                <a:cxn ang="0">
                  <a:pos x="connsiteX7458" y="connsiteY7458"/>
                </a:cxn>
                <a:cxn ang="0">
                  <a:pos x="connsiteX7459" y="connsiteY7459"/>
                </a:cxn>
                <a:cxn ang="0">
                  <a:pos x="connsiteX7460" y="connsiteY7460"/>
                </a:cxn>
                <a:cxn ang="0">
                  <a:pos x="connsiteX7461" y="connsiteY7461"/>
                </a:cxn>
                <a:cxn ang="0">
                  <a:pos x="connsiteX7462" y="connsiteY7462"/>
                </a:cxn>
                <a:cxn ang="0">
                  <a:pos x="connsiteX7463" y="connsiteY7463"/>
                </a:cxn>
                <a:cxn ang="0">
                  <a:pos x="connsiteX7464" y="connsiteY7464"/>
                </a:cxn>
                <a:cxn ang="0">
                  <a:pos x="connsiteX7465" y="connsiteY7465"/>
                </a:cxn>
                <a:cxn ang="0">
                  <a:pos x="connsiteX7466" y="connsiteY7466"/>
                </a:cxn>
                <a:cxn ang="0">
                  <a:pos x="connsiteX7467" y="connsiteY7467"/>
                </a:cxn>
                <a:cxn ang="0">
                  <a:pos x="connsiteX7468" y="connsiteY7468"/>
                </a:cxn>
                <a:cxn ang="0">
                  <a:pos x="connsiteX7469" y="connsiteY7469"/>
                </a:cxn>
                <a:cxn ang="0">
                  <a:pos x="connsiteX7470" y="connsiteY7470"/>
                </a:cxn>
                <a:cxn ang="0">
                  <a:pos x="connsiteX7471" y="connsiteY7471"/>
                </a:cxn>
                <a:cxn ang="0">
                  <a:pos x="connsiteX7472" y="connsiteY7472"/>
                </a:cxn>
                <a:cxn ang="0">
                  <a:pos x="connsiteX7473" y="connsiteY7473"/>
                </a:cxn>
                <a:cxn ang="0">
                  <a:pos x="connsiteX7474" y="connsiteY7474"/>
                </a:cxn>
                <a:cxn ang="0">
                  <a:pos x="connsiteX7475" y="connsiteY7475"/>
                </a:cxn>
                <a:cxn ang="0">
                  <a:pos x="connsiteX7476" y="connsiteY7476"/>
                </a:cxn>
                <a:cxn ang="0">
                  <a:pos x="connsiteX7477" y="connsiteY7477"/>
                </a:cxn>
                <a:cxn ang="0">
                  <a:pos x="connsiteX7478" y="connsiteY7478"/>
                </a:cxn>
                <a:cxn ang="0">
                  <a:pos x="connsiteX7479" y="connsiteY7479"/>
                </a:cxn>
                <a:cxn ang="0">
                  <a:pos x="connsiteX7480" y="connsiteY7480"/>
                </a:cxn>
                <a:cxn ang="0">
                  <a:pos x="connsiteX7481" y="connsiteY7481"/>
                </a:cxn>
                <a:cxn ang="0">
                  <a:pos x="connsiteX7482" y="connsiteY7482"/>
                </a:cxn>
                <a:cxn ang="0">
                  <a:pos x="connsiteX7483" y="connsiteY7483"/>
                </a:cxn>
                <a:cxn ang="0">
                  <a:pos x="connsiteX7484" y="connsiteY7484"/>
                </a:cxn>
                <a:cxn ang="0">
                  <a:pos x="connsiteX7485" y="connsiteY7485"/>
                </a:cxn>
                <a:cxn ang="0">
                  <a:pos x="connsiteX7486" y="connsiteY7486"/>
                </a:cxn>
                <a:cxn ang="0">
                  <a:pos x="connsiteX7487" y="connsiteY7487"/>
                </a:cxn>
                <a:cxn ang="0">
                  <a:pos x="connsiteX7488" y="connsiteY7488"/>
                </a:cxn>
                <a:cxn ang="0">
                  <a:pos x="connsiteX7489" y="connsiteY7489"/>
                </a:cxn>
                <a:cxn ang="0">
                  <a:pos x="connsiteX7490" y="connsiteY7490"/>
                </a:cxn>
                <a:cxn ang="0">
                  <a:pos x="connsiteX7491" y="connsiteY7491"/>
                </a:cxn>
                <a:cxn ang="0">
                  <a:pos x="connsiteX7492" y="connsiteY7492"/>
                </a:cxn>
                <a:cxn ang="0">
                  <a:pos x="connsiteX7493" y="connsiteY7493"/>
                </a:cxn>
                <a:cxn ang="0">
                  <a:pos x="connsiteX7494" y="connsiteY7494"/>
                </a:cxn>
                <a:cxn ang="0">
                  <a:pos x="connsiteX7495" y="connsiteY7495"/>
                </a:cxn>
                <a:cxn ang="0">
                  <a:pos x="connsiteX7496" y="connsiteY7496"/>
                </a:cxn>
                <a:cxn ang="0">
                  <a:pos x="connsiteX7497" y="connsiteY7497"/>
                </a:cxn>
                <a:cxn ang="0">
                  <a:pos x="connsiteX7498" y="connsiteY7498"/>
                </a:cxn>
                <a:cxn ang="0">
                  <a:pos x="connsiteX7499" y="connsiteY7499"/>
                </a:cxn>
                <a:cxn ang="0">
                  <a:pos x="connsiteX7500" y="connsiteY7500"/>
                </a:cxn>
                <a:cxn ang="0">
                  <a:pos x="connsiteX7501" y="connsiteY7501"/>
                </a:cxn>
                <a:cxn ang="0">
                  <a:pos x="connsiteX7502" y="connsiteY7502"/>
                </a:cxn>
                <a:cxn ang="0">
                  <a:pos x="connsiteX7503" y="connsiteY7503"/>
                </a:cxn>
                <a:cxn ang="0">
                  <a:pos x="connsiteX7504" y="connsiteY7504"/>
                </a:cxn>
                <a:cxn ang="0">
                  <a:pos x="connsiteX7505" y="connsiteY7505"/>
                </a:cxn>
                <a:cxn ang="0">
                  <a:pos x="connsiteX7506" y="connsiteY7506"/>
                </a:cxn>
                <a:cxn ang="0">
                  <a:pos x="connsiteX7507" y="connsiteY7507"/>
                </a:cxn>
                <a:cxn ang="0">
                  <a:pos x="connsiteX7508" y="connsiteY7508"/>
                </a:cxn>
                <a:cxn ang="0">
                  <a:pos x="connsiteX7509" y="connsiteY7509"/>
                </a:cxn>
                <a:cxn ang="0">
                  <a:pos x="connsiteX7510" y="connsiteY7510"/>
                </a:cxn>
                <a:cxn ang="0">
                  <a:pos x="connsiteX7511" y="connsiteY7511"/>
                </a:cxn>
                <a:cxn ang="0">
                  <a:pos x="connsiteX7512" y="connsiteY7512"/>
                </a:cxn>
                <a:cxn ang="0">
                  <a:pos x="connsiteX7513" y="connsiteY7513"/>
                </a:cxn>
                <a:cxn ang="0">
                  <a:pos x="connsiteX7514" y="connsiteY7514"/>
                </a:cxn>
                <a:cxn ang="0">
                  <a:pos x="connsiteX7515" y="connsiteY7515"/>
                </a:cxn>
                <a:cxn ang="0">
                  <a:pos x="connsiteX7516" y="connsiteY7516"/>
                </a:cxn>
                <a:cxn ang="0">
                  <a:pos x="connsiteX7517" y="connsiteY7517"/>
                </a:cxn>
                <a:cxn ang="0">
                  <a:pos x="connsiteX7518" y="connsiteY7518"/>
                </a:cxn>
                <a:cxn ang="0">
                  <a:pos x="connsiteX7519" y="connsiteY7519"/>
                </a:cxn>
                <a:cxn ang="0">
                  <a:pos x="connsiteX7520" y="connsiteY7520"/>
                </a:cxn>
                <a:cxn ang="0">
                  <a:pos x="connsiteX7521" y="connsiteY7521"/>
                </a:cxn>
                <a:cxn ang="0">
                  <a:pos x="connsiteX7522" y="connsiteY7522"/>
                </a:cxn>
                <a:cxn ang="0">
                  <a:pos x="connsiteX7523" y="connsiteY7523"/>
                </a:cxn>
                <a:cxn ang="0">
                  <a:pos x="connsiteX7524" y="connsiteY7524"/>
                </a:cxn>
                <a:cxn ang="0">
                  <a:pos x="connsiteX7525" y="connsiteY7525"/>
                </a:cxn>
                <a:cxn ang="0">
                  <a:pos x="connsiteX7526" y="connsiteY7526"/>
                </a:cxn>
                <a:cxn ang="0">
                  <a:pos x="connsiteX7527" y="connsiteY7527"/>
                </a:cxn>
                <a:cxn ang="0">
                  <a:pos x="connsiteX7528" y="connsiteY7528"/>
                </a:cxn>
                <a:cxn ang="0">
                  <a:pos x="connsiteX7529" y="connsiteY7529"/>
                </a:cxn>
                <a:cxn ang="0">
                  <a:pos x="connsiteX7530" y="connsiteY7530"/>
                </a:cxn>
                <a:cxn ang="0">
                  <a:pos x="connsiteX7531" y="connsiteY7531"/>
                </a:cxn>
                <a:cxn ang="0">
                  <a:pos x="connsiteX7532" y="connsiteY7532"/>
                </a:cxn>
                <a:cxn ang="0">
                  <a:pos x="connsiteX7533" y="connsiteY7533"/>
                </a:cxn>
                <a:cxn ang="0">
                  <a:pos x="connsiteX7534" y="connsiteY7534"/>
                </a:cxn>
                <a:cxn ang="0">
                  <a:pos x="connsiteX7535" y="connsiteY7535"/>
                </a:cxn>
                <a:cxn ang="0">
                  <a:pos x="connsiteX7536" y="connsiteY7536"/>
                </a:cxn>
                <a:cxn ang="0">
                  <a:pos x="connsiteX7537" y="connsiteY7537"/>
                </a:cxn>
                <a:cxn ang="0">
                  <a:pos x="connsiteX7538" y="connsiteY7538"/>
                </a:cxn>
                <a:cxn ang="0">
                  <a:pos x="connsiteX7539" y="connsiteY7539"/>
                </a:cxn>
                <a:cxn ang="0">
                  <a:pos x="connsiteX7540" y="connsiteY7540"/>
                </a:cxn>
                <a:cxn ang="0">
                  <a:pos x="connsiteX7541" y="connsiteY7541"/>
                </a:cxn>
                <a:cxn ang="0">
                  <a:pos x="connsiteX7542" y="connsiteY7542"/>
                </a:cxn>
                <a:cxn ang="0">
                  <a:pos x="connsiteX7543" y="connsiteY7543"/>
                </a:cxn>
                <a:cxn ang="0">
                  <a:pos x="connsiteX7544" y="connsiteY7544"/>
                </a:cxn>
                <a:cxn ang="0">
                  <a:pos x="connsiteX7545" y="connsiteY7545"/>
                </a:cxn>
                <a:cxn ang="0">
                  <a:pos x="connsiteX7546" y="connsiteY7546"/>
                </a:cxn>
                <a:cxn ang="0">
                  <a:pos x="connsiteX7547" y="connsiteY7547"/>
                </a:cxn>
                <a:cxn ang="0">
                  <a:pos x="connsiteX7548" y="connsiteY7548"/>
                </a:cxn>
                <a:cxn ang="0">
                  <a:pos x="connsiteX7549" y="connsiteY7549"/>
                </a:cxn>
                <a:cxn ang="0">
                  <a:pos x="connsiteX7550" y="connsiteY7550"/>
                </a:cxn>
                <a:cxn ang="0">
                  <a:pos x="connsiteX7551" y="connsiteY7551"/>
                </a:cxn>
                <a:cxn ang="0">
                  <a:pos x="connsiteX7552" y="connsiteY7552"/>
                </a:cxn>
                <a:cxn ang="0">
                  <a:pos x="connsiteX7553" y="connsiteY7553"/>
                </a:cxn>
                <a:cxn ang="0">
                  <a:pos x="connsiteX7554" y="connsiteY7554"/>
                </a:cxn>
                <a:cxn ang="0">
                  <a:pos x="connsiteX7555" y="connsiteY7555"/>
                </a:cxn>
                <a:cxn ang="0">
                  <a:pos x="connsiteX7556" y="connsiteY7556"/>
                </a:cxn>
                <a:cxn ang="0">
                  <a:pos x="connsiteX7557" y="connsiteY7557"/>
                </a:cxn>
                <a:cxn ang="0">
                  <a:pos x="connsiteX7558" y="connsiteY7558"/>
                </a:cxn>
                <a:cxn ang="0">
                  <a:pos x="connsiteX7559" y="connsiteY7559"/>
                </a:cxn>
                <a:cxn ang="0">
                  <a:pos x="connsiteX7560" y="connsiteY7560"/>
                </a:cxn>
                <a:cxn ang="0">
                  <a:pos x="connsiteX7561" y="connsiteY7561"/>
                </a:cxn>
                <a:cxn ang="0">
                  <a:pos x="connsiteX7562" y="connsiteY7562"/>
                </a:cxn>
                <a:cxn ang="0">
                  <a:pos x="connsiteX7563" y="connsiteY7563"/>
                </a:cxn>
                <a:cxn ang="0">
                  <a:pos x="connsiteX7564" y="connsiteY7564"/>
                </a:cxn>
                <a:cxn ang="0">
                  <a:pos x="connsiteX7565" y="connsiteY7565"/>
                </a:cxn>
                <a:cxn ang="0">
                  <a:pos x="connsiteX7566" y="connsiteY7566"/>
                </a:cxn>
                <a:cxn ang="0">
                  <a:pos x="connsiteX7567" y="connsiteY7567"/>
                </a:cxn>
                <a:cxn ang="0">
                  <a:pos x="connsiteX7568" y="connsiteY7568"/>
                </a:cxn>
                <a:cxn ang="0">
                  <a:pos x="connsiteX7569" y="connsiteY7569"/>
                </a:cxn>
                <a:cxn ang="0">
                  <a:pos x="connsiteX7570" y="connsiteY7570"/>
                </a:cxn>
                <a:cxn ang="0">
                  <a:pos x="connsiteX7571" y="connsiteY7571"/>
                </a:cxn>
                <a:cxn ang="0">
                  <a:pos x="connsiteX7572" y="connsiteY7572"/>
                </a:cxn>
                <a:cxn ang="0">
                  <a:pos x="connsiteX7573" y="connsiteY7573"/>
                </a:cxn>
                <a:cxn ang="0">
                  <a:pos x="connsiteX7574" y="connsiteY7574"/>
                </a:cxn>
                <a:cxn ang="0">
                  <a:pos x="connsiteX7575" y="connsiteY7575"/>
                </a:cxn>
                <a:cxn ang="0">
                  <a:pos x="connsiteX7576" y="connsiteY7576"/>
                </a:cxn>
                <a:cxn ang="0">
                  <a:pos x="connsiteX7577" y="connsiteY7577"/>
                </a:cxn>
                <a:cxn ang="0">
                  <a:pos x="connsiteX7578" y="connsiteY7578"/>
                </a:cxn>
                <a:cxn ang="0">
                  <a:pos x="connsiteX7579" y="connsiteY7579"/>
                </a:cxn>
                <a:cxn ang="0">
                  <a:pos x="connsiteX7580" y="connsiteY7580"/>
                </a:cxn>
                <a:cxn ang="0">
                  <a:pos x="connsiteX7581" y="connsiteY7581"/>
                </a:cxn>
                <a:cxn ang="0">
                  <a:pos x="connsiteX7582" y="connsiteY7582"/>
                </a:cxn>
                <a:cxn ang="0">
                  <a:pos x="connsiteX7583" y="connsiteY7583"/>
                </a:cxn>
                <a:cxn ang="0">
                  <a:pos x="connsiteX7584" y="connsiteY7584"/>
                </a:cxn>
                <a:cxn ang="0">
                  <a:pos x="connsiteX7585" y="connsiteY7585"/>
                </a:cxn>
                <a:cxn ang="0">
                  <a:pos x="connsiteX7586" y="connsiteY7586"/>
                </a:cxn>
                <a:cxn ang="0">
                  <a:pos x="connsiteX7587" y="connsiteY7587"/>
                </a:cxn>
                <a:cxn ang="0">
                  <a:pos x="connsiteX7588" y="connsiteY7588"/>
                </a:cxn>
                <a:cxn ang="0">
                  <a:pos x="connsiteX7589" y="connsiteY7589"/>
                </a:cxn>
                <a:cxn ang="0">
                  <a:pos x="connsiteX7590" y="connsiteY7590"/>
                </a:cxn>
                <a:cxn ang="0">
                  <a:pos x="connsiteX7591" y="connsiteY7591"/>
                </a:cxn>
                <a:cxn ang="0">
                  <a:pos x="connsiteX7592" y="connsiteY7592"/>
                </a:cxn>
                <a:cxn ang="0">
                  <a:pos x="connsiteX7593" y="connsiteY7593"/>
                </a:cxn>
                <a:cxn ang="0">
                  <a:pos x="connsiteX7594" y="connsiteY7594"/>
                </a:cxn>
                <a:cxn ang="0">
                  <a:pos x="connsiteX7595" y="connsiteY7595"/>
                </a:cxn>
                <a:cxn ang="0">
                  <a:pos x="connsiteX7596" y="connsiteY7596"/>
                </a:cxn>
                <a:cxn ang="0">
                  <a:pos x="connsiteX7597" y="connsiteY7597"/>
                </a:cxn>
                <a:cxn ang="0">
                  <a:pos x="connsiteX7598" y="connsiteY7598"/>
                </a:cxn>
                <a:cxn ang="0">
                  <a:pos x="connsiteX7599" y="connsiteY7599"/>
                </a:cxn>
                <a:cxn ang="0">
                  <a:pos x="connsiteX7600" y="connsiteY7600"/>
                </a:cxn>
                <a:cxn ang="0">
                  <a:pos x="connsiteX7601" y="connsiteY7601"/>
                </a:cxn>
                <a:cxn ang="0">
                  <a:pos x="connsiteX7602" y="connsiteY7602"/>
                </a:cxn>
                <a:cxn ang="0">
                  <a:pos x="connsiteX7603" y="connsiteY7603"/>
                </a:cxn>
                <a:cxn ang="0">
                  <a:pos x="connsiteX7604" y="connsiteY7604"/>
                </a:cxn>
                <a:cxn ang="0">
                  <a:pos x="connsiteX7605" y="connsiteY7605"/>
                </a:cxn>
                <a:cxn ang="0">
                  <a:pos x="connsiteX7606" y="connsiteY7606"/>
                </a:cxn>
                <a:cxn ang="0">
                  <a:pos x="connsiteX7607" y="connsiteY7607"/>
                </a:cxn>
                <a:cxn ang="0">
                  <a:pos x="connsiteX7608" y="connsiteY7608"/>
                </a:cxn>
                <a:cxn ang="0">
                  <a:pos x="connsiteX7609" y="connsiteY7609"/>
                </a:cxn>
                <a:cxn ang="0">
                  <a:pos x="connsiteX7610" y="connsiteY7610"/>
                </a:cxn>
                <a:cxn ang="0">
                  <a:pos x="connsiteX7611" y="connsiteY7611"/>
                </a:cxn>
                <a:cxn ang="0">
                  <a:pos x="connsiteX7612" y="connsiteY7612"/>
                </a:cxn>
                <a:cxn ang="0">
                  <a:pos x="connsiteX7613" y="connsiteY7613"/>
                </a:cxn>
                <a:cxn ang="0">
                  <a:pos x="connsiteX7614" y="connsiteY7614"/>
                </a:cxn>
                <a:cxn ang="0">
                  <a:pos x="connsiteX7615" y="connsiteY7615"/>
                </a:cxn>
                <a:cxn ang="0">
                  <a:pos x="connsiteX7616" y="connsiteY7616"/>
                </a:cxn>
                <a:cxn ang="0">
                  <a:pos x="connsiteX7617" y="connsiteY7617"/>
                </a:cxn>
                <a:cxn ang="0">
                  <a:pos x="connsiteX7618" y="connsiteY7618"/>
                </a:cxn>
                <a:cxn ang="0">
                  <a:pos x="connsiteX7619" y="connsiteY7619"/>
                </a:cxn>
                <a:cxn ang="0">
                  <a:pos x="connsiteX7620" y="connsiteY7620"/>
                </a:cxn>
                <a:cxn ang="0">
                  <a:pos x="connsiteX7621" y="connsiteY7621"/>
                </a:cxn>
                <a:cxn ang="0">
                  <a:pos x="connsiteX7622" y="connsiteY7622"/>
                </a:cxn>
                <a:cxn ang="0">
                  <a:pos x="connsiteX7623" y="connsiteY7623"/>
                </a:cxn>
                <a:cxn ang="0">
                  <a:pos x="connsiteX7624" y="connsiteY7624"/>
                </a:cxn>
                <a:cxn ang="0">
                  <a:pos x="connsiteX7625" y="connsiteY7625"/>
                </a:cxn>
                <a:cxn ang="0">
                  <a:pos x="connsiteX7626" y="connsiteY7626"/>
                </a:cxn>
                <a:cxn ang="0">
                  <a:pos x="connsiteX7627" y="connsiteY7627"/>
                </a:cxn>
                <a:cxn ang="0">
                  <a:pos x="connsiteX7628" y="connsiteY7628"/>
                </a:cxn>
                <a:cxn ang="0">
                  <a:pos x="connsiteX7629" y="connsiteY7629"/>
                </a:cxn>
                <a:cxn ang="0">
                  <a:pos x="connsiteX7630" y="connsiteY7630"/>
                </a:cxn>
                <a:cxn ang="0">
                  <a:pos x="connsiteX7631" y="connsiteY7631"/>
                </a:cxn>
                <a:cxn ang="0">
                  <a:pos x="connsiteX7632" y="connsiteY7632"/>
                </a:cxn>
                <a:cxn ang="0">
                  <a:pos x="connsiteX7633" y="connsiteY7633"/>
                </a:cxn>
                <a:cxn ang="0">
                  <a:pos x="connsiteX7634" y="connsiteY7634"/>
                </a:cxn>
                <a:cxn ang="0">
                  <a:pos x="connsiteX7635" y="connsiteY7635"/>
                </a:cxn>
                <a:cxn ang="0">
                  <a:pos x="connsiteX7636" y="connsiteY7636"/>
                </a:cxn>
                <a:cxn ang="0">
                  <a:pos x="connsiteX7637" y="connsiteY7637"/>
                </a:cxn>
                <a:cxn ang="0">
                  <a:pos x="connsiteX7638" y="connsiteY7638"/>
                </a:cxn>
                <a:cxn ang="0">
                  <a:pos x="connsiteX7639" y="connsiteY7639"/>
                </a:cxn>
                <a:cxn ang="0">
                  <a:pos x="connsiteX7640" y="connsiteY7640"/>
                </a:cxn>
                <a:cxn ang="0">
                  <a:pos x="connsiteX7641" y="connsiteY7641"/>
                </a:cxn>
                <a:cxn ang="0">
                  <a:pos x="connsiteX7642" y="connsiteY7642"/>
                </a:cxn>
                <a:cxn ang="0">
                  <a:pos x="connsiteX7643" y="connsiteY7643"/>
                </a:cxn>
                <a:cxn ang="0">
                  <a:pos x="connsiteX7644" y="connsiteY7644"/>
                </a:cxn>
                <a:cxn ang="0">
                  <a:pos x="connsiteX7645" y="connsiteY7645"/>
                </a:cxn>
                <a:cxn ang="0">
                  <a:pos x="connsiteX7646" y="connsiteY7646"/>
                </a:cxn>
                <a:cxn ang="0">
                  <a:pos x="connsiteX7647" y="connsiteY7647"/>
                </a:cxn>
                <a:cxn ang="0">
                  <a:pos x="connsiteX7648" y="connsiteY7648"/>
                </a:cxn>
                <a:cxn ang="0">
                  <a:pos x="connsiteX7649" y="connsiteY7649"/>
                </a:cxn>
                <a:cxn ang="0">
                  <a:pos x="connsiteX7650" y="connsiteY7650"/>
                </a:cxn>
                <a:cxn ang="0">
                  <a:pos x="connsiteX7651" y="connsiteY7651"/>
                </a:cxn>
                <a:cxn ang="0">
                  <a:pos x="connsiteX7652" y="connsiteY7652"/>
                </a:cxn>
                <a:cxn ang="0">
                  <a:pos x="connsiteX7653" y="connsiteY7653"/>
                </a:cxn>
                <a:cxn ang="0">
                  <a:pos x="connsiteX7654" y="connsiteY7654"/>
                </a:cxn>
                <a:cxn ang="0">
                  <a:pos x="connsiteX7655" y="connsiteY7655"/>
                </a:cxn>
                <a:cxn ang="0">
                  <a:pos x="connsiteX7656" y="connsiteY7656"/>
                </a:cxn>
                <a:cxn ang="0">
                  <a:pos x="connsiteX7657" y="connsiteY7657"/>
                </a:cxn>
                <a:cxn ang="0">
                  <a:pos x="connsiteX7658" y="connsiteY7658"/>
                </a:cxn>
                <a:cxn ang="0">
                  <a:pos x="connsiteX7659" y="connsiteY7659"/>
                </a:cxn>
                <a:cxn ang="0">
                  <a:pos x="connsiteX7660" y="connsiteY7660"/>
                </a:cxn>
                <a:cxn ang="0">
                  <a:pos x="connsiteX7661" y="connsiteY7661"/>
                </a:cxn>
                <a:cxn ang="0">
                  <a:pos x="connsiteX7662" y="connsiteY7662"/>
                </a:cxn>
                <a:cxn ang="0">
                  <a:pos x="connsiteX7663" y="connsiteY7663"/>
                </a:cxn>
                <a:cxn ang="0">
                  <a:pos x="connsiteX7664" y="connsiteY7664"/>
                </a:cxn>
                <a:cxn ang="0">
                  <a:pos x="connsiteX7665" y="connsiteY7665"/>
                </a:cxn>
                <a:cxn ang="0">
                  <a:pos x="connsiteX7666" y="connsiteY7666"/>
                </a:cxn>
                <a:cxn ang="0">
                  <a:pos x="connsiteX7667" y="connsiteY7667"/>
                </a:cxn>
                <a:cxn ang="0">
                  <a:pos x="connsiteX7668" y="connsiteY7668"/>
                </a:cxn>
                <a:cxn ang="0">
                  <a:pos x="connsiteX7669" y="connsiteY7669"/>
                </a:cxn>
                <a:cxn ang="0">
                  <a:pos x="connsiteX7670" y="connsiteY7670"/>
                </a:cxn>
                <a:cxn ang="0">
                  <a:pos x="connsiteX7671" y="connsiteY7671"/>
                </a:cxn>
                <a:cxn ang="0">
                  <a:pos x="connsiteX7672" y="connsiteY7672"/>
                </a:cxn>
                <a:cxn ang="0">
                  <a:pos x="connsiteX7673" y="connsiteY7673"/>
                </a:cxn>
                <a:cxn ang="0">
                  <a:pos x="connsiteX7674" y="connsiteY7674"/>
                </a:cxn>
                <a:cxn ang="0">
                  <a:pos x="connsiteX7675" y="connsiteY7675"/>
                </a:cxn>
                <a:cxn ang="0">
                  <a:pos x="connsiteX7676" y="connsiteY7676"/>
                </a:cxn>
                <a:cxn ang="0">
                  <a:pos x="connsiteX7677" y="connsiteY7677"/>
                </a:cxn>
                <a:cxn ang="0">
                  <a:pos x="connsiteX7678" y="connsiteY7678"/>
                </a:cxn>
                <a:cxn ang="0">
                  <a:pos x="connsiteX7679" y="connsiteY7679"/>
                </a:cxn>
                <a:cxn ang="0">
                  <a:pos x="connsiteX7680" y="connsiteY7680"/>
                </a:cxn>
                <a:cxn ang="0">
                  <a:pos x="connsiteX7681" y="connsiteY7681"/>
                </a:cxn>
                <a:cxn ang="0">
                  <a:pos x="connsiteX7682" y="connsiteY7682"/>
                </a:cxn>
                <a:cxn ang="0">
                  <a:pos x="connsiteX7683" y="connsiteY7683"/>
                </a:cxn>
                <a:cxn ang="0">
                  <a:pos x="connsiteX7684" y="connsiteY7684"/>
                </a:cxn>
                <a:cxn ang="0">
                  <a:pos x="connsiteX7685" y="connsiteY7685"/>
                </a:cxn>
                <a:cxn ang="0">
                  <a:pos x="connsiteX7686" y="connsiteY7686"/>
                </a:cxn>
                <a:cxn ang="0">
                  <a:pos x="connsiteX7687" y="connsiteY7687"/>
                </a:cxn>
                <a:cxn ang="0">
                  <a:pos x="connsiteX7688" y="connsiteY7688"/>
                </a:cxn>
                <a:cxn ang="0">
                  <a:pos x="connsiteX7689" y="connsiteY7689"/>
                </a:cxn>
                <a:cxn ang="0">
                  <a:pos x="connsiteX7690" y="connsiteY7690"/>
                </a:cxn>
                <a:cxn ang="0">
                  <a:pos x="connsiteX7691" y="connsiteY7691"/>
                </a:cxn>
                <a:cxn ang="0">
                  <a:pos x="connsiteX7692" y="connsiteY7692"/>
                </a:cxn>
                <a:cxn ang="0">
                  <a:pos x="connsiteX7693" y="connsiteY7693"/>
                </a:cxn>
                <a:cxn ang="0">
                  <a:pos x="connsiteX7694" y="connsiteY7694"/>
                </a:cxn>
                <a:cxn ang="0">
                  <a:pos x="connsiteX7695" y="connsiteY7695"/>
                </a:cxn>
                <a:cxn ang="0">
                  <a:pos x="connsiteX7696" y="connsiteY7696"/>
                </a:cxn>
                <a:cxn ang="0">
                  <a:pos x="connsiteX7697" y="connsiteY7697"/>
                </a:cxn>
                <a:cxn ang="0">
                  <a:pos x="connsiteX7698" y="connsiteY7698"/>
                </a:cxn>
                <a:cxn ang="0">
                  <a:pos x="connsiteX7699" y="connsiteY7699"/>
                </a:cxn>
                <a:cxn ang="0">
                  <a:pos x="connsiteX7700" y="connsiteY7700"/>
                </a:cxn>
                <a:cxn ang="0">
                  <a:pos x="connsiteX7701" y="connsiteY7701"/>
                </a:cxn>
                <a:cxn ang="0">
                  <a:pos x="connsiteX7702" y="connsiteY7702"/>
                </a:cxn>
                <a:cxn ang="0">
                  <a:pos x="connsiteX7703" y="connsiteY7703"/>
                </a:cxn>
                <a:cxn ang="0">
                  <a:pos x="connsiteX7704" y="connsiteY7704"/>
                </a:cxn>
                <a:cxn ang="0">
                  <a:pos x="connsiteX7705" y="connsiteY7705"/>
                </a:cxn>
                <a:cxn ang="0">
                  <a:pos x="connsiteX7706" y="connsiteY7706"/>
                </a:cxn>
                <a:cxn ang="0">
                  <a:pos x="connsiteX7707" y="connsiteY7707"/>
                </a:cxn>
                <a:cxn ang="0">
                  <a:pos x="connsiteX7708" y="connsiteY7708"/>
                </a:cxn>
                <a:cxn ang="0">
                  <a:pos x="connsiteX7709" y="connsiteY7709"/>
                </a:cxn>
                <a:cxn ang="0">
                  <a:pos x="connsiteX7710" y="connsiteY7710"/>
                </a:cxn>
                <a:cxn ang="0">
                  <a:pos x="connsiteX7711" y="connsiteY7711"/>
                </a:cxn>
                <a:cxn ang="0">
                  <a:pos x="connsiteX7712" y="connsiteY7712"/>
                </a:cxn>
                <a:cxn ang="0">
                  <a:pos x="connsiteX7713" y="connsiteY7713"/>
                </a:cxn>
                <a:cxn ang="0">
                  <a:pos x="connsiteX7714" y="connsiteY7714"/>
                </a:cxn>
                <a:cxn ang="0">
                  <a:pos x="connsiteX7715" y="connsiteY7715"/>
                </a:cxn>
                <a:cxn ang="0">
                  <a:pos x="connsiteX7716" y="connsiteY7716"/>
                </a:cxn>
                <a:cxn ang="0">
                  <a:pos x="connsiteX7717" y="connsiteY7717"/>
                </a:cxn>
                <a:cxn ang="0">
                  <a:pos x="connsiteX7718" y="connsiteY7718"/>
                </a:cxn>
                <a:cxn ang="0">
                  <a:pos x="connsiteX7719" y="connsiteY7719"/>
                </a:cxn>
                <a:cxn ang="0">
                  <a:pos x="connsiteX7720" y="connsiteY7720"/>
                </a:cxn>
                <a:cxn ang="0">
                  <a:pos x="connsiteX7721" y="connsiteY7721"/>
                </a:cxn>
                <a:cxn ang="0">
                  <a:pos x="connsiteX7722" y="connsiteY7722"/>
                </a:cxn>
                <a:cxn ang="0">
                  <a:pos x="connsiteX7723" y="connsiteY7723"/>
                </a:cxn>
                <a:cxn ang="0">
                  <a:pos x="connsiteX7724" y="connsiteY7724"/>
                </a:cxn>
                <a:cxn ang="0">
                  <a:pos x="connsiteX7725" y="connsiteY7725"/>
                </a:cxn>
                <a:cxn ang="0">
                  <a:pos x="connsiteX7726" y="connsiteY7726"/>
                </a:cxn>
                <a:cxn ang="0">
                  <a:pos x="connsiteX7727" y="connsiteY7727"/>
                </a:cxn>
                <a:cxn ang="0">
                  <a:pos x="connsiteX7728" y="connsiteY7728"/>
                </a:cxn>
                <a:cxn ang="0">
                  <a:pos x="connsiteX7729" y="connsiteY7729"/>
                </a:cxn>
                <a:cxn ang="0">
                  <a:pos x="connsiteX7730" y="connsiteY7730"/>
                </a:cxn>
                <a:cxn ang="0">
                  <a:pos x="connsiteX7731" y="connsiteY7731"/>
                </a:cxn>
                <a:cxn ang="0">
                  <a:pos x="connsiteX7732" y="connsiteY7732"/>
                </a:cxn>
                <a:cxn ang="0">
                  <a:pos x="connsiteX7733" y="connsiteY7733"/>
                </a:cxn>
                <a:cxn ang="0">
                  <a:pos x="connsiteX7734" y="connsiteY7734"/>
                </a:cxn>
                <a:cxn ang="0">
                  <a:pos x="connsiteX7735" y="connsiteY7735"/>
                </a:cxn>
                <a:cxn ang="0">
                  <a:pos x="connsiteX7736" y="connsiteY7736"/>
                </a:cxn>
                <a:cxn ang="0">
                  <a:pos x="connsiteX7737" y="connsiteY7737"/>
                </a:cxn>
                <a:cxn ang="0">
                  <a:pos x="connsiteX7738" y="connsiteY7738"/>
                </a:cxn>
                <a:cxn ang="0">
                  <a:pos x="connsiteX7739" y="connsiteY7739"/>
                </a:cxn>
                <a:cxn ang="0">
                  <a:pos x="connsiteX7740" y="connsiteY7740"/>
                </a:cxn>
                <a:cxn ang="0">
                  <a:pos x="connsiteX7741" y="connsiteY7741"/>
                </a:cxn>
                <a:cxn ang="0">
                  <a:pos x="connsiteX7742" y="connsiteY7742"/>
                </a:cxn>
                <a:cxn ang="0">
                  <a:pos x="connsiteX7743" y="connsiteY7743"/>
                </a:cxn>
                <a:cxn ang="0">
                  <a:pos x="connsiteX7744" y="connsiteY7744"/>
                </a:cxn>
                <a:cxn ang="0">
                  <a:pos x="connsiteX7745" y="connsiteY7745"/>
                </a:cxn>
                <a:cxn ang="0">
                  <a:pos x="connsiteX7746" y="connsiteY7746"/>
                </a:cxn>
                <a:cxn ang="0">
                  <a:pos x="connsiteX7747" y="connsiteY7747"/>
                </a:cxn>
                <a:cxn ang="0">
                  <a:pos x="connsiteX7748" y="connsiteY7748"/>
                </a:cxn>
                <a:cxn ang="0">
                  <a:pos x="connsiteX7749" y="connsiteY7749"/>
                </a:cxn>
                <a:cxn ang="0">
                  <a:pos x="connsiteX7750" y="connsiteY7750"/>
                </a:cxn>
                <a:cxn ang="0">
                  <a:pos x="connsiteX7751" y="connsiteY7751"/>
                </a:cxn>
                <a:cxn ang="0">
                  <a:pos x="connsiteX7752" y="connsiteY7752"/>
                </a:cxn>
                <a:cxn ang="0">
                  <a:pos x="connsiteX7753" y="connsiteY7753"/>
                </a:cxn>
                <a:cxn ang="0">
                  <a:pos x="connsiteX7754" y="connsiteY7754"/>
                </a:cxn>
                <a:cxn ang="0">
                  <a:pos x="connsiteX7755" y="connsiteY7755"/>
                </a:cxn>
                <a:cxn ang="0">
                  <a:pos x="connsiteX7756" y="connsiteY7756"/>
                </a:cxn>
                <a:cxn ang="0">
                  <a:pos x="connsiteX7757" y="connsiteY7757"/>
                </a:cxn>
                <a:cxn ang="0">
                  <a:pos x="connsiteX7758" y="connsiteY7758"/>
                </a:cxn>
                <a:cxn ang="0">
                  <a:pos x="connsiteX7759" y="connsiteY7759"/>
                </a:cxn>
                <a:cxn ang="0">
                  <a:pos x="connsiteX7760" y="connsiteY7760"/>
                </a:cxn>
                <a:cxn ang="0">
                  <a:pos x="connsiteX7761" y="connsiteY7761"/>
                </a:cxn>
                <a:cxn ang="0">
                  <a:pos x="connsiteX7762" y="connsiteY7762"/>
                </a:cxn>
                <a:cxn ang="0">
                  <a:pos x="connsiteX7763" y="connsiteY7763"/>
                </a:cxn>
                <a:cxn ang="0">
                  <a:pos x="connsiteX7764" y="connsiteY7764"/>
                </a:cxn>
                <a:cxn ang="0">
                  <a:pos x="connsiteX7765" y="connsiteY7765"/>
                </a:cxn>
                <a:cxn ang="0">
                  <a:pos x="connsiteX7766" y="connsiteY7766"/>
                </a:cxn>
                <a:cxn ang="0">
                  <a:pos x="connsiteX7767" y="connsiteY7767"/>
                </a:cxn>
                <a:cxn ang="0">
                  <a:pos x="connsiteX7768" y="connsiteY7768"/>
                </a:cxn>
                <a:cxn ang="0">
                  <a:pos x="connsiteX7769" y="connsiteY7769"/>
                </a:cxn>
                <a:cxn ang="0">
                  <a:pos x="connsiteX7770" y="connsiteY7770"/>
                </a:cxn>
                <a:cxn ang="0">
                  <a:pos x="connsiteX7771" y="connsiteY7771"/>
                </a:cxn>
                <a:cxn ang="0">
                  <a:pos x="connsiteX7772" y="connsiteY7772"/>
                </a:cxn>
                <a:cxn ang="0">
                  <a:pos x="connsiteX7773" y="connsiteY7773"/>
                </a:cxn>
                <a:cxn ang="0">
                  <a:pos x="connsiteX7774" y="connsiteY7774"/>
                </a:cxn>
                <a:cxn ang="0">
                  <a:pos x="connsiteX7775" y="connsiteY7775"/>
                </a:cxn>
                <a:cxn ang="0">
                  <a:pos x="connsiteX7776" y="connsiteY7776"/>
                </a:cxn>
                <a:cxn ang="0">
                  <a:pos x="connsiteX7777" y="connsiteY7777"/>
                </a:cxn>
                <a:cxn ang="0">
                  <a:pos x="connsiteX7778" y="connsiteY7778"/>
                </a:cxn>
                <a:cxn ang="0">
                  <a:pos x="connsiteX7779" y="connsiteY7779"/>
                </a:cxn>
                <a:cxn ang="0">
                  <a:pos x="connsiteX7780" y="connsiteY7780"/>
                </a:cxn>
                <a:cxn ang="0">
                  <a:pos x="connsiteX7781" y="connsiteY7781"/>
                </a:cxn>
                <a:cxn ang="0">
                  <a:pos x="connsiteX7782" y="connsiteY7782"/>
                </a:cxn>
                <a:cxn ang="0">
                  <a:pos x="connsiteX7783" y="connsiteY7783"/>
                </a:cxn>
                <a:cxn ang="0">
                  <a:pos x="connsiteX7784" y="connsiteY7784"/>
                </a:cxn>
                <a:cxn ang="0">
                  <a:pos x="connsiteX7785" y="connsiteY7785"/>
                </a:cxn>
                <a:cxn ang="0">
                  <a:pos x="connsiteX7786" y="connsiteY7786"/>
                </a:cxn>
                <a:cxn ang="0">
                  <a:pos x="connsiteX7787" y="connsiteY7787"/>
                </a:cxn>
                <a:cxn ang="0">
                  <a:pos x="connsiteX7788" y="connsiteY7788"/>
                </a:cxn>
                <a:cxn ang="0">
                  <a:pos x="connsiteX7789" y="connsiteY7789"/>
                </a:cxn>
                <a:cxn ang="0">
                  <a:pos x="connsiteX7790" y="connsiteY7790"/>
                </a:cxn>
                <a:cxn ang="0">
                  <a:pos x="connsiteX7791" y="connsiteY7791"/>
                </a:cxn>
                <a:cxn ang="0">
                  <a:pos x="connsiteX7792" y="connsiteY7792"/>
                </a:cxn>
                <a:cxn ang="0">
                  <a:pos x="connsiteX7793" y="connsiteY7793"/>
                </a:cxn>
                <a:cxn ang="0">
                  <a:pos x="connsiteX7794" y="connsiteY7794"/>
                </a:cxn>
                <a:cxn ang="0">
                  <a:pos x="connsiteX7795" y="connsiteY7795"/>
                </a:cxn>
                <a:cxn ang="0">
                  <a:pos x="connsiteX7796" y="connsiteY7796"/>
                </a:cxn>
                <a:cxn ang="0">
                  <a:pos x="connsiteX7797" y="connsiteY7797"/>
                </a:cxn>
                <a:cxn ang="0">
                  <a:pos x="connsiteX7798" y="connsiteY7798"/>
                </a:cxn>
                <a:cxn ang="0">
                  <a:pos x="connsiteX7799" y="connsiteY7799"/>
                </a:cxn>
                <a:cxn ang="0">
                  <a:pos x="connsiteX7800" y="connsiteY7800"/>
                </a:cxn>
                <a:cxn ang="0">
                  <a:pos x="connsiteX7801" y="connsiteY7801"/>
                </a:cxn>
                <a:cxn ang="0">
                  <a:pos x="connsiteX7802" y="connsiteY7802"/>
                </a:cxn>
                <a:cxn ang="0">
                  <a:pos x="connsiteX7803" y="connsiteY7803"/>
                </a:cxn>
                <a:cxn ang="0">
                  <a:pos x="connsiteX7804" y="connsiteY7804"/>
                </a:cxn>
                <a:cxn ang="0">
                  <a:pos x="connsiteX7805" y="connsiteY7805"/>
                </a:cxn>
                <a:cxn ang="0">
                  <a:pos x="connsiteX7806" y="connsiteY7806"/>
                </a:cxn>
                <a:cxn ang="0">
                  <a:pos x="connsiteX7807" y="connsiteY7807"/>
                </a:cxn>
                <a:cxn ang="0">
                  <a:pos x="connsiteX7808" y="connsiteY7808"/>
                </a:cxn>
                <a:cxn ang="0">
                  <a:pos x="connsiteX7809" y="connsiteY7809"/>
                </a:cxn>
                <a:cxn ang="0">
                  <a:pos x="connsiteX7810" y="connsiteY7810"/>
                </a:cxn>
                <a:cxn ang="0">
                  <a:pos x="connsiteX7811" y="connsiteY7811"/>
                </a:cxn>
                <a:cxn ang="0">
                  <a:pos x="connsiteX7812" y="connsiteY7812"/>
                </a:cxn>
                <a:cxn ang="0">
                  <a:pos x="connsiteX7813" y="connsiteY7813"/>
                </a:cxn>
                <a:cxn ang="0">
                  <a:pos x="connsiteX7814" y="connsiteY7814"/>
                </a:cxn>
                <a:cxn ang="0">
                  <a:pos x="connsiteX7815" y="connsiteY7815"/>
                </a:cxn>
                <a:cxn ang="0">
                  <a:pos x="connsiteX7816" y="connsiteY7816"/>
                </a:cxn>
                <a:cxn ang="0">
                  <a:pos x="connsiteX7817" y="connsiteY7817"/>
                </a:cxn>
                <a:cxn ang="0">
                  <a:pos x="connsiteX7818" y="connsiteY7818"/>
                </a:cxn>
                <a:cxn ang="0">
                  <a:pos x="connsiteX7819" y="connsiteY7819"/>
                </a:cxn>
                <a:cxn ang="0">
                  <a:pos x="connsiteX7820" y="connsiteY7820"/>
                </a:cxn>
                <a:cxn ang="0">
                  <a:pos x="connsiteX7821" y="connsiteY7821"/>
                </a:cxn>
                <a:cxn ang="0">
                  <a:pos x="connsiteX7822" y="connsiteY7822"/>
                </a:cxn>
                <a:cxn ang="0">
                  <a:pos x="connsiteX7823" y="connsiteY7823"/>
                </a:cxn>
                <a:cxn ang="0">
                  <a:pos x="connsiteX7824" y="connsiteY7824"/>
                </a:cxn>
                <a:cxn ang="0">
                  <a:pos x="connsiteX7825" y="connsiteY7825"/>
                </a:cxn>
                <a:cxn ang="0">
                  <a:pos x="connsiteX7826" y="connsiteY7826"/>
                </a:cxn>
                <a:cxn ang="0">
                  <a:pos x="connsiteX7827" y="connsiteY7827"/>
                </a:cxn>
                <a:cxn ang="0">
                  <a:pos x="connsiteX7828" y="connsiteY7828"/>
                </a:cxn>
                <a:cxn ang="0">
                  <a:pos x="connsiteX7829" y="connsiteY7829"/>
                </a:cxn>
                <a:cxn ang="0">
                  <a:pos x="connsiteX7830" y="connsiteY7830"/>
                </a:cxn>
                <a:cxn ang="0">
                  <a:pos x="connsiteX7831" y="connsiteY7831"/>
                </a:cxn>
                <a:cxn ang="0">
                  <a:pos x="connsiteX7832" y="connsiteY7832"/>
                </a:cxn>
                <a:cxn ang="0">
                  <a:pos x="connsiteX7833" y="connsiteY7833"/>
                </a:cxn>
                <a:cxn ang="0">
                  <a:pos x="connsiteX7834" y="connsiteY7834"/>
                </a:cxn>
                <a:cxn ang="0">
                  <a:pos x="connsiteX7835" y="connsiteY7835"/>
                </a:cxn>
                <a:cxn ang="0">
                  <a:pos x="connsiteX7836" y="connsiteY7836"/>
                </a:cxn>
                <a:cxn ang="0">
                  <a:pos x="connsiteX7837" y="connsiteY7837"/>
                </a:cxn>
                <a:cxn ang="0">
                  <a:pos x="connsiteX7838" y="connsiteY7838"/>
                </a:cxn>
                <a:cxn ang="0">
                  <a:pos x="connsiteX7839" y="connsiteY7839"/>
                </a:cxn>
                <a:cxn ang="0">
                  <a:pos x="connsiteX7840" y="connsiteY7840"/>
                </a:cxn>
                <a:cxn ang="0">
                  <a:pos x="connsiteX7841" y="connsiteY7841"/>
                </a:cxn>
                <a:cxn ang="0">
                  <a:pos x="connsiteX7842" y="connsiteY7842"/>
                </a:cxn>
                <a:cxn ang="0">
                  <a:pos x="connsiteX7843" y="connsiteY7843"/>
                </a:cxn>
                <a:cxn ang="0">
                  <a:pos x="connsiteX7844" y="connsiteY7844"/>
                </a:cxn>
                <a:cxn ang="0">
                  <a:pos x="connsiteX7845" y="connsiteY7845"/>
                </a:cxn>
                <a:cxn ang="0">
                  <a:pos x="connsiteX7846" y="connsiteY7846"/>
                </a:cxn>
                <a:cxn ang="0">
                  <a:pos x="connsiteX7847" y="connsiteY7847"/>
                </a:cxn>
                <a:cxn ang="0">
                  <a:pos x="connsiteX7848" y="connsiteY7848"/>
                </a:cxn>
                <a:cxn ang="0">
                  <a:pos x="connsiteX7849" y="connsiteY7849"/>
                </a:cxn>
                <a:cxn ang="0">
                  <a:pos x="connsiteX7850" y="connsiteY7850"/>
                </a:cxn>
                <a:cxn ang="0">
                  <a:pos x="connsiteX7851" y="connsiteY7851"/>
                </a:cxn>
                <a:cxn ang="0">
                  <a:pos x="connsiteX7852" y="connsiteY7852"/>
                </a:cxn>
                <a:cxn ang="0">
                  <a:pos x="connsiteX7853" y="connsiteY7853"/>
                </a:cxn>
                <a:cxn ang="0">
                  <a:pos x="connsiteX7854" y="connsiteY7854"/>
                </a:cxn>
                <a:cxn ang="0">
                  <a:pos x="connsiteX7855" y="connsiteY7855"/>
                </a:cxn>
                <a:cxn ang="0">
                  <a:pos x="connsiteX7856" y="connsiteY7856"/>
                </a:cxn>
                <a:cxn ang="0">
                  <a:pos x="connsiteX7857" y="connsiteY7857"/>
                </a:cxn>
                <a:cxn ang="0">
                  <a:pos x="connsiteX7858" y="connsiteY7858"/>
                </a:cxn>
                <a:cxn ang="0">
                  <a:pos x="connsiteX7859" y="connsiteY7859"/>
                </a:cxn>
                <a:cxn ang="0">
                  <a:pos x="connsiteX7860" y="connsiteY7860"/>
                </a:cxn>
                <a:cxn ang="0">
                  <a:pos x="connsiteX7861" y="connsiteY7861"/>
                </a:cxn>
                <a:cxn ang="0">
                  <a:pos x="connsiteX7862" y="connsiteY7862"/>
                </a:cxn>
                <a:cxn ang="0">
                  <a:pos x="connsiteX7863" y="connsiteY7863"/>
                </a:cxn>
                <a:cxn ang="0">
                  <a:pos x="connsiteX7864" y="connsiteY7864"/>
                </a:cxn>
                <a:cxn ang="0">
                  <a:pos x="connsiteX7865" y="connsiteY7865"/>
                </a:cxn>
                <a:cxn ang="0">
                  <a:pos x="connsiteX7866" y="connsiteY7866"/>
                </a:cxn>
                <a:cxn ang="0">
                  <a:pos x="connsiteX7867" y="connsiteY7867"/>
                </a:cxn>
                <a:cxn ang="0">
                  <a:pos x="connsiteX7868" y="connsiteY7868"/>
                </a:cxn>
                <a:cxn ang="0">
                  <a:pos x="connsiteX7869" y="connsiteY7869"/>
                </a:cxn>
                <a:cxn ang="0">
                  <a:pos x="connsiteX7870" y="connsiteY7870"/>
                </a:cxn>
                <a:cxn ang="0">
                  <a:pos x="connsiteX7871" y="connsiteY7871"/>
                </a:cxn>
                <a:cxn ang="0">
                  <a:pos x="connsiteX7872" y="connsiteY7872"/>
                </a:cxn>
                <a:cxn ang="0">
                  <a:pos x="connsiteX7873" y="connsiteY7873"/>
                </a:cxn>
                <a:cxn ang="0">
                  <a:pos x="connsiteX7874" y="connsiteY7874"/>
                </a:cxn>
                <a:cxn ang="0">
                  <a:pos x="connsiteX7875" y="connsiteY7875"/>
                </a:cxn>
                <a:cxn ang="0">
                  <a:pos x="connsiteX7876" y="connsiteY7876"/>
                </a:cxn>
                <a:cxn ang="0">
                  <a:pos x="connsiteX7877" y="connsiteY7877"/>
                </a:cxn>
                <a:cxn ang="0">
                  <a:pos x="connsiteX7878" y="connsiteY7878"/>
                </a:cxn>
                <a:cxn ang="0">
                  <a:pos x="connsiteX7879" y="connsiteY7879"/>
                </a:cxn>
                <a:cxn ang="0">
                  <a:pos x="connsiteX7880" y="connsiteY7880"/>
                </a:cxn>
                <a:cxn ang="0">
                  <a:pos x="connsiteX7881" y="connsiteY7881"/>
                </a:cxn>
                <a:cxn ang="0">
                  <a:pos x="connsiteX7882" y="connsiteY7882"/>
                </a:cxn>
                <a:cxn ang="0">
                  <a:pos x="connsiteX7883" y="connsiteY7883"/>
                </a:cxn>
                <a:cxn ang="0">
                  <a:pos x="connsiteX7884" y="connsiteY7884"/>
                </a:cxn>
                <a:cxn ang="0">
                  <a:pos x="connsiteX7885" y="connsiteY7885"/>
                </a:cxn>
                <a:cxn ang="0">
                  <a:pos x="connsiteX7886" y="connsiteY7886"/>
                </a:cxn>
                <a:cxn ang="0">
                  <a:pos x="connsiteX7887" y="connsiteY7887"/>
                </a:cxn>
                <a:cxn ang="0">
                  <a:pos x="connsiteX7888" y="connsiteY7888"/>
                </a:cxn>
                <a:cxn ang="0">
                  <a:pos x="connsiteX7889" y="connsiteY7889"/>
                </a:cxn>
                <a:cxn ang="0">
                  <a:pos x="connsiteX7890" y="connsiteY7890"/>
                </a:cxn>
                <a:cxn ang="0">
                  <a:pos x="connsiteX7891" y="connsiteY7891"/>
                </a:cxn>
                <a:cxn ang="0">
                  <a:pos x="connsiteX7892" y="connsiteY7892"/>
                </a:cxn>
                <a:cxn ang="0">
                  <a:pos x="connsiteX7893" y="connsiteY7893"/>
                </a:cxn>
                <a:cxn ang="0">
                  <a:pos x="connsiteX7894" y="connsiteY7894"/>
                </a:cxn>
                <a:cxn ang="0">
                  <a:pos x="connsiteX7895" y="connsiteY7895"/>
                </a:cxn>
                <a:cxn ang="0">
                  <a:pos x="connsiteX7896" y="connsiteY7896"/>
                </a:cxn>
                <a:cxn ang="0">
                  <a:pos x="connsiteX7897" y="connsiteY7897"/>
                </a:cxn>
                <a:cxn ang="0">
                  <a:pos x="connsiteX7898" y="connsiteY7898"/>
                </a:cxn>
                <a:cxn ang="0">
                  <a:pos x="connsiteX7899" y="connsiteY7899"/>
                </a:cxn>
                <a:cxn ang="0">
                  <a:pos x="connsiteX7900" y="connsiteY7900"/>
                </a:cxn>
                <a:cxn ang="0">
                  <a:pos x="connsiteX7901" y="connsiteY7901"/>
                </a:cxn>
                <a:cxn ang="0">
                  <a:pos x="connsiteX7902" y="connsiteY7902"/>
                </a:cxn>
                <a:cxn ang="0">
                  <a:pos x="connsiteX7903" y="connsiteY7903"/>
                </a:cxn>
                <a:cxn ang="0">
                  <a:pos x="connsiteX7904" y="connsiteY7904"/>
                </a:cxn>
                <a:cxn ang="0">
                  <a:pos x="connsiteX7905" y="connsiteY7905"/>
                </a:cxn>
                <a:cxn ang="0">
                  <a:pos x="connsiteX7906" y="connsiteY7906"/>
                </a:cxn>
                <a:cxn ang="0">
                  <a:pos x="connsiteX7907" y="connsiteY7907"/>
                </a:cxn>
                <a:cxn ang="0">
                  <a:pos x="connsiteX7908" y="connsiteY7908"/>
                </a:cxn>
                <a:cxn ang="0">
                  <a:pos x="connsiteX7909" y="connsiteY7909"/>
                </a:cxn>
                <a:cxn ang="0">
                  <a:pos x="connsiteX7910" y="connsiteY7910"/>
                </a:cxn>
                <a:cxn ang="0">
                  <a:pos x="connsiteX7911" y="connsiteY7911"/>
                </a:cxn>
                <a:cxn ang="0">
                  <a:pos x="connsiteX7912" y="connsiteY7912"/>
                </a:cxn>
                <a:cxn ang="0">
                  <a:pos x="connsiteX7913" y="connsiteY7913"/>
                </a:cxn>
                <a:cxn ang="0">
                  <a:pos x="connsiteX7914" y="connsiteY7914"/>
                </a:cxn>
                <a:cxn ang="0">
                  <a:pos x="connsiteX7915" y="connsiteY7915"/>
                </a:cxn>
                <a:cxn ang="0">
                  <a:pos x="connsiteX7916" y="connsiteY7916"/>
                </a:cxn>
                <a:cxn ang="0">
                  <a:pos x="connsiteX7917" y="connsiteY7917"/>
                </a:cxn>
                <a:cxn ang="0">
                  <a:pos x="connsiteX7918" y="connsiteY7918"/>
                </a:cxn>
                <a:cxn ang="0">
                  <a:pos x="connsiteX7919" y="connsiteY7919"/>
                </a:cxn>
                <a:cxn ang="0">
                  <a:pos x="connsiteX7920" y="connsiteY7920"/>
                </a:cxn>
                <a:cxn ang="0">
                  <a:pos x="connsiteX7921" y="connsiteY7921"/>
                </a:cxn>
                <a:cxn ang="0">
                  <a:pos x="connsiteX7922" y="connsiteY7922"/>
                </a:cxn>
                <a:cxn ang="0">
                  <a:pos x="connsiteX7923" y="connsiteY7923"/>
                </a:cxn>
                <a:cxn ang="0">
                  <a:pos x="connsiteX7924" y="connsiteY7924"/>
                </a:cxn>
                <a:cxn ang="0">
                  <a:pos x="connsiteX7925" y="connsiteY7925"/>
                </a:cxn>
                <a:cxn ang="0">
                  <a:pos x="connsiteX7926" y="connsiteY7926"/>
                </a:cxn>
                <a:cxn ang="0">
                  <a:pos x="connsiteX7927" y="connsiteY7927"/>
                </a:cxn>
                <a:cxn ang="0">
                  <a:pos x="connsiteX7928" y="connsiteY7928"/>
                </a:cxn>
                <a:cxn ang="0">
                  <a:pos x="connsiteX7929" y="connsiteY7929"/>
                </a:cxn>
                <a:cxn ang="0">
                  <a:pos x="connsiteX7930" y="connsiteY7930"/>
                </a:cxn>
                <a:cxn ang="0">
                  <a:pos x="connsiteX7931" y="connsiteY7931"/>
                </a:cxn>
                <a:cxn ang="0">
                  <a:pos x="connsiteX7932" y="connsiteY7932"/>
                </a:cxn>
                <a:cxn ang="0">
                  <a:pos x="connsiteX7933" y="connsiteY7933"/>
                </a:cxn>
                <a:cxn ang="0">
                  <a:pos x="connsiteX7934" y="connsiteY7934"/>
                </a:cxn>
                <a:cxn ang="0">
                  <a:pos x="connsiteX7935" y="connsiteY7935"/>
                </a:cxn>
                <a:cxn ang="0">
                  <a:pos x="connsiteX7936" y="connsiteY7936"/>
                </a:cxn>
                <a:cxn ang="0">
                  <a:pos x="connsiteX7937" y="connsiteY7937"/>
                </a:cxn>
                <a:cxn ang="0">
                  <a:pos x="connsiteX7938" y="connsiteY7938"/>
                </a:cxn>
                <a:cxn ang="0">
                  <a:pos x="connsiteX7939" y="connsiteY7939"/>
                </a:cxn>
                <a:cxn ang="0">
                  <a:pos x="connsiteX7940" y="connsiteY7940"/>
                </a:cxn>
                <a:cxn ang="0">
                  <a:pos x="connsiteX7941" y="connsiteY7941"/>
                </a:cxn>
                <a:cxn ang="0">
                  <a:pos x="connsiteX7942" y="connsiteY7942"/>
                </a:cxn>
                <a:cxn ang="0">
                  <a:pos x="connsiteX7943" y="connsiteY7943"/>
                </a:cxn>
                <a:cxn ang="0">
                  <a:pos x="connsiteX7944" y="connsiteY7944"/>
                </a:cxn>
                <a:cxn ang="0">
                  <a:pos x="connsiteX7945" y="connsiteY7945"/>
                </a:cxn>
                <a:cxn ang="0">
                  <a:pos x="connsiteX7946" y="connsiteY7946"/>
                </a:cxn>
                <a:cxn ang="0">
                  <a:pos x="connsiteX7947" y="connsiteY7947"/>
                </a:cxn>
                <a:cxn ang="0">
                  <a:pos x="connsiteX7948" y="connsiteY7948"/>
                </a:cxn>
                <a:cxn ang="0">
                  <a:pos x="connsiteX7949" y="connsiteY7949"/>
                </a:cxn>
                <a:cxn ang="0">
                  <a:pos x="connsiteX7950" y="connsiteY7950"/>
                </a:cxn>
                <a:cxn ang="0">
                  <a:pos x="connsiteX7951" y="connsiteY7951"/>
                </a:cxn>
                <a:cxn ang="0">
                  <a:pos x="connsiteX7952" y="connsiteY7952"/>
                </a:cxn>
                <a:cxn ang="0">
                  <a:pos x="connsiteX7953" y="connsiteY7953"/>
                </a:cxn>
                <a:cxn ang="0">
                  <a:pos x="connsiteX7954" y="connsiteY7954"/>
                </a:cxn>
                <a:cxn ang="0">
                  <a:pos x="connsiteX7955" y="connsiteY7955"/>
                </a:cxn>
                <a:cxn ang="0">
                  <a:pos x="connsiteX7956" y="connsiteY7956"/>
                </a:cxn>
                <a:cxn ang="0">
                  <a:pos x="connsiteX7957" y="connsiteY7957"/>
                </a:cxn>
                <a:cxn ang="0">
                  <a:pos x="connsiteX7958" y="connsiteY7958"/>
                </a:cxn>
                <a:cxn ang="0">
                  <a:pos x="connsiteX7959" y="connsiteY7959"/>
                </a:cxn>
                <a:cxn ang="0">
                  <a:pos x="connsiteX7960" y="connsiteY7960"/>
                </a:cxn>
                <a:cxn ang="0">
                  <a:pos x="connsiteX7961" y="connsiteY7961"/>
                </a:cxn>
                <a:cxn ang="0">
                  <a:pos x="connsiteX7962" y="connsiteY7962"/>
                </a:cxn>
                <a:cxn ang="0">
                  <a:pos x="connsiteX7963" y="connsiteY7963"/>
                </a:cxn>
                <a:cxn ang="0">
                  <a:pos x="connsiteX7964" y="connsiteY7964"/>
                </a:cxn>
                <a:cxn ang="0">
                  <a:pos x="connsiteX7965" y="connsiteY7965"/>
                </a:cxn>
                <a:cxn ang="0">
                  <a:pos x="connsiteX7966" y="connsiteY7966"/>
                </a:cxn>
                <a:cxn ang="0">
                  <a:pos x="connsiteX7967" y="connsiteY7967"/>
                </a:cxn>
                <a:cxn ang="0">
                  <a:pos x="connsiteX7968" y="connsiteY7968"/>
                </a:cxn>
                <a:cxn ang="0">
                  <a:pos x="connsiteX7969" y="connsiteY7969"/>
                </a:cxn>
                <a:cxn ang="0">
                  <a:pos x="connsiteX7970" y="connsiteY7970"/>
                </a:cxn>
                <a:cxn ang="0">
                  <a:pos x="connsiteX7971" y="connsiteY7971"/>
                </a:cxn>
                <a:cxn ang="0">
                  <a:pos x="connsiteX7972" y="connsiteY7972"/>
                </a:cxn>
                <a:cxn ang="0">
                  <a:pos x="connsiteX7973" y="connsiteY7973"/>
                </a:cxn>
                <a:cxn ang="0">
                  <a:pos x="connsiteX7974" y="connsiteY7974"/>
                </a:cxn>
                <a:cxn ang="0">
                  <a:pos x="connsiteX7975" y="connsiteY7975"/>
                </a:cxn>
                <a:cxn ang="0">
                  <a:pos x="connsiteX7976" y="connsiteY7976"/>
                </a:cxn>
                <a:cxn ang="0">
                  <a:pos x="connsiteX7977" y="connsiteY7977"/>
                </a:cxn>
                <a:cxn ang="0">
                  <a:pos x="connsiteX7978" y="connsiteY7978"/>
                </a:cxn>
                <a:cxn ang="0">
                  <a:pos x="connsiteX7979" y="connsiteY7979"/>
                </a:cxn>
                <a:cxn ang="0">
                  <a:pos x="connsiteX7980" y="connsiteY7980"/>
                </a:cxn>
                <a:cxn ang="0">
                  <a:pos x="connsiteX7981" y="connsiteY7981"/>
                </a:cxn>
                <a:cxn ang="0">
                  <a:pos x="connsiteX7982" y="connsiteY7982"/>
                </a:cxn>
                <a:cxn ang="0">
                  <a:pos x="connsiteX7983" y="connsiteY7983"/>
                </a:cxn>
                <a:cxn ang="0">
                  <a:pos x="connsiteX7984" y="connsiteY7984"/>
                </a:cxn>
                <a:cxn ang="0">
                  <a:pos x="connsiteX7985" y="connsiteY7985"/>
                </a:cxn>
                <a:cxn ang="0">
                  <a:pos x="connsiteX7986" y="connsiteY7986"/>
                </a:cxn>
                <a:cxn ang="0">
                  <a:pos x="connsiteX7987" y="connsiteY7987"/>
                </a:cxn>
                <a:cxn ang="0">
                  <a:pos x="connsiteX7988" y="connsiteY7988"/>
                </a:cxn>
                <a:cxn ang="0">
                  <a:pos x="connsiteX7989" y="connsiteY7989"/>
                </a:cxn>
                <a:cxn ang="0">
                  <a:pos x="connsiteX7990" y="connsiteY7990"/>
                </a:cxn>
                <a:cxn ang="0">
                  <a:pos x="connsiteX7991" y="connsiteY7991"/>
                </a:cxn>
                <a:cxn ang="0">
                  <a:pos x="connsiteX7992" y="connsiteY7992"/>
                </a:cxn>
                <a:cxn ang="0">
                  <a:pos x="connsiteX7993" y="connsiteY7993"/>
                </a:cxn>
                <a:cxn ang="0">
                  <a:pos x="connsiteX7994" y="connsiteY7994"/>
                </a:cxn>
                <a:cxn ang="0">
                  <a:pos x="connsiteX7995" y="connsiteY7995"/>
                </a:cxn>
                <a:cxn ang="0">
                  <a:pos x="connsiteX7996" y="connsiteY7996"/>
                </a:cxn>
                <a:cxn ang="0">
                  <a:pos x="connsiteX7997" y="connsiteY7997"/>
                </a:cxn>
                <a:cxn ang="0">
                  <a:pos x="connsiteX7998" y="connsiteY7998"/>
                </a:cxn>
                <a:cxn ang="0">
                  <a:pos x="connsiteX7999" y="connsiteY7999"/>
                </a:cxn>
                <a:cxn ang="0">
                  <a:pos x="connsiteX8000" y="connsiteY8000"/>
                </a:cxn>
                <a:cxn ang="0">
                  <a:pos x="connsiteX8001" y="connsiteY8001"/>
                </a:cxn>
                <a:cxn ang="0">
                  <a:pos x="connsiteX8002" y="connsiteY8002"/>
                </a:cxn>
                <a:cxn ang="0">
                  <a:pos x="connsiteX8003" y="connsiteY8003"/>
                </a:cxn>
                <a:cxn ang="0">
                  <a:pos x="connsiteX8004" y="connsiteY8004"/>
                </a:cxn>
                <a:cxn ang="0">
                  <a:pos x="connsiteX8005" y="connsiteY8005"/>
                </a:cxn>
                <a:cxn ang="0">
                  <a:pos x="connsiteX8006" y="connsiteY8006"/>
                </a:cxn>
                <a:cxn ang="0">
                  <a:pos x="connsiteX8007" y="connsiteY8007"/>
                </a:cxn>
                <a:cxn ang="0">
                  <a:pos x="connsiteX8008" y="connsiteY8008"/>
                </a:cxn>
                <a:cxn ang="0">
                  <a:pos x="connsiteX8009" y="connsiteY8009"/>
                </a:cxn>
                <a:cxn ang="0">
                  <a:pos x="connsiteX8010" y="connsiteY8010"/>
                </a:cxn>
                <a:cxn ang="0">
                  <a:pos x="connsiteX8011" y="connsiteY8011"/>
                </a:cxn>
                <a:cxn ang="0">
                  <a:pos x="connsiteX8012" y="connsiteY8012"/>
                </a:cxn>
                <a:cxn ang="0">
                  <a:pos x="connsiteX8013" y="connsiteY8013"/>
                </a:cxn>
                <a:cxn ang="0">
                  <a:pos x="connsiteX8014" y="connsiteY8014"/>
                </a:cxn>
                <a:cxn ang="0">
                  <a:pos x="connsiteX8015" y="connsiteY8015"/>
                </a:cxn>
                <a:cxn ang="0">
                  <a:pos x="connsiteX8016" y="connsiteY8016"/>
                </a:cxn>
                <a:cxn ang="0">
                  <a:pos x="connsiteX8017" y="connsiteY8017"/>
                </a:cxn>
                <a:cxn ang="0">
                  <a:pos x="connsiteX8018" y="connsiteY8018"/>
                </a:cxn>
                <a:cxn ang="0">
                  <a:pos x="connsiteX8019" y="connsiteY8019"/>
                </a:cxn>
                <a:cxn ang="0">
                  <a:pos x="connsiteX8020" y="connsiteY8020"/>
                </a:cxn>
                <a:cxn ang="0">
                  <a:pos x="connsiteX8021" y="connsiteY8021"/>
                </a:cxn>
                <a:cxn ang="0">
                  <a:pos x="connsiteX8022" y="connsiteY8022"/>
                </a:cxn>
                <a:cxn ang="0">
                  <a:pos x="connsiteX8023" y="connsiteY8023"/>
                </a:cxn>
                <a:cxn ang="0">
                  <a:pos x="connsiteX8024" y="connsiteY8024"/>
                </a:cxn>
                <a:cxn ang="0">
                  <a:pos x="connsiteX8025" y="connsiteY8025"/>
                </a:cxn>
                <a:cxn ang="0">
                  <a:pos x="connsiteX8026" y="connsiteY8026"/>
                </a:cxn>
                <a:cxn ang="0">
                  <a:pos x="connsiteX8027" y="connsiteY8027"/>
                </a:cxn>
                <a:cxn ang="0">
                  <a:pos x="connsiteX8028" y="connsiteY8028"/>
                </a:cxn>
                <a:cxn ang="0">
                  <a:pos x="connsiteX8029" y="connsiteY8029"/>
                </a:cxn>
                <a:cxn ang="0">
                  <a:pos x="connsiteX8030" y="connsiteY8030"/>
                </a:cxn>
                <a:cxn ang="0">
                  <a:pos x="connsiteX8031" y="connsiteY8031"/>
                </a:cxn>
                <a:cxn ang="0">
                  <a:pos x="connsiteX8032" y="connsiteY8032"/>
                </a:cxn>
                <a:cxn ang="0">
                  <a:pos x="connsiteX8033" y="connsiteY8033"/>
                </a:cxn>
                <a:cxn ang="0">
                  <a:pos x="connsiteX8034" y="connsiteY8034"/>
                </a:cxn>
                <a:cxn ang="0">
                  <a:pos x="connsiteX8035" y="connsiteY8035"/>
                </a:cxn>
                <a:cxn ang="0">
                  <a:pos x="connsiteX8036" y="connsiteY8036"/>
                </a:cxn>
                <a:cxn ang="0">
                  <a:pos x="connsiteX8037" y="connsiteY8037"/>
                </a:cxn>
                <a:cxn ang="0">
                  <a:pos x="connsiteX8038" y="connsiteY8038"/>
                </a:cxn>
                <a:cxn ang="0">
                  <a:pos x="connsiteX8039" y="connsiteY8039"/>
                </a:cxn>
                <a:cxn ang="0">
                  <a:pos x="connsiteX8040" y="connsiteY8040"/>
                </a:cxn>
                <a:cxn ang="0">
                  <a:pos x="connsiteX8041" y="connsiteY8041"/>
                </a:cxn>
                <a:cxn ang="0">
                  <a:pos x="connsiteX8042" y="connsiteY8042"/>
                </a:cxn>
                <a:cxn ang="0">
                  <a:pos x="connsiteX8043" y="connsiteY8043"/>
                </a:cxn>
                <a:cxn ang="0">
                  <a:pos x="connsiteX8044" y="connsiteY8044"/>
                </a:cxn>
                <a:cxn ang="0">
                  <a:pos x="connsiteX8045" y="connsiteY8045"/>
                </a:cxn>
                <a:cxn ang="0">
                  <a:pos x="connsiteX8046" y="connsiteY8046"/>
                </a:cxn>
                <a:cxn ang="0">
                  <a:pos x="connsiteX8047" y="connsiteY8047"/>
                </a:cxn>
                <a:cxn ang="0">
                  <a:pos x="connsiteX8048" y="connsiteY8048"/>
                </a:cxn>
                <a:cxn ang="0">
                  <a:pos x="connsiteX8049" y="connsiteY8049"/>
                </a:cxn>
                <a:cxn ang="0">
                  <a:pos x="connsiteX8050" y="connsiteY8050"/>
                </a:cxn>
                <a:cxn ang="0">
                  <a:pos x="connsiteX8051" y="connsiteY8051"/>
                </a:cxn>
                <a:cxn ang="0">
                  <a:pos x="connsiteX8052" y="connsiteY8052"/>
                </a:cxn>
                <a:cxn ang="0">
                  <a:pos x="connsiteX8053" y="connsiteY8053"/>
                </a:cxn>
                <a:cxn ang="0">
                  <a:pos x="connsiteX8054" y="connsiteY8054"/>
                </a:cxn>
                <a:cxn ang="0">
                  <a:pos x="connsiteX8055" y="connsiteY8055"/>
                </a:cxn>
                <a:cxn ang="0">
                  <a:pos x="connsiteX8056" y="connsiteY8056"/>
                </a:cxn>
                <a:cxn ang="0">
                  <a:pos x="connsiteX8057" y="connsiteY8057"/>
                </a:cxn>
                <a:cxn ang="0">
                  <a:pos x="connsiteX8058" y="connsiteY8058"/>
                </a:cxn>
                <a:cxn ang="0">
                  <a:pos x="connsiteX8059" y="connsiteY8059"/>
                </a:cxn>
                <a:cxn ang="0">
                  <a:pos x="connsiteX8060" y="connsiteY8060"/>
                </a:cxn>
                <a:cxn ang="0">
                  <a:pos x="connsiteX8061" y="connsiteY8061"/>
                </a:cxn>
                <a:cxn ang="0">
                  <a:pos x="connsiteX8062" y="connsiteY8062"/>
                </a:cxn>
                <a:cxn ang="0">
                  <a:pos x="connsiteX8063" y="connsiteY8063"/>
                </a:cxn>
                <a:cxn ang="0">
                  <a:pos x="connsiteX8064" y="connsiteY8064"/>
                </a:cxn>
                <a:cxn ang="0">
                  <a:pos x="connsiteX8065" y="connsiteY8065"/>
                </a:cxn>
                <a:cxn ang="0">
                  <a:pos x="connsiteX8066" y="connsiteY8066"/>
                </a:cxn>
                <a:cxn ang="0">
                  <a:pos x="connsiteX8067" y="connsiteY8067"/>
                </a:cxn>
                <a:cxn ang="0">
                  <a:pos x="connsiteX8068" y="connsiteY8068"/>
                </a:cxn>
                <a:cxn ang="0">
                  <a:pos x="connsiteX8069" y="connsiteY8069"/>
                </a:cxn>
                <a:cxn ang="0">
                  <a:pos x="connsiteX8070" y="connsiteY8070"/>
                </a:cxn>
                <a:cxn ang="0">
                  <a:pos x="connsiteX8071" y="connsiteY8071"/>
                </a:cxn>
                <a:cxn ang="0">
                  <a:pos x="connsiteX8072" y="connsiteY8072"/>
                </a:cxn>
                <a:cxn ang="0">
                  <a:pos x="connsiteX8073" y="connsiteY8073"/>
                </a:cxn>
                <a:cxn ang="0">
                  <a:pos x="connsiteX8074" y="connsiteY8074"/>
                </a:cxn>
                <a:cxn ang="0">
                  <a:pos x="connsiteX8075" y="connsiteY8075"/>
                </a:cxn>
                <a:cxn ang="0">
                  <a:pos x="connsiteX8076" y="connsiteY8076"/>
                </a:cxn>
                <a:cxn ang="0">
                  <a:pos x="connsiteX8077" y="connsiteY8077"/>
                </a:cxn>
                <a:cxn ang="0">
                  <a:pos x="connsiteX8078" y="connsiteY8078"/>
                </a:cxn>
                <a:cxn ang="0">
                  <a:pos x="connsiteX8079" y="connsiteY8079"/>
                </a:cxn>
                <a:cxn ang="0">
                  <a:pos x="connsiteX8080" y="connsiteY8080"/>
                </a:cxn>
                <a:cxn ang="0">
                  <a:pos x="connsiteX8081" y="connsiteY8081"/>
                </a:cxn>
                <a:cxn ang="0">
                  <a:pos x="connsiteX8082" y="connsiteY8082"/>
                </a:cxn>
                <a:cxn ang="0">
                  <a:pos x="connsiteX8083" y="connsiteY8083"/>
                </a:cxn>
                <a:cxn ang="0">
                  <a:pos x="connsiteX8084" y="connsiteY8084"/>
                </a:cxn>
                <a:cxn ang="0">
                  <a:pos x="connsiteX8085" y="connsiteY8085"/>
                </a:cxn>
                <a:cxn ang="0">
                  <a:pos x="connsiteX8086" y="connsiteY8086"/>
                </a:cxn>
                <a:cxn ang="0">
                  <a:pos x="connsiteX8087" y="connsiteY8087"/>
                </a:cxn>
                <a:cxn ang="0">
                  <a:pos x="connsiteX8088" y="connsiteY8088"/>
                </a:cxn>
                <a:cxn ang="0">
                  <a:pos x="connsiteX8089" y="connsiteY8089"/>
                </a:cxn>
                <a:cxn ang="0">
                  <a:pos x="connsiteX8090" y="connsiteY8090"/>
                </a:cxn>
                <a:cxn ang="0">
                  <a:pos x="connsiteX8091" y="connsiteY8091"/>
                </a:cxn>
                <a:cxn ang="0">
                  <a:pos x="connsiteX8092" y="connsiteY8092"/>
                </a:cxn>
                <a:cxn ang="0">
                  <a:pos x="connsiteX8093" y="connsiteY8093"/>
                </a:cxn>
                <a:cxn ang="0">
                  <a:pos x="connsiteX8094" y="connsiteY8094"/>
                </a:cxn>
                <a:cxn ang="0">
                  <a:pos x="connsiteX8095" y="connsiteY8095"/>
                </a:cxn>
                <a:cxn ang="0">
                  <a:pos x="connsiteX8096" y="connsiteY8096"/>
                </a:cxn>
                <a:cxn ang="0">
                  <a:pos x="connsiteX8097" y="connsiteY8097"/>
                </a:cxn>
                <a:cxn ang="0">
                  <a:pos x="connsiteX8098" y="connsiteY8098"/>
                </a:cxn>
                <a:cxn ang="0">
                  <a:pos x="connsiteX8099" y="connsiteY8099"/>
                </a:cxn>
                <a:cxn ang="0">
                  <a:pos x="connsiteX8100" y="connsiteY8100"/>
                </a:cxn>
                <a:cxn ang="0">
                  <a:pos x="connsiteX8101" y="connsiteY8101"/>
                </a:cxn>
                <a:cxn ang="0">
                  <a:pos x="connsiteX8102" y="connsiteY8102"/>
                </a:cxn>
                <a:cxn ang="0">
                  <a:pos x="connsiteX8103" y="connsiteY8103"/>
                </a:cxn>
                <a:cxn ang="0">
                  <a:pos x="connsiteX8104" y="connsiteY8104"/>
                </a:cxn>
                <a:cxn ang="0">
                  <a:pos x="connsiteX8105" y="connsiteY8105"/>
                </a:cxn>
                <a:cxn ang="0">
                  <a:pos x="connsiteX8106" y="connsiteY8106"/>
                </a:cxn>
                <a:cxn ang="0">
                  <a:pos x="connsiteX8107" y="connsiteY8107"/>
                </a:cxn>
                <a:cxn ang="0">
                  <a:pos x="connsiteX8108" y="connsiteY8108"/>
                </a:cxn>
                <a:cxn ang="0">
                  <a:pos x="connsiteX8109" y="connsiteY8109"/>
                </a:cxn>
                <a:cxn ang="0">
                  <a:pos x="connsiteX8110" y="connsiteY8110"/>
                </a:cxn>
                <a:cxn ang="0">
                  <a:pos x="connsiteX8111" y="connsiteY8111"/>
                </a:cxn>
                <a:cxn ang="0">
                  <a:pos x="connsiteX8112" y="connsiteY8112"/>
                </a:cxn>
                <a:cxn ang="0">
                  <a:pos x="connsiteX8113" y="connsiteY8113"/>
                </a:cxn>
                <a:cxn ang="0">
                  <a:pos x="connsiteX8114" y="connsiteY8114"/>
                </a:cxn>
                <a:cxn ang="0">
                  <a:pos x="connsiteX8115" y="connsiteY8115"/>
                </a:cxn>
                <a:cxn ang="0">
                  <a:pos x="connsiteX8116" y="connsiteY8116"/>
                </a:cxn>
                <a:cxn ang="0">
                  <a:pos x="connsiteX8117" y="connsiteY8117"/>
                </a:cxn>
                <a:cxn ang="0">
                  <a:pos x="connsiteX8118" y="connsiteY8118"/>
                </a:cxn>
                <a:cxn ang="0">
                  <a:pos x="connsiteX8119" y="connsiteY8119"/>
                </a:cxn>
                <a:cxn ang="0">
                  <a:pos x="connsiteX8120" y="connsiteY8120"/>
                </a:cxn>
                <a:cxn ang="0">
                  <a:pos x="connsiteX8121" y="connsiteY8121"/>
                </a:cxn>
                <a:cxn ang="0">
                  <a:pos x="connsiteX8122" y="connsiteY8122"/>
                </a:cxn>
                <a:cxn ang="0">
                  <a:pos x="connsiteX8123" y="connsiteY8123"/>
                </a:cxn>
                <a:cxn ang="0">
                  <a:pos x="connsiteX8124" y="connsiteY8124"/>
                </a:cxn>
                <a:cxn ang="0">
                  <a:pos x="connsiteX8125" y="connsiteY8125"/>
                </a:cxn>
                <a:cxn ang="0">
                  <a:pos x="connsiteX8126" y="connsiteY8126"/>
                </a:cxn>
                <a:cxn ang="0">
                  <a:pos x="connsiteX8127" y="connsiteY8127"/>
                </a:cxn>
                <a:cxn ang="0">
                  <a:pos x="connsiteX8128" y="connsiteY8128"/>
                </a:cxn>
                <a:cxn ang="0">
                  <a:pos x="connsiteX8129" y="connsiteY8129"/>
                </a:cxn>
                <a:cxn ang="0">
                  <a:pos x="connsiteX8130" y="connsiteY8130"/>
                </a:cxn>
                <a:cxn ang="0">
                  <a:pos x="connsiteX8131" y="connsiteY8131"/>
                </a:cxn>
                <a:cxn ang="0">
                  <a:pos x="connsiteX8132" y="connsiteY8132"/>
                </a:cxn>
                <a:cxn ang="0">
                  <a:pos x="connsiteX8133" y="connsiteY8133"/>
                </a:cxn>
                <a:cxn ang="0">
                  <a:pos x="connsiteX8134" y="connsiteY8134"/>
                </a:cxn>
                <a:cxn ang="0">
                  <a:pos x="connsiteX8135" y="connsiteY8135"/>
                </a:cxn>
                <a:cxn ang="0">
                  <a:pos x="connsiteX8136" y="connsiteY8136"/>
                </a:cxn>
                <a:cxn ang="0">
                  <a:pos x="connsiteX8137" y="connsiteY8137"/>
                </a:cxn>
                <a:cxn ang="0">
                  <a:pos x="connsiteX8138" y="connsiteY8138"/>
                </a:cxn>
                <a:cxn ang="0">
                  <a:pos x="connsiteX8139" y="connsiteY8139"/>
                </a:cxn>
                <a:cxn ang="0">
                  <a:pos x="connsiteX8140" y="connsiteY8140"/>
                </a:cxn>
                <a:cxn ang="0">
                  <a:pos x="connsiteX8141" y="connsiteY8141"/>
                </a:cxn>
                <a:cxn ang="0">
                  <a:pos x="connsiteX8142" y="connsiteY8142"/>
                </a:cxn>
                <a:cxn ang="0">
                  <a:pos x="connsiteX8143" y="connsiteY8143"/>
                </a:cxn>
                <a:cxn ang="0">
                  <a:pos x="connsiteX8144" y="connsiteY8144"/>
                </a:cxn>
                <a:cxn ang="0">
                  <a:pos x="connsiteX8145" y="connsiteY8145"/>
                </a:cxn>
                <a:cxn ang="0">
                  <a:pos x="connsiteX8146" y="connsiteY8146"/>
                </a:cxn>
                <a:cxn ang="0">
                  <a:pos x="connsiteX8147" y="connsiteY8147"/>
                </a:cxn>
                <a:cxn ang="0">
                  <a:pos x="connsiteX8148" y="connsiteY8148"/>
                </a:cxn>
                <a:cxn ang="0">
                  <a:pos x="connsiteX8149" y="connsiteY8149"/>
                </a:cxn>
                <a:cxn ang="0">
                  <a:pos x="connsiteX8150" y="connsiteY8150"/>
                </a:cxn>
                <a:cxn ang="0">
                  <a:pos x="connsiteX8151" y="connsiteY8151"/>
                </a:cxn>
                <a:cxn ang="0">
                  <a:pos x="connsiteX8152" y="connsiteY8152"/>
                </a:cxn>
                <a:cxn ang="0">
                  <a:pos x="connsiteX8153" y="connsiteY8153"/>
                </a:cxn>
                <a:cxn ang="0">
                  <a:pos x="connsiteX8154" y="connsiteY8154"/>
                </a:cxn>
                <a:cxn ang="0">
                  <a:pos x="connsiteX8155" y="connsiteY8155"/>
                </a:cxn>
                <a:cxn ang="0">
                  <a:pos x="connsiteX8156" y="connsiteY8156"/>
                </a:cxn>
                <a:cxn ang="0">
                  <a:pos x="connsiteX8157" y="connsiteY8157"/>
                </a:cxn>
                <a:cxn ang="0">
                  <a:pos x="connsiteX8158" y="connsiteY8158"/>
                </a:cxn>
                <a:cxn ang="0">
                  <a:pos x="connsiteX8159" y="connsiteY8159"/>
                </a:cxn>
                <a:cxn ang="0">
                  <a:pos x="connsiteX8160" y="connsiteY8160"/>
                </a:cxn>
                <a:cxn ang="0">
                  <a:pos x="connsiteX8161" y="connsiteY8161"/>
                </a:cxn>
                <a:cxn ang="0">
                  <a:pos x="connsiteX8162" y="connsiteY8162"/>
                </a:cxn>
                <a:cxn ang="0">
                  <a:pos x="connsiteX8163" y="connsiteY8163"/>
                </a:cxn>
                <a:cxn ang="0">
                  <a:pos x="connsiteX8164" y="connsiteY8164"/>
                </a:cxn>
                <a:cxn ang="0">
                  <a:pos x="connsiteX8165" y="connsiteY8165"/>
                </a:cxn>
                <a:cxn ang="0">
                  <a:pos x="connsiteX8166" y="connsiteY8166"/>
                </a:cxn>
                <a:cxn ang="0">
                  <a:pos x="connsiteX8167" y="connsiteY8167"/>
                </a:cxn>
                <a:cxn ang="0">
                  <a:pos x="connsiteX8168" y="connsiteY8168"/>
                </a:cxn>
                <a:cxn ang="0">
                  <a:pos x="connsiteX8169" y="connsiteY8169"/>
                </a:cxn>
                <a:cxn ang="0">
                  <a:pos x="connsiteX8170" y="connsiteY8170"/>
                </a:cxn>
                <a:cxn ang="0">
                  <a:pos x="connsiteX8171" y="connsiteY8171"/>
                </a:cxn>
                <a:cxn ang="0">
                  <a:pos x="connsiteX8172" y="connsiteY8172"/>
                </a:cxn>
                <a:cxn ang="0">
                  <a:pos x="connsiteX8173" y="connsiteY8173"/>
                </a:cxn>
                <a:cxn ang="0">
                  <a:pos x="connsiteX8174" y="connsiteY8174"/>
                </a:cxn>
                <a:cxn ang="0">
                  <a:pos x="connsiteX8175" y="connsiteY8175"/>
                </a:cxn>
                <a:cxn ang="0">
                  <a:pos x="connsiteX8176" y="connsiteY8176"/>
                </a:cxn>
                <a:cxn ang="0">
                  <a:pos x="connsiteX8177" y="connsiteY8177"/>
                </a:cxn>
                <a:cxn ang="0">
                  <a:pos x="connsiteX8178" y="connsiteY8178"/>
                </a:cxn>
                <a:cxn ang="0">
                  <a:pos x="connsiteX8179" y="connsiteY8179"/>
                </a:cxn>
                <a:cxn ang="0">
                  <a:pos x="connsiteX8180" y="connsiteY8180"/>
                </a:cxn>
                <a:cxn ang="0">
                  <a:pos x="connsiteX8181" y="connsiteY8181"/>
                </a:cxn>
                <a:cxn ang="0">
                  <a:pos x="connsiteX8182" y="connsiteY8182"/>
                </a:cxn>
                <a:cxn ang="0">
                  <a:pos x="connsiteX8183" y="connsiteY8183"/>
                </a:cxn>
                <a:cxn ang="0">
                  <a:pos x="connsiteX8184" y="connsiteY8184"/>
                </a:cxn>
                <a:cxn ang="0">
                  <a:pos x="connsiteX8185" y="connsiteY8185"/>
                </a:cxn>
                <a:cxn ang="0">
                  <a:pos x="connsiteX8186" y="connsiteY8186"/>
                </a:cxn>
                <a:cxn ang="0">
                  <a:pos x="connsiteX8187" y="connsiteY8187"/>
                </a:cxn>
                <a:cxn ang="0">
                  <a:pos x="connsiteX8188" y="connsiteY8188"/>
                </a:cxn>
                <a:cxn ang="0">
                  <a:pos x="connsiteX8189" y="connsiteY8189"/>
                </a:cxn>
                <a:cxn ang="0">
                  <a:pos x="connsiteX8190" y="connsiteY8190"/>
                </a:cxn>
                <a:cxn ang="0">
                  <a:pos x="connsiteX8191" y="connsiteY8191"/>
                </a:cxn>
                <a:cxn ang="0">
                  <a:pos x="connsiteX8192" y="connsiteY8192"/>
                </a:cxn>
                <a:cxn ang="0">
                  <a:pos x="connsiteX8193" y="connsiteY8193"/>
                </a:cxn>
                <a:cxn ang="0">
                  <a:pos x="connsiteX8194" y="connsiteY8194"/>
                </a:cxn>
                <a:cxn ang="0">
                  <a:pos x="connsiteX8195" y="connsiteY8195"/>
                </a:cxn>
                <a:cxn ang="0">
                  <a:pos x="connsiteX8196" y="connsiteY8196"/>
                </a:cxn>
                <a:cxn ang="0">
                  <a:pos x="connsiteX8197" y="connsiteY8197"/>
                </a:cxn>
                <a:cxn ang="0">
                  <a:pos x="connsiteX8198" y="connsiteY8198"/>
                </a:cxn>
                <a:cxn ang="0">
                  <a:pos x="connsiteX8199" y="connsiteY8199"/>
                </a:cxn>
                <a:cxn ang="0">
                  <a:pos x="connsiteX8200" y="connsiteY8200"/>
                </a:cxn>
                <a:cxn ang="0">
                  <a:pos x="connsiteX8201" y="connsiteY8201"/>
                </a:cxn>
                <a:cxn ang="0">
                  <a:pos x="connsiteX8202" y="connsiteY8202"/>
                </a:cxn>
                <a:cxn ang="0">
                  <a:pos x="connsiteX8203" y="connsiteY8203"/>
                </a:cxn>
                <a:cxn ang="0">
                  <a:pos x="connsiteX8204" y="connsiteY8204"/>
                </a:cxn>
                <a:cxn ang="0">
                  <a:pos x="connsiteX8205" y="connsiteY8205"/>
                </a:cxn>
                <a:cxn ang="0">
                  <a:pos x="connsiteX8206" y="connsiteY8206"/>
                </a:cxn>
                <a:cxn ang="0">
                  <a:pos x="connsiteX8207" y="connsiteY8207"/>
                </a:cxn>
                <a:cxn ang="0">
                  <a:pos x="connsiteX8208" y="connsiteY8208"/>
                </a:cxn>
                <a:cxn ang="0">
                  <a:pos x="connsiteX8209" y="connsiteY8209"/>
                </a:cxn>
                <a:cxn ang="0">
                  <a:pos x="connsiteX8210" y="connsiteY8210"/>
                </a:cxn>
                <a:cxn ang="0">
                  <a:pos x="connsiteX8211" y="connsiteY8211"/>
                </a:cxn>
                <a:cxn ang="0">
                  <a:pos x="connsiteX8212" y="connsiteY8212"/>
                </a:cxn>
                <a:cxn ang="0">
                  <a:pos x="connsiteX8213" y="connsiteY8213"/>
                </a:cxn>
                <a:cxn ang="0">
                  <a:pos x="connsiteX8214" y="connsiteY8214"/>
                </a:cxn>
                <a:cxn ang="0">
                  <a:pos x="connsiteX8215" y="connsiteY8215"/>
                </a:cxn>
                <a:cxn ang="0">
                  <a:pos x="connsiteX8216" y="connsiteY8216"/>
                </a:cxn>
                <a:cxn ang="0">
                  <a:pos x="connsiteX8217" y="connsiteY8217"/>
                </a:cxn>
                <a:cxn ang="0">
                  <a:pos x="connsiteX8218" y="connsiteY8218"/>
                </a:cxn>
                <a:cxn ang="0">
                  <a:pos x="connsiteX8219" y="connsiteY8219"/>
                </a:cxn>
                <a:cxn ang="0">
                  <a:pos x="connsiteX8220" y="connsiteY8220"/>
                </a:cxn>
                <a:cxn ang="0">
                  <a:pos x="connsiteX8221" y="connsiteY8221"/>
                </a:cxn>
                <a:cxn ang="0">
                  <a:pos x="connsiteX8222" y="connsiteY8222"/>
                </a:cxn>
                <a:cxn ang="0">
                  <a:pos x="connsiteX8223" y="connsiteY8223"/>
                </a:cxn>
                <a:cxn ang="0">
                  <a:pos x="connsiteX8224" y="connsiteY8224"/>
                </a:cxn>
                <a:cxn ang="0">
                  <a:pos x="connsiteX8225" y="connsiteY8225"/>
                </a:cxn>
                <a:cxn ang="0">
                  <a:pos x="connsiteX8226" y="connsiteY8226"/>
                </a:cxn>
                <a:cxn ang="0">
                  <a:pos x="connsiteX8227" y="connsiteY8227"/>
                </a:cxn>
                <a:cxn ang="0">
                  <a:pos x="connsiteX8228" y="connsiteY8228"/>
                </a:cxn>
                <a:cxn ang="0">
                  <a:pos x="connsiteX8229" y="connsiteY8229"/>
                </a:cxn>
                <a:cxn ang="0">
                  <a:pos x="connsiteX8230" y="connsiteY8230"/>
                </a:cxn>
                <a:cxn ang="0">
                  <a:pos x="connsiteX8231" y="connsiteY8231"/>
                </a:cxn>
                <a:cxn ang="0">
                  <a:pos x="connsiteX8232" y="connsiteY8232"/>
                </a:cxn>
                <a:cxn ang="0">
                  <a:pos x="connsiteX8233" y="connsiteY8233"/>
                </a:cxn>
                <a:cxn ang="0">
                  <a:pos x="connsiteX8234" y="connsiteY8234"/>
                </a:cxn>
                <a:cxn ang="0">
                  <a:pos x="connsiteX8235" y="connsiteY8235"/>
                </a:cxn>
                <a:cxn ang="0">
                  <a:pos x="connsiteX8236" y="connsiteY8236"/>
                </a:cxn>
                <a:cxn ang="0">
                  <a:pos x="connsiteX8237" y="connsiteY8237"/>
                </a:cxn>
                <a:cxn ang="0">
                  <a:pos x="connsiteX8238" y="connsiteY8238"/>
                </a:cxn>
                <a:cxn ang="0">
                  <a:pos x="connsiteX8239" y="connsiteY8239"/>
                </a:cxn>
                <a:cxn ang="0">
                  <a:pos x="connsiteX8240" y="connsiteY8240"/>
                </a:cxn>
                <a:cxn ang="0">
                  <a:pos x="connsiteX8241" y="connsiteY8241"/>
                </a:cxn>
                <a:cxn ang="0">
                  <a:pos x="connsiteX8242" y="connsiteY8242"/>
                </a:cxn>
                <a:cxn ang="0">
                  <a:pos x="connsiteX8243" y="connsiteY8243"/>
                </a:cxn>
                <a:cxn ang="0">
                  <a:pos x="connsiteX8244" y="connsiteY8244"/>
                </a:cxn>
                <a:cxn ang="0">
                  <a:pos x="connsiteX8245" y="connsiteY8245"/>
                </a:cxn>
                <a:cxn ang="0">
                  <a:pos x="connsiteX8246" y="connsiteY8246"/>
                </a:cxn>
                <a:cxn ang="0">
                  <a:pos x="connsiteX8247" y="connsiteY8247"/>
                </a:cxn>
                <a:cxn ang="0">
                  <a:pos x="connsiteX8248" y="connsiteY8248"/>
                </a:cxn>
                <a:cxn ang="0">
                  <a:pos x="connsiteX8249" y="connsiteY8249"/>
                </a:cxn>
                <a:cxn ang="0">
                  <a:pos x="connsiteX8250" y="connsiteY8250"/>
                </a:cxn>
                <a:cxn ang="0">
                  <a:pos x="connsiteX8251" y="connsiteY8251"/>
                </a:cxn>
                <a:cxn ang="0">
                  <a:pos x="connsiteX8252" y="connsiteY8252"/>
                </a:cxn>
                <a:cxn ang="0">
                  <a:pos x="connsiteX8253" y="connsiteY8253"/>
                </a:cxn>
                <a:cxn ang="0">
                  <a:pos x="connsiteX8254" y="connsiteY8254"/>
                </a:cxn>
                <a:cxn ang="0">
                  <a:pos x="connsiteX8255" y="connsiteY8255"/>
                </a:cxn>
                <a:cxn ang="0">
                  <a:pos x="connsiteX8256" y="connsiteY8256"/>
                </a:cxn>
                <a:cxn ang="0">
                  <a:pos x="connsiteX8257" y="connsiteY8257"/>
                </a:cxn>
                <a:cxn ang="0">
                  <a:pos x="connsiteX8258" y="connsiteY8258"/>
                </a:cxn>
                <a:cxn ang="0">
                  <a:pos x="connsiteX8259" y="connsiteY8259"/>
                </a:cxn>
                <a:cxn ang="0">
                  <a:pos x="connsiteX8260" y="connsiteY8260"/>
                </a:cxn>
                <a:cxn ang="0">
                  <a:pos x="connsiteX8261" y="connsiteY8261"/>
                </a:cxn>
                <a:cxn ang="0">
                  <a:pos x="connsiteX8262" y="connsiteY8262"/>
                </a:cxn>
                <a:cxn ang="0">
                  <a:pos x="connsiteX8263" y="connsiteY8263"/>
                </a:cxn>
                <a:cxn ang="0">
                  <a:pos x="connsiteX8264" y="connsiteY8264"/>
                </a:cxn>
                <a:cxn ang="0">
                  <a:pos x="connsiteX8265" y="connsiteY8265"/>
                </a:cxn>
                <a:cxn ang="0">
                  <a:pos x="connsiteX8266" y="connsiteY8266"/>
                </a:cxn>
                <a:cxn ang="0">
                  <a:pos x="connsiteX8267" y="connsiteY8267"/>
                </a:cxn>
                <a:cxn ang="0">
                  <a:pos x="connsiteX8268" y="connsiteY8268"/>
                </a:cxn>
                <a:cxn ang="0">
                  <a:pos x="connsiteX8269" y="connsiteY8269"/>
                </a:cxn>
                <a:cxn ang="0">
                  <a:pos x="connsiteX8270" y="connsiteY8270"/>
                </a:cxn>
                <a:cxn ang="0">
                  <a:pos x="connsiteX8271" y="connsiteY8271"/>
                </a:cxn>
                <a:cxn ang="0">
                  <a:pos x="connsiteX8272" y="connsiteY8272"/>
                </a:cxn>
                <a:cxn ang="0">
                  <a:pos x="connsiteX8273" y="connsiteY8273"/>
                </a:cxn>
                <a:cxn ang="0">
                  <a:pos x="connsiteX8274" y="connsiteY8274"/>
                </a:cxn>
                <a:cxn ang="0">
                  <a:pos x="connsiteX8275" y="connsiteY8275"/>
                </a:cxn>
                <a:cxn ang="0">
                  <a:pos x="connsiteX8276" y="connsiteY8276"/>
                </a:cxn>
                <a:cxn ang="0">
                  <a:pos x="connsiteX8277" y="connsiteY8277"/>
                </a:cxn>
                <a:cxn ang="0">
                  <a:pos x="connsiteX8278" y="connsiteY8278"/>
                </a:cxn>
                <a:cxn ang="0">
                  <a:pos x="connsiteX8279" y="connsiteY8279"/>
                </a:cxn>
                <a:cxn ang="0">
                  <a:pos x="connsiteX8280" y="connsiteY8280"/>
                </a:cxn>
                <a:cxn ang="0">
                  <a:pos x="connsiteX8281" y="connsiteY8281"/>
                </a:cxn>
                <a:cxn ang="0">
                  <a:pos x="connsiteX8282" y="connsiteY8282"/>
                </a:cxn>
                <a:cxn ang="0">
                  <a:pos x="connsiteX8283" y="connsiteY8283"/>
                </a:cxn>
                <a:cxn ang="0">
                  <a:pos x="connsiteX8284" y="connsiteY8284"/>
                </a:cxn>
                <a:cxn ang="0">
                  <a:pos x="connsiteX8285" y="connsiteY8285"/>
                </a:cxn>
                <a:cxn ang="0">
                  <a:pos x="connsiteX8286" y="connsiteY8286"/>
                </a:cxn>
                <a:cxn ang="0">
                  <a:pos x="connsiteX8287" y="connsiteY8287"/>
                </a:cxn>
                <a:cxn ang="0">
                  <a:pos x="connsiteX8288" y="connsiteY8288"/>
                </a:cxn>
                <a:cxn ang="0">
                  <a:pos x="connsiteX8289" y="connsiteY8289"/>
                </a:cxn>
                <a:cxn ang="0">
                  <a:pos x="connsiteX8290" y="connsiteY8290"/>
                </a:cxn>
                <a:cxn ang="0">
                  <a:pos x="connsiteX8291" y="connsiteY8291"/>
                </a:cxn>
                <a:cxn ang="0">
                  <a:pos x="connsiteX8292" y="connsiteY8292"/>
                </a:cxn>
                <a:cxn ang="0">
                  <a:pos x="connsiteX8293" y="connsiteY8293"/>
                </a:cxn>
                <a:cxn ang="0">
                  <a:pos x="connsiteX8294" y="connsiteY8294"/>
                </a:cxn>
                <a:cxn ang="0">
                  <a:pos x="connsiteX8295" y="connsiteY8295"/>
                </a:cxn>
                <a:cxn ang="0">
                  <a:pos x="connsiteX8296" y="connsiteY8296"/>
                </a:cxn>
                <a:cxn ang="0">
                  <a:pos x="connsiteX8297" y="connsiteY8297"/>
                </a:cxn>
                <a:cxn ang="0">
                  <a:pos x="connsiteX8298" y="connsiteY8298"/>
                </a:cxn>
                <a:cxn ang="0">
                  <a:pos x="connsiteX8299" y="connsiteY8299"/>
                </a:cxn>
                <a:cxn ang="0">
                  <a:pos x="connsiteX8300" y="connsiteY8300"/>
                </a:cxn>
                <a:cxn ang="0">
                  <a:pos x="connsiteX8301" y="connsiteY8301"/>
                </a:cxn>
                <a:cxn ang="0">
                  <a:pos x="connsiteX8302" y="connsiteY8302"/>
                </a:cxn>
                <a:cxn ang="0">
                  <a:pos x="connsiteX8303" y="connsiteY8303"/>
                </a:cxn>
                <a:cxn ang="0">
                  <a:pos x="connsiteX8304" y="connsiteY8304"/>
                </a:cxn>
                <a:cxn ang="0">
                  <a:pos x="connsiteX8305" y="connsiteY8305"/>
                </a:cxn>
                <a:cxn ang="0">
                  <a:pos x="connsiteX8306" y="connsiteY8306"/>
                </a:cxn>
                <a:cxn ang="0">
                  <a:pos x="connsiteX8307" y="connsiteY8307"/>
                </a:cxn>
                <a:cxn ang="0">
                  <a:pos x="connsiteX8308" y="connsiteY8308"/>
                </a:cxn>
                <a:cxn ang="0">
                  <a:pos x="connsiteX8309" y="connsiteY8309"/>
                </a:cxn>
                <a:cxn ang="0">
                  <a:pos x="connsiteX8310" y="connsiteY8310"/>
                </a:cxn>
                <a:cxn ang="0">
                  <a:pos x="connsiteX8311" y="connsiteY8311"/>
                </a:cxn>
                <a:cxn ang="0">
                  <a:pos x="connsiteX8312" y="connsiteY8312"/>
                </a:cxn>
                <a:cxn ang="0">
                  <a:pos x="connsiteX8313" y="connsiteY8313"/>
                </a:cxn>
                <a:cxn ang="0">
                  <a:pos x="connsiteX8314" y="connsiteY8314"/>
                </a:cxn>
                <a:cxn ang="0">
                  <a:pos x="connsiteX8315" y="connsiteY8315"/>
                </a:cxn>
                <a:cxn ang="0">
                  <a:pos x="connsiteX8316" y="connsiteY8316"/>
                </a:cxn>
                <a:cxn ang="0">
                  <a:pos x="connsiteX8317" y="connsiteY8317"/>
                </a:cxn>
                <a:cxn ang="0">
                  <a:pos x="connsiteX8318" y="connsiteY8318"/>
                </a:cxn>
                <a:cxn ang="0">
                  <a:pos x="connsiteX8319" y="connsiteY8319"/>
                </a:cxn>
                <a:cxn ang="0">
                  <a:pos x="connsiteX8320" y="connsiteY8320"/>
                </a:cxn>
                <a:cxn ang="0">
                  <a:pos x="connsiteX8321" y="connsiteY8321"/>
                </a:cxn>
                <a:cxn ang="0">
                  <a:pos x="connsiteX8322" y="connsiteY8322"/>
                </a:cxn>
                <a:cxn ang="0">
                  <a:pos x="connsiteX8323" y="connsiteY8323"/>
                </a:cxn>
                <a:cxn ang="0">
                  <a:pos x="connsiteX8324" y="connsiteY8324"/>
                </a:cxn>
                <a:cxn ang="0">
                  <a:pos x="connsiteX8325" y="connsiteY8325"/>
                </a:cxn>
                <a:cxn ang="0">
                  <a:pos x="connsiteX8326" y="connsiteY8326"/>
                </a:cxn>
                <a:cxn ang="0">
                  <a:pos x="connsiteX8327" y="connsiteY8327"/>
                </a:cxn>
                <a:cxn ang="0">
                  <a:pos x="connsiteX8328" y="connsiteY8328"/>
                </a:cxn>
                <a:cxn ang="0">
                  <a:pos x="connsiteX8329" y="connsiteY8329"/>
                </a:cxn>
                <a:cxn ang="0">
                  <a:pos x="connsiteX8330" y="connsiteY8330"/>
                </a:cxn>
                <a:cxn ang="0">
                  <a:pos x="connsiteX8331" y="connsiteY8331"/>
                </a:cxn>
                <a:cxn ang="0">
                  <a:pos x="connsiteX8332" y="connsiteY8332"/>
                </a:cxn>
                <a:cxn ang="0">
                  <a:pos x="connsiteX8333" y="connsiteY8333"/>
                </a:cxn>
                <a:cxn ang="0">
                  <a:pos x="connsiteX8334" y="connsiteY8334"/>
                </a:cxn>
                <a:cxn ang="0">
                  <a:pos x="connsiteX8335" y="connsiteY8335"/>
                </a:cxn>
                <a:cxn ang="0">
                  <a:pos x="connsiteX8336" y="connsiteY8336"/>
                </a:cxn>
                <a:cxn ang="0">
                  <a:pos x="connsiteX8337" y="connsiteY8337"/>
                </a:cxn>
                <a:cxn ang="0">
                  <a:pos x="connsiteX8338" y="connsiteY8338"/>
                </a:cxn>
                <a:cxn ang="0">
                  <a:pos x="connsiteX8339" y="connsiteY8339"/>
                </a:cxn>
                <a:cxn ang="0">
                  <a:pos x="connsiteX8340" y="connsiteY8340"/>
                </a:cxn>
                <a:cxn ang="0">
                  <a:pos x="connsiteX8341" y="connsiteY8341"/>
                </a:cxn>
                <a:cxn ang="0">
                  <a:pos x="connsiteX8342" y="connsiteY8342"/>
                </a:cxn>
                <a:cxn ang="0">
                  <a:pos x="connsiteX8343" y="connsiteY8343"/>
                </a:cxn>
                <a:cxn ang="0">
                  <a:pos x="connsiteX8344" y="connsiteY8344"/>
                </a:cxn>
                <a:cxn ang="0">
                  <a:pos x="connsiteX8345" y="connsiteY8345"/>
                </a:cxn>
                <a:cxn ang="0">
                  <a:pos x="connsiteX8346" y="connsiteY8346"/>
                </a:cxn>
                <a:cxn ang="0">
                  <a:pos x="connsiteX8347" y="connsiteY8347"/>
                </a:cxn>
                <a:cxn ang="0">
                  <a:pos x="connsiteX8348" y="connsiteY8348"/>
                </a:cxn>
                <a:cxn ang="0">
                  <a:pos x="connsiteX8349" y="connsiteY8349"/>
                </a:cxn>
                <a:cxn ang="0">
                  <a:pos x="connsiteX8350" y="connsiteY8350"/>
                </a:cxn>
                <a:cxn ang="0">
                  <a:pos x="connsiteX8351" y="connsiteY8351"/>
                </a:cxn>
                <a:cxn ang="0">
                  <a:pos x="connsiteX8352" y="connsiteY8352"/>
                </a:cxn>
                <a:cxn ang="0">
                  <a:pos x="connsiteX8353" y="connsiteY8353"/>
                </a:cxn>
                <a:cxn ang="0">
                  <a:pos x="connsiteX8354" y="connsiteY8354"/>
                </a:cxn>
                <a:cxn ang="0">
                  <a:pos x="connsiteX8355" y="connsiteY8355"/>
                </a:cxn>
                <a:cxn ang="0">
                  <a:pos x="connsiteX8356" y="connsiteY8356"/>
                </a:cxn>
                <a:cxn ang="0">
                  <a:pos x="connsiteX8357" y="connsiteY8357"/>
                </a:cxn>
                <a:cxn ang="0">
                  <a:pos x="connsiteX8358" y="connsiteY8358"/>
                </a:cxn>
                <a:cxn ang="0">
                  <a:pos x="connsiteX8359" y="connsiteY8359"/>
                </a:cxn>
                <a:cxn ang="0">
                  <a:pos x="connsiteX8360" y="connsiteY8360"/>
                </a:cxn>
                <a:cxn ang="0">
                  <a:pos x="connsiteX8361" y="connsiteY8361"/>
                </a:cxn>
                <a:cxn ang="0">
                  <a:pos x="connsiteX8362" y="connsiteY8362"/>
                </a:cxn>
                <a:cxn ang="0">
                  <a:pos x="connsiteX8363" y="connsiteY8363"/>
                </a:cxn>
                <a:cxn ang="0">
                  <a:pos x="connsiteX8364" y="connsiteY8364"/>
                </a:cxn>
                <a:cxn ang="0">
                  <a:pos x="connsiteX8365" y="connsiteY8365"/>
                </a:cxn>
                <a:cxn ang="0">
                  <a:pos x="connsiteX8366" y="connsiteY8366"/>
                </a:cxn>
                <a:cxn ang="0">
                  <a:pos x="connsiteX8367" y="connsiteY8367"/>
                </a:cxn>
                <a:cxn ang="0">
                  <a:pos x="connsiteX8368" y="connsiteY8368"/>
                </a:cxn>
                <a:cxn ang="0">
                  <a:pos x="connsiteX8369" y="connsiteY8369"/>
                </a:cxn>
                <a:cxn ang="0">
                  <a:pos x="connsiteX8370" y="connsiteY8370"/>
                </a:cxn>
                <a:cxn ang="0">
                  <a:pos x="connsiteX8371" y="connsiteY8371"/>
                </a:cxn>
                <a:cxn ang="0">
                  <a:pos x="connsiteX8372" y="connsiteY8372"/>
                </a:cxn>
                <a:cxn ang="0">
                  <a:pos x="connsiteX8373" y="connsiteY8373"/>
                </a:cxn>
                <a:cxn ang="0">
                  <a:pos x="connsiteX8374" y="connsiteY8374"/>
                </a:cxn>
                <a:cxn ang="0">
                  <a:pos x="connsiteX8375" y="connsiteY8375"/>
                </a:cxn>
                <a:cxn ang="0">
                  <a:pos x="connsiteX8376" y="connsiteY8376"/>
                </a:cxn>
                <a:cxn ang="0">
                  <a:pos x="connsiteX8377" y="connsiteY8377"/>
                </a:cxn>
                <a:cxn ang="0">
                  <a:pos x="connsiteX8378" y="connsiteY8378"/>
                </a:cxn>
                <a:cxn ang="0">
                  <a:pos x="connsiteX8379" y="connsiteY8379"/>
                </a:cxn>
                <a:cxn ang="0">
                  <a:pos x="connsiteX8380" y="connsiteY8380"/>
                </a:cxn>
                <a:cxn ang="0">
                  <a:pos x="connsiteX8381" y="connsiteY8381"/>
                </a:cxn>
                <a:cxn ang="0">
                  <a:pos x="connsiteX8382" y="connsiteY8382"/>
                </a:cxn>
                <a:cxn ang="0">
                  <a:pos x="connsiteX8383" y="connsiteY8383"/>
                </a:cxn>
                <a:cxn ang="0">
                  <a:pos x="connsiteX8384" y="connsiteY8384"/>
                </a:cxn>
                <a:cxn ang="0">
                  <a:pos x="connsiteX8385" y="connsiteY8385"/>
                </a:cxn>
                <a:cxn ang="0">
                  <a:pos x="connsiteX8386" y="connsiteY8386"/>
                </a:cxn>
                <a:cxn ang="0">
                  <a:pos x="connsiteX8387" y="connsiteY8387"/>
                </a:cxn>
                <a:cxn ang="0">
                  <a:pos x="connsiteX8388" y="connsiteY8388"/>
                </a:cxn>
                <a:cxn ang="0">
                  <a:pos x="connsiteX8389" y="connsiteY8389"/>
                </a:cxn>
                <a:cxn ang="0">
                  <a:pos x="connsiteX8390" y="connsiteY8390"/>
                </a:cxn>
                <a:cxn ang="0">
                  <a:pos x="connsiteX8391" y="connsiteY8391"/>
                </a:cxn>
                <a:cxn ang="0">
                  <a:pos x="connsiteX8392" y="connsiteY8392"/>
                </a:cxn>
                <a:cxn ang="0">
                  <a:pos x="connsiteX8393" y="connsiteY8393"/>
                </a:cxn>
                <a:cxn ang="0">
                  <a:pos x="connsiteX8394" y="connsiteY8394"/>
                </a:cxn>
                <a:cxn ang="0">
                  <a:pos x="connsiteX8395" y="connsiteY8395"/>
                </a:cxn>
                <a:cxn ang="0">
                  <a:pos x="connsiteX8396" y="connsiteY8396"/>
                </a:cxn>
                <a:cxn ang="0">
                  <a:pos x="connsiteX8397" y="connsiteY8397"/>
                </a:cxn>
                <a:cxn ang="0">
                  <a:pos x="connsiteX8398" y="connsiteY8398"/>
                </a:cxn>
                <a:cxn ang="0">
                  <a:pos x="connsiteX8399" y="connsiteY8399"/>
                </a:cxn>
                <a:cxn ang="0">
                  <a:pos x="connsiteX8400" y="connsiteY8400"/>
                </a:cxn>
                <a:cxn ang="0">
                  <a:pos x="connsiteX8401" y="connsiteY8401"/>
                </a:cxn>
                <a:cxn ang="0">
                  <a:pos x="connsiteX8402" y="connsiteY8402"/>
                </a:cxn>
                <a:cxn ang="0">
                  <a:pos x="connsiteX8403" y="connsiteY8403"/>
                </a:cxn>
                <a:cxn ang="0">
                  <a:pos x="connsiteX8404" y="connsiteY8404"/>
                </a:cxn>
                <a:cxn ang="0">
                  <a:pos x="connsiteX8405" y="connsiteY8405"/>
                </a:cxn>
                <a:cxn ang="0">
                  <a:pos x="connsiteX8406" y="connsiteY8406"/>
                </a:cxn>
                <a:cxn ang="0">
                  <a:pos x="connsiteX8407" y="connsiteY8407"/>
                </a:cxn>
                <a:cxn ang="0">
                  <a:pos x="connsiteX8408" y="connsiteY8408"/>
                </a:cxn>
                <a:cxn ang="0">
                  <a:pos x="connsiteX8409" y="connsiteY8409"/>
                </a:cxn>
                <a:cxn ang="0">
                  <a:pos x="connsiteX8410" y="connsiteY8410"/>
                </a:cxn>
                <a:cxn ang="0">
                  <a:pos x="connsiteX8411" y="connsiteY8411"/>
                </a:cxn>
                <a:cxn ang="0">
                  <a:pos x="connsiteX8412" y="connsiteY8412"/>
                </a:cxn>
                <a:cxn ang="0">
                  <a:pos x="connsiteX8413" y="connsiteY8413"/>
                </a:cxn>
                <a:cxn ang="0">
                  <a:pos x="connsiteX8414" y="connsiteY8414"/>
                </a:cxn>
                <a:cxn ang="0">
                  <a:pos x="connsiteX8415" y="connsiteY8415"/>
                </a:cxn>
                <a:cxn ang="0">
                  <a:pos x="connsiteX8416" y="connsiteY8416"/>
                </a:cxn>
                <a:cxn ang="0">
                  <a:pos x="connsiteX8417" y="connsiteY8417"/>
                </a:cxn>
                <a:cxn ang="0">
                  <a:pos x="connsiteX8418" y="connsiteY8418"/>
                </a:cxn>
                <a:cxn ang="0">
                  <a:pos x="connsiteX8419" y="connsiteY8419"/>
                </a:cxn>
                <a:cxn ang="0">
                  <a:pos x="connsiteX8420" y="connsiteY8420"/>
                </a:cxn>
                <a:cxn ang="0">
                  <a:pos x="connsiteX8421" y="connsiteY8421"/>
                </a:cxn>
                <a:cxn ang="0">
                  <a:pos x="connsiteX8422" y="connsiteY8422"/>
                </a:cxn>
                <a:cxn ang="0">
                  <a:pos x="connsiteX8423" y="connsiteY8423"/>
                </a:cxn>
                <a:cxn ang="0">
                  <a:pos x="connsiteX8424" y="connsiteY8424"/>
                </a:cxn>
                <a:cxn ang="0">
                  <a:pos x="connsiteX8425" y="connsiteY8425"/>
                </a:cxn>
                <a:cxn ang="0">
                  <a:pos x="connsiteX8426" y="connsiteY8426"/>
                </a:cxn>
                <a:cxn ang="0">
                  <a:pos x="connsiteX8427" y="connsiteY8427"/>
                </a:cxn>
                <a:cxn ang="0">
                  <a:pos x="connsiteX8428" y="connsiteY8428"/>
                </a:cxn>
                <a:cxn ang="0">
                  <a:pos x="connsiteX8429" y="connsiteY8429"/>
                </a:cxn>
                <a:cxn ang="0">
                  <a:pos x="connsiteX8430" y="connsiteY8430"/>
                </a:cxn>
                <a:cxn ang="0">
                  <a:pos x="connsiteX8431" y="connsiteY8431"/>
                </a:cxn>
                <a:cxn ang="0">
                  <a:pos x="connsiteX8432" y="connsiteY8432"/>
                </a:cxn>
                <a:cxn ang="0">
                  <a:pos x="connsiteX8433" y="connsiteY8433"/>
                </a:cxn>
                <a:cxn ang="0">
                  <a:pos x="connsiteX8434" y="connsiteY8434"/>
                </a:cxn>
                <a:cxn ang="0">
                  <a:pos x="connsiteX8435" y="connsiteY8435"/>
                </a:cxn>
                <a:cxn ang="0">
                  <a:pos x="connsiteX8436" y="connsiteY8436"/>
                </a:cxn>
                <a:cxn ang="0">
                  <a:pos x="connsiteX8437" y="connsiteY8437"/>
                </a:cxn>
                <a:cxn ang="0">
                  <a:pos x="connsiteX8438" y="connsiteY8438"/>
                </a:cxn>
                <a:cxn ang="0">
                  <a:pos x="connsiteX8439" y="connsiteY8439"/>
                </a:cxn>
                <a:cxn ang="0">
                  <a:pos x="connsiteX8440" y="connsiteY8440"/>
                </a:cxn>
                <a:cxn ang="0">
                  <a:pos x="connsiteX8441" y="connsiteY8441"/>
                </a:cxn>
                <a:cxn ang="0">
                  <a:pos x="connsiteX8442" y="connsiteY8442"/>
                </a:cxn>
                <a:cxn ang="0">
                  <a:pos x="connsiteX8443" y="connsiteY8443"/>
                </a:cxn>
                <a:cxn ang="0">
                  <a:pos x="connsiteX8444" y="connsiteY8444"/>
                </a:cxn>
                <a:cxn ang="0">
                  <a:pos x="connsiteX8445" y="connsiteY8445"/>
                </a:cxn>
                <a:cxn ang="0">
                  <a:pos x="connsiteX8446" y="connsiteY8446"/>
                </a:cxn>
                <a:cxn ang="0">
                  <a:pos x="connsiteX8447" y="connsiteY8447"/>
                </a:cxn>
                <a:cxn ang="0">
                  <a:pos x="connsiteX8448" y="connsiteY8448"/>
                </a:cxn>
                <a:cxn ang="0">
                  <a:pos x="connsiteX8449" y="connsiteY8449"/>
                </a:cxn>
                <a:cxn ang="0">
                  <a:pos x="connsiteX8450" y="connsiteY8450"/>
                </a:cxn>
                <a:cxn ang="0">
                  <a:pos x="connsiteX8451" y="connsiteY8451"/>
                </a:cxn>
                <a:cxn ang="0">
                  <a:pos x="connsiteX8452" y="connsiteY8452"/>
                </a:cxn>
                <a:cxn ang="0">
                  <a:pos x="connsiteX8453" y="connsiteY8453"/>
                </a:cxn>
                <a:cxn ang="0">
                  <a:pos x="connsiteX8454" y="connsiteY8454"/>
                </a:cxn>
                <a:cxn ang="0">
                  <a:pos x="connsiteX8455" y="connsiteY8455"/>
                </a:cxn>
                <a:cxn ang="0">
                  <a:pos x="connsiteX8456" y="connsiteY8456"/>
                </a:cxn>
                <a:cxn ang="0">
                  <a:pos x="connsiteX8457" y="connsiteY8457"/>
                </a:cxn>
                <a:cxn ang="0">
                  <a:pos x="connsiteX8458" y="connsiteY8458"/>
                </a:cxn>
                <a:cxn ang="0">
                  <a:pos x="connsiteX8459" y="connsiteY8459"/>
                </a:cxn>
                <a:cxn ang="0">
                  <a:pos x="connsiteX8460" y="connsiteY8460"/>
                </a:cxn>
                <a:cxn ang="0">
                  <a:pos x="connsiteX8461" y="connsiteY8461"/>
                </a:cxn>
                <a:cxn ang="0">
                  <a:pos x="connsiteX8462" y="connsiteY8462"/>
                </a:cxn>
                <a:cxn ang="0">
                  <a:pos x="connsiteX8463" y="connsiteY8463"/>
                </a:cxn>
                <a:cxn ang="0">
                  <a:pos x="connsiteX8464" y="connsiteY8464"/>
                </a:cxn>
                <a:cxn ang="0">
                  <a:pos x="connsiteX8465" y="connsiteY8465"/>
                </a:cxn>
                <a:cxn ang="0">
                  <a:pos x="connsiteX8466" y="connsiteY8466"/>
                </a:cxn>
                <a:cxn ang="0">
                  <a:pos x="connsiteX8467" y="connsiteY8467"/>
                </a:cxn>
                <a:cxn ang="0">
                  <a:pos x="connsiteX8468" y="connsiteY8468"/>
                </a:cxn>
                <a:cxn ang="0">
                  <a:pos x="connsiteX8469" y="connsiteY8469"/>
                </a:cxn>
                <a:cxn ang="0">
                  <a:pos x="connsiteX8470" y="connsiteY8470"/>
                </a:cxn>
                <a:cxn ang="0">
                  <a:pos x="connsiteX8471" y="connsiteY8471"/>
                </a:cxn>
                <a:cxn ang="0">
                  <a:pos x="connsiteX8472" y="connsiteY8472"/>
                </a:cxn>
                <a:cxn ang="0">
                  <a:pos x="connsiteX8473" y="connsiteY8473"/>
                </a:cxn>
                <a:cxn ang="0">
                  <a:pos x="connsiteX8474" y="connsiteY8474"/>
                </a:cxn>
                <a:cxn ang="0">
                  <a:pos x="connsiteX8475" y="connsiteY8475"/>
                </a:cxn>
                <a:cxn ang="0">
                  <a:pos x="connsiteX8476" y="connsiteY8476"/>
                </a:cxn>
                <a:cxn ang="0">
                  <a:pos x="connsiteX8477" y="connsiteY8477"/>
                </a:cxn>
                <a:cxn ang="0">
                  <a:pos x="connsiteX8478" y="connsiteY8478"/>
                </a:cxn>
                <a:cxn ang="0">
                  <a:pos x="connsiteX8479" y="connsiteY8479"/>
                </a:cxn>
                <a:cxn ang="0">
                  <a:pos x="connsiteX8480" y="connsiteY8480"/>
                </a:cxn>
                <a:cxn ang="0">
                  <a:pos x="connsiteX8481" y="connsiteY8481"/>
                </a:cxn>
                <a:cxn ang="0">
                  <a:pos x="connsiteX8482" y="connsiteY8482"/>
                </a:cxn>
                <a:cxn ang="0">
                  <a:pos x="connsiteX8483" y="connsiteY8483"/>
                </a:cxn>
                <a:cxn ang="0">
                  <a:pos x="connsiteX8484" y="connsiteY8484"/>
                </a:cxn>
                <a:cxn ang="0">
                  <a:pos x="connsiteX8485" y="connsiteY8485"/>
                </a:cxn>
                <a:cxn ang="0">
                  <a:pos x="connsiteX8486" y="connsiteY8486"/>
                </a:cxn>
                <a:cxn ang="0">
                  <a:pos x="connsiteX8487" y="connsiteY8487"/>
                </a:cxn>
                <a:cxn ang="0">
                  <a:pos x="connsiteX8488" y="connsiteY8488"/>
                </a:cxn>
                <a:cxn ang="0">
                  <a:pos x="connsiteX8489" y="connsiteY8489"/>
                </a:cxn>
                <a:cxn ang="0">
                  <a:pos x="connsiteX8490" y="connsiteY8490"/>
                </a:cxn>
                <a:cxn ang="0">
                  <a:pos x="connsiteX8491" y="connsiteY8491"/>
                </a:cxn>
                <a:cxn ang="0">
                  <a:pos x="connsiteX8492" y="connsiteY8492"/>
                </a:cxn>
                <a:cxn ang="0">
                  <a:pos x="connsiteX8493" y="connsiteY8493"/>
                </a:cxn>
                <a:cxn ang="0">
                  <a:pos x="connsiteX8494" y="connsiteY8494"/>
                </a:cxn>
                <a:cxn ang="0">
                  <a:pos x="connsiteX8495" y="connsiteY8495"/>
                </a:cxn>
                <a:cxn ang="0">
                  <a:pos x="connsiteX8496" y="connsiteY8496"/>
                </a:cxn>
                <a:cxn ang="0">
                  <a:pos x="connsiteX8497" y="connsiteY8497"/>
                </a:cxn>
                <a:cxn ang="0">
                  <a:pos x="connsiteX8498" y="connsiteY8498"/>
                </a:cxn>
                <a:cxn ang="0">
                  <a:pos x="connsiteX8499" y="connsiteY8499"/>
                </a:cxn>
                <a:cxn ang="0">
                  <a:pos x="connsiteX8500" y="connsiteY8500"/>
                </a:cxn>
                <a:cxn ang="0">
                  <a:pos x="connsiteX8501" y="connsiteY8501"/>
                </a:cxn>
                <a:cxn ang="0">
                  <a:pos x="connsiteX8502" y="connsiteY8502"/>
                </a:cxn>
                <a:cxn ang="0">
                  <a:pos x="connsiteX8503" y="connsiteY8503"/>
                </a:cxn>
                <a:cxn ang="0">
                  <a:pos x="connsiteX8504" y="connsiteY8504"/>
                </a:cxn>
                <a:cxn ang="0">
                  <a:pos x="connsiteX8505" y="connsiteY8505"/>
                </a:cxn>
                <a:cxn ang="0">
                  <a:pos x="connsiteX8506" y="connsiteY8506"/>
                </a:cxn>
                <a:cxn ang="0">
                  <a:pos x="connsiteX8507" y="connsiteY8507"/>
                </a:cxn>
                <a:cxn ang="0">
                  <a:pos x="connsiteX8508" y="connsiteY8508"/>
                </a:cxn>
                <a:cxn ang="0">
                  <a:pos x="connsiteX8509" y="connsiteY8509"/>
                </a:cxn>
                <a:cxn ang="0">
                  <a:pos x="connsiteX8510" y="connsiteY8510"/>
                </a:cxn>
                <a:cxn ang="0">
                  <a:pos x="connsiteX8511" y="connsiteY8511"/>
                </a:cxn>
                <a:cxn ang="0">
                  <a:pos x="connsiteX8512" y="connsiteY8512"/>
                </a:cxn>
                <a:cxn ang="0">
                  <a:pos x="connsiteX8513" y="connsiteY8513"/>
                </a:cxn>
                <a:cxn ang="0">
                  <a:pos x="connsiteX8514" y="connsiteY8514"/>
                </a:cxn>
                <a:cxn ang="0">
                  <a:pos x="connsiteX8515" y="connsiteY8515"/>
                </a:cxn>
                <a:cxn ang="0">
                  <a:pos x="connsiteX8516" y="connsiteY8516"/>
                </a:cxn>
                <a:cxn ang="0">
                  <a:pos x="connsiteX8517" y="connsiteY8517"/>
                </a:cxn>
                <a:cxn ang="0">
                  <a:pos x="connsiteX8518" y="connsiteY8518"/>
                </a:cxn>
                <a:cxn ang="0">
                  <a:pos x="connsiteX8519" y="connsiteY8519"/>
                </a:cxn>
                <a:cxn ang="0">
                  <a:pos x="connsiteX8520" y="connsiteY8520"/>
                </a:cxn>
                <a:cxn ang="0">
                  <a:pos x="connsiteX8521" y="connsiteY8521"/>
                </a:cxn>
                <a:cxn ang="0">
                  <a:pos x="connsiteX8522" y="connsiteY8522"/>
                </a:cxn>
                <a:cxn ang="0">
                  <a:pos x="connsiteX8523" y="connsiteY8523"/>
                </a:cxn>
                <a:cxn ang="0">
                  <a:pos x="connsiteX8524" y="connsiteY8524"/>
                </a:cxn>
                <a:cxn ang="0">
                  <a:pos x="connsiteX8525" y="connsiteY8525"/>
                </a:cxn>
                <a:cxn ang="0">
                  <a:pos x="connsiteX8526" y="connsiteY8526"/>
                </a:cxn>
                <a:cxn ang="0">
                  <a:pos x="connsiteX8527" y="connsiteY8527"/>
                </a:cxn>
                <a:cxn ang="0">
                  <a:pos x="connsiteX8528" y="connsiteY8528"/>
                </a:cxn>
                <a:cxn ang="0">
                  <a:pos x="connsiteX8529" y="connsiteY8529"/>
                </a:cxn>
                <a:cxn ang="0">
                  <a:pos x="connsiteX8530" y="connsiteY8530"/>
                </a:cxn>
                <a:cxn ang="0">
                  <a:pos x="connsiteX8531" y="connsiteY8531"/>
                </a:cxn>
                <a:cxn ang="0">
                  <a:pos x="connsiteX8532" y="connsiteY8532"/>
                </a:cxn>
                <a:cxn ang="0">
                  <a:pos x="connsiteX8533" y="connsiteY8533"/>
                </a:cxn>
                <a:cxn ang="0">
                  <a:pos x="connsiteX8534" y="connsiteY8534"/>
                </a:cxn>
                <a:cxn ang="0">
                  <a:pos x="connsiteX8535" y="connsiteY8535"/>
                </a:cxn>
                <a:cxn ang="0">
                  <a:pos x="connsiteX8536" y="connsiteY8536"/>
                </a:cxn>
                <a:cxn ang="0">
                  <a:pos x="connsiteX8537" y="connsiteY8537"/>
                </a:cxn>
                <a:cxn ang="0">
                  <a:pos x="connsiteX8538" y="connsiteY8538"/>
                </a:cxn>
                <a:cxn ang="0">
                  <a:pos x="connsiteX8539" y="connsiteY8539"/>
                </a:cxn>
                <a:cxn ang="0">
                  <a:pos x="connsiteX8540" y="connsiteY8540"/>
                </a:cxn>
                <a:cxn ang="0">
                  <a:pos x="connsiteX8541" y="connsiteY8541"/>
                </a:cxn>
                <a:cxn ang="0">
                  <a:pos x="connsiteX8542" y="connsiteY8542"/>
                </a:cxn>
                <a:cxn ang="0">
                  <a:pos x="connsiteX8543" y="connsiteY8543"/>
                </a:cxn>
                <a:cxn ang="0">
                  <a:pos x="connsiteX8544" y="connsiteY8544"/>
                </a:cxn>
                <a:cxn ang="0">
                  <a:pos x="connsiteX8545" y="connsiteY8545"/>
                </a:cxn>
                <a:cxn ang="0">
                  <a:pos x="connsiteX8546" y="connsiteY8546"/>
                </a:cxn>
                <a:cxn ang="0">
                  <a:pos x="connsiteX8547" y="connsiteY8547"/>
                </a:cxn>
                <a:cxn ang="0">
                  <a:pos x="connsiteX8548" y="connsiteY8548"/>
                </a:cxn>
                <a:cxn ang="0">
                  <a:pos x="connsiteX8549" y="connsiteY8549"/>
                </a:cxn>
                <a:cxn ang="0">
                  <a:pos x="connsiteX8550" y="connsiteY8550"/>
                </a:cxn>
                <a:cxn ang="0">
                  <a:pos x="connsiteX8551" y="connsiteY8551"/>
                </a:cxn>
                <a:cxn ang="0">
                  <a:pos x="connsiteX8552" y="connsiteY8552"/>
                </a:cxn>
                <a:cxn ang="0">
                  <a:pos x="connsiteX8553" y="connsiteY8553"/>
                </a:cxn>
                <a:cxn ang="0">
                  <a:pos x="connsiteX8554" y="connsiteY8554"/>
                </a:cxn>
                <a:cxn ang="0">
                  <a:pos x="connsiteX8555" y="connsiteY8555"/>
                </a:cxn>
                <a:cxn ang="0">
                  <a:pos x="connsiteX8556" y="connsiteY8556"/>
                </a:cxn>
                <a:cxn ang="0">
                  <a:pos x="connsiteX8557" y="connsiteY8557"/>
                </a:cxn>
                <a:cxn ang="0">
                  <a:pos x="connsiteX8558" y="connsiteY8558"/>
                </a:cxn>
                <a:cxn ang="0">
                  <a:pos x="connsiteX8559" y="connsiteY8559"/>
                </a:cxn>
                <a:cxn ang="0">
                  <a:pos x="connsiteX8560" y="connsiteY8560"/>
                </a:cxn>
                <a:cxn ang="0">
                  <a:pos x="connsiteX8561" y="connsiteY8561"/>
                </a:cxn>
                <a:cxn ang="0">
                  <a:pos x="connsiteX8562" y="connsiteY8562"/>
                </a:cxn>
                <a:cxn ang="0">
                  <a:pos x="connsiteX8563" y="connsiteY8563"/>
                </a:cxn>
                <a:cxn ang="0">
                  <a:pos x="connsiteX8564" y="connsiteY8564"/>
                </a:cxn>
                <a:cxn ang="0">
                  <a:pos x="connsiteX8565" y="connsiteY8565"/>
                </a:cxn>
                <a:cxn ang="0">
                  <a:pos x="connsiteX8566" y="connsiteY8566"/>
                </a:cxn>
                <a:cxn ang="0">
                  <a:pos x="connsiteX8567" y="connsiteY8567"/>
                </a:cxn>
                <a:cxn ang="0">
                  <a:pos x="connsiteX8568" y="connsiteY8568"/>
                </a:cxn>
                <a:cxn ang="0">
                  <a:pos x="connsiteX8569" y="connsiteY8569"/>
                </a:cxn>
                <a:cxn ang="0">
                  <a:pos x="connsiteX8570" y="connsiteY8570"/>
                </a:cxn>
                <a:cxn ang="0">
                  <a:pos x="connsiteX8571" y="connsiteY8571"/>
                </a:cxn>
                <a:cxn ang="0">
                  <a:pos x="connsiteX8572" y="connsiteY8572"/>
                </a:cxn>
                <a:cxn ang="0">
                  <a:pos x="connsiteX8573" y="connsiteY8573"/>
                </a:cxn>
                <a:cxn ang="0">
                  <a:pos x="connsiteX8574" y="connsiteY8574"/>
                </a:cxn>
                <a:cxn ang="0">
                  <a:pos x="connsiteX8575" y="connsiteY8575"/>
                </a:cxn>
                <a:cxn ang="0">
                  <a:pos x="connsiteX8576" y="connsiteY8576"/>
                </a:cxn>
                <a:cxn ang="0">
                  <a:pos x="connsiteX8577" y="connsiteY8577"/>
                </a:cxn>
                <a:cxn ang="0">
                  <a:pos x="connsiteX8578" y="connsiteY8578"/>
                </a:cxn>
                <a:cxn ang="0">
                  <a:pos x="connsiteX8579" y="connsiteY8579"/>
                </a:cxn>
                <a:cxn ang="0">
                  <a:pos x="connsiteX8580" y="connsiteY8580"/>
                </a:cxn>
                <a:cxn ang="0">
                  <a:pos x="connsiteX8581" y="connsiteY8581"/>
                </a:cxn>
                <a:cxn ang="0">
                  <a:pos x="connsiteX8582" y="connsiteY8582"/>
                </a:cxn>
                <a:cxn ang="0">
                  <a:pos x="connsiteX8583" y="connsiteY8583"/>
                </a:cxn>
                <a:cxn ang="0">
                  <a:pos x="connsiteX8584" y="connsiteY8584"/>
                </a:cxn>
                <a:cxn ang="0">
                  <a:pos x="connsiteX8585" y="connsiteY8585"/>
                </a:cxn>
                <a:cxn ang="0">
                  <a:pos x="connsiteX8586" y="connsiteY8586"/>
                </a:cxn>
                <a:cxn ang="0">
                  <a:pos x="connsiteX8587" y="connsiteY8587"/>
                </a:cxn>
                <a:cxn ang="0">
                  <a:pos x="connsiteX8588" y="connsiteY8588"/>
                </a:cxn>
                <a:cxn ang="0">
                  <a:pos x="connsiteX8589" y="connsiteY8589"/>
                </a:cxn>
                <a:cxn ang="0">
                  <a:pos x="connsiteX8590" y="connsiteY8590"/>
                </a:cxn>
                <a:cxn ang="0">
                  <a:pos x="connsiteX8591" y="connsiteY8591"/>
                </a:cxn>
                <a:cxn ang="0">
                  <a:pos x="connsiteX8592" y="connsiteY8592"/>
                </a:cxn>
                <a:cxn ang="0">
                  <a:pos x="connsiteX8593" y="connsiteY8593"/>
                </a:cxn>
                <a:cxn ang="0">
                  <a:pos x="connsiteX8594" y="connsiteY8594"/>
                </a:cxn>
                <a:cxn ang="0">
                  <a:pos x="connsiteX8595" y="connsiteY8595"/>
                </a:cxn>
                <a:cxn ang="0">
                  <a:pos x="connsiteX8596" y="connsiteY8596"/>
                </a:cxn>
                <a:cxn ang="0">
                  <a:pos x="connsiteX8597" y="connsiteY8597"/>
                </a:cxn>
                <a:cxn ang="0">
                  <a:pos x="connsiteX8598" y="connsiteY8598"/>
                </a:cxn>
                <a:cxn ang="0">
                  <a:pos x="connsiteX8599" y="connsiteY8599"/>
                </a:cxn>
                <a:cxn ang="0">
                  <a:pos x="connsiteX8600" y="connsiteY8600"/>
                </a:cxn>
                <a:cxn ang="0">
                  <a:pos x="connsiteX8601" y="connsiteY8601"/>
                </a:cxn>
                <a:cxn ang="0">
                  <a:pos x="connsiteX8602" y="connsiteY8602"/>
                </a:cxn>
                <a:cxn ang="0">
                  <a:pos x="connsiteX8603" y="connsiteY8603"/>
                </a:cxn>
                <a:cxn ang="0">
                  <a:pos x="connsiteX8604" y="connsiteY8604"/>
                </a:cxn>
                <a:cxn ang="0">
                  <a:pos x="connsiteX8605" y="connsiteY8605"/>
                </a:cxn>
                <a:cxn ang="0">
                  <a:pos x="connsiteX8606" y="connsiteY8606"/>
                </a:cxn>
                <a:cxn ang="0">
                  <a:pos x="connsiteX8607" y="connsiteY8607"/>
                </a:cxn>
                <a:cxn ang="0">
                  <a:pos x="connsiteX8608" y="connsiteY8608"/>
                </a:cxn>
                <a:cxn ang="0">
                  <a:pos x="connsiteX8609" y="connsiteY8609"/>
                </a:cxn>
                <a:cxn ang="0">
                  <a:pos x="connsiteX8610" y="connsiteY8610"/>
                </a:cxn>
                <a:cxn ang="0">
                  <a:pos x="connsiteX8611" y="connsiteY8611"/>
                </a:cxn>
                <a:cxn ang="0">
                  <a:pos x="connsiteX8612" y="connsiteY8612"/>
                </a:cxn>
                <a:cxn ang="0">
                  <a:pos x="connsiteX8613" y="connsiteY8613"/>
                </a:cxn>
                <a:cxn ang="0">
                  <a:pos x="connsiteX8614" y="connsiteY8614"/>
                </a:cxn>
                <a:cxn ang="0">
                  <a:pos x="connsiteX8615" y="connsiteY8615"/>
                </a:cxn>
                <a:cxn ang="0">
                  <a:pos x="connsiteX8616" y="connsiteY8616"/>
                </a:cxn>
                <a:cxn ang="0">
                  <a:pos x="connsiteX8617" y="connsiteY8617"/>
                </a:cxn>
                <a:cxn ang="0">
                  <a:pos x="connsiteX8618" y="connsiteY8618"/>
                </a:cxn>
                <a:cxn ang="0">
                  <a:pos x="connsiteX8619" y="connsiteY8619"/>
                </a:cxn>
                <a:cxn ang="0">
                  <a:pos x="connsiteX8620" y="connsiteY8620"/>
                </a:cxn>
                <a:cxn ang="0">
                  <a:pos x="connsiteX8621" y="connsiteY8621"/>
                </a:cxn>
                <a:cxn ang="0">
                  <a:pos x="connsiteX8622" y="connsiteY8622"/>
                </a:cxn>
                <a:cxn ang="0">
                  <a:pos x="connsiteX8623" y="connsiteY8623"/>
                </a:cxn>
                <a:cxn ang="0">
                  <a:pos x="connsiteX8624" y="connsiteY8624"/>
                </a:cxn>
                <a:cxn ang="0">
                  <a:pos x="connsiteX8625" y="connsiteY8625"/>
                </a:cxn>
                <a:cxn ang="0">
                  <a:pos x="connsiteX8626" y="connsiteY8626"/>
                </a:cxn>
                <a:cxn ang="0">
                  <a:pos x="connsiteX8627" y="connsiteY8627"/>
                </a:cxn>
                <a:cxn ang="0">
                  <a:pos x="connsiteX8628" y="connsiteY8628"/>
                </a:cxn>
                <a:cxn ang="0">
                  <a:pos x="connsiteX8629" y="connsiteY8629"/>
                </a:cxn>
                <a:cxn ang="0">
                  <a:pos x="connsiteX8630" y="connsiteY8630"/>
                </a:cxn>
                <a:cxn ang="0">
                  <a:pos x="connsiteX8631" y="connsiteY8631"/>
                </a:cxn>
                <a:cxn ang="0">
                  <a:pos x="connsiteX8632" y="connsiteY8632"/>
                </a:cxn>
                <a:cxn ang="0">
                  <a:pos x="connsiteX8633" y="connsiteY8633"/>
                </a:cxn>
                <a:cxn ang="0">
                  <a:pos x="connsiteX8634" y="connsiteY8634"/>
                </a:cxn>
                <a:cxn ang="0">
                  <a:pos x="connsiteX8635" y="connsiteY8635"/>
                </a:cxn>
                <a:cxn ang="0">
                  <a:pos x="connsiteX8636" y="connsiteY8636"/>
                </a:cxn>
                <a:cxn ang="0">
                  <a:pos x="connsiteX8637" y="connsiteY8637"/>
                </a:cxn>
                <a:cxn ang="0">
                  <a:pos x="connsiteX8638" y="connsiteY8638"/>
                </a:cxn>
                <a:cxn ang="0">
                  <a:pos x="connsiteX8639" y="connsiteY8639"/>
                </a:cxn>
                <a:cxn ang="0">
                  <a:pos x="connsiteX8640" y="connsiteY8640"/>
                </a:cxn>
                <a:cxn ang="0">
                  <a:pos x="connsiteX8641" y="connsiteY8641"/>
                </a:cxn>
                <a:cxn ang="0">
                  <a:pos x="connsiteX8642" y="connsiteY8642"/>
                </a:cxn>
                <a:cxn ang="0">
                  <a:pos x="connsiteX8643" y="connsiteY8643"/>
                </a:cxn>
                <a:cxn ang="0">
                  <a:pos x="connsiteX8644" y="connsiteY8644"/>
                </a:cxn>
                <a:cxn ang="0">
                  <a:pos x="connsiteX8645" y="connsiteY8645"/>
                </a:cxn>
                <a:cxn ang="0">
                  <a:pos x="connsiteX8646" y="connsiteY8646"/>
                </a:cxn>
                <a:cxn ang="0">
                  <a:pos x="connsiteX8647" y="connsiteY8647"/>
                </a:cxn>
                <a:cxn ang="0">
                  <a:pos x="connsiteX8648" y="connsiteY8648"/>
                </a:cxn>
                <a:cxn ang="0">
                  <a:pos x="connsiteX8649" y="connsiteY8649"/>
                </a:cxn>
                <a:cxn ang="0">
                  <a:pos x="connsiteX8650" y="connsiteY8650"/>
                </a:cxn>
                <a:cxn ang="0">
                  <a:pos x="connsiteX8651" y="connsiteY8651"/>
                </a:cxn>
                <a:cxn ang="0">
                  <a:pos x="connsiteX8652" y="connsiteY8652"/>
                </a:cxn>
                <a:cxn ang="0">
                  <a:pos x="connsiteX8653" y="connsiteY8653"/>
                </a:cxn>
                <a:cxn ang="0">
                  <a:pos x="connsiteX8654" y="connsiteY8654"/>
                </a:cxn>
                <a:cxn ang="0">
                  <a:pos x="connsiteX8655" y="connsiteY8655"/>
                </a:cxn>
                <a:cxn ang="0">
                  <a:pos x="connsiteX8656" y="connsiteY8656"/>
                </a:cxn>
                <a:cxn ang="0">
                  <a:pos x="connsiteX8657" y="connsiteY8657"/>
                </a:cxn>
                <a:cxn ang="0">
                  <a:pos x="connsiteX8658" y="connsiteY8658"/>
                </a:cxn>
                <a:cxn ang="0">
                  <a:pos x="connsiteX8659" y="connsiteY8659"/>
                </a:cxn>
                <a:cxn ang="0">
                  <a:pos x="connsiteX8660" y="connsiteY8660"/>
                </a:cxn>
                <a:cxn ang="0">
                  <a:pos x="connsiteX8661" y="connsiteY8661"/>
                </a:cxn>
                <a:cxn ang="0">
                  <a:pos x="connsiteX8662" y="connsiteY8662"/>
                </a:cxn>
                <a:cxn ang="0">
                  <a:pos x="connsiteX8663" y="connsiteY8663"/>
                </a:cxn>
                <a:cxn ang="0">
                  <a:pos x="connsiteX8664" y="connsiteY8664"/>
                </a:cxn>
                <a:cxn ang="0">
                  <a:pos x="connsiteX8665" y="connsiteY8665"/>
                </a:cxn>
                <a:cxn ang="0">
                  <a:pos x="connsiteX8666" y="connsiteY8666"/>
                </a:cxn>
                <a:cxn ang="0">
                  <a:pos x="connsiteX8667" y="connsiteY8667"/>
                </a:cxn>
                <a:cxn ang="0">
                  <a:pos x="connsiteX8668" y="connsiteY8668"/>
                </a:cxn>
                <a:cxn ang="0">
                  <a:pos x="connsiteX8669" y="connsiteY8669"/>
                </a:cxn>
                <a:cxn ang="0">
                  <a:pos x="connsiteX8670" y="connsiteY8670"/>
                </a:cxn>
                <a:cxn ang="0">
                  <a:pos x="connsiteX8671" y="connsiteY8671"/>
                </a:cxn>
                <a:cxn ang="0">
                  <a:pos x="connsiteX8672" y="connsiteY8672"/>
                </a:cxn>
                <a:cxn ang="0">
                  <a:pos x="connsiteX8673" y="connsiteY8673"/>
                </a:cxn>
                <a:cxn ang="0">
                  <a:pos x="connsiteX8674" y="connsiteY8674"/>
                </a:cxn>
                <a:cxn ang="0">
                  <a:pos x="connsiteX8675" y="connsiteY8675"/>
                </a:cxn>
                <a:cxn ang="0">
                  <a:pos x="connsiteX8676" y="connsiteY8676"/>
                </a:cxn>
                <a:cxn ang="0">
                  <a:pos x="connsiteX8677" y="connsiteY8677"/>
                </a:cxn>
                <a:cxn ang="0">
                  <a:pos x="connsiteX8678" y="connsiteY8678"/>
                </a:cxn>
                <a:cxn ang="0">
                  <a:pos x="connsiteX8679" y="connsiteY8679"/>
                </a:cxn>
                <a:cxn ang="0">
                  <a:pos x="connsiteX8680" y="connsiteY8680"/>
                </a:cxn>
                <a:cxn ang="0">
                  <a:pos x="connsiteX8681" y="connsiteY8681"/>
                </a:cxn>
                <a:cxn ang="0">
                  <a:pos x="connsiteX8682" y="connsiteY8682"/>
                </a:cxn>
                <a:cxn ang="0">
                  <a:pos x="connsiteX8683" y="connsiteY8683"/>
                </a:cxn>
                <a:cxn ang="0">
                  <a:pos x="connsiteX8684" y="connsiteY8684"/>
                </a:cxn>
                <a:cxn ang="0">
                  <a:pos x="connsiteX8685" y="connsiteY8685"/>
                </a:cxn>
                <a:cxn ang="0">
                  <a:pos x="connsiteX8686" y="connsiteY8686"/>
                </a:cxn>
                <a:cxn ang="0">
                  <a:pos x="connsiteX8687" y="connsiteY8687"/>
                </a:cxn>
                <a:cxn ang="0">
                  <a:pos x="connsiteX8688" y="connsiteY8688"/>
                </a:cxn>
                <a:cxn ang="0">
                  <a:pos x="connsiteX8689" y="connsiteY8689"/>
                </a:cxn>
                <a:cxn ang="0">
                  <a:pos x="connsiteX8690" y="connsiteY8690"/>
                </a:cxn>
                <a:cxn ang="0">
                  <a:pos x="connsiteX8691" y="connsiteY8691"/>
                </a:cxn>
                <a:cxn ang="0">
                  <a:pos x="connsiteX8692" y="connsiteY8692"/>
                </a:cxn>
                <a:cxn ang="0">
                  <a:pos x="connsiteX8693" y="connsiteY8693"/>
                </a:cxn>
                <a:cxn ang="0">
                  <a:pos x="connsiteX8694" y="connsiteY8694"/>
                </a:cxn>
                <a:cxn ang="0">
                  <a:pos x="connsiteX8695" y="connsiteY8695"/>
                </a:cxn>
                <a:cxn ang="0">
                  <a:pos x="connsiteX8696" y="connsiteY8696"/>
                </a:cxn>
                <a:cxn ang="0">
                  <a:pos x="connsiteX8697" y="connsiteY8697"/>
                </a:cxn>
                <a:cxn ang="0">
                  <a:pos x="connsiteX8698" y="connsiteY8698"/>
                </a:cxn>
                <a:cxn ang="0">
                  <a:pos x="connsiteX8699" y="connsiteY8699"/>
                </a:cxn>
                <a:cxn ang="0">
                  <a:pos x="connsiteX8700" y="connsiteY8700"/>
                </a:cxn>
                <a:cxn ang="0">
                  <a:pos x="connsiteX8701" y="connsiteY8701"/>
                </a:cxn>
                <a:cxn ang="0">
                  <a:pos x="connsiteX8702" y="connsiteY8702"/>
                </a:cxn>
                <a:cxn ang="0">
                  <a:pos x="connsiteX8703" y="connsiteY8703"/>
                </a:cxn>
                <a:cxn ang="0">
                  <a:pos x="connsiteX8704" y="connsiteY8704"/>
                </a:cxn>
                <a:cxn ang="0">
                  <a:pos x="connsiteX8705" y="connsiteY8705"/>
                </a:cxn>
                <a:cxn ang="0">
                  <a:pos x="connsiteX8706" y="connsiteY8706"/>
                </a:cxn>
                <a:cxn ang="0">
                  <a:pos x="connsiteX8707" y="connsiteY8707"/>
                </a:cxn>
                <a:cxn ang="0">
                  <a:pos x="connsiteX8708" y="connsiteY8708"/>
                </a:cxn>
                <a:cxn ang="0">
                  <a:pos x="connsiteX8709" y="connsiteY8709"/>
                </a:cxn>
                <a:cxn ang="0">
                  <a:pos x="connsiteX8710" y="connsiteY8710"/>
                </a:cxn>
                <a:cxn ang="0">
                  <a:pos x="connsiteX8711" y="connsiteY8711"/>
                </a:cxn>
                <a:cxn ang="0">
                  <a:pos x="connsiteX8712" y="connsiteY8712"/>
                </a:cxn>
                <a:cxn ang="0">
                  <a:pos x="connsiteX8713" y="connsiteY8713"/>
                </a:cxn>
                <a:cxn ang="0">
                  <a:pos x="connsiteX8714" y="connsiteY8714"/>
                </a:cxn>
                <a:cxn ang="0">
                  <a:pos x="connsiteX8715" y="connsiteY8715"/>
                </a:cxn>
                <a:cxn ang="0">
                  <a:pos x="connsiteX8716" y="connsiteY8716"/>
                </a:cxn>
                <a:cxn ang="0">
                  <a:pos x="connsiteX8717" y="connsiteY8717"/>
                </a:cxn>
                <a:cxn ang="0">
                  <a:pos x="connsiteX8718" y="connsiteY8718"/>
                </a:cxn>
                <a:cxn ang="0">
                  <a:pos x="connsiteX8719" y="connsiteY8719"/>
                </a:cxn>
                <a:cxn ang="0">
                  <a:pos x="connsiteX8720" y="connsiteY8720"/>
                </a:cxn>
                <a:cxn ang="0">
                  <a:pos x="connsiteX8721" y="connsiteY8721"/>
                </a:cxn>
                <a:cxn ang="0">
                  <a:pos x="connsiteX8722" y="connsiteY8722"/>
                </a:cxn>
                <a:cxn ang="0">
                  <a:pos x="connsiteX8723" y="connsiteY8723"/>
                </a:cxn>
                <a:cxn ang="0">
                  <a:pos x="connsiteX8724" y="connsiteY8724"/>
                </a:cxn>
                <a:cxn ang="0">
                  <a:pos x="connsiteX8725" y="connsiteY8725"/>
                </a:cxn>
                <a:cxn ang="0">
                  <a:pos x="connsiteX8726" y="connsiteY8726"/>
                </a:cxn>
                <a:cxn ang="0">
                  <a:pos x="connsiteX8727" y="connsiteY8727"/>
                </a:cxn>
                <a:cxn ang="0">
                  <a:pos x="connsiteX8728" y="connsiteY8728"/>
                </a:cxn>
                <a:cxn ang="0">
                  <a:pos x="connsiteX8729" y="connsiteY8729"/>
                </a:cxn>
                <a:cxn ang="0">
                  <a:pos x="connsiteX8730" y="connsiteY8730"/>
                </a:cxn>
                <a:cxn ang="0">
                  <a:pos x="connsiteX8731" y="connsiteY8731"/>
                </a:cxn>
                <a:cxn ang="0">
                  <a:pos x="connsiteX8732" y="connsiteY8732"/>
                </a:cxn>
                <a:cxn ang="0">
                  <a:pos x="connsiteX8733" y="connsiteY8733"/>
                </a:cxn>
                <a:cxn ang="0">
                  <a:pos x="connsiteX8734" y="connsiteY8734"/>
                </a:cxn>
                <a:cxn ang="0">
                  <a:pos x="connsiteX8735" y="connsiteY8735"/>
                </a:cxn>
                <a:cxn ang="0">
                  <a:pos x="connsiteX8736" y="connsiteY8736"/>
                </a:cxn>
                <a:cxn ang="0">
                  <a:pos x="connsiteX8737" y="connsiteY8737"/>
                </a:cxn>
                <a:cxn ang="0">
                  <a:pos x="connsiteX8738" y="connsiteY8738"/>
                </a:cxn>
                <a:cxn ang="0">
                  <a:pos x="connsiteX8739" y="connsiteY8739"/>
                </a:cxn>
                <a:cxn ang="0">
                  <a:pos x="connsiteX8740" y="connsiteY8740"/>
                </a:cxn>
                <a:cxn ang="0">
                  <a:pos x="connsiteX8741" y="connsiteY8741"/>
                </a:cxn>
                <a:cxn ang="0">
                  <a:pos x="connsiteX8742" y="connsiteY8742"/>
                </a:cxn>
                <a:cxn ang="0">
                  <a:pos x="connsiteX8743" y="connsiteY8743"/>
                </a:cxn>
                <a:cxn ang="0">
                  <a:pos x="connsiteX8744" y="connsiteY8744"/>
                </a:cxn>
                <a:cxn ang="0">
                  <a:pos x="connsiteX8745" y="connsiteY8745"/>
                </a:cxn>
                <a:cxn ang="0">
                  <a:pos x="connsiteX8746" y="connsiteY8746"/>
                </a:cxn>
                <a:cxn ang="0">
                  <a:pos x="connsiteX8747" y="connsiteY8747"/>
                </a:cxn>
                <a:cxn ang="0">
                  <a:pos x="connsiteX8748" y="connsiteY8748"/>
                </a:cxn>
                <a:cxn ang="0">
                  <a:pos x="connsiteX8749" y="connsiteY8749"/>
                </a:cxn>
                <a:cxn ang="0">
                  <a:pos x="connsiteX8750" y="connsiteY8750"/>
                </a:cxn>
                <a:cxn ang="0">
                  <a:pos x="connsiteX8751" y="connsiteY8751"/>
                </a:cxn>
                <a:cxn ang="0">
                  <a:pos x="connsiteX8752" y="connsiteY8752"/>
                </a:cxn>
                <a:cxn ang="0">
                  <a:pos x="connsiteX8753" y="connsiteY8753"/>
                </a:cxn>
                <a:cxn ang="0">
                  <a:pos x="connsiteX8754" y="connsiteY8754"/>
                </a:cxn>
                <a:cxn ang="0">
                  <a:pos x="connsiteX8755" y="connsiteY8755"/>
                </a:cxn>
                <a:cxn ang="0">
                  <a:pos x="connsiteX8756" y="connsiteY8756"/>
                </a:cxn>
                <a:cxn ang="0">
                  <a:pos x="connsiteX8757" y="connsiteY8757"/>
                </a:cxn>
                <a:cxn ang="0">
                  <a:pos x="connsiteX8758" y="connsiteY8758"/>
                </a:cxn>
                <a:cxn ang="0">
                  <a:pos x="connsiteX8759" y="connsiteY8759"/>
                </a:cxn>
                <a:cxn ang="0">
                  <a:pos x="connsiteX8760" y="connsiteY8760"/>
                </a:cxn>
                <a:cxn ang="0">
                  <a:pos x="connsiteX8761" y="connsiteY8761"/>
                </a:cxn>
                <a:cxn ang="0">
                  <a:pos x="connsiteX8762" y="connsiteY8762"/>
                </a:cxn>
                <a:cxn ang="0">
                  <a:pos x="connsiteX8763" y="connsiteY8763"/>
                </a:cxn>
                <a:cxn ang="0">
                  <a:pos x="connsiteX8764" y="connsiteY8764"/>
                </a:cxn>
                <a:cxn ang="0">
                  <a:pos x="connsiteX8765" y="connsiteY8765"/>
                </a:cxn>
                <a:cxn ang="0">
                  <a:pos x="connsiteX8766" y="connsiteY8766"/>
                </a:cxn>
                <a:cxn ang="0">
                  <a:pos x="connsiteX8767" y="connsiteY8767"/>
                </a:cxn>
                <a:cxn ang="0">
                  <a:pos x="connsiteX8768" y="connsiteY8768"/>
                </a:cxn>
                <a:cxn ang="0">
                  <a:pos x="connsiteX8769" y="connsiteY8769"/>
                </a:cxn>
                <a:cxn ang="0">
                  <a:pos x="connsiteX8770" y="connsiteY8770"/>
                </a:cxn>
                <a:cxn ang="0">
                  <a:pos x="connsiteX8771" y="connsiteY8771"/>
                </a:cxn>
                <a:cxn ang="0">
                  <a:pos x="connsiteX8772" y="connsiteY8772"/>
                </a:cxn>
                <a:cxn ang="0">
                  <a:pos x="connsiteX8773" y="connsiteY8773"/>
                </a:cxn>
                <a:cxn ang="0">
                  <a:pos x="connsiteX8774" y="connsiteY8774"/>
                </a:cxn>
                <a:cxn ang="0">
                  <a:pos x="connsiteX8775" y="connsiteY8775"/>
                </a:cxn>
                <a:cxn ang="0">
                  <a:pos x="connsiteX8776" y="connsiteY8776"/>
                </a:cxn>
                <a:cxn ang="0">
                  <a:pos x="connsiteX8777" y="connsiteY8777"/>
                </a:cxn>
                <a:cxn ang="0">
                  <a:pos x="connsiteX8778" y="connsiteY8778"/>
                </a:cxn>
                <a:cxn ang="0">
                  <a:pos x="connsiteX8779" y="connsiteY8779"/>
                </a:cxn>
                <a:cxn ang="0">
                  <a:pos x="connsiteX8780" y="connsiteY8780"/>
                </a:cxn>
                <a:cxn ang="0">
                  <a:pos x="connsiteX8781" y="connsiteY8781"/>
                </a:cxn>
                <a:cxn ang="0">
                  <a:pos x="connsiteX8782" y="connsiteY8782"/>
                </a:cxn>
                <a:cxn ang="0">
                  <a:pos x="connsiteX8783" y="connsiteY8783"/>
                </a:cxn>
                <a:cxn ang="0">
                  <a:pos x="connsiteX8784" y="connsiteY8784"/>
                </a:cxn>
                <a:cxn ang="0">
                  <a:pos x="connsiteX8785" y="connsiteY8785"/>
                </a:cxn>
                <a:cxn ang="0">
                  <a:pos x="connsiteX8786" y="connsiteY8786"/>
                </a:cxn>
                <a:cxn ang="0">
                  <a:pos x="connsiteX8787" y="connsiteY8787"/>
                </a:cxn>
                <a:cxn ang="0">
                  <a:pos x="connsiteX8788" y="connsiteY8788"/>
                </a:cxn>
                <a:cxn ang="0">
                  <a:pos x="connsiteX8789" y="connsiteY8789"/>
                </a:cxn>
                <a:cxn ang="0">
                  <a:pos x="connsiteX8790" y="connsiteY8790"/>
                </a:cxn>
                <a:cxn ang="0">
                  <a:pos x="connsiteX8791" y="connsiteY8791"/>
                </a:cxn>
                <a:cxn ang="0">
                  <a:pos x="connsiteX8792" y="connsiteY8792"/>
                </a:cxn>
                <a:cxn ang="0">
                  <a:pos x="connsiteX8793" y="connsiteY8793"/>
                </a:cxn>
                <a:cxn ang="0">
                  <a:pos x="connsiteX8794" y="connsiteY8794"/>
                </a:cxn>
                <a:cxn ang="0">
                  <a:pos x="connsiteX8795" y="connsiteY8795"/>
                </a:cxn>
                <a:cxn ang="0">
                  <a:pos x="connsiteX8796" y="connsiteY8796"/>
                </a:cxn>
                <a:cxn ang="0">
                  <a:pos x="connsiteX8797" y="connsiteY8797"/>
                </a:cxn>
                <a:cxn ang="0">
                  <a:pos x="connsiteX8798" y="connsiteY8798"/>
                </a:cxn>
                <a:cxn ang="0">
                  <a:pos x="connsiteX8799" y="connsiteY8799"/>
                </a:cxn>
                <a:cxn ang="0">
                  <a:pos x="connsiteX8800" y="connsiteY8800"/>
                </a:cxn>
                <a:cxn ang="0">
                  <a:pos x="connsiteX8801" y="connsiteY8801"/>
                </a:cxn>
                <a:cxn ang="0">
                  <a:pos x="connsiteX8802" y="connsiteY8802"/>
                </a:cxn>
                <a:cxn ang="0">
                  <a:pos x="connsiteX8803" y="connsiteY8803"/>
                </a:cxn>
                <a:cxn ang="0">
                  <a:pos x="connsiteX8804" y="connsiteY8804"/>
                </a:cxn>
                <a:cxn ang="0">
                  <a:pos x="connsiteX8805" y="connsiteY8805"/>
                </a:cxn>
                <a:cxn ang="0">
                  <a:pos x="connsiteX8806" y="connsiteY8806"/>
                </a:cxn>
                <a:cxn ang="0">
                  <a:pos x="connsiteX8807" y="connsiteY8807"/>
                </a:cxn>
                <a:cxn ang="0">
                  <a:pos x="connsiteX8808" y="connsiteY8808"/>
                </a:cxn>
                <a:cxn ang="0">
                  <a:pos x="connsiteX8809" y="connsiteY8809"/>
                </a:cxn>
                <a:cxn ang="0">
                  <a:pos x="connsiteX8810" y="connsiteY8810"/>
                </a:cxn>
                <a:cxn ang="0">
                  <a:pos x="connsiteX8811" y="connsiteY8811"/>
                </a:cxn>
                <a:cxn ang="0">
                  <a:pos x="connsiteX8812" y="connsiteY8812"/>
                </a:cxn>
                <a:cxn ang="0">
                  <a:pos x="connsiteX8813" y="connsiteY8813"/>
                </a:cxn>
                <a:cxn ang="0">
                  <a:pos x="connsiteX8814" y="connsiteY8814"/>
                </a:cxn>
                <a:cxn ang="0">
                  <a:pos x="connsiteX8815" y="connsiteY8815"/>
                </a:cxn>
                <a:cxn ang="0">
                  <a:pos x="connsiteX8816" y="connsiteY8816"/>
                </a:cxn>
                <a:cxn ang="0">
                  <a:pos x="connsiteX8817" y="connsiteY8817"/>
                </a:cxn>
                <a:cxn ang="0">
                  <a:pos x="connsiteX8818" y="connsiteY8818"/>
                </a:cxn>
                <a:cxn ang="0">
                  <a:pos x="connsiteX8819" y="connsiteY8819"/>
                </a:cxn>
                <a:cxn ang="0">
                  <a:pos x="connsiteX8820" y="connsiteY8820"/>
                </a:cxn>
                <a:cxn ang="0">
                  <a:pos x="connsiteX8821" y="connsiteY8821"/>
                </a:cxn>
                <a:cxn ang="0">
                  <a:pos x="connsiteX8822" y="connsiteY8822"/>
                </a:cxn>
                <a:cxn ang="0">
                  <a:pos x="connsiteX8823" y="connsiteY8823"/>
                </a:cxn>
                <a:cxn ang="0">
                  <a:pos x="connsiteX8824" y="connsiteY8824"/>
                </a:cxn>
                <a:cxn ang="0">
                  <a:pos x="connsiteX8825" y="connsiteY8825"/>
                </a:cxn>
                <a:cxn ang="0">
                  <a:pos x="connsiteX8826" y="connsiteY8826"/>
                </a:cxn>
                <a:cxn ang="0">
                  <a:pos x="connsiteX8827" y="connsiteY8827"/>
                </a:cxn>
                <a:cxn ang="0">
                  <a:pos x="connsiteX8828" y="connsiteY8828"/>
                </a:cxn>
                <a:cxn ang="0">
                  <a:pos x="connsiteX8829" y="connsiteY8829"/>
                </a:cxn>
                <a:cxn ang="0">
                  <a:pos x="connsiteX8830" y="connsiteY8830"/>
                </a:cxn>
                <a:cxn ang="0">
                  <a:pos x="connsiteX8831" y="connsiteY8831"/>
                </a:cxn>
                <a:cxn ang="0">
                  <a:pos x="connsiteX8832" y="connsiteY8832"/>
                </a:cxn>
                <a:cxn ang="0">
                  <a:pos x="connsiteX8833" y="connsiteY8833"/>
                </a:cxn>
                <a:cxn ang="0">
                  <a:pos x="connsiteX8834" y="connsiteY8834"/>
                </a:cxn>
                <a:cxn ang="0">
                  <a:pos x="connsiteX8835" y="connsiteY8835"/>
                </a:cxn>
                <a:cxn ang="0">
                  <a:pos x="connsiteX8836" y="connsiteY8836"/>
                </a:cxn>
                <a:cxn ang="0">
                  <a:pos x="connsiteX8837" y="connsiteY8837"/>
                </a:cxn>
                <a:cxn ang="0">
                  <a:pos x="connsiteX8838" y="connsiteY8838"/>
                </a:cxn>
                <a:cxn ang="0">
                  <a:pos x="connsiteX8839" y="connsiteY8839"/>
                </a:cxn>
                <a:cxn ang="0">
                  <a:pos x="connsiteX8840" y="connsiteY8840"/>
                </a:cxn>
                <a:cxn ang="0">
                  <a:pos x="connsiteX8841" y="connsiteY8841"/>
                </a:cxn>
                <a:cxn ang="0">
                  <a:pos x="connsiteX8842" y="connsiteY8842"/>
                </a:cxn>
                <a:cxn ang="0">
                  <a:pos x="connsiteX8843" y="connsiteY8843"/>
                </a:cxn>
                <a:cxn ang="0">
                  <a:pos x="connsiteX8844" y="connsiteY8844"/>
                </a:cxn>
                <a:cxn ang="0">
                  <a:pos x="connsiteX8845" y="connsiteY8845"/>
                </a:cxn>
                <a:cxn ang="0">
                  <a:pos x="connsiteX8846" y="connsiteY8846"/>
                </a:cxn>
                <a:cxn ang="0">
                  <a:pos x="connsiteX8847" y="connsiteY8847"/>
                </a:cxn>
                <a:cxn ang="0">
                  <a:pos x="connsiteX8848" y="connsiteY8848"/>
                </a:cxn>
                <a:cxn ang="0">
                  <a:pos x="connsiteX8849" y="connsiteY8849"/>
                </a:cxn>
                <a:cxn ang="0">
                  <a:pos x="connsiteX8850" y="connsiteY8850"/>
                </a:cxn>
                <a:cxn ang="0">
                  <a:pos x="connsiteX8851" y="connsiteY8851"/>
                </a:cxn>
                <a:cxn ang="0">
                  <a:pos x="connsiteX8852" y="connsiteY8852"/>
                </a:cxn>
                <a:cxn ang="0">
                  <a:pos x="connsiteX8853" y="connsiteY8853"/>
                </a:cxn>
                <a:cxn ang="0">
                  <a:pos x="connsiteX8854" y="connsiteY8854"/>
                </a:cxn>
                <a:cxn ang="0">
                  <a:pos x="connsiteX8855" y="connsiteY8855"/>
                </a:cxn>
                <a:cxn ang="0">
                  <a:pos x="connsiteX8856" y="connsiteY8856"/>
                </a:cxn>
                <a:cxn ang="0">
                  <a:pos x="connsiteX8857" y="connsiteY8857"/>
                </a:cxn>
                <a:cxn ang="0">
                  <a:pos x="connsiteX8858" y="connsiteY8858"/>
                </a:cxn>
                <a:cxn ang="0">
                  <a:pos x="connsiteX8859" y="connsiteY8859"/>
                </a:cxn>
                <a:cxn ang="0">
                  <a:pos x="connsiteX8860" y="connsiteY8860"/>
                </a:cxn>
                <a:cxn ang="0">
                  <a:pos x="connsiteX8861" y="connsiteY8861"/>
                </a:cxn>
                <a:cxn ang="0">
                  <a:pos x="connsiteX8862" y="connsiteY8862"/>
                </a:cxn>
                <a:cxn ang="0">
                  <a:pos x="connsiteX8863" y="connsiteY8863"/>
                </a:cxn>
                <a:cxn ang="0">
                  <a:pos x="connsiteX8864" y="connsiteY8864"/>
                </a:cxn>
                <a:cxn ang="0">
                  <a:pos x="connsiteX8865" y="connsiteY8865"/>
                </a:cxn>
                <a:cxn ang="0">
                  <a:pos x="connsiteX8866" y="connsiteY8866"/>
                </a:cxn>
                <a:cxn ang="0">
                  <a:pos x="connsiteX8867" y="connsiteY8867"/>
                </a:cxn>
                <a:cxn ang="0">
                  <a:pos x="connsiteX8868" y="connsiteY8868"/>
                </a:cxn>
                <a:cxn ang="0">
                  <a:pos x="connsiteX8869" y="connsiteY8869"/>
                </a:cxn>
                <a:cxn ang="0">
                  <a:pos x="connsiteX8870" y="connsiteY8870"/>
                </a:cxn>
                <a:cxn ang="0">
                  <a:pos x="connsiteX8871" y="connsiteY8871"/>
                </a:cxn>
                <a:cxn ang="0">
                  <a:pos x="connsiteX8872" y="connsiteY8872"/>
                </a:cxn>
                <a:cxn ang="0">
                  <a:pos x="connsiteX8873" y="connsiteY8873"/>
                </a:cxn>
                <a:cxn ang="0">
                  <a:pos x="connsiteX8874" y="connsiteY8874"/>
                </a:cxn>
                <a:cxn ang="0">
                  <a:pos x="connsiteX8875" y="connsiteY8875"/>
                </a:cxn>
                <a:cxn ang="0">
                  <a:pos x="connsiteX8876" y="connsiteY8876"/>
                </a:cxn>
                <a:cxn ang="0">
                  <a:pos x="connsiteX8877" y="connsiteY8877"/>
                </a:cxn>
                <a:cxn ang="0">
                  <a:pos x="connsiteX8878" y="connsiteY8878"/>
                </a:cxn>
                <a:cxn ang="0">
                  <a:pos x="connsiteX8879" y="connsiteY8879"/>
                </a:cxn>
                <a:cxn ang="0">
                  <a:pos x="connsiteX8880" y="connsiteY8880"/>
                </a:cxn>
                <a:cxn ang="0">
                  <a:pos x="connsiteX8881" y="connsiteY8881"/>
                </a:cxn>
                <a:cxn ang="0">
                  <a:pos x="connsiteX8882" y="connsiteY8882"/>
                </a:cxn>
                <a:cxn ang="0">
                  <a:pos x="connsiteX8883" y="connsiteY8883"/>
                </a:cxn>
                <a:cxn ang="0">
                  <a:pos x="connsiteX8884" y="connsiteY8884"/>
                </a:cxn>
                <a:cxn ang="0">
                  <a:pos x="connsiteX8885" y="connsiteY8885"/>
                </a:cxn>
                <a:cxn ang="0">
                  <a:pos x="connsiteX8886" y="connsiteY8886"/>
                </a:cxn>
                <a:cxn ang="0">
                  <a:pos x="connsiteX8887" y="connsiteY8887"/>
                </a:cxn>
                <a:cxn ang="0">
                  <a:pos x="connsiteX8888" y="connsiteY8888"/>
                </a:cxn>
                <a:cxn ang="0">
                  <a:pos x="connsiteX8889" y="connsiteY8889"/>
                </a:cxn>
                <a:cxn ang="0">
                  <a:pos x="connsiteX8890" y="connsiteY8890"/>
                </a:cxn>
                <a:cxn ang="0">
                  <a:pos x="connsiteX8891" y="connsiteY8891"/>
                </a:cxn>
                <a:cxn ang="0">
                  <a:pos x="connsiteX8892" y="connsiteY8892"/>
                </a:cxn>
                <a:cxn ang="0">
                  <a:pos x="connsiteX8893" y="connsiteY8893"/>
                </a:cxn>
                <a:cxn ang="0">
                  <a:pos x="connsiteX8894" y="connsiteY8894"/>
                </a:cxn>
                <a:cxn ang="0">
                  <a:pos x="connsiteX8895" y="connsiteY8895"/>
                </a:cxn>
                <a:cxn ang="0">
                  <a:pos x="connsiteX8896" y="connsiteY8896"/>
                </a:cxn>
                <a:cxn ang="0">
                  <a:pos x="connsiteX8897" y="connsiteY8897"/>
                </a:cxn>
                <a:cxn ang="0">
                  <a:pos x="connsiteX8898" y="connsiteY8898"/>
                </a:cxn>
                <a:cxn ang="0">
                  <a:pos x="connsiteX8899" y="connsiteY8899"/>
                </a:cxn>
                <a:cxn ang="0">
                  <a:pos x="connsiteX8900" y="connsiteY8900"/>
                </a:cxn>
                <a:cxn ang="0">
                  <a:pos x="connsiteX8901" y="connsiteY8901"/>
                </a:cxn>
                <a:cxn ang="0">
                  <a:pos x="connsiteX8902" y="connsiteY8902"/>
                </a:cxn>
                <a:cxn ang="0">
                  <a:pos x="connsiteX8903" y="connsiteY8903"/>
                </a:cxn>
                <a:cxn ang="0">
                  <a:pos x="connsiteX8904" y="connsiteY8904"/>
                </a:cxn>
                <a:cxn ang="0">
                  <a:pos x="connsiteX8905" y="connsiteY8905"/>
                </a:cxn>
                <a:cxn ang="0">
                  <a:pos x="connsiteX8906" y="connsiteY8906"/>
                </a:cxn>
                <a:cxn ang="0">
                  <a:pos x="connsiteX8907" y="connsiteY8907"/>
                </a:cxn>
                <a:cxn ang="0">
                  <a:pos x="connsiteX8908" y="connsiteY8908"/>
                </a:cxn>
                <a:cxn ang="0">
                  <a:pos x="connsiteX8909" y="connsiteY8909"/>
                </a:cxn>
                <a:cxn ang="0">
                  <a:pos x="connsiteX8910" y="connsiteY8910"/>
                </a:cxn>
                <a:cxn ang="0">
                  <a:pos x="connsiteX8911" y="connsiteY8911"/>
                </a:cxn>
                <a:cxn ang="0">
                  <a:pos x="connsiteX8912" y="connsiteY8912"/>
                </a:cxn>
                <a:cxn ang="0">
                  <a:pos x="connsiteX8913" y="connsiteY8913"/>
                </a:cxn>
                <a:cxn ang="0">
                  <a:pos x="connsiteX8914" y="connsiteY8914"/>
                </a:cxn>
                <a:cxn ang="0">
                  <a:pos x="connsiteX8915" y="connsiteY8915"/>
                </a:cxn>
                <a:cxn ang="0">
                  <a:pos x="connsiteX8916" y="connsiteY8916"/>
                </a:cxn>
                <a:cxn ang="0">
                  <a:pos x="connsiteX8917" y="connsiteY8917"/>
                </a:cxn>
                <a:cxn ang="0">
                  <a:pos x="connsiteX8918" y="connsiteY8918"/>
                </a:cxn>
                <a:cxn ang="0">
                  <a:pos x="connsiteX8919" y="connsiteY8919"/>
                </a:cxn>
                <a:cxn ang="0">
                  <a:pos x="connsiteX8920" y="connsiteY8920"/>
                </a:cxn>
                <a:cxn ang="0">
                  <a:pos x="connsiteX8921" y="connsiteY8921"/>
                </a:cxn>
                <a:cxn ang="0">
                  <a:pos x="connsiteX8922" y="connsiteY8922"/>
                </a:cxn>
                <a:cxn ang="0">
                  <a:pos x="connsiteX8923" y="connsiteY8923"/>
                </a:cxn>
                <a:cxn ang="0">
                  <a:pos x="connsiteX8924" y="connsiteY8924"/>
                </a:cxn>
                <a:cxn ang="0">
                  <a:pos x="connsiteX8925" y="connsiteY8925"/>
                </a:cxn>
                <a:cxn ang="0">
                  <a:pos x="connsiteX8926" y="connsiteY8926"/>
                </a:cxn>
                <a:cxn ang="0">
                  <a:pos x="connsiteX8927" y="connsiteY8927"/>
                </a:cxn>
                <a:cxn ang="0">
                  <a:pos x="connsiteX8928" y="connsiteY8928"/>
                </a:cxn>
                <a:cxn ang="0">
                  <a:pos x="connsiteX8929" y="connsiteY8929"/>
                </a:cxn>
                <a:cxn ang="0">
                  <a:pos x="connsiteX8930" y="connsiteY8930"/>
                </a:cxn>
                <a:cxn ang="0">
                  <a:pos x="connsiteX8931" y="connsiteY8931"/>
                </a:cxn>
                <a:cxn ang="0">
                  <a:pos x="connsiteX8932" y="connsiteY8932"/>
                </a:cxn>
                <a:cxn ang="0">
                  <a:pos x="connsiteX8933" y="connsiteY8933"/>
                </a:cxn>
                <a:cxn ang="0">
                  <a:pos x="connsiteX8934" y="connsiteY8934"/>
                </a:cxn>
                <a:cxn ang="0">
                  <a:pos x="connsiteX8935" y="connsiteY8935"/>
                </a:cxn>
                <a:cxn ang="0">
                  <a:pos x="connsiteX8936" y="connsiteY8936"/>
                </a:cxn>
                <a:cxn ang="0">
                  <a:pos x="connsiteX8937" y="connsiteY8937"/>
                </a:cxn>
                <a:cxn ang="0">
                  <a:pos x="connsiteX8938" y="connsiteY8938"/>
                </a:cxn>
                <a:cxn ang="0">
                  <a:pos x="connsiteX8939" y="connsiteY8939"/>
                </a:cxn>
                <a:cxn ang="0">
                  <a:pos x="connsiteX8940" y="connsiteY8940"/>
                </a:cxn>
                <a:cxn ang="0">
                  <a:pos x="connsiteX8941" y="connsiteY8941"/>
                </a:cxn>
                <a:cxn ang="0">
                  <a:pos x="connsiteX8942" y="connsiteY8942"/>
                </a:cxn>
                <a:cxn ang="0">
                  <a:pos x="connsiteX8943" y="connsiteY8943"/>
                </a:cxn>
                <a:cxn ang="0">
                  <a:pos x="connsiteX8944" y="connsiteY8944"/>
                </a:cxn>
                <a:cxn ang="0">
                  <a:pos x="connsiteX8945" y="connsiteY8945"/>
                </a:cxn>
                <a:cxn ang="0">
                  <a:pos x="connsiteX8946" y="connsiteY8946"/>
                </a:cxn>
                <a:cxn ang="0">
                  <a:pos x="connsiteX8947" y="connsiteY8947"/>
                </a:cxn>
                <a:cxn ang="0">
                  <a:pos x="connsiteX8948" y="connsiteY8948"/>
                </a:cxn>
                <a:cxn ang="0">
                  <a:pos x="connsiteX8949" y="connsiteY8949"/>
                </a:cxn>
                <a:cxn ang="0">
                  <a:pos x="connsiteX8950" y="connsiteY8950"/>
                </a:cxn>
                <a:cxn ang="0">
                  <a:pos x="connsiteX8951" y="connsiteY8951"/>
                </a:cxn>
                <a:cxn ang="0">
                  <a:pos x="connsiteX8952" y="connsiteY8952"/>
                </a:cxn>
                <a:cxn ang="0">
                  <a:pos x="connsiteX8953" y="connsiteY8953"/>
                </a:cxn>
                <a:cxn ang="0">
                  <a:pos x="connsiteX8954" y="connsiteY8954"/>
                </a:cxn>
                <a:cxn ang="0">
                  <a:pos x="connsiteX8955" y="connsiteY8955"/>
                </a:cxn>
                <a:cxn ang="0">
                  <a:pos x="connsiteX8956" y="connsiteY8956"/>
                </a:cxn>
                <a:cxn ang="0">
                  <a:pos x="connsiteX8957" y="connsiteY8957"/>
                </a:cxn>
                <a:cxn ang="0">
                  <a:pos x="connsiteX8958" y="connsiteY8958"/>
                </a:cxn>
                <a:cxn ang="0">
                  <a:pos x="connsiteX8959" y="connsiteY8959"/>
                </a:cxn>
                <a:cxn ang="0">
                  <a:pos x="connsiteX8960" y="connsiteY8960"/>
                </a:cxn>
                <a:cxn ang="0">
                  <a:pos x="connsiteX8961" y="connsiteY8961"/>
                </a:cxn>
                <a:cxn ang="0">
                  <a:pos x="connsiteX8962" y="connsiteY8962"/>
                </a:cxn>
                <a:cxn ang="0">
                  <a:pos x="connsiteX8963" y="connsiteY8963"/>
                </a:cxn>
                <a:cxn ang="0">
                  <a:pos x="connsiteX8964" y="connsiteY8964"/>
                </a:cxn>
                <a:cxn ang="0">
                  <a:pos x="connsiteX8965" y="connsiteY8965"/>
                </a:cxn>
                <a:cxn ang="0">
                  <a:pos x="connsiteX8966" y="connsiteY8966"/>
                </a:cxn>
                <a:cxn ang="0">
                  <a:pos x="connsiteX8967" y="connsiteY8967"/>
                </a:cxn>
                <a:cxn ang="0">
                  <a:pos x="connsiteX8968" y="connsiteY8968"/>
                </a:cxn>
                <a:cxn ang="0">
                  <a:pos x="connsiteX8969" y="connsiteY8969"/>
                </a:cxn>
                <a:cxn ang="0">
                  <a:pos x="connsiteX8970" y="connsiteY8970"/>
                </a:cxn>
                <a:cxn ang="0">
                  <a:pos x="connsiteX8971" y="connsiteY8971"/>
                </a:cxn>
                <a:cxn ang="0">
                  <a:pos x="connsiteX8972" y="connsiteY8972"/>
                </a:cxn>
                <a:cxn ang="0">
                  <a:pos x="connsiteX8973" y="connsiteY8973"/>
                </a:cxn>
                <a:cxn ang="0">
                  <a:pos x="connsiteX8974" y="connsiteY8974"/>
                </a:cxn>
                <a:cxn ang="0">
                  <a:pos x="connsiteX8975" y="connsiteY8975"/>
                </a:cxn>
                <a:cxn ang="0">
                  <a:pos x="connsiteX8976" y="connsiteY8976"/>
                </a:cxn>
                <a:cxn ang="0">
                  <a:pos x="connsiteX8977" y="connsiteY8977"/>
                </a:cxn>
                <a:cxn ang="0">
                  <a:pos x="connsiteX8978" y="connsiteY8978"/>
                </a:cxn>
                <a:cxn ang="0">
                  <a:pos x="connsiteX8979" y="connsiteY8979"/>
                </a:cxn>
                <a:cxn ang="0">
                  <a:pos x="connsiteX8980" y="connsiteY8980"/>
                </a:cxn>
                <a:cxn ang="0">
                  <a:pos x="connsiteX8981" y="connsiteY8981"/>
                </a:cxn>
                <a:cxn ang="0">
                  <a:pos x="connsiteX8982" y="connsiteY8982"/>
                </a:cxn>
                <a:cxn ang="0">
                  <a:pos x="connsiteX8983" y="connsiteY8983"/>
                </a:cxn>
                <a:cxn ang="0">
                  <a:pos x="connsiteX8984" y="connsiteY8984"/>
                </a:cxn>
                <a:cxn ang="0">
                  <a:pos x="connsiteX8985" y="connsiteY8985"/>
                </a:cxn>
                <a:cxn ang="0">
                  <a:pos x="connsiteX8986" y="connsiteY8986"/>
                </a:cxn>
                <a:cxn ang="0">
                  <a:pos x="connsiteX8987" y="connsiteY8987"/>
                </a:cxn>
                <a:cxn ang="0">
                  <a:pos x="connsiteX8988" y="connsiteY8988"/>
                </a:cxn>
                <a:cxn ang="0">
                  <a:pos x="connsiteX8989" y="connsiteY8989"/>
                </a:cxn>
                <a:cxn ang="0">
                  <a:pos x="connsiteX8990" y="connsiteY8990"/>
                </a:cxn>
                <a:cxn ang="0">
                  <a:pos x="connsiteX8991" y="connsiteY8991"/>
                </a:cxn>
                <a:cxn ang="0">
                  <a:pos x="connsiteX8992" y="connsiteY8992"/>
                </a:cxn>
                <a:cxn ang="0">
                  <a:pos x="connsiteX8993" y="connsiteY8993"/>
                </a:cxn>
                <a:cxn ang="0">
                  <a:pos x="connsiteX8994" y="connsiteY8994"/>
                </a:cxn>
                <a:cxn ang="0">
                  <a:pos x="connsiteX8995" y="connsiteY8995"/>
                </a:cxn>
                <a:cxn ang="0">
                  <a:pos x="connsiteX8996" y="connsiteY8996"/>
                </a:cxn>
                <a:cxn ang="0">
                  <a:pos x="connsiteX8997" y="connsiteY8997"/>
                </a:cxn>
                <a:cxn ang="0">
                  <a:pos x="connsiteX8998" y="connsiteY8998"/>
                </a:cxn>
                <a:cxn ang="0">
                  <a:pos x="connsiteX8999" y="connsiteY8999"/>
                </a:cxn>
                <a:cxn ang="0">
                  <a:pos x="connsiteX9000" y="connsiteY9000"/>
                </a:cxn>
                <a:cxn ang="0">
                  <a:pos x="connsiteX9001" y="connsiteY9001"/>
                </a:cxn>
                <a:cxn ang="0">
                  <a:pos x="connsiteX9002" y="connsiteY9002"/>
                </a:cxn>
                <a:cxn ang="0">
                  <a:pos x="connsiteX9003" y="connsiteY9003"/>
                </a:cxn>
                <a:cxn ang="0">
                  <a:pos x="connsiteX9004" y="connsiteY9004"/>
                </a:cxn>
                <a:cxn ang="0">
                  <a:pos x="connsiteX9005" y="connsiteY9005"/>
                </a:cxn>
                <a:cxn ang="0">
                  <a:pos x="connsiteX9006" y="connsiteY9006"/>
                </a:cxn>
                <a:cxn ang="0">
                  <a:pos x="connsiteX9007" y="connsiteY9007"/>
                </a:cxn>
                <a:cxn ang="0">
                  <a:pos x="connsiteX9008" y="connsiteY9008"/>
                </a:cxn>
                <a:cxn ang="0">
                  <a:pos x="connsiteX9009" y="connsiteY9009"/>
                </a:cxn>
                <a:cxn ang="0">
                  <a:pos x="connsiteX9010" y="connsiteY9010"/>
                </a:cxn>
                <a:cxn ang="0">
                  <a:pos x="connsiteX9011" y="connsiteY9011"/>
                </a:cxn>
                <a:cxn ang="0">
                  <a:pos x="connsiteX9012" y="connsiteY9012"/>
                </a:cxn>
                <a:cxn ang="0">
                  <a:pos x="connsiteX9013" y="connsiteY9013"/>
                </a:cxn>
                <a:cxn ang="0">
                  <a:pos x="connsiteX9014" y="connsiteY9014"/>
                </a:cxn>
                <a:cxn ang="0">
                  <a:pos x="connsiteX9015" y="connsiteY9015"/>
                </a:cxn>
                <a:cxn ang="0">
                  <a:pos x="connsiteX9016" y="connsiteY9016"/>
                </a:cxn>
                <a:cxn ang="0">
                  <a:pos x="connsiteX9017" y="connsiteY9017"/>
                </a:cxn>
                <a:cxn ang="0">
                  <a:pos x="connsiteX9018" y="connsiteY9018"/>
                </a:cxn>
                <a:cxn ang="0">
                  <a:pos x="connsiteX9019" y="connsiteY9019"/>
                </a:cxn>
                <a:cxn ang="0">
                  <a:pos x="connsiteX9020" y="connsiteY9020"/>
                </a:cxn>
                <a:cxn ang="0">
                  <a:pos x="connsiteX9021" y="connsiteY9021"/>
                </a:cxn>
                <a:cxn ang="0">
                  <a:pos x="connsiteX9022" y="connsiteY9022"/>
                </a:cxn>
                <a:cxn ang="0">
                  <a:pos x="connsiteX9023" y="connsiteY9023"/>
                </a:cxn>
                <a:cxn ang="0">
                  <a:pos x="connsiteX9024" y="connsiteY9024"/>
                </a:cxn>
                <a:cxn ang="0">
                  <a:pos x="connsiteX9025" y="connsiteY9025"/>
                </a:cxn>
                <a:cxn ang="0">
                  <a:pos x="connsiteX9026" y="connsiteY9026"/>
                </a:cxn>
                <a:cxn ang="0">
                  <a:pos x="connsiteX9027" y="connsiteY9027"/>
                </a:cxn>
                <a:cxn ang="0">
                  <a:pos x="connsiteX9028" y="connsiteY9028"/>
                </a:cxn>
                <a:cxn ang="0">
                  <a:pos x="connsiteX9029" y="connsiteY9029"/>
                </a:cxn>
                <a:cxn ang="0">
                  <a:pos x="connsiteX9030" y="connsiteY9030"/>
                </a:cxn>
                <a:cxn ang="0">
                  <a:pos x="connsiteX9031" y="connsiteY9031"/>
                </a:cxn>
                <a:cxn ang="0">
                  <a:pos x="connsiteX9032" y="connsiteY9032"/>
                </a:cxn>
                <a:cxn ang="0">
                  <a:pos x="connsiteX9033" y="connsiteY9033"/>
                </a:cxn>
                <a:cxn ang="0">
                  <a:pos x="connsiteX9034" y="connsiteY9034"/>
                </a:cxn>
                <a:cxn ang="0">
                  <a:pos x="connsiteX9035" y="connsiteY9035"/>
                </a:cxn>
                <a:cxn ang="0">
                  <a:pos x="connsiteX9036" y="connsiteY9036"/>
                </a:cxn>
                <a:cxn ang="0">
                  <a:pos x="connsiteX9037" y="connsiteY9037"/>
                </a:cxn>
                <a:cxn ang="0">
                  <a:pos x="connsiteX9038" y="connsiteY9038"/>
                </a:cxn>
                <a:cxn ang="0">
                  <a:pos x="connsiteX9039" y="connsiteY9039"/>
                </a:cxn>
                <a:cxn ang="0">
                  <a:pos x="connsiteX9040" y="connsiteY9040"/>
                </a:cxn>
                <a:cxn ang="0">
                  <a:pos x="connsiteX9041" y="connsiteY9041"/>
                </a:cxn>
                <a:cxn ang="0">
                  <a:pos x="connsiteX9042" y="connsiteY9042"/>
                </a:cxn>
                <a:cxn ang="0">
                  <a:pos x="connsiteX9043" y="connsiteY9043"/>
                </a:cxn>
                <a:cxn ang="0">
                  <a:pos x="connsiteX9044" y="connsiteY9044"/>
                </a:cxn>
                <a:cxn ang="0">
                  <a:pos x="connsiteX9045" y="connsiteY9045"/>
                </a:cxn>
                <a:cxn ang="0">
                  <a:pos x="connsiteX9046" y="connsiteY9046"/>
                </a:cxn>
                <a:cxn ang="0">
                  <a:pos x="connsiteX9047" y="connsiteY9047"/>
                </a:cxn>
                <a:cxn ang="0">
                  <a:pos x="connsiteX9048" y="connsiteY9048"/>
                </a:cxn>
                <a:cxn ang="0">
                  <a:pos x="connsiteX9049" y="connsiteY9049"/>
                </a:cxn>
                <a:cxn ang="0">
                  <a:pos x="connsiteX9050" y="connsiteY9050"/>
                </a:cxn>
                <a:cxn ang="0">
                  <a:pos x="connsiteX9051" y="connsiteY9051"/>
                </a:cxn>
                <a:cxn ang="0">
                  <a:pos x="connsiteX9052" y="connsiteY9052"/>
                </a:cxn>
                <a:cxn ang="0">
                  <a:pos x="connsiteX9053" y="connsiteY9053"/>
                </a:cxn>
                <a:cxn ang="0">
                  <a:pos x="connsiteX9054" y="connsiteY9054"/>
                </a:cxn>
                <a:cxn ang="0">
                  <a:pos x="connsiteX9055" y="connsiteY9055"/>
                </a:cxn>
                <a:cxn ang="0">
                  <a:pos x="connsiteX9056" y="connsiteY9056"/>
                </a:cxn>
                <a:cxn ang="0">
                  <a:pos x="connsiteX9057" y="connsiteY9057"/>
                </a:cxn>
                <a:cxn ang="0">
                  <a:pos x="connsiteX9058" y="connsiteY9058"/>
                </a:cxn>
                <a:cxn ang="0">
                  <a:pos x="connsiteX9059" y="connsiteY9059"/>
                </a:cxn>
                <a:cxn ang="0">
                  <a:pos x="connsiteX9060" y="connsiteY9060"/>
                </a:cxn>
                <a:cxn ang="0">
                  <a:pos x="connsiteX9061" y="connsiteY9061"/>
                </a:cxn>
                <a:cxn ang="0">
                  <a:pos x="connsiteX9062" y="connsiteY9062"/>
                </a:cxn>
                <a:cxn ang="0">
                  <a:pos x="connsiteX9063" y="connsiteY9063"/>
                </a:cxn>
                <a:cxn ang="0">
                  <a:pos x="connsiteX9064" y="connsiteY9064"/>
                </a:cxn>
                <a:cxn ang="0">
                  <a:pos x="connsiteX9065" y="connsiteY9065"/>
                </a:cxn>
                <a:cxn ang="0">
                  <a:pos x="connsiteX9066" y="connsiteY9066"/>
                </a:cxn>
                <a:cxn ang="0">
                  <a:pos x="connsiteX9067" y="connsiteY9067"/>
                </a:cxn>
                <a:cxn ang="0">
                  <a:pos x="connsiteX9068" y="connsiteY9068"/>
                </a:cxn>
                <a:cxn ang="0">
                  <a:pos x="connsiteX9069" y="connsiteY9069"/>
                </a:cxn>
                <a:cxn ang="0">
                  <a:pos x="connsiteX9070" y="connsiteY9070"/>
                </a:cxn>
                <a:cxn ang="0">
                  <a:pos x="connsiteX9071" y="connsiteY9071"/>
                </a:cxn>
                <a:cxn ang="0">
                  <a:pos x="connsiteX9072" y="connsiteY9072"/>
                </a:cxn>
                <a:cxn ang="0">
                  <a:pos x="connsiteX9073" y="connsiteY9073"/>
                </a:cxn>
                <a:cxn ang="0">
                  <a:pos x="connsiteX9074" y="connsiteY9074"/>
                </a:cxn>
                <a:cxn ang="0">
                  <a:pos x="connsiteX9075" y="connsiteY9075"/>
                </a:cxn>
                <a:cxn ang="0">
                  <a:pos x="connsiteX9076" y="connsiteY9076"/>
                </a:cxn>
                <a:cxn ang="0">
                  <a:pos x="connsiteX9077" y="connsiteY9077"/>
                </a:cxn>
                <a:cxn ang="0">
                  <a:pos x="connsiteX9078" y="connsiteY9078"/>
                </a:cxn>
                <a:cxn ang="0">
                  <a:pos x="connsiteX9079" y="connsiteY9079"/>
                </a:cxn>
                <a:cxn ang="0">
                  <a:pos x="connsiteX9080" y="connsiteY9080"/>
                </a:cxn>
                <a:cxn ang="0">
                  <a:pos x="connsiteX9081" y="connsiteY9081"/>
                </a:cxn>
                <a:cxn ang="0">
                  <a:pos x="connsiteX9082" y="connsiteY9082"/>
                </a:cxn>
                <a:cxn ang="0">
                  <a:pos x="connsiteX9083" y="connsiteY9083"/>
                </a:cxn>
                <a:cxn ang="0">
                  <a:pos x="connsiteX9084" y="connsiteY9084"/>
                </a:cxn>
                <a:cxn ang="0">
                  <a:pos x="connsiteX9085" y="connsiteY9085"/>
                </a:cxn>
                <a:cxn ang="0">
                  <a:pos x="connsiteX9086" y="connsiteY9086"/>
                </a:cxn>
                <a:cxn ang="0">
                  <a:pos x="connsiteX9087" y="connsiteY9087"/>
                </a:cxn>
                <a:cxn ang="0">
                  <a:pos x="connsiteX9088" y="connsiteY9088"/>
                </a:cxn>
                <a:cxn ang="0">
                  <a:pos x="connsiteX9089" y="connsiteY9089"/>
                </a:cxn>
                <a:cxn ang="0">
                  <a:pos x="connsiteX9090" y="connsiteY9090"/>
                </a:cxn>
                <a:cxn ang="0">
                  <a:pos x="connsiteX9091" y="connsiteY9091"/>
                </a:cxn>
                <a:cxn ang="0">
                  <a:pos x="connsiteX9092" y="connsiteY9092"/>
                </a:cxn>
                <a:cxn ang="0">
                  <a:pos x="connsiteX9093" y="connsiteY9093"/>
                </a:cxn>
                <a:cxn ang="0">
                  <a:pos x="connsiteX9094" y="connsiteY9094"/>
                </a:cxn>
                <a:cxn ang="0">
                  <a:pos x="connsiteX9095" y="connsiteY9095"/>
                </a:cxn>
                <a:cxn ang="0">
                  <a:pos x="connsiteX9096" y="connsiteY9096"/>
                </a:cxn>
                <a:cxn ang="0">
                  <a:pos x="connsiteX9097" y="connsiteY9097"/>
                </a:cxn>
                <a:cxn ang="0">
                  <a:pos x="connsiteX9098" y="connsiteY9098"/>
                </a:cxn>
                <a:cxn ang="0">
                  <a:pos x="connsiteX9099" y="connsiteY9099"/>
                </a:cxn>
                <a:cxn ang="0">
                  <a:pos x="connsiteX9100" y="connsiteY9100"/>
                </a:cxn>
                <a:cxn ang="0">
                  <a:pos x="connsiteX9101" y="connsiteY9101"/>
                </a:cxn>
                <a:cxn ang="0">
                  <a:pos x="connsiteX9102" y="connsiteY9102"/>
                </a:cxn>
                <a:cxn ang="0">
                  <a:pos x="connsiteX9103" y="connsiteY9103"/>
                </a:cxn>
                <a:cxn ang="0">
                  <a:pos x="connsiteX9104" y="connsiteY9104"/>
                </a:cxn>
                <a:cxn ang="0">
                  <a:pos x="connsiteX9105" y="connsiteY9105"/>
                </a:cxn>
                <a:cxn ang="0">
                  <a:pos x="connsiteX9106" y="connsiteY9106"/>
                </a:cxn>
                <a:cxn ang="0">
                  <a:pos x="connsiteX9107" y="connsiteY9107"/>
                </a:cxn>
                <a:cxn ang="0">
                  <a:pos x="connsiteX9108" y="connsiteY9108"/>
                </a:cxn>
                <a:cxn ang="0">
                  <a:pos x="connsiteX9109" y="connsiteY9109"/>
                </a:cxn>
                <a:cxn ang="0">
                  <a:pos x="connsiteX9110" y="connsiteY9110"/>
                </a:cxn>
                <a:cxn ang="0">
                  <a:pos x="connsiteX9111" y="connsiteY9111"/>
                </a:cxn>
                <a:cxn ang="0">
                  <a:pos x="connsiteX9112" y="connsiteY9112"/>
                </a:cxn>
                <a:cxn ang="0">
                  <a:pos x="connsiteX9113" y="connsiteY9113"/>
                </a:cxn>
                <a:cxn ang="0">
                  <a:pos x="connsiteX9114" y="connsiteY9114"/>
                </a:cxn>
                <a:cxn ang="0">
                  <a:pos x="connsiteX9115" y="connsiteY9115"/>
                </a:cxn>
                <a:cxn ang="0">
                  <a:pos x="connsiteX9116" y="connsiteY9116"/>
                </a:cxn>
                <a:cxn ang="0">
                  <a:pos x="connsiteX9117" y="connsiteY9117"/>
                </a:cxn>
                <a:cxn ang="0">
                  <a:pos x="connsiteX9118" y="connsiteY9118"/>
                </a:cxn>
                <a:cxn ang="0">
                  <a:pos x="connsiteX9119" y="connsiteY9119"/>
                </a:cxn>
                <a:cxn ang="0">
                  <a:pos x="connsiteX9120" y="connsiteY9120"/>
                </a:cxn>
                <a:cxn ang="0">
                  <a:pos x="connsiteX9121" y="connsiteY9121"/>
                </a:cxn>
                <a:cxn ang="0">
                  <a:pos x="connsiteX9122" y="connsiteY9122"/>
                </a:cxn>
                <a:cxn ang="0">
                  <a:pos x="connsiteX9123" y="connsiteY9123"/>
                </a:cxn>
                <a:cxn ang="0">
                  <a:pos x="connsiteX9124" y="connsiteY9124"/>
                </a:cxn>
                <a:cxn ang="0">
                  <a:pos x="connsiteX9125" y="connsiteY9125"/>
                </a:cxn>
                <a:cxn ang="0">
                  <a:pos x="connsiteX9126" y="connsiteY9126"/>
                </a:cxn>
                <a:cxn ang="0">
                  <a:pos x="connsiteX9127" y="connsiteY9127"/>
                </a:cxn>
                <a:cxn ang="0">
                  <a:pos x="connsiteX9128" y="connsiteY9128"/>
                </a:cxn>
                <a:cxn ang="0">
                  <a:pos x="connsiteX9129" y="connsiteY9129"/>
                </a:cxn>
                <a:cxn ang="0">
                  <a:pos x="connsiteX9130" y="connsiteY9130"/>
                </a:cxn>
                <a:cxn ang="0">
                  <a:pos x="connsiteX9131" y="connsiteY9131"/>
                </a:cxn>
                <a:cxn ang="0">
                  <a:pos x="connsiteX9132" y="connsiteY9132"/>
                </a:cxn>
                <a:cxn ang="0">
                  <a:pos x="connsiteX9133" y="connsiteY9133"/>
                </a:cxn>
                <a:cxn ang="0">
                  <a:pos x="connsiteX9134" y="connsiteY9134"/>
                </a:cxn>
                <a:cxn ang="0">
                  <a:pos x="connsiteX9135" y="connsiteY9135"/>
                </a:cxn>
                <a:cxn ang="0">
                  <a:pos x="connsiteX9136" y="connsiteY9136"/>
                </a:cxn>
                <a:cxn ang="0">
                  <a:pos x="connsiteX9137" y="connsiteY9137"/>
                </a:cxn>
                <a:cxn ang="0">
                  <a:pos x="connsiteX9138" y="connsiteY9138"/>
                </a:cxn>
                <a:cxn ang="0">
                  <a:pos x="connsiteX9139" y="connsiteY9139"/>
                </a:cxn>
                <a:cxn ang="0">
                  <a:pos x="connsiteX9140" y="connsiteY9140"/>
                </a:cxn>
                <a:cxn ang="0">
                  <a:pos x="connsiteX9141" y="connsiteY9141"/>
                </a:cxn>
                <a:cxn ang="0">
                  <a:pos x="connsiteX9142" y="connsiteY9142"/>
                </a:cxn>
                <a:cxn ang="0">
                  <a:pos x="connsiteX9143" y="connsiteY9143"/>
                </a:cxn>
                <a:cxn ang="0">
                  <a:pos x="connsiteX9144" y="connsiteY9144"/>
                </a:cxn>
                <a:cxn ang="0">
                  <a:pos x="connsiteX9145" y="connsiteY9145"/>
                </a:cxn>
                <a:cxn ang="0">
                  <a:pos x="connsiteX9146" y="connsiteY9146"/>
                </a:cxn>
                <a:cxn ang="0">
                  <a:pos x="connsiteX9147" y="connsiteY9147"/>
                </a:cxn>
                <a:cxn ang="0">
                  <a:pos x="connsiteX9148" y="connsiteY9148"/>
                </a:cxn>
                <a:cxn ang="0">
                  <a:pos x="connsiteX9149" y="connsiteY9149"/>
                </a:cxn>
                <a:cxn ang="0">
                  <a:pos x="connsiteX9150" y="connsiteY9150"/>
                </a:cxn>
                <a:cxn ang="0">
                  <a:pos x="connsiteX9151" y="connsiteY9151"/>
                </a:cxn>
                <a:cxn ang="0">
                  <a:pos x="connsiteX9152" y="connsiteY9152"/>
                </a:cxn>
                <a:cxn ang="0">
                  <a:pos x="connsiteX9153" y="connsiteY9153"/>
                </a:cxn>
                <a:cxn ang="0">
                  <a:pos x="connsiteX9154" y="connsiteY9154"/>
                </a:cxn>
                <a:cxn ang="0">
                  <a:pos x="connsiteX9155" y="connsiteY9155"/>
                </a:cxn>
                <a:cxn ang="0">
                  <a:pos x="connsiteX9156" y="connsiteY9156"/>
                </a:cxn>
                <a:cxn ang="0">
                  <a:pos x="connsiteX9157" y="connsiteY9157"/>
                </a:cxn>
                <a:cxn ang="0">
                  <a:pos x="connsiteX9158" y="connsiteY9158"/>
                </a:cxn>
                <a:cxn ang="0">
                  <a:pos x="connsiteX9159" y="connsiteY9159"/>
                </a:cxn>
                <a:cxn ang="0">
                  <a:pos x="connsiteX9160" y="connsiteY9160"/>
                </a:cxn>
                <a:cxn ang="0">
                  <a:pos x="connsiteX9161" y="connsiteY9161"/>
                </a:cxn>
                <a:cxn ang="0">
                  <a:pos x="connsiteX9162" y="connsiteY9162"/>
                </a:cxn>
                <a:cxn ang="0">
                  <a:pos x="connsiteX9163" y="connsiteY9163"/>
                </a:cxn>
                <a:cxn ang="0">
                  <a:pos x="connsiteX9164" y="connsiteY9164"/>
                </a:cxn>
                <a:cxn ang="0">
                  <a:pos x="connsiteX9165" y="connsiteY9165"/>
                </a:cxn>
                <a:cxn ang="0">
                  <a:pos x="connsiteX9166" y="connsiteY9166"/>
                </a:cxn>
                <a:cxn ang="0">
                  <a:pos x="connsiteX9167" y="connsiteY9167"/>
                </a:cxn>
                <a:cxn ang="0">
                  <a:pos x="connsiteX9168" y="connsiteY9168"/>
                </a:cxn>
                <a:cxn ang="0">
                  <a:pos x="connsiteX9169" y="connsiteY9169"/>
                </a:cxn>
                <a:cxn ang="0">
                  <a:pos x="connsiteX9170" y="connsiteY9170"/>
                </a:cxn>
                <a:cxn ang="0">
                  <a:pos x="connsiteX9171" y="connsiteY9171"/>
                </a:cxn>
                <a:cxn ang="0">
                  <a:pos x="connsiteX9172" y="connsiteY9172"/>
                </a:cxn>
                <a:cxn ang="0">
                  <a:pos x="connsiteX9173" y="connsiteY9173"/>
                </a:cxn>
                <a:cxn ang="0">
                  <a:pos x="connsiteX9174" y="connsiteY9174"/>
                </a:cxn>
                <a:cxn ang="0">
                  <a:pos x="connsiteX9175" y="connsiteY9175"/>
                </a:cxn>
                <a:cxn ang="0">
                  <a:pos x="connsiteX9176" y="connsiteY9176"/>
                </a:cxn>
                <a:cxn ang="0">
                  <a:pos x="connsiteX9177" y="connsiteY9177"/>
                </a:cxn>
                <a:cxn ang="0">
                  <a:pos x="connsiteX9178" y="connsiteY9178"/>
                </a:cxn>
                <a:cxn ang="0">
                  <a:pos x="connsiteX9179" y="connsiteY9179"/>
                </a:cxn>
                <a:cxn ang="0">
                  <a:pos x="connsiteX9180" y="connsiteY9180"/>
                </a:cxn>
                <a:cxn ang="0">
                  <a:pos x="connsiteX9181" y="connsiteY9181"/>
                </a:cxn>
                <a:cxn ang="0">
                  <a:pos x="connsiteX9182" y="connsiteY9182"/>
                </a:cxn>
                <a:cxn ang="0">
                  <a:pos x="connsiteX9183" y="connsiteY9183"/>
                </a:cxn>
                <a:cxn ang="0">
                  <a:pos x="connsiteX9184" y="connsiteY9184"/>
                </a:cxn>
                <a:cxn ang="0">
                  <a:pos x="connsiteX9185" y="connsiteY9185"/>
                </a:cxn>
                <a:cxn ang="0">
                  <a:pos x="connsiteX9186" y="connsiteY9186"/>
                </a:cxn>
                <a:cxn ang="0">
                  <a:pos x="connsiteX9187" y="connsiteY9187"/>
                </a:cxn>
                <a:cxn ang="0">
                  <a:pos x="connsiteX9188" y="connsiteY9188"/>
                </a:cxn>
                <a:cxn ang="0">
                  <a:pos x="connsiteX9189" y="connsiteY9189"/>
                </a:cxn>
                <a:cxn ang="0">
                  <a:pos x="connsiteX9190" y="connsiteY9190"/>
                </a:cxn>
                <a:cxn ang="0">
                  <a:pos x="connsiteX9191" y="connsiteY9191"/>
                </a:cxn>
                <a:cxn ang="0">
                  <a:pos x="connsiteX9192" y="connsiteY9192"/>
                </a:cxn>
                <a:cxn ang="0">
                  <a:pos x="connsiteX9193" y="connsiteY9193"/>
                </a:cxn>
                <a:cxn ang="0">
                  <a:pos x="connsiteX9194" y="connsiteY9194"/>
                </a:cxn>
                <a:cxn ang="0">
                  <a:pos x="connsiteX9195" y="connsiteY9195"/>
                </a:cxn>
                <a:cxn ang="0">
                  <a:pos x="connsiteX9196" y="connsiteY9196"/>
                </a:cxn>
                <a:cxn ang="0">
                  <a:pos x="connsiteX9197" y="connsiteY9197"/>
                </a:cxn>
                <a:cxn ang="0">
                  <a:pos x="connsiteX9198" y="connsiteY9198"/>
                </a:cxn>
                <a:cxn ang="0">
                  <a:pos x="connsiteX9199" y="connsiteY9199"/>
                </a:cxn>
                <a:cxn ang="0">
                  <a:pos x="connsiteX9200" y="connsiteY9200"/>
                </a:cxn>
                <a:cxn ang="0">
                  <a:pos x="connsiteX9201" y="connsiteY9201"/>
                </a:cxn>
                <a:cxn ang="0">
                  <a:pos x="connsiteX9202" y="connsiteY9202"/>
                </a:cxn>
                <a:cxn ang="0">
                  <a:pos x="connsiteX9203" y="connsiteY9203"/>
                </a:cxn>
                <a:cxn ang="0">
                  <a:pos x="connsiteX9204" y="connsiteY9204"/>
                </a:cxn>
                <a:cxn ang="0">
                  <a:pos x="connsiteX9205" y="connsiteY9205"/>
                </a:cxn>
                <a:cxn ang="0">
                  <a:pos x="connsiteX9206" y="connsiteY9206"/>
                </a:cxn>
                <a:cxn ang="0">
                  <a:pos x="connsiteX9207" y="connsiteY9207"/>
                </a:cxn>
                <a:cxn ang="0">
                  <a:pos x="connsiteX9208" y="connsiteY9208"/>
                </a:cxn>
                <a:cxn ang="0">
                  <a:pos x="connsiteX9209" y="connsiteY9209"/>
                </a:cxn>
                <a:cxn ang="0">
                  <a:pos x="connsiteX9210" y="connsiteY9210"/>
                </a:cxn>
                <a:cxn ang="0">
                  <a:pos x="connsiteX9211" y="connsiteY9211"/>
                </a:cxn>
                <a:cxn ang="0">
                  <a:pos x="connsiteX9212" y="connsiteY9212"/>
                </a:cxn>
                <a:cxn ang="0">
                  <a:pos x="connsiteX9213" y="connsiteY9213"/>
                </a:cxn>
                <a:cxn ang="0">
                  <a:pos x="connsiteX9214" y="connsiteY9214"/>
                </a:cxn>
                <a:cxn ang="0">
                  <a:pos x="connsiteX9215" y="connsiteY9215"/>
                </a:cxn>
                <a:cxn ang="0">
                  <a:pos x="connsiteX9216" y="connsiteY9216"/>
                </a:cxn>
                <a:cxn ang="0">
                  <a:pos x="connsiteX9217" y="connsiteY9217"/>
                </a:cxn>
                <a:cxn ang="0">
                  <a:pos x="connsiteX9218" y="connsiteY9218"/>
                </a:cxn>
                <a:cxn ang="0">
                  <a:pos x="connsiteX9219" y="connsiteY9219"/>
                </a:cxn>
                <a:cxn ang="0">
                  <a:pos x="connsiteX9220" y="connsiteY9220"/>
                </a:cxn>
                <a:cxn ang="0">
                  <a:pos x="connsiteX9221" y="connsiteY9221"/>
                </a:cxn>
                <a:cxn ang="0">
                  <a:pos x="connsiteX9222" y="connsiteY9222"/>
                </a:cxn>
                <a:cxn ang="0">
                  <a:pos x="connsiteX9223" y="connsiteY9223"/>
                </a:cxn>
                <a:cxn ang="0">
                  <a:pos x="connsiteX9224" y="connsiteY9224"/>
                </a:cxn>
                <a:cxn ang="0">
                  <a:pos x="connsiteX9225" y="connsiteY9225"/>
                </a:cxn>
                <a:cxn ang="0">
                  <a:pos x="connsiteX9226" y="connsiteY9226"/>
                </a:cxn>
                <a:cxn ang="0">
                  <a:pos x="connsiteX9227" y="connsiteY9227"/>
                </a:cxn>
                <a:cxn ang="0">
                  <a:pos x="connsiteX9228" y="connsiteY9228"/>
                </a:cxn>
                <a:cxn ang="0">
                  <a:pos x="connsiteX9229" y="connsiteY9229"/>
                </a:cxn>
                <a:cxn ang="0">
                  <a:pos x="connsiteX9230" y="connsiteY9230"/>
                </a:cxn>
                <a:cxn ang="0">
                  <a:pos x="connsiteX9231" y="connsiteY9231"/>
                </a:cxn>
                <a:cxn ang="0">
                  <a:pos x="connsiteX9232" y="connsiteY9232"/>
                </a:cxn>
                <a:cxn ang="0">
                  <a:pos x="connsiteX9233" y="connsiteY9233"/>
                </a:cxn>
                <a:cxn ang="0">
                  <a:pos x="connsiteX9234" y="connsiteY9234"/>
                </a:cxn>
                <a:cxn ang="0">
                  <a:pos x="connsiteX9235" y="connsiteY9235"/>
                </a:cxn>
                <a:cxn ang="0">
                  <a:pos x="connsiteX9236" y="connsiteY9236"/>
                </a:cxn>
                <a:cxn ang="0">
                  <a:pos x="connsiteX9237" y="connsiteY9237"/>
                </a:cxn>
                <a:cxn ang="0">
                  <a:pos x="connsiteX9238" y="connsiteY9238"/>
                </a:cxn>
                <a:cxn ang="0">
                  <a:pos x="connsiteX9239" y="connsiteY9239"/>
                </a:cxn>
                <a:cxn ang="0">
                  <a:pos x="connsiteX9240" y="connsiteY9240"/>
                </a:cxn>
                <a:cxn ang="0">
                  <a:pos x="connsiteX9241" y="connsiteY9241"/>
                </a:cxn>
                <a:cxn ang="0">
                  <a:pos x="connsiteX9242" y="connsiteY9242"/>
                </a:cxn>
                <a:cxn ang="0">
                  <a:pos x="connsiteX9243" y="connsiteY9243"/>
                </a:cxn>
                <a:cxn ang="0">
                  <a:pos x="connsiteX9244" y="connsiteY9244"/>
                </a:cxn>
                <a:cxn ang="0">
                  <a:pos x="connsiteX9245" y="connsiteY9245"/>
                </a:cxn>
                <a:cxn ang="0">
                  <a:pos x="connsiteX9246" y="connsiteY9246"/>
                </a:cxn>
                <a:cxn ang="0">
                  <a:pos x="connsiteX9247" y="connsiteY9247"/>
                </a:cxn>
                <a:cxn ang="0">
                  <a:pos x="connsiteX9248" y="connsiteY9248"/>
                </a:cxn>
                <a:cxn ang="0">
                  <a:pos x="connsiteX9249" y="connsiteY9249"/>
                </a:cxn>
                <a:cxn ang="0">
                  <a:pos x="connsiteX9250" y="connsiteY9250"/>
                </a:cxn>
                <a:cxn ang="0">
                  <a:pos x="connsiteX9251" y="connsiteY9251"/>
                </a:cxn>
                <a:cxn ang="0">
                  <a:pos x="connsiteX9252" y="connsiteY9252"/>
                </a:cxn>
                <a:cxn ang="0">
                  <a:pos x="connsiteX9253" y="connsiteY9253"/>
                </a:cxn>
                <a:cxn ang="0">
                  <a:pos x="connsiteX9254" y="connsiteY9254"/>
                </a:cxn>
                <a:cxn ang="0">
                  <a:pos x="connsiteX9255" y="connsiteY9255"/>
                </a:cxn>
                <a:cxn ang="0">
                  <a:pos x="connsiteX9256" y="connsiteY9256"/>
                </a:cxn>
                <a:cxn ang="0">
                  <a:pos x="connsiteX9257" y="connsiteY9257"/>
                </a:cxn>
                <a:cxn ang="0">
                  <a:pos x="connsiteX9258" y="connsiteY9258"/>
                </a:cxn>
                <a:cxn ang="0">
                  <a:pos x="connsiteX9259" y="connsiteY9259"/>
                </a:cxn>
                <a:cxn ang="0">
                  <a:pos x="connsiteX9260" y="connsiteY9260"/>
                </a:cxn>
                <a:cxn ang="0">
                  <a:pos x="connsiteX9261" y="connsiteY9261"/>
                </a:cxn>
                <a:cxn ang="0">
                  <a:pos x="connsiteX9262" y="connsiteY9262"/>
                </a:cxn>
                <a:cxn ang="0">
                  <a:pos x="connsiteX9263" y="connsiteY9263"/>
                </a:cxn>
                <a:cxn ang="0">
                  <a:pos x="connsiteX9264" y="connsiteY9264"/>
                </a:cxn>
                <a:cxn ang="0">
                  <a:pos x="connsiteX9265" y="connsiteY9265"/>
                </a:cxn>
                <a:cxn ang="0">
                  <a:pos x="connsiteX9266" y="connsiteY9266"/>
                </a:cxn>
                <a:cxn ang="0">
                  <a:pos x="connsiteX9267" y="connsiteY9267"/>
                </a:cxn>
                <a:cxn ang="0">
                  <a:pos x="connsiteX9268" y="connsiteY9268"/>
                </a:cxn>
                <a:cxn ang="0">
                  <a:pos x="connsiteX9269" y="connsiteY9269"/>
                </a:cxn>
                <a:cxn ang="0">
                  <a:pos x="connsiteX9270" y="connsiteY9270"/>
                </a:cxn>
                <a:cxn ang="0">
                  <a:pos x="connsiteX9271" y="connsiteY9271"/>
                </a:cxn>
                <a:cxn ang="0">
                  <a:pos x="connsiteX9272" y="connsiteY9272"/>
                </a:cxn>
                <a:cxn ang="0">
                  <a:pos x="connsiteX9273" y="connsiteY9273"/>
                </a:cxn>
                <a:cxn ang="0">
                  <a:pos x="connsiteX9274" y="connsiteY9274"/>
                </a:cxn>
                <a:cxn ang="0">
                  <a:pos x="connsiteX9275" y="connsiteY9275"/>
                </a:cxn>
                <a:cxn ang="0">
                  <a:pos x="connsiteX9276" y="connsiteY9276"/>
                </a:cxn>
                <a:cxn ang="0">
                  <a:pos x="connsiteX9277" y="connsiteY9277"/>
                </a:cxn>
                <a:cxn ang="0">
                  <a:pos x="connsiteX9278" y="connsiteY9278"/>
                </a:cxn>
                <a:cxn ang="0">
                  <a:pos x="connsiteX9279" y="connsiteY9279"/>
                </a:cxn>
                <a:cxn ang="0">
                  <a:pos x="connsiteX9280" y="connsiteY9280"/>
                </a:cxn>
                <a:cxn ang="0">
                  <a:pos x="connsiteX9281" y="connsiteY9281"/>
                </a:cxn>
                <a:cxn ang="0">
                  <a:pos x="connsiteX9282" y="connsiteY9282"/>
                </a:cxn>
                <a:cxn ang="0">
                  <a:pos x="connsiteX9283" y="connsiteY9283"/>
                </a:cxn>
                <a:cxn ang="0">
                  <a:pos x="connsiteX9284" y="connsiteY9284"/>
                </a:cxn>
                <a:cxn ang="0">
                  <a:pos x="connsiteX9285" y="connsiteY9285"/>
                </a:cxn>
                <a:cxn ang="0">
                  <a:pos x="connsiteX9286" y="connsiteY9286"/>
                </a:cxn>
                <a:cxn ang="0">
                  <a:pos x="connsiteX9287" y="connsiteY9287"/>
                </a:cxn>
                <a:cxn ang="0">
                  <a:pos x="connsiteX9288" y="connsiteY9288"/>
                </a:cxn>
                <a:cxn ang="0">
                  <a:pos x="connsiteX9289" y="connsiteY9289"/>
                </a:cxn>
                <a:cxn ang="0">
                  <a:pos x="connsiteX9290" y="connsiteY9290"/>
                </a:cxn>
                <a:cxn ang="0">
                  <a:pos x="connsiteX9291" y="connsiteY9291"/>
                </a:cxn>
                <a:cxn ang="0">
                  <a:pos x="connsiteX9292" y="connsiteY9292"/>
                </a:cxn>
                <a:cxn ang="0">
                  <a:pos x="connsiteX9293" y="connsiteY9293"/>
                </a:cxn>
                <a:cxn ang="0">
                  <a:pos x="connsiteX9294" y="connsiteY9294"/>
                </a:cxn>
                <a:cxn ang="0">
                  <a:pos x="connsiteX9295" y="connsiteY9295"/>
                </a:cxn>
                <a:cxn ang="0">
                  <a:pos x="connsiteX9296" y="connsiteY9296"/>
                </a:cxn>
                <a:cxn ang="0">
                  <a:pos x="connsiteX9297" y="connsiteY9297"/>
                </a:cxn>
                <a:cxn ang="0">
                  <a:pos x="connsiteX9298" y="connsiteY9298"/>
                </a:cxn>
                <a:cxn ang="0">
                  <a:pos x="connsiteX9299" y="connsiteY9299"/>
                </a:cxn>
                <a:cxn ang="0">
                  <a:pos x="connsiteX9300" y="connsiteY9300"/>
                </a:cxn>
                <a:cxn ang="0">
                  <a:pos x="connsiteX9301" y="connsiteY9301"/>
                </a:cxn>
                <a:cxn ang="0">
                  <a:pos x="connsiteX9302" y="connsiteY9302"/>
                </a:cxn>
                <a:cxn ang="0">
                  <a:pos x="connsiteX9303" y="connsiteY9303"/>
                </a:cxn>
                <a:cxn ang="0">
                  <a:pos x="connsiteX9304" y="connsiteY9304"/>
                </a:cxn>
                <a:cxn ang="0">
                  <a:pos x="connsiteX9305" y="connsiteY9305"/>
                </a:cxn>
                <a:cxn ang="0">
                  <a:pos x="connsiteX9306" y="connsiteY9306"/>
                </a:cxn>
                <a:cxn ang="0">
                  <a:pos x="connsiteX9307" y="connsiteY9307"/>
                </a:cxn>
                <a:cxn ang="0">
                  <a:pos x="connsiteX9308" y="connsiteY9308"/>
                </a:cxn>
                <a:cxn ang="0">
                  <a:pos x="connsiteX9309" y="connsiteY9309"/>
                </a:cxn>
                <a:cxn ang="0">
                  <a:pos x="connsiteX9310" y="connsiteY9310"/>
                </a:cxn>
                <a:cxn ang="0">
                  <a:pos x="connsiteX9311" y="connsiteY9311"/>
                </a:cxn>
                <a:cxn ang="0">
                  <a:pos x="connsiteX9312" y="connsiteY9312"/>
                </a:cxn>
                <a:cxn ang="0">
                  <a:pos x="connsiteX9313" y="connsiteY9313"/>
                </a:cxn>
                <a:cxn ang="0">
                  <a:pos x="connsiteX9314" y="connsiteY9314"/>
                </a:cxn>
                <a:cxn ang="0">
                  <a:pos x="connsiteX9315" y="connsiteY9315"/>
                </a:cxn>
                <a:cxn ang="0">
                  <a:pos x="connsiteX9316" y="connsiteY9316"/>
                </a:cxn>
                <a:cxn ang="0">
                  <a:pos x="connsiteX9317" y="connsiteY9317"/>
                </a:cxn>
                <a:cxn ang="0">
                  <a:pos x="connsiteX9318" y="connsiteY9318"/>
                </a:cxn>
                <a:cxn ang="0">
                  <a:pos x="connsiteX9319" y="connsiteY9319"/>
                </a:cxn>
                <a:cxn ang="0">
                  <a:pos x="connsiteX9320" y="connsiteY9320"/>
                </a:cxn>
                <a:cxn ang="0">
                  <a:pos x="connsiteX9321" y="connsiteY9321"/>
                </a:cxn>
                <a:cxn ang="0">
                  <a:pos x="connsiteX9322" y="connsiteY9322"/>
                </a:cxn>
                <a:cxn ang="0">
                  <a:pos x="connsiteX9323" y="connsiteY9323"/>
                </a:cxn>
                <a:cxn ang="0">
                  <a:pos x="connsiteX9324" y="connsiteY9324"/>
                </a:cxn>
                <a:cxn ang="0">
                  <a:pos x="connsiteX9325" y="connsiteY9325"/>
                </a:cxn>
                <a:cxn ang="0">
                  <a:pos x="connsiteX9326" y="connsiteY9326"/>
                </a:cxn>
                <a:cxn ang="0">
                  <a:pos x="connsiteX9327" y="connsiteY9327"/>
                </a:cxn>
                <a:cxn ang="0">
                  <a:pos x="connsiteX9328" y="connsiteY9328"/>
                </a:cxn>
                <a:cxn ang="0">
                  <a:pos x="connsiteX9329" y="connsiteY9329"/>
                </a:cxn>
                <a:cxn ang="0">
                  <a:pos x="connsiteX9330" y="connsiteY9330"/>
                </a:cxn>
                <a:cxn ang="0">
                  <a:pos x="connsiteX9331" y="connsiteY9331"/>
                </a:cxn>
                <a:cxn ang="0">
                  <a:pos x="connsiteX9332" y="connsiteY9332"/>
                </a:cxn>
                <a:cxn ang="0">
                  <a:pos x="connsiteX9333" y="connsiteY9333"/>
                </a:cxn>
                <a:cxn ang="0">
                  <a:pos x="connsiteX9334" y="connsiteY9334"/>
                </a:cxn>
                <a:cxn ang="0">
                  <a:pos x="connsiteX9335" y="connsiteY9335"/>
                </a:cxn>
                <a:cxn ang="0">
                  <a:pos x="connsiteX9336" y="connsiteY9336"/>
                </a:cxn>
                <a:cxn ang="0">
                  <a:pos x="connsiteX9337" y="connsiteY9337"/>
                </a:cxn>
                <a:cxn ang="0">
                  <a:pos x="connsiteX9338" y="connsiteY9338"/>
                </a:cxn>
                <a:cxn ang="0">
                  <a:pos x="connsiteX9339" y="connsiteY9339"/>
                </a:cxn>
                <a:cxn ang="0">
                  <a:pos x="connsiteX9340" y="connsiteY9340"/>
                </a:cxn>
                <a:cxn ang="0">
                  <a:pos x="connsiteX9341" y="connsiteY9341"/>
                </a:cxn>
                <a:cxn ang="0">
                  <a:pos x="connsiteX9342" y="connsiteY9342"/>
                </a:cxn>
                <a:cxn ang="0">
                  <a:pos x="connsiteX9343" y="connsiteY9343"/>
                </a:cxn>
                <a:cxn ang="0">
                  <a:pos x="connsiteX9344" y="connsiteY9344"/>
                </a:cxn>
                <a:cxn ang="0">
                  <a:pos x="connsiteX9345" y="connsiteY9345"/>
                </a:cxn>
                <a:cxn ang="0">
                  <a:pos x="connsiteX9346" y="connsiteY9346"/>
                </a:cxn>
                <a:cxn ang="0">
                  <a:pos x="connsiteX9347" y="connsiteY9347"/>
                </a:cxn>
                <a:cxn ang="0">
                  <a:pos x="connsiteX9348" y="connsiteY9348"/>
                </a:cxn>
                <a:cxn ang="0">
                  <a:pos x="connsiteX9349" y="connsiteY9349"/>
                </a:cxn>
                <a:cxn ang="0">
                  <a:pos x="connsiteX9350" y="connsiteY9350"/>
                </a:cxn>
                <a:cxn ang="0">
                  <a:pos x="connsiteX9351" y="connsiteY9351"/>
                </a:cxn>
                <a:cxn ang="0">
                  <a:pos x="connsiteX9352" y="connsiteY9352"/>
                </a:cxn>
                <a:cxn ang="0">
                  <a:pos x="connsiteX9353" y="connsiteY9353"/>
                </a:cxn>
                <a:cxn ang="0">
                  <a:pos x="connsiteX9354" y="connsiteY9354"/>
                </a:cxn>
                <a:cxn ang="0">
                  <a:pos x="connsiteX9355" y="connsiteY9355"/>
                </a:cxn>
                <a:cxn ang="0">
                  <a:pos x="connsiteX9356" y="connsiteY9356"/>
                </a:cxn>
                <a:cxn ang="0">
                  <a:pos x="connsiteX9357" y="connsiteY9357"/>
                </a:cxn>
                <a:cxn ang="0">
                  <a:pos x="connsiteX9358" y="connsiteY9358"/>
                </a:cxn>
                <a:cxn ang="0">
                  <a:pos x="connsiteX9359" y="connsiteY9359"/>
                </a:cxn>
                <a:cxn ang="0">
                  <a:pos x="connsiteX9360" y="connsiteY9360"/>
                </a:cxn>
                <a:cxn ang="0">
                  <a:pos x="connsiteX9361" y="connsiteY9361"/>
                </a:cxn>
                <a:cxn ang="0">
                  <a:pos x="connsiteX9362" y="connsiteY9362"/>
                </a:cxn>
                <a:cxn ang="0">
                  <a:pos x="connsiteX9363" y="connsiteY9363"/>
                </a:cxn>
                <a:cxn ang="0">
                  <a:pos x="connsiteX9364" y="connsiteY9364"/>
                </a:cxn>
                <a:cxn ang="0">
                  <a:pos x="connsiteX9365" y="connsiteY9365"/>
                </a:cxn>
                <a:cxn ang="0">
                  <a:pos x="connsiteX9366" y="connsiteY9366"/>
                </a:cxn>
                <a:cxn ang="0">
                  <a:pos x="connsiteX9367" y="connsiteY9367"/>
                </a:cxn>
                <a:cxn ang="0">
                  <a:pos x="connsiteX9368" y="connsiteY9368"/>
                </a:cxn>
                <a:cxn ang="0">
                  <a:pos x="connsiteX9369" y="connsiteY9369"/>
                </a:cxn>
                <a:cxn ang="0">
                  <a:pos x="connsiteX9370" y="connsiteY9370"/>
                </a:cxn>
                <a:cxn ang="0">
                  <a:pos x="connsiteX9371" y="connsiteY9371"/>
                </a:cxn>
                <a:cxn ang="0">
                  <a:pos x="connsiteX9372" y="connsiteY9372"/>
                </a:cxn>
                <a:cxn ang="0">
                  <a:pos x="connsiteX9373" y="connsiteY9373"/>
                </a:cxn>
                <a:cxn ang="0">
                  <a:pos x="connsiteX9374" y="connsiteY9374"/>
                </a:cxn>
                <a:cxn ang="0">
                  <a:pos x="connsiteX9375" y="connsiteY9375"/>
                </a:cxn>
                <a:cxn ang="0">
                  <a:pos x="connsiteX9376" y="connsiteY9376"/>
                </a:cxn>
                <a:cxn ang="0">
                  <a:pos x="connsiteX9377" y="connsiteY9377"/>
                </a:cxn>
                <a:cxn ang="0">
                  <a:pos x="connsiteX9378" y="connsiteY9378"/>
                </a:cxn>
                <a:cxn ang="0">
                  <a:pos x="connsiteX9379" y="connsiteY9379"/>
                </a:cxn>
                <a:cxn ang="0">
                  <a:pos x="connsiteX9380" y="connsiteY9380"/>
                </a:cxn>
                <a:cxn ang="0">
                  <a:pos x="connsiteX9381" y="connsiteY9381"/>
                </a:cxn>
                <a:cxn ang="0">
                  <a:pos x="connsiteX9382" y="connsiteY9382"/>
                </a:cxn>
                <a:cxn ang="0">
                  <a:pos x="connsiteX9383" y="connsiteY9383"/>
                </a:cxn>
                <a:cxn ang="0">
                  <a:pos x="connsiteX9384" y="connsiteY9384"/>
                </a:cxn>
                <a:cxn ang="0">
                  <a:pos x="connsiteX9385" y="connsiteY9385"/>
                </a:cxn>
                <a:cxn ang="0">
                  <a:pos x="connsiteX9386" y="connsiteY9386"/>
                </a:cxn>
                <a:cxn ang="0">
                  <a:pos x="connsiteX9387" y="connsiteY9387"/>
                </a:cxn>
                <a:cxn ang="0">
                  <a:pos x="connsiteX9388" y="connsiteY9388"/>
                </a:cxn>
                <a:cxn ang="0">
                  <a:pos x="connsiteX9389" y="connsiteY9389"/>
                </a:cxn>
                <a:cxn ang="0">
                  <a:pos x="connsiteX9390" y="connsiteY9390"/>
                </a:cxn>
                <a:cxn ang="0">
                  <a:pos x="connsiteX9391" y="connsiteY9391"/>
                </a:cxn>
                <a:cxn ang="0">
                  <a:pos x="connsiteX9392" y="connsiteY9392"/>
                </a:cxn>
                <a:cxn ang="0">
                  <a:pos x="connsiteX9393" y="connsiteY9393"/>
                </a:cxn>
                <a:cxn ang="0">
                  <a:pos x="connsiteX9394" y="connsiteY9394"/>
                </a:cxn>
                <a:cxn ang="0">
                  <a:pos x="connsiteX9395" y="connsiteY9395"/>
                </a:cxn>
                <a:cxn ang="0">
                  <a:pos x="connsiteX9396" y="connsiteY9396"/>
                </a:cxn>
                <a:cxn ang="0">
                  <a:pos x="connsiteX9397" y="connsiteY9397"/>
                </a:cxn>
                <a:cxn ang="0">
                  <a:pos x="connsiteX9398" y="connsiteY9398"/>
                </a:cxn>
                <a:cxn ang="0">
                  <a:pos x="connsiteX9399" y="connsiteY9399"/>
                </a:cxn>
                <a:cxn ang="0">
                  <a:pos x="connsiteX9400" y="connsiteY9400"/>
                </a:cxn>
                <a:cxn ang="0">
                  <a:pos x="connsiteX9401" y="connsiteY9401"/>
                </a:cxn>
                <a:cxn ang="0">
                  <a:pos x="connsiteX9402" y="connsiteY9402"/>
                </a:cxn>
                <a:cxn ang="0">
                  <a:pos x="connsiteX9403" y="connsiteY9403"/>
                </a:cxn>
                <a:cxn ang="0">
                  <a:pos x="connsiteX9404" y="connsiteY9404"/>
                </a:cxn>
                <a:cxn ang="0">
                  <a:pos x="connsiteX9405" y="connsiteY9405"/>
                </a:cxn>
                <a:cxn ang="0">
                  <a:pos x="connsiteX9406" y="connsiteY9406"/>
                </a:cxn>
                <a:cxn ang="0">
                  <a:pos x="connsiteX9407" y="connsiteY9407"/>
                </a:cxn>
                <a:cxn ang="0">
                  <a:pos x="connsiteX9408" y="connsiteY9408"/>
                </a:cxn>
                <a:cxn ang="0">
                  <a:pos x="connsiteX9409" y="connsiteY9409"/>
                </a:cxn>
                <a:cxn ang="0">
                  <a:pos x="connsiteX9410" y="connsiteY9410"/>
                </a:cxn>
                <a:cxn ang="0">
                  <a:pos x="connsiteX9411" y="connsiteY9411"/>
                </a:cxn>
                <a:cxn ang="0">
                  <a:pos x="connsiteX9412" y="connsiteY9412"/>
                </a:cxn>
                <a:cxn ang="0">
                  <a:pos x="connsiteX9413" y="connsiteY9413"/>
                </a:cxn>
                <a:cxn ang="0">
                  <a:pos x="connsiteX9414" y="connsiteY9414"/>
                </a:cxn>
                <a:cxn ang="0">
                  <a:pos x="connsiteX9415" y="connsiteY9415"/>
                </a:cxn>
                <a:cxn ang="0">
                  <a:pos x="connsiteX9416" y="connsiteY9416"/>
                </a:cxn>
                <a:cxn ang="0">
                  <a:pos x="connsiteX9417" y="connsiteY9417"/>
                </a:cxn>
                <a:cxn ang="0">
                  <a:pos x="connsiteX9418" y="connsiteY9418"/>
                </a:cxn>
                <a:cxn ang="0">
                  <a:pos x="connsiteX9419" y="connsiteY9419"/>
                </a:cxn>
                <a:cxn ang="0">
                  <a:pos x="connsiteX9420" y="connsiteY9420"/>
                </a:cxn>
                <a:cxn ang="0">
                  <a:pos x="connsiteX9421" y="connsiteY9421"/>
                </a:cxn>
                <a:cxn ang="0">
                  <a:pos x="connsiteX9422" y="connsiteY9422"/>
                </a:cxn>
                <a:cxn ang="0">
                  <a:pos x="connsiteX9423" y="connsiteY9423"/>
                </a:cxn>
                <a:cxn ang="0">
                  <a:pos x="connsiteX9424" y="connsiteY9424"/>
                </a:cxn>
                <a:cxn ang="0">
                  <a:pos x="connsiteX9425" y="connsiteY9425"/>
                </a:cxn>
                <a:cxn ang="0">
                  <a:pos x="connsiteX9426" y="connsiteY9426"/>
                </a:cxn>
                <a:cxn ang="0">
                  <a:pos x="connsiteX9427" y="connsiteY9427"/>
                </a:cxn>
                <a:cxn ang="0">
                  <a:pos x="connsiteX9428" y="connsiteY9428"/>
                </a:cxn>
                <a:cxn ang="0">
                  <a:pos x="connsiteX9429" y="connsiteY9429"/>
                </a:cxn>
                <a:cxn ang="0">
                  <a:pos x="connsiteX9430" y="connsiteY9430"/>
                </a:cxn>
                <a:cxn ang="0">
                  <a:pos x="connsiteX9431" y="connsiteY9431"/>
                </a:cxn>
                <a:cxn ang="0">
                  <a:pos x="connsiteX9432" y="connsiteY9432"/>
                </a:cxn>
                <a:cxn ang="0">
                  <a:pos x="connsiteX9433" y="connsiteY9433"/>
                </a:cxn>
                <a:cxn ang="0">
                  <a:pos x="connsiteX9434" y="connsiteY9434"/>
                </a:cxn>
                <a:cxn ang="0">
                  <a:pos x="connsiteX9435" y="connsiteY9435"/>
                </a:cxn>
                <a:cxn ang="0">
                  <a:pos x="connsiteX9436" y="connsiteY9436"/>
                </a:cxn>
                <a:cxn ang="0">
                  <a:pos x="connsiteX9437" y="connsiteY9437"/>
                </a:cxn>
                <a:cxn ang="0">
                  <a:pos x="connsiteX9438" y="connsiteY9438"/>
                </a:cxn>
                <a:cxn ang="0">
                  <a:pos x="connsiteX9439" y="connsiteY9439"/>
                </a:cxn>
                <a:cxn ang="0">
                  <a:pos x="connsiteX9440" y="connsiteY9440"/>
                </a:cxn>
                <a:cxn ang="0">
                  <a:pos x="connsiteX9441" y="connsiteY9441"/>
                </a:cxn>
                <a:cxn ang="0">
                  <a:pos x="connsiteX9442" y="connsiteY9442"/>
                </a:cxn>
                <a:cxn ang="0">
                  <a:pos x="connsiteX9443" y="connsiteY9443"/>
                </a:cxn>
                <a:cxn ang="0">
                  <a:pos x="connsiteX9444" y="connsiteY9444"/>
                </a:cxn>
                <a:cxn ang="0">
                  <a:pos x="connsiteX9445" y="connsiteY9445"/>
                </a:cxn>
                <a:cxn ang="0">
                  <a:pos x="connsiteX9446" y="connsiteY9446"/>
                </a:cxn>
                <a:cxn ang="0">
                  <a:pos x="connsiteX9447" y="connsiteY9447"/>
                </a:cxn>
                <a:cxn ang="0">
                  <a:pos x="connsiteX9448" y="connsiteY9448"/>
                </a:cxn>
                <a:cxn ang="0">
                  <a:pos x="connsiteX9449" y="connsiteY9449"/>
                </a:cxn>
                <a:cxn ang="0">
                  <a:pos x="connsiteX9450" y="connsiteY9450"/>
                </a:cxn>
                <a:cxn ang="0">
                  <a:pos x="connsiteX9451" y="connsiteY9451"/>
                </a:cxn>
                <a:cxn ang="0">
                  <a:pos x="connsiteX9452" y="connsiteY9452"/>
                </a:cxn>
                <a:cxn ang="0">
                  <a:pos x="connsiteX9453" y="connsiteY9453"/>
                </a:cxn>
                <a:cxn ang="0">
                  <a:pos x="connsiteX9454" y="connsiteY9454"/>
                </a:cxn>
                <a:cxn ang="0">
                  <a:pos x="connsiteX9455" y="connsiteY9455"/>
                </a:cxn>
                <a:cxn ang="0">
                  <a:pos x="connsiteX9456" y="connsiteY9456"/>
                </a:cxn>
                <a:cxn ang="0">
                  <a:pos x="connsiteX9457" y="connsiteY9457"/>
                </a:cxn>
                <a:cxn ang="0">
                  <a:pos x="connsiteX9458" y="connsiteY9458"/>
                </a:cxn>
                <a:cxn ang="0">
                  <a:pos x="connsiteX9459" y="connsiteY9459"/>
                </a:cxn>
                <a:cxn ang="0">
                  <a:pos x="connsiteX9460" y="connsiteY9460"/>
                </a:cxn>
                <a:cxn ang="0">
                  <a:pos x="connsiteX9461" y="connsiteY9461"/>
                </a:cxn>
                <a:cxn ang="0">
                  <a:pos x="connsiteX9462" y="connsiteY9462"/>
                </a:cxn>
                <a:cxn ang="0">
                  <a:pos x="connsiteX9463" y="connsiteY9463"/>
                </a:cxn>
                <a:cxn ang="0">
                  <a:pos x="connsiteX9464" y="connsiteY9464"/>
                </a:cxn>
                <a:cxn ang="0">
                  <a:pos x="connsiteX9465" y="connsiteY9465"/>
                </a:cxn>
                <a:cxn ang="0">
                  <a:pos x="connsiteX9466" y="connsiteY9466"/>
                </a:cxn>
                <a:cxn ang="0">
                  <a:pos x="connsiteX9467" y="connsiteY9467"/>
                </a:cxn>
                <a:cxn ang="0">
                  <a:pos x="connsiteX9468" y="connsiteY9468"/>
                </a:cxn>
                <a:cxn ang="0">
                  <a:pos x="connsiteX9469" y="connsiteY9469"/>
                </a:cxn>
                <a:cxn ang="0">
                  <a:pos x="connsiteX9470" y="connsiteY9470"/>
                </a:cxn>
                <a:cxn ang="0">
                  <a:pos x="connsiteX9471" y="connsiteY9471"/>
                </a:cxn>
                <a:cxn ang="0">
                  <a:pos x="connsiteX9472" y="connsiteY9472"/>
                </a:cxn>
                <a:cxn ang="0">
                  <a:pos x="connsiteX9473" y="connsiteY9473"/>
                </a:cxn>
                <a:cxn ang="0">
                  <a:pos x="connsiteX9474" y="connsiteY9474"/>
                </a:cxn>
                <a:cxn ang="0">
                  <a:pos x="connsiteX9475" y="connsiteY9475"/>
                </a:cxn>
                <a:cxn ang="0">
                  <a:pos x="connsiteX9476" y="connsiteY9476"/>
                </a:cxn>
                <a:cxn ang="0">
                  <a:pos x="connsiteX9477" y="connsiteY9477"/>
                </a:cxn>
                <a:cxn ang="0">
                  <a:pos x="connsiteX9478" y="connsiteY9478"/>
                </a:cxn>
                <a:cxn ang="0">
                  <a:pos x="connsiteX9479" y="connsiteY9479"/>
                </a:cxn>
                <a:cxn ang="0">
                  <a:pos x="connsiteX9480" y="connsiteY9480"/>
                </a:cxn>
                <a:cxn ang="0">
                  <a:pos x="connsiteX9481" y="connsiteY9481"/>
                </a:cxn>
                <a:cxn ang="0">
                  <a:pos x="connsiteX9482" y="connsiteY9482"/>
                </a:cxn>
                <a:cxn ang="0">
                  <a:pos x="connsiteX9483" y="connsiteY9483"/>
                </a:cxn>
                <a:cxn ang="0">
                  <a:pos x="connsiteX9484" y="connsiteY9484"/>
                </a:cxn>
                <a:cxn ang="0">
                  <a:pos x="connsiteX9485" y="connsiteY9485"/>
                </a:cxn>
                <a:cxn ang="0">
                  <a:pos x="connsiteX9486" y="connsiteY9486"/>
                </a:cxn>
                <a:cxn ang="0">
                  <a:pos x="connsiteX9487" y="connsiteY9487"/>
                </a:cxn>
                <a:cxn ang="0">
                  <a:pos x="connsiteX9488" y="connsiteY9488"/>
                </a:cxn>
                <a:cxn ang="0">
                  <a:pos x="connsiteX9489" y="connsiteY9489"/>
                </a:cxn>
                <a:cxn ang="0">
                  <a:pos x="connsiteX9490" y="connsiteY9490"/>
                </a:cxn>
                <a:cxn ang="0">
                  <a:pos x="connsiteX9491" y="connsiteY9491"/>
                </a:cxn>
                <a:cxn ang="0">
                  <a:pos x="connsiteX9492" y="connsiteY9492"/>
                </a:cxn>
                <a:cxn ang="0">
                  <a:pos x="connsiteX9493" y="connsiteY9493"/>
                </a:cxn>
                <a:cxn ang="0">
                  <a:pos x="connsiteX9494" y="connsiteY9494"/>
                </a:cxn>
                <a:cxn ang="0">
                  <a:pos x="connsiteX9495" y="connsiteY9495"/>
                </a:cxn>
                <a:cxn ang="0">
                  <a:pos x="connsiteX9496" y="connsiteY9496"/>
                </a:cxn>
                <a:cxn ang="0">
                  <a:pos x="connsiteX9497" y="connsiteY9497"/>
                </a:cxn>
                <a:cxn ang="0">
                  <a:pos x="connsiteX9498" y="connsiteY9498"/>
                </a:cxn>
                <a:cxn ang="0">
                  <a:pos x="connsiteX9499" y="connsiteY9499"/>
                </a:cxn>
                <a:cxn ang="0">
                  <a:pos x="connsiteX9500" y="connsiteY9500"/>
                </a:cxn>
                <a:cxn ang="0">
                  <a:pos x="connsiteX9501" y="connsiteY9501"/>
                </a:cxn>
                <a:cxn ang="0">
                  <a:pos x="connsiteX9502" y="connsiteY9502"/>
                </a:cxn>
                <a:cxn ang="0">
                  <a:pos x="connsiteX9503" y="connsiteY9503"/>
                </a:cxn>
                <a:cxn ang="0">
                  <a:pos x="connsiteX9504" y="connsiteY9504"/>
                </a:cxn>
                <a:cxn ang="0">
                  <a:pos x="connsiteX9505" y="connsiteY9505"/>
                </a:cxn>
                <a:cxn ang="0">
                  <a:pos x="connsiteX9506" y="connsiteY9506"/>
                </a:cxn>
                <a:cxn ang="0">
                  <a:pos x="connsiteX9507" y="connsiteY9507"/>
                </a:cxn>
                <a:cxn ang="0">
                  <a:pos x="connsiteX9508" y="connsiteY9508"/>
                </a:cxn>
                <a:cxn ang="0">
                  <a:pos x="connsiteX9509" y="connsiteY9509"/>
                </a:cxn>
                <a:cxn ang="0">
                  <a:pos x="connsiteX9510" y="connsiteY9510"/>
                </a:cxn>
                <a:cxn ang="0">
                  <a:pos x="connsiteX9511" y="connsiteY9511"/>
                </a:cxn>
                <a:cxn ang="0">
                  <a:pos x="connsiteX9512" y="connsiteY9512"/>
                </a:cxn>
                <a:cxn ang="0">
                  <a:pos x="connsiteX9513" y="connsiteY9513"/>
                </a:cxn>
                <a:cxn ang="0">
                  <a:pos x="connsiteX9514" y="connsiteY9514"/>
                </a:cxn>
                <a:cxn ang="0">
                  <a:pos x="connsiteX9515" y="connsiteY9515"/>
                </a:cxn>
                <a:cxn ang="0">
                  <a:pos x="connsiteX9516" y="connsiteY9516"/>
                </a:cxn>
                <a:cxn ang="0">
                  <a:pos x="connsiteX9517" y="connsiteY9517"/>
                </a:cxn>
                <a:cxn ang="0">
                  <a:pos x="connsiteX9518" y="connsiteY9518"/>
                </a:cxn>
                <a:cxn ang="0">
                  <a:pos x="connsiteX9519" y="connsiteY9519"/>
                </a:cxn>
                <a:cxn ang="0">
                  <a:pos x="connsiteX9520" y="connsiteY9520"/>
                </a:cxn>
                <a:cxn ang="0">
                  <a:pos x="connsiteX9521" y="connsiteY9521"/>
                </a:cxn>
                <a:cxn ang="0">
                  <a:pos x="connsiteX9522" y="connsiteY9522"/>
                </a:cxn>
                <a:cxn ang="0">
                  <a:pos x="connsiteX9523" y="connsiteY9523"/>
                </a:cxn>
                <a:cxn ang="0">
                  <a:pos x="connsiteX9524" y="connsiteY9524"/>
                </a:cxn>
                <a:cxn ang="0">
                  <a:pos x="connsiteX9525" y="connsiteY9525"/>
                </a:cxn>
                <a:cxn ang="0">
                  <a:pos x="connsiteX9526" y="connsiteY9526"/>
                </a:cxn>
                <a:cxn ang="0">
                  <a:pos x="connsiteX9527" y="connsiteY9527"/>
                </a:cxn>
                <a:cxn ang="0">
                  <a:pos x="connsiteX9528" y="connsiteY9528"/>
                </a:cxn>
                <a:cxn ang="0">
                  <a:pos x="connsiteX9529" y="connsiteY9529"/>
                </a:cxn>
                <a:cxn ang="0">
                  <a:pos x="connsiteX9530" y="connsiteY9530"/>
                </a:cxn>
                <a:cxn ang="0">
                  <a:pos x="connsiteX9531" y="connsiteY9531"/>
                </a:cxn>
                <a:cxn ang="0">
                  <a:pos x="connsiteX9532" y="connsiteY9532"/>
                </a:cxn>
                <a:cxn ang="0">
                  <a:pos x="connsiteX9533" y="connsiteY9533"/>
                </a:cxn>
                <a:cxn ang="0">
                  <a:pos x="connsiteX9534" y="connsiteY9534"/>
                </a:cxn>
                <a:cxn ang="0">
                  <a:pos x="connsiteX9535" y="connsiteY9535"/>
                </a:cxn>
                <a:cxn ang="0">
                  <a:pos x="connsiteX9536" y="connsiteY9536"/>
                </a:cxn>
                <a:cxn ang="0">
                  <a:pos x="connsiteX9537" y="connsiteY9537"/>
                </a:cxn>
                <a:cxn ang="0">
                  <a:pos x="connsiteX9538" y="connsiteY9538"/>
                </a:cxn>
                <a:cxn ang="0">
                  <a:pos x="connsiteX9539" y="connsiteY9539"/>
                </a:cxn>
                <a:cxn ang="0">
                  <a:pos x="connsiteX9540" y="connsiteY9540"/>
                </a:cxn>
                <a:cxn ang="0">
                  <a:pos x="connsiteX9541" y="connsiteY9541"/>
                </a:cxn>
                <a:cxn ang="0">
                  <a:pos x="connsiteX9542" y="connsiteY9542"/>
                </a:cxn>
                <a:cxn ang="0">
                  <a:pos x="connsiteX9543" y="connsiteY9543"/>
                </a:cxn>
                <a:cxn ang="0">
                  <a:pos x="connsiteX9544" y="connsiteY9544"/>
                </a:cxn>
                <a:cxn ang="0">
                  <a:pos x="connsiteX9545" y="connsiteY9545"/>
                </a:cxn>
                <a:cxn ang="0">
                  <a:pos x="connsiteX9546" y="connsiteY9546"/>
                </a:cxn>
                <a:cxn ang="0">
                  <a:pos x="connsiteX9547" y="connsiteY9547"/>
                </a:cxn>
                <a:cxn ang="0">
                  <a:pos x="connsiteX9548" y="connsiteY9548"/>
                </a:cxn>
                <a:cxn ang="0">
                  <a:pos x="connsiteX9549" y="connsiteY9549"/>
                </a:cxn>
                <a:cxn ang="0">
                  <a:pos x="connsiteX9550" y="connsiteY9550"/>
                </a:cxn>
                <a:cxn ang="0">
                  <a:pos x="connsiteX9551" y="connsiteY9551"/>
                </a:cxn>
                <a:cxn ang="0">
                  <a:pos x="connsiteX9552" y="connsiteY9552"/>
                </a:cxn>
                <a:cxn ang="0">
                  <a:pos x="connsiteX9553" y="connsiteY9553"/>
                </a:cxn>
                <a:cxn ang="0">
                  <a:pos x="connsiteX9554" y="connsiteY9554"/>
                </a:cxn>
                <a:cxn ang="0">
                  <a:pos x="connsiteX9555" y="connsiteY9555"/>
                </a:cxn>
                <a:cxn ang="0">
                  <a:pos x="connsiteX9556" y="connsiteY9556"/>
                </a:cxn>
                <a:cxn ang="0">
                  <a:pos x="connsiteX9557" y="connsiteY9557"/>
                </a:cxn>
                <a:cxn ang="0">
                  <a:pos x="connsiteX9558" y="connsiteY9558"/>
                </a:cxn>
                <a:cxn ang="0">
                  <a:pos x="connsiteX9559" y="connsiteY9559"/>
                </a:cxn>
                <a:cxn ang="0">
                  <a:pos x="connsiteX9560" y="connsiteY9560"/>
                </a:cxn>
                <a:cxn ang="0">
                  <a:pos x="connsiteX9561" y="connsiteY9561"/>
                </a:cxn>
                <a:cxn ang="0">
                  <a:pos x="connsiteX9562" y="connsiteY9562"/>
                </a:cxn>
                <a:cxn ang="0">
                  <a:pos x="connsiteX9563" y="connsiteY9563"/>
                </a:cxn>
                <a:cxn ang="0">
                  <a:pos x="connsiteX9564" y="connsiteY9564"/>
                </a:cxn>
                <a:cxn ang="0">
                  <a:pos x="connsiteX9565" y="connsiteY9565"/>
                </a:cxn>
                <a:cxn ang="0">
                  <a:pos x="connsiteX9566" y="connsiteY9566"/>
                </a:cxn>
                <a:cxn ang="0">
                  <a:pos x="connsiteX9567" y="connsiteY9567"/>
                </a:cxn>
                <a:cxn ang="0">
                  <a:pos x="connsiteX9568" y="connsiteY9568"/>
                </a:cxn>
                <a:cxn ang="0">
                  <a:pos x="connsiteX9569" y="connsiteY9569"/>
                </a:cxn>
                <a:cxn ang="0">
                  <a:pos x="connsiteX9570" y="connsiteY9570"/>
                </a:cxn>
                <a:cxn ang="0">
                  <a:pos x="connsiteX9571" y="connsiteY9571"/>
                </a:cxn>
                <a:cxn ang="0">
                  <a:pos x="connsiteX9572" y="connsiteY9572"/>
                </a:cxn>
                <a:cxn ang="0">
                  <a:pos x="connsiteX9573" y="connsiteY9573"/>
                </a:cxn>
                <a:cxn ang="0">
                  <a:pos x="connsiteX9574" y="connsiteY9574"/>
                </a:cxn>
                <a:cxn ang="0">
                  <a:pos x="connsiteX9575" y="connsiteY9575"/>
                </a:cxn>
                <a:cxn ang="0">
                  <a:pos x="connsiteX9576" y="connsiteY9576"/>
                </a:cxn>
                <a:cxn ang="0">
                  <a:pos x="connsiteX9577" y="connsiteY9577"/>
                </a:cxn>
                <a:cxn ang="0">
                  <a:pos x="connsiteX9578" y="connsiteY9578"/>
                </a:cxn>
                <a:cxn ang="0">
                  <a:pos x="connsiteX9579" y="connsiteY9579"/>
                </a:cxn>
                <a:cxn ang="0">
                  <a:pos x="connsiteX9580" y="connsiteY9580"/>
                </a:cxn>
                <a:cxn ang="0">
                  <a:pos x="connsiteX9581" y="connsiteY9581"/>
                </a:cxn>
                <a:cxn ang="0">
                  <a:pos x="connsiteX9582" y="connsiteY9582"/>
                </a:cxn>
                <a:cxn ang="0">
                  <a:pos x="connsiteX9583" y="connsiteY9583"/>
                </a:cxn>
                <a:cxn ang="0">
                  <a:pos x="connsiteX9584" y="connsiteY9584"/>
                </a:cxn>
                <a:cxn ang="0">
                  <a:pos x="connsiteX9585" y="connsiteY9585"/>
                </a:cxn>
                <a:cxn ang="0">
                  <a:pos x="connsiteX9586" y="connsiteY9586"/>
                </a:cxn>
                <a:cxn ang="0">
                  <a:pos x="connsiteX9587" y="connsiteY9587"/>
                </a:cxn>
                <a:cxn ang="0">
                  <a:pos x="connsiteX9588" y="connsiteY9588"/>
                </a:cxn>
                <a:cxn ang="0">
                  <a:pos x="connsiteX9589" y="connsiteY9589"/>
                </a:cxn>
                <a:cxn ang="0">
                  <a:pos x="connsiteX9590" y="connsiteY9590"/>
                </a:cxn>
                <a:cxn ang="0">
                  <a:pos x="connsiteX9591" y="connsiteY9591"/>
                </a:cxn>
                <a:cxn ang="0">
                  <a:pos x="connsiteX9592" y="connsiteY9592"/>
                </a:cxn>
                <a:cxn ang="0">
                  <a:pos x="connsiteX9593" y="connsiteY9593"/>
                </a:cxn>
                <a:cxn ang="0">
                  <a:pos x="connsiteX9594" y="connsiteY9594"/>
                </a:cxn>
                <a:cxn ang="0">
                  <a:pos x="connsiteX9595" y="connsiteY9595"/>
                </a:cxn>
                <a:cxn ang="0">
                  <a:pos x="connsiteX9596" y="connsiteY9596"/>
                </a:cxn>
                <a:cxn ang="0">
                  <a:pos x="connsiteX9597" y="connsiteY9597"/>
                </a:cxn>
                <a:cxn ang="0">
                  <a:pos x="connsiteX9598" y="connsiteY9598"/>
                </a:cxn>
                <a:cxn ang="0">
                  <a:pos x="connsiteX9599" y="connsiteY9599"/>
                </a:cxn>
                <a:cxn ang="0">
                  <a:pos x="connsiteX9600" y="connsiteY9600"/>
                </a:cxn>
                <a:cxn ang="0">
                  <a:pos x="connsiteX9601" y="connsiteY9601"/>
                </a:cxn>
                <a:cxn ang="0">
                  <a:pos x="connsiteX9602" y="connsiteY9602"/>
                </a:cxn>
                <a:cxn ang="0">
                  <a:pos x="connsiteX9603" y="connsiteY9603"/>
                </a:cxn>
                <a:cxn ang="0">
                  <a:pos x="connsiteX9604" y="connsiteY9604"/>
                </a:cxn>
                <a:cxn ang="0">
                  <a:pos x="connsiteX9605" y="connsiteY9605"/>
                </a:cxn>
                <a:cxn ang="0">
                  <a:pos x="connsiteX9606" y="connsiteY9606"/>
                </a:cxn>
                <a:cxn ang="0">
                  <a:pos x="connsiteX9607" y="connsiteY9607"/>
                </a:cxn>
                <a:cxn ang="0">
                  <a:pos x="connsiteX9608" y="connsiteY9608"/>
                </a:cxn>
                <a:cxn ang="0">
                  <a:pos x="connsiteX9609" y="connsiteY9609"/>
                </a:cxn>
                <a:cxn ang="0">
                  <a:pos x="connsiteX9610" y="connsiteY9610"/>
                </a:cxn>
                <a:cxn ang="0">
                  <a:pos x="connsiteX9611" y="connsiteY9611"/>
                </a:cxn>
                <a:cxn ang="0">
                  <a:pos x="connsiteX9612" y="connsiteY9612"/>
                </a:cxn>
                <a:cxn ang="0">
                  <a:pos x="connsiteX9613" y="connsiteY9613"/>
                </a:cxn>
                <a:cxn ang="0">
                  <a:pos x="connsiteX9614" y="connsiteY9614"/>
                </a:cxn>
                <a:cxn ang="0">
                  <a:pos x="connsiteX9615" y="connsiteY9615"/>
                </a:cxn>
                <a:cxn ang="0">
                  <a:pos x="connsiteX9616" y="connsiteY9616"/>
                </a:cxn>
                <a:cxn ang="0">
                  <a:pos x="connsiteX9617" y="connsiteY9617"/>
                </a:cxn>
                <a:cxn ang="0">
                  <a:pos x="connsiteX9618" y="connsiteY9618"/>
                </a:cxn>
                <a:cxn ang="0">
                  <a:pos x="connsiteX9619" y="connsiteY9619"/>
                </a:cxn>
                <a:cxn ang="0">
                  <a:pos x="connsiteX9620" y="connsiteY9620"/>
                </a:cxn>
                <a:cxn ang="0">
                  <a:pos x="connsiteX9621" y="connsiteY9621"/>
                </a:cxn>
                <a:cxn ang="0">
                  <a:pos x="connsiteX9622" y="connsiteY9622"/>
                </a:cxn>
                <a:cxn ang="0">
                  <a:pos x="connsiteX9623" y="connsiteY9623"/>
                </a:cxn>
                <a:cxn ang="0">
                  <a:pos x="connsiteX9624" y="connsiteY9624"/>
                </a:cxn>
                <a:cxn ang="0">
                  <a:pos x="connsiteX9625" y="connsiteY9625"/>
                </a:cxn>
                <a:cxn ang="0">
                  <a:pos x="connsiteX9626" y="connsiteY9626"/>
                </a:cxn>
                <a:cxn ang="0">
                  <a:pos x="connsiteX9627" y="connsiteY9627"/>
                </a:cxn>
                <a:cxn ang="0">
                  <a:pos x="connsiteX9628" y="connsiteY9628"/>
                </a:cxn>
                <a:cxn ang="0">
                  <a:pos x="connsiteX9629" y="connsiteY9629"/>
                </a:cxn>
                <a:cxn ang="0">
                  <a:pos x="connsiteX9630" y="connsiteY9630"/>
                </a:cxn>
                <a:cxn ang="0">
                  <a:pos x="connsiteX9631" y="connsiteY9631"/>
                </a:cxn>
                <a:cxn ang="0">
                  <a:pos x="connsiteX9632" y="connsiteY9632"/>
                </a:cxn>
                <a:cxn ang="0">
                  <a:pos x="connsiteX9633" y="connsiteY9633"/>
                </a:cxn>
                <a:cxn ang="0">
                  <a:pos x="connsiteX9634" y="connsiteY9634"/>
                </a:cxn>
                <a:cxn ang="0">
                  <a:pos x="connsiteX9635" y="connsiteY9635"/>
                </a:cxn>
                <a:cxn ang="0">
                  <a:pos x="connsiteX9636" y="connsiteY9636"/>
                </a:cxn>
                <a:cxn ang="0">
                  <a:pos x="connsiteX9637" y="connsiteY9637"/>
                </a:cxn>
                <a:cxn ang="0">
                  <a:pos x="connsiteX9638" y="connsiteY9638"/>
                </a:cxn>
                <a:cxn ang="0">
                  <a:pos x="connsiteX9639" y="connsiteY9639"/>
                </a:cxn>
                <a:cxn ang="0">
                  <a:pos x="connsiteX9640" y="connsiteY9640"/>
                </a:cxn>
                <a:cxn ang="0">
                  <a:pos x="connsiteX9641" y="connsiteY9641"/>
                </a:cxn>
                <a:cxn ang="0">
                  <a:pos x="connsiteX9642" y="connsiteY9642"/>
                </a:cxn>
                <a:cxn ang="0">
                  <a:pos x="connsiteX9643" y="connsiteY9643"/>
                </a:cxn>
                <a:cxn ang="0">
                  <a:pos x="connsiteX9644" y="connsiteY9644"/>
                </a:cxn>
                <a:cxn ang="0">
                  <a:pos x="connsiteX9645" y="connsiteY9645"/>
                </a:cxn>
                <a:cxn ang="0">
                  <a:pos x="connsiteX9646" y="connsiteY9646"/>
                </a:cxn>
                <a:cxn ang="0">
                  <a:pos x="connsiteX9647" y="connsiteY9647"/>
                </a:cxn>
                <a:cxn ang="0">
                  <a:pos x="connsiteX9648" y="connsiteY9648"/>
                </a:cxn>
                <a:cxn ang="0">
                  <a:pos x="connsiteX9649" y="connsiteY9649"/>
                </a:cxn>
                <a:cxn ang="0">
                  <a:pos x="connsiteX9650" y="connsiteY9650"/>
                </a:cxn>
                <a:cxn ang="0">
                  <a:pos x="connsiteX9651" y="connsiteY9651"/>
                </a:cxn>
                <a:cxn ang="0">
                  <a:pos x="connsiteX9652" y="connsiteY9652"/>
                </a:cxn>
                <a:cxn ang="0">
                  <a:pos x="connsiteX9653" y="connsiteY9653"/>
                </a:cxn>
                <a:cxn ang="0">
                  <a:pos x="connsiteX9654" y="connsiteY9654"/>
                </a:cxn>
                <a:cxn ang="0">
                  <a:pos x="connsiteX9655" y="connsiteY9655"/>
                </a:cxn>
                <a:cxn ang="0">
                  <a:pos x="connsiteX9656" y="connsiteY9656"/>
                </a:cxn>
                <a:cxn ang="0">
                  <a:pos x="connsiteX9657" y="connsiteY9657"/>
                </a:cxn>
                <a:cxn ang="0">
                  <a:pos x="connsiteX9658" y="connsiteY9658"/>
                </a:cxn>
                <a:cxn ang="0">
                  <a:pos x="connsiteX9659" y="connsiteY9659"/>
                </a:cxn>
                <a:cxn ang="0">
                  <a:pos x="connsiteX9660" y="connsiteY9660"/>
                </a:cxn>
                <a:cxn ang="0">
                  <a:pos x="connsiteX9661" y="connsiteY9661"/>
                </a:cxn>
                <a:cxn ang="0">
                  <a:pos x="connsiteX9662" y="connsiteY9662"/>
                </a:cxn>
                <a:cxn ang="0">
                  <a:pos x="connsiteX9663" y="connsiteY9663"/>
                </a:cxn>
                <a:cxn ang="0">
                  <a:pos x="connsiteX9664" y="connsiteY9664"/>
                </a:cxn>
                <a:cxn ang="0">
                  <a:pos x="connsiteX9665" y="connsiteY9665"/>
                </a:cxn>
                <a:cxn ang="0">
                  <a:pos x="connsiteX9666" y="connsiteY9666"/>
                </a:cxn>
                <a:cxn ang="0">
                  <a:pos x="connsiteX9667" y="connsiteY9667"/>
                </a:cxn>
                <a:cxn ang="0">
                  <a:pos x="connsiteX9668" y="connsiteY9668"/>
                </a:cxn>
                <a:cxn ang="0">
                  <a:pos x="connsiteX9669" y="connsiteY9669"/>
                </a:cxn>
                <a:cxn ang="0">
                  <a:pos x="connsiteX9670" y="connsiteY9670"/>
                </a:cxn>
                <a:cxn ang="0">
                  <a:pos x="connsiteX9671" y="connsiteY9671"/>
                </a:cxn>
                <a:cxn ang="0">
                  <a:pos x="connsiteX9672" y="connsiteY9672"/>
                </a:cxn>
                <a:cxn ang="0">
                  <a:pos x="connsiteX9673" y="connsiteY9673"/>
                </a:cxn>
                <a:cxn ang="0">
                  <a:pos x="connsiteX9674" y="connsiteY9674"/>
                </a:cxn>
                <a:cxn ang="0">
                  <a:pos x="connsiteX9675" y="connsiteY9675"/>
                </a:cxn>
                <a:cxn ang="0">
                  <a:pos x="connsiteX9676" y="connsiteY9676"/>
                </a:cxn>
                <a:cxn ang="0">
                  <a:pos x="connsiteX9677" y="connsiteY9677"/>
                </a:cxn>
                <a:cxn ang="0">
                  <a:pos x="connsiteX9678" y="connsiteY9678"/>
                </a:cxn>
                <a:cxn ang="0">
                  <a:pos x="connsiteX9679" y="connsiteY9679"/>
                </a:cxn>
                <a:cxn ang="0">
                  <a:pos x="connsiteX9680" y="connsiteY9680"/>
                </a:cxn>
                <a:cxn ang="0">
                  <a:pos x="connsiteX9681" y="connsiteY9681"/>
                </a:cxn>
                <a:cxn ang="0">
                  <a:pos x="connsiteX9682" y="connsiteY9682"/>
                </a:cxn>
                <a:cxn ang="0">
                  <a:pos x="connsiteX9683" y="connsiteY9683"/>
                </a:cxn>
                <a:cxn ang="0">
                  <a:pos x="connsiteX9684" y="connsiteY9684"/>
                </a:cxn>
                <a:cxn ang="0">
                  <a:pos x="connsiteX9685" y="connsiteY9685"/>
                </a:cxn>
                <a:cxn ang="0">
                  <a:pos x="connsiteX9686" y="connsiteY9686"/>
                </a:cxn>
                <a:cxn ang="0">
                  <a:pos x="connsiteX9687" y="connsiteY9687"/>
                </a:cxn>
                <a:cxn ang="0">
                  <a:pos x="connsiteX9688" y="connsiteY9688"/>
                </a:cxn>
                <a:cxn ang="0">
                  <a:pos x="connsiteX9689" y="connsiteY9689"/>
                </a:cxn>
                <a:cxn ang="0">
                  <a:pos x="connsiteX9690" y="connsiteY9690"/>
                </a:cxn>
                <a:cxn ang="0">
                  <a:pos x="connsiteX9691" y="connsiteY9691"/>
                </a:cxn>
                <a:cxn ang="0">
                  <a:pos x="connsiteX9692" y="connsiteY9692"/>
                </a:cxn>
                <a:cxn ang="0">
                  <a:pos x="connsiteX9693" y="connsiteY9693"/>
                </a:cxn>
                <a:cxn ang="0">
                  <a:pos x="connsiteX9694" y="connsiteY9694"/>
                </a:cxn>
                <a:cxn ang="0">
                  <a:pos x="connsiteX9695" y="connsiteY9695"/>
                </a:cxn>
                <a:cxn ang="0">
                  <a:pos x="connsiteX9696" y="connsiteY9696"/>
                </a:cxn>
                <a:cxn ang="0">
                  <a:pos x="connsiteX9697" y="connsiteY9697"/>
                </a:cxn>
                <a:cxn ang="0">
                  <a:pos x="connsiteX9698" y="connsiteY9698"/>
                </a:cxn>
                <a:cxn ang="0">
                  <a:pos x="connsiteX9699" y="connsiteY9699"/>
                </a:cxn>
                <a:cxn ang="0">
                  <a:pos x="connsiteX9700" y="connsiteY9700"/>
                </a:cxn>
                <a:cxn ang="0">
                  <a:pos x="connsiteX9701" y="connsiteY9701"/>
                </a:cxn>
                <a:cxn ang="0">
                  <a:pos x="connsiteX9702" y="connsiteY9702"/>
                </a:cxn>
                <a:cxn ang="0">
                  <a:pos x="connsiteX9703" y="connsiteY9703"/>
                </a:cxn>
                <a:cxn ang="0">
                  <a:pos x="connsiteX9704" y="connsiteY9704"/>
                </a:cxn>
                <a:cxn ang="0">
                  <a:pos x="connsiteX9705" y="connsiteY9705"/>
                </a:cxn>
                <a:cxn ang="0">
                  <a:pos x="connsiteX9706" y="connsiteY9706"/>
                </a:cxn>
                <a:cxn ang="0">
                  <a:pos x="connsiteX9707" y="connsiteY9707"/>
                </a:cxn>
                <a:cxn ang="0">
                  <a:pos x="connsiteX9708" y="connsiteY9708"/>
                </a:cxn>
                <a:cxn ang="0">
                  <a:pos x="connsiteX9709" y="connsiteY9709"/>
                </a:cxn>
                <a:cxn ang="0">
                  <a:pos x="connsiteX9710" y="connsiteY9710"/>
                </a:cxn>
                <a:cxn ang="0">
                  <a:pos x="connsiteX9711" y="connsiteY9711"/>
                </a:cxn>
                <a:cxn ang="0">
                  <a:pos x="connsiteX9712" y="connsiteY9712"/>
                </a:cxn>
                <a:cxn ang="0">
                  <a:pos x="connsiteX9713" y="connsiteY9713"/>
                </a:cxn>
                <a:cxn ang="0">
                  <a:pos x="connsiteX9714" y="connsiteY9714"/>
                </a:cxn>
                <a:cxn ang="0">
                  <a:pos x="connsiteX9715" y="connsiteY9715"/>
                </a:cxn>
                <a:cxn ang="0">
                  <a:pos x="connsiteX9716" y="connsiteY9716"/>
                </a:cxn>
                <a:cxn ang="0">
                  <a:pos x="connsiteX9717" y="connsiteY9717"/>
                </a:cxn>
                <a:cxn ang="0">
                  <a:pos x="connsiteX9718" y="connsiteY9718"/>
                </a:cxn>
                <a:cxn ang="0">
                  <a:pos x="connsiteX9719" y="connsiteY9719"/>
                </a:cxn>
                <a:cxn ang="0">
                  <a:pos x="connsiteX9720" y="connsiteY9720"/>
                </a:cxn>
                <a:cxn ang="0">
                  <a:pos x="connsiteX9721" y="connsiteY9721"/>
                </a:cxn>
                <a:cxn ang="0">
                  <a:pos x="connsiteX9722" y="connsiteY9722"/>
                </a:cxn>
                <a:cxn ang="0">
                  <a:pos x="connsiteX9723" y="connsiteY9723"/>
                </a:cxn>
                <a:cxn ang="0">
                  <a:pos x="connsiteX9724" y="connsiteY9724"/>
                </a:cxn>
                <a:cxn ang="0">
                  <a:pos x="connsiteX9725" y="connsiteY9725"/>
                </a:cxn>
                <a:cxn ang="0">
                  <a:pos x="connsiteX9726" y="connsiteY9726"/>
                </a:cxn>
                <a:cxn ang="0">
                  <a:pos x="connsiteX9727" y="connsiteY9727"/>
                </a:cxn>
                <a:cxn ang="0">
                  <a:pos x="connsiteX9728" y="connsiteY9728"/>
                </a:cxn>
                <a:cxn ang="0">
                  <a:pos x="connsiteX9729" y="connsiteY9729"/>
                </a:cxn>
                <a:cxn ang="0">
                  <a:pos x="connsiteX9730" y="connsiteY9730"/>
                </a:cxn>
                <a:cxn ang="0">
                  <a:pos x="connsiteX9731" y="connsiteY9731"/>
                </a:cxn>
                <a:cxn ang="0">
                  <a:pos x="connsiteX9732" y="connsiteY9732"/>
                </a:cxn>
                <a:cxn ang="0">
                  <a:pos x="connsiteX9733" y="connsiteY9733"/>
                </a:cxn>
                <a:cxn ang="0">
                  <a:pos x="connsiteX9734" y="connsiteY9734"/>
                </a:cxn>
                <a:cxn ang="0">
                  <a:pos x="connsiteX9735" y="connsiteY9735"/>
                </a:cxn>
                <a:cxn ang="0">
                  <a:pos x="connsiteX9736" y="connsiteY9736"/>
                </a:cxn>
                <a:cxn ang="0">
                  <a:pos x="connsiteX9737" y="connsiteY9737"/>
                </a:cxn>
                <a:cxn ang="0">
                  <a:pos x="connsiteX9738" y="connsiteY9738"/>
                </a:cxn>
                <a:cxn ang="0">
                  <a:pos x="connsiteX9739" y="connsiteY9739"/>
                </a:cxn>
                <a:cxn ang="0">
                  <a:pos x="connsiteX9740" y="connsiteY9740"/>
                </a:cxn>
                <a:cxn ang="0">
                  <a:pos x="connsiteX9741" y="connsiteY9741"/>
                </a:cxn>
                <a:cxn ang="0">
                  <a:pos x="connsiteX9742" y="connsiteY9742"/>
                </a:cxn>
                <a:cxn ang="0">
                  <a:pos x="connsiteX9743" y="connsiteY9743"/>
                </a:cxn>
                <a:cxn ang="0">
                  <a:pos x="connsiteX9744" y="connsiteY9744"/>
                </a:cxn>
                <a:cxn ang="0">
                  <a:pos x="connsiteX9745" y="connsiteY9745"/>
                </a:cxn>
                <a:cxn ang="0">
                  <a:pos x="connsiteX9746" y="connsiteY9746"/>
                </a:cxn>
                <a:cxn ang="0">
                  <a:pos x="connsiteX9747" y="connsiteY9747"/>
                </a:cxn>
                <a:cxn ang="0">
                  <a:pos x="connsiteX9748" y="connsiteY9748"/>
                </a:cxn>
                <a:cxn ang="0">
                  <a:pos x="connsiteX9749" y="connsiteY9749"/>
                </a:cxn>
                <a:cxn ang="0">
                  <a:pos x="connsiteX9750" y="connsiteY9750"/>
                </a:cxn>
                <a:cxn ang="0">
                  <a:pos x="connsiteX9751" y="connsiteY9751"/>
                </a:cxn>
                <a:cxn ang="0">
                  <a:pos x="connsiteX9752" y="connsiteY9752"/>
                </a:cxn>
                <a:cxn ang="0">
                  <a:pos x="connsiteX9753" y="connsiteY9753"/>
                </a:cxn>
                <a:cxn ang="0">
                  <a:pos x="connsiteX9754" y="connsiteY9754"/>
                </a:cxn>
                <a:cxn ang="0">
                  <a:pos x="connsiteX9755" y="connsiteY9755"/>
                </a:cxn>
                <a:cxn ang="0">
                  <a:pos x="connsiteX9756" y="connsiteY9756"/>
                </a:cxn>
                <a:cxn ang="0">
                  <a:pos x="connsiteX9757" y="connsiteY9757"/>
                </a:cxn>
                <a:cxn ang="0">
                  <a:pos x="connsiteX9758" y="connsiteY9758"/>
                </a:cxn>
                <a:cxn ang="0">
                  <a:pos x="connsiteX9759" y="connsiteY9759"/>
                </a:cxn>
                <a:cxn ang="0">
                  <a:pos x="connsiteX9760" y="connsiteY9760"/>
                </a:cxn>
                <a:cxn ang="0">
                  <a:pos x="connsiteX9761" y="connsiteY9761"/>
                </a:cxn>
                <a:cxn ang="0">
                  <a:pos x="connsiteX9762" y="connsiteY9762"/>
                </a:cxn>
                <a:cxn ang="0">
                  <a:pos x="connsiteX9763" y="connsiteY9763"/>
                </a:cxn>
                <a:cxn ang="0">
                  <a:pos x="connsiteX9764" y="connsiteY9764"/>
                </a:cxn>
                <a:cxn ang="0">
                  <a:pos x="connsiteX9765" y="connsiteY9765"/>
                </a:cxn>
                <a:cxn ang="0">
                  <a:pos x="connsiteX9766" y="connsiteY9766"/>
                </a:cxn>
                <a:cxn ang="0">
                  <a:pos x="connsiteX9767" y="connsiteY9767"/>
                </a:cxn>
                <a:cxn ang="0">
                  <a:pos x="connsiteX9768" y="connsiteY9768"/>
                </a:cxn>
                <a:cxn ang="0">
                  <a:pos x="connsiteX9769" y="connsiteY9769"/>
                </a:cxn>
                <a:cxn ang="0">
                  <a:pos x="connsiteX9770" y="connsiteY9770"/>
                </a:cxn>
                <a:cxn ang="0">
                  <a:pos x="connsiteX9771" y="connsiteY9771"/>
                </a:cxn>
                <a:cxn ang="0">
                  <a:pos x="connsiteX9772" y="connsiteY9772"/>
                </a:cxn>
                <a:cxn ang="0">
                  <a:pos x="connsiteX9773" y="connsiteY9773"/>
                </a:cxn>
                <a:cxn ang="0">
                  <a:pos x="connsiteX9774" y="connsiteY9774"/>
                </a:cxn>
                <a:cxn ang="0">
                  <a:pos x="connsiteX9775" y="connsiteY9775"/>
                </a:cxn>
                <a:cxn ang="0">
                  <a:pos x="connsiteX9776" y="connsiteY9776"/>
                </a:cxn>
                <a:cxn ang="0">
                  <a:pos x="connsiteX9777" y="connsiteY9777"/>
                </a:cxn>
                <a:cxn ang="0">
                  <a:pos x="connsiteX9778" y="connsiteY9778"/>
                </a:cxn>
                <a:cxn ang="0">
                  <a:pos x="connsiteX9779" y="connsiteY9779"/>
                </a:cxn>
                <a:cxn ang="0">
                  <a:pos x="connsiteX9780" y="connsiteY9780"/>
                </a:cxn>
                <a:cxn ang="0">
                  <a:pos x="connsiteX9781" y="connsiteY9781"/>
                </a:cxn>
                <a:cxn ang="0">
                  <a:pos x="connsiteX9782" y="connsiteY9782"/>
                </a:cxn>
                <a:cxn ang="0">
                  <a:pos x="connsiteX9783" y="connsiteY9783"/>
                </a:cxn>
                <a:cxn ang="0">
                  <a:pos x="connsiteX9784" y="connsiteY9784"/>
                </a:cxn>
                <a:cxn ang="0">
                  <a:pos x="connsiteX9785" y="connsiteY9785"/>
                </a:cxn>
                <a:cxn ang="0">
                  <a:pos x="connsiteX9786" y="connsiteY9786"/>
                </a:cxn>
                <a:cxn ang="0">
                  <a:pos x="connsiteX9787" y="connsiteY9787"/>
                </a:cxn>
                <a:cxn ang="0">
                  <a:pos x="connsiteX9788" y="connsiteY9788"/>
                </a:cxn>
                <a:cxn ang="0">
                  <a:pos x="connsiteX9789" y="connsiteY9789"/>
                </a:cxn>
                <a:cxn ang="0">
                  <a:pos x="connsiteX9790" y="connsiteY9790"/>
                </a:cxn>
                <a:cxn ang="0">
                  <a:pos x="connsiteX9791" y="connsiteY9791"/>
                </a:cxn>
                <a:cxn ang="0">
                  <a:pos x="connsiteX9792" y="connsiteY9792"/>
                </a:cxn>
                <a:cxn ang="0">
                  <a:pos x="connsiteX9793" y="connsiteY9793"/>
                </a:cxn>
                <a:cxn ang="0">
                  <a:pos x="connsiteX9794" y="connsiteY9794"/>
                </a:cxn>
                <a:cxn ang="0">
                  <a:pos x="connsiteX9795" y="connsiteY9795"/>
                </a:cxn>
                <a:cxn ang="0">
                  <a:pos x="connsiteX9796" y="connsiteY9796"/>
                </a:cxn>
                <a:cxn ang="0">
                  <a:pos x="connsiteX9797" y="connsiteY9797"/>
                </a:cxn>
                <a:cxn ang="0">
                  <a:pos x="connsiteX9798" y="connsiteY9798"/>
                </a:cxn>
                <a:cxn ang="0">
                  <a:pos x="connsiteX9799" y="connsiteY9799"/>
                </a:cxn>
                <a:cxn ang="0">
                  <a:pos x="connsiteX9800" y="connsiteY9800"/>
                </a:cxn>
                <a:cxn ang="0">
                  <a:pos x="connsiteX9801" y="connsiteY9801"/>
                </a:cxn>
                <a:cxn ang="0">
                  <a:pos x="connsiteX9802" y="connsiteY9802"/>
                </a:cxn>
                <a:cxn ang="0">
                  <a:pos x="connsiteX9803" y="connsiteY9803"/>
                </a:cxn>
                <a:cxn ang="0">
                  <a:pos x="connsiteX9804" y="connsiteY9804"/>
                </a:cxn>
                <a:cxn ang="0">
                  <a:pos x="connsiteX9805" y="connsiteY9805"/>
                </a:cxn>
                <a:cxn ang="0">
                  <a:pos x="connsiteX9806" y="connsiteY9806"/>
                </a:cxn>
                <a:cxn ang="0">
                  <a:pos x="connsiteX9807" y="connsiteY9807"/>
                </a:cxn>
                <a:cxn ang="0">
                  <a:pos x="connsiteX9808" y="connsiteY9808"/>
                </a:cxn>
                <a:cxn ang="0">
                  <a:pos x="connsiteX9809" y="connsiteY9809"/>
                </a:cxn>
                <a:cxn ang="0">
                  <a:pos x="connsiteX9810" y="connsiteY9810"/>
                </a:cxn>
                <a:cxn ang="0">
                  <a:pos x="connsiteX9811" y="connsiteY9811"/>
                </a:cxn>
                <a:cxn ang="0">
                  <a:pos x="connsiteX9812" y="connsiteY9812"/>
                </a:cxn>
                <a:cxn ang="0">
                  <a:pos x="connsiteX9813" y="connsiteY9813"/>
                </a:cxn>
                <a:cxn ang="0">
                  <a:pos x="connsiteX9814" y="connsiteY9814"/>
                </a:cxn>
                <a:cxn ang="0">
                  <a:pos x="connsiteX9815" y="connsiteY9815"/>
                </a:cxn>
                <a:cxn ang="0">
                  <a:pos x="connsiteX9816" y="connsiteY9816"/>
                </a:cxn>
                <a:cxn ang="0">
                  <a:pos x="connsiteX9817" y="connsiteY9817"/>
                </a:cxn>
                <a:cxn ang="0">
                  <a:pos x="connsiteX9818" y="connsiteY9818"/>
                </a:cxn>
                <a:cxn ang="0">
                  <a:pos x="connsiteX9819" y="connsiteY9819"/>
                </a:cxn>
                <a:cxn ang="0">
                  <a:pos x="connsiteX9820" y="connsiteY9820"/>
                </a:cxn>
                <a:cxn ang="0">
                  <a:pos x="connsiteX9821" y="connsiteY9821"/>
                </a:cxn>
                <a:cxn ang="0">
                  <a:pos x="connsiteX9822" y="connsiteY9822"/>
                </a:cxn>
                <a:cxn ang="0">
                  <a:pos x="connsiteX9823" y="connsiteY9823"/>
                </a:cxn>
                <a:cxn ang="0">
                  <a:pos x="connsiteX9824" y="connsiteY9824"/>
                </a:cxn>
                <a:cxn ang="0">
                  <a:pos x="connsiteX9825" y="connsiteY9825"/>
                </a:cxn>
                <a:cxn ang="0">
                  <a:pos x="connsiteX9826" y="connsiteY9826"/>
                </a:cxn>
                <a:cxn ang="0">
                  <a:pos x="connsiteX9827" y="connsiteY9827"/>
                </a:cxn>
                <a:cxn ang="0">
                  <a:pos x="connsiteX9828" y="connsiteY9828"/>
                </a:cxn>
                <a:cxn ang="0">
                  <a:pos x="connsiteX9829" y="connsiteY9829"/>
                </a:cxn>
                <a:cxn ang="0">
                  <a:pos x="connsiteX9830" y="connsiteY9830"/>
                </a:cxn>
                <a:cxn ang="0">
                  <a:pos x="connsiteX9831" y="connsiteY9831"/>
                </a:cxn>
                <a:cxn ang="0">
                  <a:pos x="connsiteX9832" y="connsiteY9832"/>
                </a:cxn>
                <a:cxn ang="0">
                  <a:pos x="connsiteX9833" y="connsiteY9833"/>
                </a:cxn>
                <a:cxn ang="0">
                  <a:pos x="connsiteX9834" y="connsiteY9834"/>
                </a:cxn>
                <a:cxn ang="0">
                  <a:pos x="connsiteX9835" y="connsiteY9835"/>
                </a:cxn>
                <a:cxn ang="0">
                  <a:pos x="connsiteX9836" y="connsiteY9836"/>
                </a:cxn>
                <a:cxn ang="0">
                  <a:pos x="connsiteX9837" y="connsiteY9837"/>
                </a:cxn>
                <a:cxn ang="0">
                  <a:pos x="connsiteX9838" y="connsiteY9838"/>
                </a:cxn>
                <a:cxn ang="0">
                  <a:pos x="connsiteX9839" y="connsiteY9839"/>
                </a:cxn>
                <a:cxn ang="0">
                  <a:pos x="connsiteX9840" y="connsiteY9840"/>
                </a:cxn>
                <a:cxn ang="0">
                  <a:pos x="connsiteX9841" y="connsiteY9841"/>
                </a:cxn>
                <a:cxn ang="0">
                  <a:pos x="connsiteX9842" y="connsiteY9842"/>
                </a:cxn>
                <a:cxn ang="0">
                  <a:pos x="connsiteX9843" y="connsiteY9843"/>
                </a:cxn>
                <a:cxn ang="0">
                  <a:pos x="connsiteX9844" y="connsiteY9844"/>
                </a:cxn>
                <a:cxn ang="0">
                  <a:pos x="connsiteX9845" y="connsiteY9845"/>
                </a:cxn>
                <a:cxn ang="0">
                  <a:pos x="connsiteX9846" y="connsiteY9846"/>
                </a:cxn>
                <a:cxn ang="0">
                  <a:pos x="connsiteX9847" y="connsiteY9847"/>
                </a:cxn>
                <a:cxn ang="0">
                  <a:pos x="connsiteX9848" y="connsiteY9848"/>
                </a:cxn>
                <a:cxn ang="0">
                  <a:pos x="connsiteX9849" y="connsiteY9849"/>
                </a:cxn>
                <a:cxn ang="0">
                  <a:pos x="connsiteX9850" y="connsiteY9850"/>
                </a:cxn>
                <a:cxn ang="0">
                  <a:pos x="connsiteX9851" y="connsiteY9851"/>
                </a:cxn>
                <a:cxn ang="0">
                  <a:pos x="connsiteX9852" y="connsiteY9852"/>
                </a:cxn>
                <a:cxn ang="0">
                  <a:pos x="connsiteX9853" y="connsiteY9853"/>
                </a:cxn>
                <a:cxn ang="0">
                  <a:pos x="connsiteX9854" y="connsiteY9854"/>
                </a:cxn>
                <a:cxn ang="0">
                  <a:pos x="connsiteX9855" y="connsiteY9855"/>
                </a:cxn>
                <a:cxn ang="0">
                  <a:pos x="connsiteX9856" y="connsiteY9856"/>
                </a:cxn>
                <a:cxn ang="0">
                  <a:pos x="connsiteX9857" y="connsiteY9857"/>
                </a:cxn>
                <a:cxn ang="0">
                  <a:pos x="connsiteX9858" y="connsiteY9858"/>
                </a:cxn>
                <a:cxn ang="0">
                  <a:pos x="connsiteX9859" y="connsiteY9859"/>
                </a:cxn>
                <a:cxn ang="0">
                  <a:pos x="connsiteX9860" y="connsiteY9860"/>
                </a:cxn>
                <a:cxn ang="0">
                  <a:pos x="connsiteX9861" y="connsiteY9861"/>
                </a:cxn>
                <a:cxn ang="0">
                  <a:pos x="connsiteX9862" y="connsiteY9862"/>
                </a:cxn>
                <a:cxn ang="0">
                  <a:pos x="connsiteX9863" y="connsiteY9863"/>
                </a:cxn>
                <a:cxn ang="0">
                  <a:pos x="connsiteX9864" y="connsiteY9864"/>
                </a:cxn>
                <a:cxn ang="0">
                  <a:pos x="connsiteX9865" y="connsiteY9865"/>
                </a:cxn>
                <a:cxn ang="0">
                  <a:pos x="connsiteX9866" y="connsiteY9866"/>
                </a:cxn>
                <a:cxn ang="0">
                  <a:pos x="connsiteX9867" y="connsiteY9867"/>
                </a:cxn>
                <a:cxn ang="0">
                  <a:pos x="connsiteX9868" y="connsiteY9868"/>
                </a:cxn>
                <a:cxn ang="0">
                  <a:pos x="connsiteX9869" y="connsiteY9869"/>
                </a:cxn>
                <a:cxn ang="0">
                  <a:pos x="connsiteX9870" y="connsiteY9870"/>
                </a:cxn>
                <a:cxn ang="0">
                  <a:pos x="connsiteX9871" y="connsiteY9871"/>
                </a:cxn>
                <a:cxn ang="0">
                  <a:pos x="connsiteX9872" y="connsiteY9872"/>
                </a:cxn>
                <a:cxn ang="0">
                  <a:pos x="connsiteX9873" y="connsiteY9873"/>
                </a:cxn>
                <a:cxn ang="0">
                  <a:pos x="connsiteX9874" y="connsiteY9874"/>
                </a:cxn>
                <a:cxn ang="0">
                  <a:pos x="connsiteX9875" y="connsiteY9875"/>
                </a:cxn>
                <a:cxn ang="0">
                  <a:pos x="connsiteX9876" y="connsiteY9876"/>
                </a:cxn>
                <a:cxn ang="0">
                  <a:pos x="connsiteX9877" y="connsiteY9877"/>
                </a:cxn>
                <a:cxn ang="0">
                  <a:pos x="connsiteX9878" y="connsiteY9878"/>
                </a:cxn>
                <a:cxn ang="0">
                  <a:pos x="connsiteX9879" y="connsiteY9879"/>
                </a:cxn>
                <a:cxn ang="0">
                  <a:pos x="connsiteX9880" y="connsiteY9880"/>
                </a:cxn>
                <a:cxn ang="0">
                  <a:pos x="connsiteX9881" y="connsiteY9881"/>
                </a:cxn>
                <a:cxn ang="0">
                  <a:pos x="connsiteX9882" y="connsiteY9882"/>
                </a:cxn>
                <a:cxn ang="0">
                  <a:pos x="connsiteX9883" y="connsiteY9883"/>
                </a:cxn>
                <a:cxn ang="0">
                  <a:pos x="connsiteX9884" y="connsiteY9884"/>
                </a:cxn>
                <a:cxn ang="0">
                  <a:pos x="connsiteX9885" y="connsiteY9885"/>
                </a:cxn>
                <a:cxn ang="0">
                  <a:pos x="connsiteX9886" y="connsiteY9886"/>
                </a:cxn>
                <a:cxn ang="0">
                  <a:pos x="connsiteX9887" y="connsiteY9887"/>
                </a:cxn>
                <a:cxn ang="0">
                  <a:pos x="connsiteX9888" y="connsiteY9888"/>
                </a:cxn>
                <a:cxn ang="0">
                  <a:pos x="connsiteX9889" y="connsiteY9889"/>
                </a:cxn>
                <a:cxn ang="0">
                  <a:pos x="connsiteX9890" y="connsiteY9890"/>
                </a:cxn>
                <a:cxn ang="0">
                  <a:pos x="connsiteX9891" y="connsiteY9891"/>
                </a:cxn>
                <a:cxn ang="0">
                  <a:pos x="connsiteX9892" y="connsiteY9892"/>
                </a:cxn>
                <a:cxn ang="0">
                  <a:pos x="connsiteX9893" y="connsiteY9893"/>
                </a:cxn>
                <a:cxn ang="0">
                  <a:pos x="connsiteX9894" y="connsiteY9894"/>
                </a:cxn>
                <a:cxn ang="0">
                  <a:pos x="connsiteX9895" y="connsiteY9895"/>
                </a:cxn>
                <a:cxn ang="0">
                  <a:pos x="connsiteX9896" y="connsiteY9896"/>
                </a:cxn>
                <a:cxn ang="0">
                  <a:pos x="connsiteX9897" y="connsiteY9897"/>
                </a:cxn>
                <a:cxn ang="0">
                  <a:pos x="connsiteX9898" y="connsiteY9898"/>
                </a:cxn>
                <a:cxn ang="0">
                  <a:pos x="connsiteX9899" y="connsiteY9899"/>
                </a:cxn>
                <a:cxn ang="0">
                  <a:pos x="connsiteX9900" y="connsiteY9900"/>
                </a:cxn>
                <a:cxn ang="0">
                  <a:pos x="connsiteX9901" y="connsiteY9901"/>
                </a:cxn>
                <a:cxn ang="0">
                  <a:pos x="connsiteX9902" y="connsiteY9902"/>
                </a:cxn>
                <a:cxn ang="0">
                  <a:pos x="connsiteX9903" y="connsiteY9903"/>
                </a:cxn>
                <a:cxn ang="0">
                  <a:pos x="connsiteX9904" y="connsiteY9904"/>
                </a:cxn>
                <a:cxn ang="0">
                  <a:pos x="connsiteX9905" y="connsiteY9905"/>
                </a:cxn>
                <a:cxn ang="0">
                  <a:pos x="connsiteX9906" y="connsiteY9906"/>
                </a:cxn>
                <a:cxn ang="0">
                  <a:pos x="connsiteX9907" y="connsiteY9907"/>
                </a:cxn>
                <a:cxn ang="0">
                  <a:pos x="connsiteX9908" y="connsiteY9908"/>
                </a:cxn>
                <a:cxn ang="0">
                  <a:pos x="connsiteX9909" y="connsiteY9909"/>
                </a:cxn>
                <a:cxn ang="0">
                  <a:pos x="connsiteX9910" y="connsiteY9910"/>
                </a:cxn>
                <a:cxn ang="0">
                  <a:pos x="connsiteX9911" y="connsiteY9911"/>
                </a:cxn>
                <a:cxn ang="0">
                  <a:pos x="connsiteX9912" y="connsiteY9912"/>
                </a:cxn>
                <a:cxn ang="0">
                  <a:pos x="connsiteX9913" y="connsiteY9913"/>
                </a:cxn>
                <a:cxn ang="0">
                  <a:pos x="connsiteX9914" y="connsiteY9914"/>
                </a:cxn>
                <a:cxn ang="0">
                  <a:pos x="connsiteX9915" y="connsiteY9915"/>
                </a:cxn>
                <a:cxn ang="0">
                  <a:pos x="connsiteX9916" y="connsiteY9916"/>
                </a:cxn>
                <a:cxn ang="0">
                  <a:pos x="connsiteX9917" y="connsiteY9917"/>
                </a:cxn>
                <a:cxn ang="0">
                  <a:pos x="connsiteX9918" y="connsiteY9918"/>
                </a:cxn>
                <a:cxn ang="0">
                  <a:pos x="connsiteX9919" y="connsiteY9919"/>
                </a:cxn>
                <a:cxn ang="0">
                  <a:pos x="connsiteX9920" y="connsiteY9920"/>
                </a:cxn>
                <a:cxn ang="0">
                  <a:pos x="connsiteX9921" y="connsiteY9921"/>
                </a:cxn>
                <a:cxn ang="0">
                  <a:pos x="connsiteX9922" y="connsiteY9922"/>
                </a:cxn>
                <a:cxn ang="0">
                  <a:pos x="connsiteX9923" y="connsiteY9923"/>
                </a:cxn>
                <a:cxn ang="0">
                  <a:pos x="connsiteX9924" y="connsiteY9924"/>
                </a:cxn>
                <a:cxn ang="0">
                  <a:pos x="connsiteX9925" y="connsiteY9925"/>
                </a:cxn>
                <a:cxn ang="0">
                  <a:pos x="connsiteX9926" y="connsiteY9926"/>
                </a:cxn>
                <a:cxn ang="0">
                  <a:pos x="connsiteX9927" y="connsiteY9927"/>
                </a:cxn>
                <a:cxn ang="0">
                  <a:pos x="connsiteX9928" y="connsiteY9928"/>
                </a:cxn>
                <a:cxn ang="0">
                  <a:pos x="connsiteX9929" y="connsiteY9929"/>
                </a:cxn>
                <a:cxn ang="0">
                  <a:pos x="connsiteX9930" y="connsiteY9930"/>
                </a:cxn>
                <a:cxn ang="0">
                  <a:pos x="connsiteX9931" y="connsiteY9931"/>
                </a:cxn>
                <a:cxn ang="0">
                  <a:pos x="connsiteX9932" y="connsiteY9932"/>
                </a:cxn>
                <a:cxn ang="0">
                  <a:pos x="connsiteX9933" y="connsiteY9933"/>
                </a:cxn>
                <a:cxn ang="0">
                  <a:pos x="connsiteX9934" y="connsiteY9934"/>
                </a:cxn>
                <a:cxn ang="0">
                  <a:pos x="connsiteX9935" y="connsiteY9935"/>
                </a:cxn>
                <a:cxn ang="0">
                  <a:pos x="connsiteX9936" y="connsiteY9936"/>
                </a:cxn>
                <a:cxn ang="0">
                  <a:pos x="connsiteX9937" y="connsiteY9937"/>
                </a:cxn>
                <a:cxn ang="0">
                  <a:pos x="connsiteX9938" y="connsiteY9938"/>
                </a:cxn>
                <a:cxn ang="0">
                  <a:pos x="connsiteX9939" y="connsiteY9939"/>
                </a:cxn>
                <a:cxn ang="0">
                  <a:pos x="connsiteX9940" y="connsiteY9940"/>
                </a:cxn>
                <a:cxn ang="0">
                  <a:pos x="connsiteX9941" y="connsiteY9941"/>
                </a:cxn>
                <a:cxn ang="0">
                  <a:pos x="connsiteX9942" y="connsiteY9942"/>
                </a:cxn>
                <a:cxn ang="0">
                  <a:pos x="connsiteX9943" y="connsiteY9943"/>
                </a:cxn>
                <a:cxn ang="0">
                  <a:pos x="connsiteX9944" y="connsiteY9944"/>
                </a:cxn>
                <a:cxn ang="0">
                  <a:pos x="connsiteX9945" y="connsiteY9945"/>
                </a:cxn>
                <a:cxn ang="0">
                  <a:pos x="connsiteX9946" y="connsiteY9946"/>
                </a:cxn>
                <a:cxn ang="0">
                  <a:pos x="connsiteX9947" y="connsiteY9947"/>
                </a:cxn>
                <a:cxn ang="0">
                  <a:pos x="connsiteX9948" y="connsiteY9948"/>
                </a:cxn>
                <a:cxn ang="0">
                  <a:pos x="connsiteX9949" y="connsiteY9949"/>
                </a:cxn>
                <a:cxn ang="0">
                  <a:pos x="connsiteX9950" y="connsiteY9950"/>
                </a:cxn>
                <a:cxn ang="0">
                  <a:pos x="connsiteX9951" y="connsiteY9951"/>
                </a:cxn>
                <a:cxn ang="0">
                  <a:pos x="connsiteX9952" y="connsiteY9952"/>
                </a:cxn>
                <a:cxn ang="0">
                  <a:pos x="connsiteX9953" y="connsiteY9953"/>
                </a:cxn>
                <a:cxn ang="0">
                  <a:pos x="connsiteX9954" y="connsiteY9954"/>
                </a:cxn>
                <a:cxn ang="0">
                  <a:pos x="connsiteX9955" y="connsiteY9955"/>
                </a:cxn>
                <a:cxn ang="0">
                  <a:pos x="connsiteX9956" y="connsiteY9956"/>
                </a:cxn>
                <a:cxn ang="0">
                  <a:pos x="connsiteX9957" y="connsiteY9957"/>
                </a:cxn>
                <a:cxn ang="0">
                  <a:pos x="connsiteX9958" y="connsiteY9958"/>
                </a:cxn>
                <a:cxn ang="0">
                  <a:pos x="connsiteX9959" y="connsiteY9959"/>
                </a:cxn>
                <a:cxn ang="0">
                  <a:pos x="connsiteX9960" y="connsiteY9960"/>
                </a:cxn>
                <a:cxn ang="0">
                  <a:pos x="connsiteX9961" y="connsiteY9961"/>
                </a:cxn>
                <a:cxn ang="0">
                  <a:pos x="connsiteX9962" y="connsiteY9962"/>
                </a:cxn>
                <a:cxn ang="0">
                  <a:pos x="connsiteX9963" y="connsiteY9963"/>
                </a:cxn>
                <a:cxn ang="0">
                  <a:pos x="connsiteX9964" y="connsiteY9964"/>
                </a:cxn>
                <a:cxn ang="0">
                  <a:pos x="connsiteX9965" y="connsiteY9965"/>
                </a:cxn>
                <a:cxn ang="0">
                  <a:pos x="connsiteX9966" y="connsiteY9966"/>
                </a:cxn>
                <a:cxn ang="0">
                  <a:pos x="connsiteX9967" y="connsiteY9967"/>
                </a:cxn>
                <a:cxn ang="0">
                  <a:pos x="connsiteX9968" y="connsiteY9968"/>
                </a:cxn>
                <a:cxn ang="0">
                  <a:pos x="connsiteX9969" y="connsiteY9969"/>
                </a:cxn>
                <a:cxn ang="0">
                  <a:pos x="connsiteX9970" y="connsiteY9970"/>
                </a:cxn>
                <a:cxn ang="0">
                  <a:pos x="connsiteX9971" y="connsiteY9971"/>
                </a:cxn>
                <a:cxn ang="0">
                  <a:pos x="connsiteX9972" y="connsiteY9972"/>
                </a:cxn>
                <a:cxn ang="0">
                  <a:pos x="connsiteX9973" y="connsiteY9973"/>
                </a:cxn>
                <a:cxn ang="0">
                  <a:pos x="connsiteX9974" y="connsiteY9974"/>
                </a:cxn>
                <a:cxn ang="0">
                  <a:pos x="connsiteX9975" y="connsiteY9975"/>
                </a:cxn>
                <a:cxn ang="0">
                  <a:pos x="connsiteX9976" y="connsiteY9976"/>
                </a:cxn>
                <a:cxn ang="0">
                  <a:pos x="connsiteX9977" y="connsiteY9977"/>
                </a:cxn>
                <a:cxn ang="0">
                  <a:pos x="connsiteX9978" y="connsiteY9978"/>
                </a:cxn>
                <a:cxn ang="0">
                  <a:pos x="connsiteX9979" y="connsiteY9979"/>
                </a:cxn>
                <a:cxn ang="0">
                  <a:pos x="connsiteX9980" y="connsiteY9980"/>
                </a:cxn>
                <a:cxn ang="0">
                  <a:pos x="connsiteX9981" y="connsiteY9981"/>
                </a:cxn>
                <a:cxn ang="0">
                  <a:pos x="connsiteX9982" y="connsiteY9982"/>
                </a:cxn>
                <a:cxn ang="0">
                  <a:pos x="connsiteX9983" y="connsiteY9983"/>
                </a:cxn>
                <a:cxn ang="0">
                  <a:pos x="connsiteX9984" y="connsiteY9984"/>
                </a:cxn>
                <a:cxn ang="0">
                  <a:pos x="connsiteX9985" y="connsiteY9985"/>
                </a:cxn>
                <a:cxn ang="0">
                  <a:pos x="connsiteX9986" y="connsiteY9986"/>
                </a:cxn>
                <a:cxn ang="0">
                  <a:pos x="connsiteX9987" y="connsiteY9987"/>
                </a:cxn>
                <a:cxn ang="0">
                  <a:pos x="connsiteX9988" y="connsiteY9988"/>
                </a:cxn>
                <a:cxn ang="0">
                  <a:pos x="connsiteX9989" y="connsiteY9989"/>
                </a:cxn>
                <a:cxn ang="0">
                  <a:pos x="connsiteX9990" y="connsiteY9990"/>
                </a:cxn>
                <a:cxn ang="0">
                  <a:pos x="connsiteX9991" y="connsiteY9991"/>
                </a:cxn>
                <a:cxn ang="0">
                  <a:pos x="connsiteX9992" y="connsiteY9992"/>
                </a:cxn>
                <a:cxn ang="0">
                  <a:pos x="connsiteX9993" y="connsiteY9993"/>
                </a:cxn>
                <a:cxn ang="0">
                  <a:pos x="connsiteX9994" y="connsiteY9994"/>
                </a:cxn>
                <a:cxn ang="0">
                  <a:pos x="connsiteX9995" y="connsiteY9995"/>
                </a:cxn>
                <a:cxn ang="0">
                  <a:pos x="connsiteX9996" y="connsiteY9996"/>
                </a:cxn>
                <a:cxn ang="0">
                  <a:pos x="connsiteX9997" y="connsiteY9997"/>
                </a:cxn>
                <a:cxn ang="0">
                  <a:pos x="connsiteX9998" y="connsiteY9998"/>
                </a:cxn>
                <a:cxn ang="0">
                  <a:pos x="connsiteX9999" y="connsiteY9999"/>
                </a:cxn>
                <a:cxn ang="0">
                  <a:pos x="connsiteX10000" y="connsiteY10000"/>
                </a:cxn>
                <a:cxn ang="0">
                  <a:pos x="connsiteX10001" y="connsiteY10001"/>
                </a:cxn>
                <a:cxn ang="0">
                  <a:pos x="connsiteX10002" y="connsiteY10002"/>
                </a:cxn>
                <a:cxn ang="0">
                  <a:pos x="connsiteX10003" y="connsiteY10003"/>
                </a:cxn>
                <a:cxn ang="0">
                  <a:pos x="connsiteX10004" y="connsiteY10004"/>
                </a:cxn>
                <a:cxn ang="0">
                  <a:pos x="connsiteX10005" y="connsiteY10005"/>
                </a:cxn>
                <a:cxn ang="0">
                  <a:pos x="connsiteX10006" y="connsiteY10006"/>
                </a:cxn>
                <a:cxn ang="0">
                  <a:pos x="connsiteX10007" y="connsiteY10007"/>
                </a:cxn>
                <a:cxn ang="0">
                  <a:pos x="connsiteX10008" y="connsiteY10008"/>
                </a:cxn>
                <a:cxn ang="0">
                  <a:pos x="connsiteX10009" y="connsiteY10009"/>
                </a:cxn>
                <a:cxn ang="0">
                  <a:pos x="connsiteX10010" y="connsiteY10010"/>
                </a:cxn>
                <a:cxn ang="0">
                  <a:pos x="connsiteX10011" y="connsiteY10011"/>
                </a:cxn>
                <a:cxn ang="0">
                  <a:pos x="connsiteX10012" y="connsiteY10012"/>
                </a:cxn>
                <a:cxn ang="0">
                  <a:pos x="connsiteX10013" y="connsiteY10013"/>
                </a:cxn>
                <a:cxn ang="0">
                  <a:pos x="connsiteX10014" y="connsiteY10014"/>
                </a:cxn>
                <a:cxn ang="0">
                  <a:pos x="connsiteX10015" y="connsiteY10015"/>
                </a:cxn>
                <a:cxn ang="0">
                  <a:pos x="connsiteX10016" y="connsiteY10016"/>
                </a:cxn>
                <a:cxn ang="0">
                  <a:pos x="connsiteX10017" y="connsiteY10017"/>
                </a:cxn>
                <a:cxn ang="0">
                  <a:pos x="connsiteX10018" y="connsiteY10018"/>
                </a:cxn>
                <a:cxn ang="0">
                  <a:pos x="connsiteX10019" y="connsiteY10019"/>
                </a:cxn>
                <a:cxn ang="0">
                  <a:pos x="connsiteX10020" y="connsiteY10020"/>
                </a:cxn>
                <a:cxn ang="0">
                  <a:pos x="connsiteX10021" y="connsiteY10021"/>
                </a:cxn>
                <a:cxn ang="0">
                  <a:pos x="connsiteX10022" y="connsiteY10022"/>
                </a:cxn>
                <a:cxn ang="0">
                  <a:pos x="connsiteX10023" y="connsiteY10023"/>
                </a:cxn>
                <a:cxn ang="0">
                  <a:pos x="connsiteX10024" y="connsiteY10024"/>
                </a:cxn>
                <a:cxn ang="0">
                  <a:pos x="connsiteX10025" y="connsiteY10025"/>
                </a:cxn>
                <a:cxn ang="0">
                  <a:pos x="connsiteX10026" y="connsiteY10026"/>
                </a:cxn>
                <a:cxn ang="0">
                  <a:pos x="connsiteX10027" y="connsiteY10027"/>
                </a:cxn>
                <a:cxn ang="0">
                  <a:pos x="connsiteX10028" y="connsiteY10028"/>
                </a:cxn>
                <a:cxn ang="0">
                  <a:pos x="connsiteX10029" y="connsiteY10029"/>
                </a:cxn>
                <a:cxn ang="0">
                  <a:pos x="connsiteX10030" y="connsiteY10030"/>
                </a:cxn>
                <a:cxn ang="0">
                  <a:pos x="connsiteX10031" y="connsiteY10031"/>
                </a:cxn>
                <a:cxn ang="0">
                  <a:pos x="connsiteX10032" y="connsiteY10032"/>
                </a:cxn>
                <a:cxn ang="0">
                  <a:pos x="connsiteX10033" y="connsiteY10033"/>
                </a:cxn>
                <a:cxn ang="0">
                  <a:pos x="connsiteX10034" y="connsiteY10034"/>
                </a:cxn>
                <a:cxn ang="0">
                  <a:pos x="connsiteX10035" y="connsiteY10035"/>
                </a:cxn>
                <a:cxn ang="0">
                  <a:pos x="connsiteX10036" y="connsiteY10036"/>
                </a:cxn>
                <a:cxn ang="0">
                  <a:pos x="connsiteX10037" y="connsiteY10037"/>
                </a:cxn>
                <a:cxn ang="0">
                  <a:pos x="connsiteX10038" y="connsiteY10038"/>
                </a:cxn>
                <a:cxn ang="0">
                  <a:pos x="connsiteX10039" y="connsiteY10039"/>
                </a:cxn>
                <a:cxn ang="0">
                  <a:pos x="connsiteX10040" y="connsiteY10040"/>
                </a:cxn>
                <a:cxn ang="0">
                  <a:pos x="connsiteX10041" y="connsiteY10041"/>
                </a:cxn>
                <a:cxn ang="0">
                  <a:pos x="connsiteX10042" y="connsiteY10042"/>
                </a:cxn>
                <a:cxn ang="0">
                  <a:pos x="connsiteX10043" y="connsiteY10043"/>
                </a:cxn>
                <a:cxn ang="0">
                  <a:pos x="connsiteX10044" y="connsiteY10044"/>
                </a:cxn>
                <a:cxn ang="0">
                  <a:pos x="connsiteX10045" y="connsiteY10045"/>
                </a:cxn>
                <a:cxn ang="0">
                  <a:pos x="connsiteX10046" y="connsiteY10046"/>
                </a:cxn>
                <a:cxn ang="0">
                  <a:pos x="connsiteX10047" y="connsiteY10047"/>
                </a:cxn>
                <a:cxn ang="0">
                  <a:pos x="connsiteX10048" y="connsiteY10048"/>
                </a:cxn>
                <a:cxn ang="0">
                  <a:pos x="connsiteX10049" y="connsiteY10049"/>
                </a:cxn>
                <a:cxn ang="0">
                  <a:pos x="connsiteX10050" y="connsiteY10050"/>
                </a:cxn>
                <a:cxn ang="0">
                  <a:pos x="connsiteX10051" y="connsiteY10051"/>
                </a:cxn>
                <a:cxn ang="0">
                  <a:pos x="connsiteX10052" y="connsiteY10052"/>
                </a:cxn>
                <a:cxn ang="0">
                  <a:pos x="connsiteX10053" y="connsiteY10053"/>
                </a:cxn>
                <a:cxn ang="0">
                  <a:pos x="connsiteX10054" y="connsiteY10054"/>
                </a:cxn>
                <a:cxn ang="0">
                  <a:pos x="connsiteX10055" y="connsiteY10055"/>
                </a:cxn>
                <a:cxn ang="0">
                  <a:pos x="connsiteX10056" y="connsiteY10056"/>
                </a:cxn>
                <a:cxn ang="0">
                  <a:pos x="connsiteX10057" y="connsiteY10057"/>
                </a:cxn>
                <a:cxn ang="0">
                  <a:pos x="connsiteX10058" y="connsiteY10058"/>
                </a:cxn>
                <a:cxn ang="0">
                  <a:pos x="connsiteX10059" y="connsiteY10059"/>
                </a:cxn>
                <a:cxn ang="0">
                  <a:pos x="connsiteX10060" y="connsiteY10060"/>
                </a:cxn>
                <a:cxn ang="0">
                  <a:pos x="connsiteX10061" y="connsiteY10061"/>
                </a:cxn>
                <a:cxn ang="0">
                  <a:pos x="connsiteX10062" y="connsiteY10062"/>
                </a:cxn>
                <a:cxn ang="0">
                  <a:pos x="connsiteX10063" y="connsiteY10063"/>
                </a:cxn>
                <a:cxn ang="0">
                  <a:pos x="connsiteX10064" y="connsiteY10064"/>
                </a:cxn>
                <a:cxn ang="0">
                  <a:pos x="connsiteX10065" y="connsiteY10065"/>
                </a:cxn>
                <a:cxn ang="0">
                  <a:pos x="connsiteX10066" y="connsiteY10066"/>
                </a:cxn>
                <a:cxn ang="0">
                  <a:pos x="connsiteX10067" y="connsiteY10067"/>
                </a:cxn>
                <a:cxn ang="0">
                  <a:pos x="connsiteX10068" y="connsiteY10068"/>
                </a:cxn>
                <a:cxn ang="0">
                  <a:pos x="connsiteX10069" y="connsiteY10069"/>
                </a:cxn>
                <a:cxn ang="0">
                  <a:pos x="connsiteX10070" y="connsiteY10070"/>
                </a:cxn>
                <a:cxn ang="0">
                  <a:pos x="connsiteX10071" y="connsiteY10071"/>
                </a:cxn>
                <a:cxn ang="0">
                  <a:pos x="connsiteX10072" y="connsiteY10072"/>
                </a:cxn>
                <a:cxn ang="0">
                  <a:pos x="connsiteX10073" y="connsiteY10073"/>
                </a:cxn>
                <a:cxn ang="0">
                  <a:pos x="connsiteX10074" y="connsiteY10074"/>
                </a:cxn>
                <a:cxn ang="0">
                  <a:pos x="connsiteX10075" y="connsiteY10075"/>
                </a:cxn>
                <a:cxn ang="0">
                  <a:pos x="connsiteX10076" y="connsiteY10076"/>
                </a:cxn>
                <a:cxn ang="0">
                  <a:pos x="connsiteX10077" y="connsiteY10077"/>
                </a:cxn>
                <a:cxn ang="0">
                  <a:pos x="connsiteX10078" y="connsiteY10078"/>
                </a:cxn>
                <a:cxn ang="0">
                  <a:pos x="connsiteX10079" y="connsiteY10079"/>
                </a:cxn>
                <a:cxn ang="0">
                  <a:pos x="connsiteX10080" y="connsiteY10080"/>
                </a:cxn>
                <a:cxn ang="0">
                  <a:pos x="connsiteX10081" y="connsiteY10081"/>
                </a:cxn>
                <a:cxn ang="0">
                  <a:pos x="connsiteX10082" y="connsiteY10082"/>
                </a:cxn>
                <a:cxn ang="0">
                  <a:pos x="connsiteX10083" y="connsiteY10083"/>
                </a:cxn>
                <a:cxn ang="0">
                  <a:pos x="connsiteX10084" y="connsiteY10084"/>
                </a:cxn>
                <a:cxn ang="0">
                  <a:pos x="connsiteX10085" y="connsiteY10085"/>
                </a:cxn>
                <a:cxn ang="0">
                  <a:pos x="connsiteX10086" y="connsiteY10086"/>
                </a:cxn>
                <a:cxn ang="0">
                  <a:pos x="connsiteX10087" y="connsiteY10087"/>
                </a:cxn>
                <a:cxn ang="0">
                  <a:pos x="connsiteX10088" y="connsiteY10088"/>
                </a:cxn>
                <a:cxn ang="0">
                  <a:pos x="connsiteX10089" y="connsiteY10089"/>
                </a:cxn>
                <a:cxn ang="0">
                  <a:pos x="connsiteX10090" y="connsiteY10090"/>
                </a:cxn>
                <a:cxn ang="0">
                  <a:pos x="connsiteX10091" y="connsiteY10091"/>
                </a:cxn>
                <a:cxn ang="0">
                  <a:pos x="connsiteX10092" y="connsiteY10092"/>
                </a:cxn>
                <a:cxn ang="0">
                  <a:pos x="connsiteX10093" y="connsiteY10093"/>
                </a:cxn>
                <a:cxn ang="0">
                  <a:pos x="connsiteX10094" y="connsiteY10094"/>
                </a:cxn>
                <a:cxn ang="0">
                  <a:pos x="connsiteX10095" y="connsiteY10095"/>
                </a:cxn>
                <a:cxn ang="0">
                  <a:pos x="connsiteX10096" y="connsiteY10096"/>
                </a:cxn>
                <a:cxn ang="0">
                  <a:pos x="connsiteX10097" y="connsiteY10097"/>
                </a:cxn>
                <a:cxn ang="0">
                  <a:pos x="connsiteX10098" y="connsiteY10098"/>
                </a:cxn>
                <a:cxn ang="0">
                  <a:pos x="connsiteX10099" y="connsiteY10099"/>
                </a:cxn>
                <a:cxn ang="0">
                  <a:pos x="connsiteX10100" y="connsiteY10100"/>
                </a:cxn>
                <a:cxn ang="0">
                  <a:pos x="connsiteX10101" y="connsiteY10101"/>
                </a:cxn>
                <a:cxn ang="0">
                  <a:pos x="connsiteX10102" y="connsiteY10102"/>
                </a:cxn>
                <a:cxn ang="0">
                  <a:pos x="connsiteX10103" y="connsiteY10103"/>
                </a:cxn>
                <a:cxn ang="0">
                  <a:pos x="connsiteX10104" y="connsiteY10104"/>
                </a:cxn>
                <a:cxn ang="0">
                  <a:pos x="connsiteX10105" y="connsiteY10105"/>
                </a:cxn>
                <a:cxn ang="0">
                  <a:pos x="connsiteX10106" y="connsiteY10106"/>
                </a:cxn>
                <a:cxn ang="0">
                  <a:pos x="connsiteX10107" y="connsiteY10107"/>
                </a:cxn>
                <a:cxn ang="0">
                  <a:pos x="connsiteX10108" y="connsiteY10108"/>
                </a:cxn>
                <a:cxn ang="0">
                  <a:pos x="connsiteX10109" y="connsiteY10109"/>
                </a:cxn>
                <a:cxn ang="0">
                  <a:pos x="connsiteX10110" y="connsiteY10110"/>
                </a:cxn>
                <a:cxn ang="0">
                  <a:pos x="connsiteX10111" y="connsiteY10111"/>
                </a:cxn>
                <a:cxn ang="0">
                  <a:pos x="connsiteX10112" y="connsiteY10112"/>
                </a:cxn>
                <a:cxn ang="0">
                  <a:pos x="connsiteX10113" y="connsiteY10113"/>
                </a:cxn>
                <a:cxn ang="0">
                  <a:pos x="connsiteX10114" y="connsiteY10114"/>
                </a:cxn>
                <a:cxn ang="0">
                  <a:pos x="connsiteX10115" y="connsiteY10115"/>
                </a:cxn>
                <a:cxn ang="0">
                  <a:pos x="connsiteX10116" y="connsiteY10116"/>
                </a:cxn>
                <a:cxn ang="0">
                  <a:pos x="connsiteX10117" y="connsiteY10117"/>
                </a:cxn>
                <a:cxn ang="0">
                  <a:pos x="connsiteX10118" y="connsiteY10118"/>
                </a:cxn>
                <a:cxn ang="0">
                  <a:pos x="connsiteX10119" y="connsiteY10119"/>
                </a:cxn>
                <a:cxn ang="0">
                  <a:pos x="connsiteX10120" y="connsiteY10120"/>
                </a:cxn>
                <a:cxn ang="0">
                  <a:pos x="connsiteX10121" y="connsiteY10121"/>
                </a:cxn>
                <a:cxn ang="0">
                  <a:pos x="connsiteX10122" y="connsiteY10122"/>
                </a:cxn>
                <a:cxn ang="0">
                  <a:pos x="connsiteX10123" y="connsiteY10123"/>
                </a:cxn>
                <a:cxn ang="0">
                  <a:pos x="connsiteX10124" y="connsiteY10124"/>
                </a:cxn>
                <a:cxn ang="0">
                  <a:pos x="connsiteX10125" y="connsiteY10125"/>
                </a:cxn>
                <a:cxn ang="0">
                  <a:pos x="connsiteX10126" y="connsiteY10126"/>
                </a:cxn>
                <a:cxn ang="0">
                  <a:pos x="connsiteX10127" y="connsiteY10127"/>
                </a:cxn>
                <a:cxn ang="0">
                  <a:pos x="connsiteX10128" y="connsiteY10128"/>
                </a:cxn>
                <a:cxn ang="0">
                  <a:pos x="connsiteX10129" y="connsiteY10129"/>
                </a:cxn>
                <a:cxn ang="0">
                  <a:pos x="connsiteX10130" y="connsiteY10130"/>
                </a:cxn>
                <a:cxn ang="0">
                  <a:pos x="connsiteX10131" y="connsiteY10131"/>
                </a:cxn>
                <a:cxn ang="0">
                  <a:pos x="connsiteX10132" y="connsiteY10132"/>
                </a:cxn>
                <a:cxn ang="0">
                  <a:pos x="connsiteX10133" y="connsiteY10133"/>
                </a:cxn>
                <a:cxn ang="0">
                  <a:pos x="connsiteX10134" y="connsiteY10134"/>
                </a:cxn>
                <a:cxn ang="0">
                  <a:pos x="connsiteX10135" y="connsiteY10135"/>
                </a:cxn>
                <a:cxn ang="0">
                  <a:pos x="connsiteX10136" y="connsiteY10136"/>
                </a:cxn>
                <a:cxn ang="0">
                  <a:pos x="connsiteX10137" y="connsiteY10137"/>
                </a:cxn>
                <a:cxn ang="0">
                  <a:pos x="connsiteX10138" y="connsiteY10138"/>
                </a:cxn>
                <a:cxn ang="0">
                  <a:pos x="connsiteX10139" y="connsiteY10139"/>
                </a:cxn>
                <a:cxn ang="0">
                  <a:pos x="connsiteX10140" y="connsiteY10140"/>
                </a:cxn>
                <a:cxn ang="0">
                  <a:pos x="connsiteX10141" y="connsiteY10141"/>
                </a:cxn>
                <a:cxn ang="0">
                  <a:pos x="connsiteX10142" y="connsiteY10142"/>
                </a:cxn>
                <a:cxn ang="0">
                  <a:pos x="connsiteX10143" y="connsiteY10143"/>
                </a:cxn>
                <a:cxn ang="0">
                  <a:pos x="connsiteX10144" y="connsiteY10144"/>
                </a:cxn>
                <a:cxn ang="0">
                  <a:pos x="connsiteX10145" y="connsiteY10145"/>
                </a:cxn>
                <a:cxn ang="0">
                  <a:pos x="connsiteX10146" y="connsiteY10146"/>
                </a:cxn>
                <a:cxn ang="0">
                  <a:pos x="connsiteX10147" y="connsiteY10147"/>
                </a:cxn>
                <a:cxn ang="0">
                  <a:pos x="connsiteX10148" y="connsiteY10148"/>
                </a:cxn>
                <a:cxn ang="0">
                  <a:pos x="connsiteX10149" y="connsiteY10149"/>
                </a:cxn>
                <a:cxn ang="0">
                  <a:pos x="connsiteX10150" y="connsiteY10150"/>
                </a:cxn>
                <a:cxn ang="0">
                  <a:pos x="connsiteX10151" y="connsiteY10151"/>
                </a:cxn>
                <a:cxn ang="0">
                  <a:pos x="connsiteX10152" y="connsiteY10152"/>
                </a:cxn>
                <a:cxn ang="0">
                  <a:pos x="connsiteX10153" y="connsiteY10153"/>
                </a:cxn>
                <a:cxn ang="0">
                  <a:pos x="connsiteX10154" y="connsiteY10154"/>
                </a:cxn>
                <a:cxn ang="0">
                  <a:pos x="connsiteX10155" y="connsiteY10155"/>
                </a:cxn>
                <a:cxn ang="0">
                  <a:pos x="connsiteX10156" y="connsiteY10156"/>
                </a:cxn>
                <a:cxn ang="0">
                  <a:pos x="connsiteX10157" y="connsiteY10157"/>
                </a:cxn>
                <a:cxn ang="0">
                  <a:pos x="connsiteX10158" y="connsiteY10158"/>
                </a:cxn>
                <a:cxn ang="0">
                  <a:pos x="connsiteX10159" y="connsiteY10159"/>
                </a:cxn>
                <a:cxn ang="0">
                  <a:pos x="connsiteX10160" y="connsiteY10160"/>
                </a:cxn>
                <a:cxn ang="0">
                  <a:pos x="connsiteX10161" y="connsiteY10161"/>
                </a:cxn>
                <a:cxn ang="0">
                  <a:pos x="connsiteX10162" y="connsiteY10162"/>
                </a:cxn>
                <a:cxn ang="0">
                  <a:pos x="connsiteX10163" y="connsiteY10163"/>
                </a:cxn>
                <a:cxn ang="0">
                  <a:pos x="connsiteX10164" y="connsiteY10164"/>
                </a:cxn>
                <a:cxn ang="0">
                  <a:pos x="connsiteX10165" y="connsiteY10165"/>
                </a:cxn>
                <a:cxn ang="0">
                  <a:pos x="connsiteX10166" y="connsiteY10166"/>
                </a:cxn>
                <a:cxn ang="0">
                  <a:pos x="connsiteX10167" y="connsiteY10167"/>
                </a:cxn>
                <a:cxn ang="0">
                  <a:pos x="connsiteX10168" y="connsiteY10168"/>
                </a:cxn>
                <a:cxn ang="0">
                  <a:pos x="connsiteX10169" y="connsiteY10169"/>
                </a:cxn>
                <a:cxn ang="0">
                  <a:pos x="connsiteX10170" y="connsiteY10170"/>
                </a:cxn>
                <a:cxn ang="0">
                  <a:pos x="connsiteX10171" y="connsiteY10171"/>
                </a:cxn>
                <a:cxn ang="0">
                  <a:pos x="connsiteX10172" y="connsiteY10172"/>
                </a:cxn>
                <a:cxn ang="0">
                  <a:pos x="connsiteX10173" y="connsiteY10173"/>
                </a:cxn>
                <a:cxn ang="0">
                  <a:pos x="connsiteX10174" y="connsiteY10174"/>
                </a:cxn>
                <a:cxn ang="0">
                  <a:pos x="connsiteX10175" y="connsiteY10175"/>
                </a:cxn>
                <a:cxn ang="0">
                  <a:pos x="connsiteX10176" y="connsiteY10176"/>
                </a:cxn>
                <a:cxn ang="0">
                  <a:pos x="connsiteX10177" y="connsiteY10177"/>
                </a:cxn>
                <a:cxn ang="0">
                  <a:pos x="connsiteX10178" y="connsiteY10178"/>
                </a:cxn>
                <a:cxn ang="0">
                  <a:pos x="connsiteX10179" y="connsiteY10179"/>
                </a:cxn>
                <a:cxn ang="0">
                  <a:pos x="connsiteX10180" y="connsiteY10180"/>
                </a:cxn>
                <a:cxn ang="0">
                  <a:pos x="connsiteX10181" y="connsiteY10181"/>
                </a:cxn>
                <a:cxn ang="0">
                  <a:pos x="connsiteX10182" y="connsiteY10182"/>
                </a:cxn>
                <a:cxn ang="0">
                  <a:pos x="connsiteX10183" y="connsiteY10183"/>
                </a:cxn>
                <a:cxn ang="0">
                  <a:pos x="connsiteX10184" y="connsiteY10184"/>
                </a:cxn>
                <a:cxn ang="0">
                  <a:pos x="connsiteX10185" y="connsiteY10185"/>
                </a:cxn>
                <a:cxn ang="0">
                  <a:pos x="connsiteX10186" y="connsiteY10186"/>
                </a:cxn>
                <a:cxn ang="0">
                  <a:pos x="connsiteX10187" y="connsiteY10187"/>
                </a:cxn>
                <a:cxn ang="0">
                  <a:pos x="connsiteX10188" y="connsiteY10188"/>
                </a:cxn>
                <a:cxn ang="0">
                  <a:pos x="connsiteX10189" y="connsiteY10189"/>
                </a:cxn>
                <a:cxn ang="0">
                  <a:pos x="connsiteX10190" y="connsiteY10190"/>
                </a:cxn>
                <a:cxn ang="0">
                  <a:pos x="connsiteX10191" y="connsiteY10191"/>
                </a:cxn>
                <a:cxn ang="0">
                  <a:pos x="connsiteX10192" y="connsiteY10192"/>
                </a:cxn>
                <a:cxn ang="0">
                  <a:pos x="connsiteX10193" y="connsiteY10193"/>
                </a:cxn>
                <a:cxn ang="0">
                  <a:pos x="connsiteX10194" y="connsiteY10194"/>
                </a:cxn>
                <a:cxn ang="0">
                  <a:pos x="connsiteX10195" y="connsiteY10195"/>
                </a:cxn>
                <a:cxn ang="0">
                  <a:pos x="connsiteX10196" y="connsiteY10196"/>
                </a:cxn>
                <a:cxn ang="0">
                  <a:pos x="connsiteX10197" y="connsiteY10197"/>
                </a:cxn>
                <a:cxn ang="0">
                  <a:pos x="connsiteX10198" y="connsiteY10198"/>
                </a:cxn>
                <a:cxn ang="0">
                  <a:pos x="connsiteX10199" y="connsiteY10199"/>
                </a:cxn>
                <a:cxn ang="0">
                  <a:pos x="connsiteX10200" y="connsiteY10200"/>
                </a:cxn>
                <a:cxn ang="0">
                  <a:pos x="connsiteX10201" y="connsiteY10201"/>
                </a:cxn>
                <a:cxn ang="0">
                  <a:pos x="connsiteX10202" y="connsiteY10202"/>
                </a:cxn>
                <a:cxn ang="0">
                  <a:pos x="connsiteX10203" y="connsiteY10203"/>
                </a:cxn>
                <a:cxn ang="0">
                  <a:pos x="connsiteX10204" y="connsiteY10204"/>
                </a:cxn>
                <a:cxn ang="0">
                  <a:pos x="connsiteX10205" y="connsiteY10205"/>
                </a:cxn>
                <a:cxn ang="0">
                  <a:pos x="connsiteX10206" y="connsiteY10206"/>
                </a:cxn>
                <a:cxn ang="0">
                  <a:pos x="connsiteX10207" y="connsiteY10207"/>
                </a:cxn>
                <a:cxn ang="0">
                  <a:pos x="connsiteX10208" y="connsiteY10208"/>
                </a:cxn>
                <a:cxn ang="0">
                  <a:pos x="connsiteX10209" y="connsiteY10209"/>
                </a:cxn>
                <a:cxn ang="0">
                  <a:pos x="connsiteX10210" y="connsiteY10210"/>
                </a:cxn>
                <a:cxn ang="0">
                  <a:pos x="connsiteX10211" y="connsiteY10211"/>
                </a:cxn>
                <a:cxn ang="0">
                  <a:pos x="connsiteX10212" y="connsiteY10212"/>
                </a:cxn>
                <a:cxn ang="0">
                  <a:pos x="connsiteX10213" y="connsiteY10213"/>
                </a:cxn>
                <a:cxn ang="0">
                  <a:pos x="connsiteX10214" y="connsiteY10214"/>
                </a:cxn>
                <a:cxn ang="0">
                  <a:pos x="connsiteX10215" y="connsiteY10215"/>
                </a:cxn>
                <a:cxn ang="0">
                  <a:pos x="connsiteX10216" y="connsiteY10216"/>
                </a:cxn>
                <a:cxn ang="0">
                  <a:pos x="connsiteX10217" y="connsiteY10217"/>
                </a:cxn>
                <a:cxn ang="0">
                  <a:pos x="connsiteX10218" y="connsiteY10218"/>
                </a:cxn>
                <a:cxn ang="0">
                  <a:pos x="connsiteX10219" y="connsiteY10219"/>
                </a:cxn>
                <a:cxn ang="0">
                  <a:pos x="connsiteX10220" y="connsiteY10220"/>
                </a:cxn>
                <a:cxn ang="0">
                  <a:pos x="connsiteX10221" y="connsiteY10221"/>
                </a:cxn>
                <a:cxn ang="0">
                  <a:pos x="connsiteX10222" y="connsiteY10222"/>
                </a:cxn>
                <a:cxn ang="0">
                  <a:pos x="connsiteX10223" y="connsiteY10223"/>
                </a:cxn>
                <a:cxn ang="0">
                  <a:pos x="connsiteX10224" y="connsiteY10224"/>
                </a:cxn>
                <a:cxn ang="0">
                  <a:pos x="connsiteX10225" y="connsiteY10225"/>
                </a:cxn>
                <a:cxn ang="0">
                  <a:pos x="connsiteX10226" y="connsiteY10226"/>
                </a:cxn>
                <a:cxn ang="0">
                  <a:pos x="connsiteX10227" y="connsiteY10227"/>
                </a:cxn>
                <a:cxn ang="0">
                  <a:pos x="connsiteX10228" y="connsiteY10228"/>
                </a:cxn>
                <a:cxn ang="0">
                  <a:pos x="connsiteX10229" y="connsiteY10229"/>
                </a:cxn>
                <a:cxn ang="0">
                  <a:pos x="connsiteX10230" y="connsiteY10230"/>
                </a:cxn>
                <a:cxn ang="0">
                  <a:pos x="connsiteX10231" y="connsiteY10231"/>
                </a:cxn>
                <a:cxn ang="0">
                  <a:pos x="connsiteX10232" y="connsiteY10232"/>
                </a:cxn>
                <a:cxn ang="0">
                  <a:pos x="connsiteX10233" y="connsiteY10233"/>
                </a:cxn>
                <a:cxn ang="0">
                  <a:pos x="connsiteX10234" y="connsiteY10234"/>
                </a:cxn>
                <a:cxn ang="0">
                  <a:pos x="connsiteX10235" y="connsiteY10235"/>
                </a:cxn>
                <a:cxn ang="0">
                  <a:pos x="connsiteX10236" y="connsiteY10236"/>
                </a:cxn>
                <a:cxn ang="0">
                  <a:pos x="connsiteX10237" y="connsiteY10237"/>
                </a:cxn>
                <a:cxn ang="0">
                  <a:pos x="connsiteX10238" y="connsiteY10238"/>
                </a:cxn>
                <a:cxn ang="0">
                  <a:pos x="connsiteX10239" y="connsiteY10239"/>
                </a:cxn>
                <a:cxn ang="0">
                  <a:pos x="connsiteX10240" y="connsiteY10240"/>
                </a:cxn>
                <a:cxn ang="0">
                  <a:pos x="connsiteX10241" y="connsiteY10241"/>
                </a:cxn>
                <a:cxn ang="0">
                  <a:pos x="connsiteX10242" y="connsiteY10242"/>
                </a:cxn>
                <a:cxn ang="0">
                  <a:pos x="connsiteX10243" y="connsiteY10243"/>
                </a:cxn>
                <a:cxn ang="0">
                  <a:pos x="connsiteX10244" y="connsiteY10244"/>
                </a:cxn>
                <a:cxn ang="0">
                  <a:pos x="connsiteX10245" y="connsiteY10245"/>
                </a:cxn>
                <a:cxn ang="0">
                  <a:pos x="connsiteX10246" y="connsiteY10246"/>
                </a:cxn>
                <a:cxn ang="0">
                  <a:pos x="connsiteX10247" y="connsiteY10247"/>
                </a:cxn>
                <a:cxn ang="0">
                  <a:pos x="connsiteX10248" y="connsiteY10248"/>
                </a:cxn>
                <a:cxn ang="0">
                  <a:pos x="connsiteX10249" y="connsiteY10249"/>
                </a:cxn>
                <a:cxn ang="0">
                  <a:pos x="connsiteX10250" y="connsiteY10250"/>
                </a:cxn>
                <a:cxn ang="0">
                  <a:pos x="connsiteX10251" y="connsiteY10251"/>
                </a:cxn>
                <a:cxn ang="0">
                  <a:pos x="connsiteX10252" y="connsiteY10252"/>
                </a:cxn>
                <a:cxn ang="0">
                  <a:pos x="connsiteX10253" y="connsiteY10253"/>
                </a:cxn>
                <a:cxn ang="0">
                  <a:pos x="connsiteX10254" y="connsiteY10254"/>
                </a:cxn>
                <a:cxn ang="0">
                  <a:pos x="connsiteX10255" y="connsiteY10255"/>
                </a:cxn>
                <a:cxn ang="0">
                  <a:pos x="connsiteX10256" y="connsiteY10256"/>
                </a:cxn>
                <a:cxn ang="0">
                  <a:pos x="connsiteX10257" y="connsiteY10257"/>
                </a:cxn>
                <a:cxn ang="0">
                  <a:pos x="connsiteX10258" y="connsiteY10258"/>
                </a:cxn>
                <a:cxn ang="0">
                  <a:pos x="connsiteX10259" y="connsiteY10259"/>
                </a:cxn>
                <a:cxn ang="0">
                  <a:pos x="connsiteX10260" y="connsiteY10260"/>
                </a:cxn>
                <a:cxn ang="0">
                  <a:pos x="connsiteX10261" y="connsiteY10261"/>
                </a:cxn>
                <a:cxn ang="0">
                  <a:pos x="connsiteX10262" y="connsiteY10262"/>
                </a:cxn>
                <a:cxn ang="0">
                  <a:pos x="connsiteX10263" y="connsiteY10263"/>
                </a:cxn>
                <a:cxn ang="0">
                  <a:pos x="connsiteX10264" y="connsiteY10264"/>
                </a:cxn>
                <a:cxn ang="0">
                  <a:pos x="connsiteX10265" y="connsiteY10265"/>
                </a:cxn>
                <a:cxn ang="0">
                  <a:pos x="connsiteX10266" y="connsiteY10266"/>
                </a:cxn>
                <a:cxn ang="0">
                  <a:pos x="connsiteX10267" y="connsiteY10267"/>
                </a:cxn>
                <a:cxn ang="0">
                  <a:pos x="connsiteX10268" y="connsiteY10268"/>
                </a:cxn>
                <a:cxn ang="0">
                  <a:pos x="connsiteX10269" y="connsiteY10269"/>
                </a:cxn>
                <a:cxn ang="0">
                  <a:pos x="connsiteX10270" y="connsiteY10270"/>
                </a:cxn>
                <a:cxn ang="0">
                  <a:pos x="connsiteX10271" y="connsiteY10271"/>
                </a:cxn>
                <a:cxn ang="0">
                  <a:pos x="connsiteX10272" y="connsiteY10272"/>
                </a:cxn>
                <a:cxn ang="0">
                  <a:pos x="connsiteX10273" y="connsiteY10273"/>
                </a:cxn>
                <a:cxn ang="0">
                  <a:pos x="connsiteX10274" y="connsiteY10274"/>
                </a:cxn>
                <a:cxn ang="0">
                  <a:pos x="connsiteX10275" y="connsiteY10275"/>
                </a:cxn>
                <a:cxn ang="0">
                  <a:pos x="connsiteX10276" y="connsiteY10276"/>
                </a:cxn>
                <a:cxn ang="0">
                  <a:pos x="connsiteX10277" y="connsiteY10277"/>
                </a:cxn>
                <a:cxn ang="0">
                  <a:pos x="connsiteX10278" y="connsiteY10278"/>
                </a:cxn>
                <a:cxn ang="0">
                  <a:pos x="connsiteX10279" y="connsiteY10279"/>
                </a:cxn>
                <a:cxn ang="0">
                  <a:pos x="connsiteX10280" y="connsiteY10280"/>
                </a:cxn>
                <a:cxn ang="0">
                  <a:pos x="connsiteX10281" y="connsiteY10281"/>
                </a:cxn>
                <a:cxn ang="0">
                  <a:pos x="connsiteX10282" y="connsiteY10282"/>
                </a:cxn>
                <a:cxn ang="0">
                  <a:pos x="connsiteX10283" y="connsiteY10283"/>
                </a:cxn>
                <a:cxn ang="0">
                  <a:pos x="connsiteX10284" y="connsiteY10284"/>
                </a:cxn>
                <a:cxn ang="0">
                  <a:pos x="connsiteX10285" y="connsiteY10285"/>
                </a:cxn>
                <a:cxn ang="0">
                  <a:pos x="connsiteX10286" y="connsiteY10286"/>
                </a:cxn>
                <a:cxn ang="0">
                  <a:pos x="connsiteX10287" y="connsiteY10287"/>
                </a:cxn>
                <a:cxn ang="0">
                  <a:pos x="connsiteX10288" y="connsiteY10288"/>
                </a:cxn>
                <a:cxn ang="0">
                  <a:pos x="connsiteX10289" y="connsiteY10289"/>
                </a:cxn>
                <a:cxn ang="0">
                  <a:pos x="connsiteX10290" y="connsiteY10290"/>
                </a:cxn>
                <a:cxn ang="0">
                  <a:pos x="connsiteX10291" y="connsiteY10291"/>
                </a:cxn>
                <a:cxn ang="0">
                  <a:pos x="connsiteX10292" y="connsiteY10292"/>
                </a:cxn>
                <a:cxn ang="0">
                  <a:pos x="connsiteX10293" y="connsiteY10293"/>
                </a:cxn>
                <a:cxn ang="0">
                  <a:pos x="connsiteX10294" y="connsiteY10294"/>
                </a:cxn>
                <a:cxn ang="0">
                  <a:pos x="connsiteX10295" y="connsiteY10295"/>
                </a:cxn>
                <a:cxn ang="0">
                  <a:pos x="connsiteX10296" y="connsiteY10296"/>
                </a:cxn>
                <a:cxn ang="0">
                  <a:pos x="connsiteX10297" y="connsiteY10297"/>
                </a:cxn>
                <a:cxn ang="0">
                  <a:pos x="connsiteX10298" y="connsiteY10298"/>
                </a:cxn>
                <a:cxn ang="0">
                  <a:pos x="connsiteX10299" y="connsiteY10299"/>
                </a:cxn>
                <a:cxn ang="0">
                  <a:pos x="connsiteX10300" y="connsiteY10300"/>
                </a:cxn>
                <a:cxn ang="0">
                  <a:pos x="connsiteX10301" y="connsiteY10301"/>
                </a:cxn>
                <a:cxn ang="0">
                  <a:pos x="connsiteX10302" y="connsiteY10302"/>
                </a:cxn>
                <a:cxn ang="0">
                  <a:pos x="connsiteX10303" y="connsiteY10303"/>
                </a:cxn>
                <a:cxn ang="0">
                  <a:pos x="connsiteX10304" y="connsiteY10304"/>
                </a:cxn>
                <a:cxn ang="0">
                  <a:pos x="connsiteX10305" y="connsiteY10305"/>
                </a:cxn>
                <a:cxn ang="0">
                  <a:pos x="connsiteX10306" y="connsiteY10306"/>
                </a:cxn>
                <a:cxn ang="0">
                  <a:pos x="connsiteX10307" y="connsiteY10307"/>
                </a:cxn>
                <a:cxn ang="0">
                  <a:pos x="connsiteX10308" y="connsiteY10308"/>
                </a:cxn>
                <a:cxn ang="0">
                  <a:pos x="connsiteX10309" y="connsiteY10309"/>
                </a:cxn>
                <a:cxn ang="0">
                  <a:pos x="connsiteX10310" y="connsiteY10310"/>
                </a:cxn>
                <a:cxn ang="0">
                  <a:pos x="connsiteX10311" y="connsiteY10311"/>
                </a:cxn>
                <a:cxn ang="0">
                  <a:pos x="connsiteX10312" y="connsiteY10312"/>
                </a:cxn>
                <a:cxn ang="0">
                  <a:pos x="connsiteX10313" y="connsiteY10313"/>
                </a:cxn>
                <a:cxn ang="0">
                  <a:pos x="connsiteX10314" y="connsiteY10314"/>
                </a:cxn>
                <a:cxn ang="0">
                  <a:pos x="connsiteX10315" y="connsiteY10315"/>
                </a:cxn>
                <a:cxn ang="0">
                  <a:pos x="connsiteX10316" y="connsiteY10316"/>
                </a:cxn>
                <a:cxn ang="0">
                  <a:pos x="connsiteX10317" y="connsiteY10317"/>
                </a:cxn>
                <a:cxn ang="0">
                  <a:pos x="connsiteX10318" y="connsiteY10318"/>
                </a:cxn>
                <a:cxn ang="0">
                  <a:pos x="connsiteX10319" y="connsiteY10319"/>
                </a:cxn>
                <a:cxn ang="0">
                  <a:pos x="connsiteX10320" y="connsiteY10320"/>
                </a:cxn>
                <a:cxn ang="0">
                  <a:pos x="connsiteX10321" y="connsiteY10321"/>
                </a:cxn>
                <a:cxn ang="0">
                  <a:pos x="connsiteX10322" y="connsiteY10322"/>
                </a:cxn>
                <a:cxn ang="0">
                  <a:pos x="connsiteX10323" y="connsiteY10323"/>
                </a:cxn>
                <a:cxn ang="0">
                  <a:pos x="connsiteX10324" y="connsiteY10324"/>
                </a:cxn>
                <a:cxn ang="0">
                  <a:pos x="connsiteX10325" y="connsiteY10325"/>
                </a:cxn>
                <a:cxn ang="0">
                  <a:pos x="connsiteX10326" y="connsiteY10326"/>
                </a:cxn>
                <a:cxn ang="0">
                  <a:pos x="connsiteX10327" y="connsiteY10327"/>
                </a:cxn>
                <a:cxn ang="0">
                  <a:pos x="connsiteX10328" y="connsiteY10328"/>
                </a:cxn>
                <a:cxn ang="0">
                  <a:pos x="connsiteX10329" y="connsiteY10329"/>
                </a:cxn>
                <a:cxn ang="0">
                  <a:pos x="connsiteX10330" y="connsiteY10330"/>
                </a:cxn>
                <a:cxn ang="0">
                  <a:pos x="connsiteX10331" y="connsiteY10331"/>
                </a:cxn>
                <a:cxn ang="0">
                  <a:pos x="connsiteX10332" y="connsiteY10332"/>
                </a:cxn>
                <a:cxn ang="0">
                  <a:pos x="connsiteX10333" y="connsiteY10333"/>
                </a:cxn>
                <a:cxn ang="0">
                  <a:pos x="connsiteX10334" y="connsiteY10334"/>
                </a:cxn>
                <a:cxn ang="0">
                  <a:pos x="connsiteX10335" y="connsiteY10335"/>
                </a:cxn>
                <a:cxn ang="0">
                  <a:pos x="connsiteX10336" y="connsiteY10336"/>
                </a:cxn>
                <a:cxn ang="0">
                  <a:pos x="connsiteX10337" y="connsiteY10337"/>
                </a:cxn>
                <a:cxn ang="0">
                  <a:pos x="connsiteX10338" y="connsiteY10338"/>
                </a:cxn>
                <a:cxn ang="0">
                  <a:pos x="connsiteX10339" y="connsiteY10339"/>
                </a:cxn>
                <a:cxn ang="0">
                  <a:pos x="connsiteX10340" y="connsiteY10340"/>
                </a:cxn>
                <a:cxn ang="0">
                  <a:pos x="connsiteX10341" y="connsiteY10341"/>
                </a:cxn>
                <a:cxn ang="0">
                  <a:pos x="connsiteX10342" y="connsiteY10342"/>
                </a:cxn>
                <a:cxn ang="0">
                  <a:pos x="connsiteX10343" y="connsiteY10343"/>
                </a:cxn>
                <a:cxn ang="0">
                  <a:pos x="connsiteX10344" y="connsiteY10344"/>
                </a:cxn>
                <a:cxn ang="0">
                  <a:pos x="connsiteX10345" y="connsiteY10345"/>
                </a:cxn>
                <a:cxn ang="0">
                  <a:pos x="connsiteX10346" y="connsiteY10346"/>
                </a:cxn>
                <a:cxn ang="0">
                  <a:pos x="connsiteX10347" y="connsiteY10347"/>
                </a:cxn>
                <a:cxn ang="0">
                  <a:pos x="connsiteX10348" y="connsiteY10348"/>
                </a:cxn>
                <a:cxn ang="0">
                  <a:pos x="connsiteX10349" y="connsiteY10349"/>
                </a:cxn>
                <a:cxn ang="0">
                  <a:pos x="connsiteX10350" y="connsiteY10350"/>
                </a:cxn>
                <a:cxn ang="0">
                  <a:pos x="connsiteX10351" y="connsiteY10351"/>
                </a:cxn>
                <a:cxn ang="0">
                  <a:pos x="connsiteX10352" y="connsiteY10352"/>
                </a:cxn>
                <a:cxn ang="0">
                  <a:pos x="connsiteX10353" y="connsiteY10353"/>
                </a:cxn>
                <a:cxn ang="0">
                  <a:pos x="connsiteX10354" y="connsiteY10354"/>
                </a:cxn>
                <a:cxn ang="0">
                  <a:pos x="connsiteX10355" y="connsiteY10355"/>
                </a:cxn>
                <a:cxn ang="0">
                  <a:pos x="connsiteX10356" y="connsiteY10356"/>
                </a:cxn>
                <a:cxn ang="0">
                  <a:pos x="connsiteX10357" y="connsiteY10357"/>
                </a:cxn>
                <a:cxn ang="0">
                  <a:pos x="connsiteX10358" y="connsiteY10358"/>
                </a:cxn>
                <a:cxn ang="0">
                  <a:pos x="connsiteX10359" y="connsiteY10359"/>
                </a:cxn>
                <a:cxn ang="0">
                  <a:pos x="connsiteX10360" y="connsiteY10360"/>
                </a:cxn>
                <a:cxn ang="0">
                  <a:pos x="connsiteX10361" y="connsiteY10361"/>
                </a:cxn>
                <a:cxn ang="0">
                  <a:pos x="connsiteX10362" y="connsiteY10362"/>
                </a:cxn>
                <a:cxn ang="0">
                  <a:pos x="connsiteX10363" y="connsiteY10363"/>
                </a:cxn>
                <a:cxn ang="0">
                  <a:pos x="connsiteX10364" y="connsiteY10364"/>
                </a:cxn>
                <a:cxn ang="0">
                  <a:pos x="connsiteX10365" y="connsiteY10365"/>
                </a:cxn>
                <a:cxn ang="0">
                  <a:pos x="connsiteX10366" y="connsiteY10366"/>
                </a:cxn>
                <a:cxn ang="0">
                  <a:pos x="connsiteX10367" y="connsiteY10367"/>
                </a:cxn>
                <a:cxn ang="0">
                  <a:pos x="connsiteX10368" y="connsiteY10368"/>
                </a:cxn>
                <a:cxn ang="0">
                  <a:pos x="connsiteX10369" y="connsiteY10369"/>
                </a:cxn>
                <a:cxn ang="0">
                  <a:pos x="connsiteX10370" y="connsiteY10370"/>
                </a:cxn>
                <a:cxn ang="0">
                  <a:pos x="connsiteX10371" y="connsiteY10371"/>
                </a:cxn>
                <a:cxn ang="0">
                  <a:pos x="connsiteX10372" y="connsiteY10372"/>
                </a:cxn>
                <a:cxn ang="0">
                  <a:pos x="connsiteX10373" y="connsiteY10373"/>
                </a:cxn>
                <a:cxn ang="0">
                  <a:pos x="connsiteX10374" y="connsiteY10374"/>
                </a:cxn>
                <a:cxn ang="0">
                  <a:pos x="connsiteX10375" y="connsiteY10375"/>
                </a:cxn>
                <a:cxn ang="0">
                  <a:pos x="connsiteX10376" y="connsiteY10376"/>
                </a:cxn>
                <a:cxn ang="0">
                  <a:pos x="connsiteX10377" y="connsiteY10377"/>
                </a:cxn>
                <a:cxn ang="0">
                  <a:pos x="connsiteX10378" y="connsiteY10378"/>
                </a:cxn>
                <a:cxn ang="0">
                  <a:pos x="connsiteX10379" y="connsiteY10379"/>
                </a:cxn>
                <a:cxn ang="0">
                  <a:pos x="connsiteX10380" y="connsiteY10380"/>
                </a:cxn>
                <a:cxn ang="0">
                  <a:pos x="connsiteX10381" y="connsiteY10381"/>
                </a:cxn>
                <a:cxn ang="0">
                  <a:pos x="connsiteX10382" y="connsiteY10382"/>
                </a:cxn>
                <a:cxn ang="0">
                  <a:pos x="connsiteX10383" y="connsiteY10383"/>
                </a:cxn>
                <a:cxn ang="0">
                  <a:pos x="connsiteX10384" y="connsiteY10384"/>
                </a:cxn>
                <a:cxn ang="0">
                  <a:pos x="connsiteX10385" y="connsiteY10385"/>
                </a:cxn>
                <a:cxn ang="0">
                  <a:pos x="connsiteX10386" y="connsiteY10386"/>
                </a:cxn>
                <a:cxn ang="0">
                  <a:pos x="connsiteX10387" y="connsiteY10387"/>
                </a:cxn>
                <a:cxn ang="0">
                  <a:pos x="connsiteX10388" y="connsiteY10388"/>
                </a:cxn>
                <a:cxn ang="0">
                  <a:pos x="connsiteX10389" y="connsiteY10389"/>
                </a:cxn>
                <a:cxn ang="0">
                  <a:pos x="connsiteX10390" y="connsiteY10390"/>
                </a:cxn>
                <a:cxn ang="0">
                  <a:pos x="connsiteX10391" y="connsiteY10391"/>
                </a:cxn>
                <a:cxn ang="0">
                  <a:pos x="connsiteX10392" y="connsiteY10392"/>
                </a:cxn>
                <a:cxn ang="0">
                  <a:pos x="connsiteX10393" y="connsiteY10393"/>
                </a:cxn>
                <a:cxn ang="0">
                  <a:pos x="connsiteX10394" y="connsiteY10394"/>
                </a:cxn>
                <a:cxn ang="0">
                  <a:pos x="connsiteX10395" y="connsiteY10395"/>
                </a:cxn>
                <a:cxn ang="0">
                  <a:pos x="connsiteX10396" y="connsiteY10396"/>
                </a:cxn>
                <a:cxn ang="0">
                  <a:pos x="connsiteX10397" y="connsiteY10397"/>
                </a:cxn>
                <a:cxn ang="0">
                  <a:pos x="connsiteX10398" y="connsiteY10398"/>
                </a:cxn>
                <a:cxn ang="0">
                  <a:pos x="connsiteX10399" y="connsiteY10399"/>
                </a:cxn>
                <a:cxn ang="0">
                  <a:pos x="connsiteX10400" y="connsiteY10400"/>
                </a:cxn>
                <a:cxn ang="0">
                  <a:pos x="connsiteX10401" y="connsiteY10401"/>
                </a:cxn>
                <a:cxn ang="0">
                  <a:pos x="connsiteX10402" y="connsiteY10402"/>
                </a:cxn>
                <a:cxn ang="0">
                  <a:pos x="connsiteX10403" y="connsiteY10403"/>
                </a:cxn>
                <a:cxn ang="0">
                  <a:pos x="connsiteX10404" y="connsiteY10404"/>
                </a:cxn>
                <a:cxn ang="0">
                  <a:pos x="connsiteX10405" y="connsiteY10405"/>
                </a:cxn>
                <a:cxn ang="0">
                  <a:pos x="connsiteX10406" y="connsiteY10406"/>
                </a:cxn>
                <a:cxn ang="0">
                  <a:pos x="connsiteX10407" y="connsiteY10407"/>
                </a:cxn>
                <a:cxn ang="0">
                  <a:pos x="connsiteX10408" y="connsiteY10408"/>
                </a:cxn>
                <a:cxn ang="0">
                  <a:pos x="connsiteX10409" y="connsiteY10409"/>
                </a:cxn>
                <a:cxn ang="0">
                  <a:pos x="connsiteX10410" y="connsiteY10410"/>
                </a:cxn>
                <a:cxn ang="0">
                  <a:pos x="connsiteX10411" y="connsiteY10411"/>
                </a:cxn>
                <a:cxn ang="0">
                  <a:pos x="connsiteX10412" y="connsiteY10412"/>
                </a:cxn>
                <a:cxn ang="0">
                  <a:pos x="connsiteX10413" y="connsiteY10413"/>
                </a:cxn>
                <a:cxn ang="0">
                  <a:pos x="connsiteX10414" y="connsiteY10414"/>
                </a:cxn>
                <a:cxn ang="0">
                  <a:pos x="connsiteX10415" y="connsiteY10415"/>
                </a:cxn>
                <a:cxn ang="0">
                  <a:pos x="connsiteX10416" y="connsiteY10416"/>
                </a:cxn>
                <a:cxn ang="0">
                  <a:pos x="connsiteX10417" y="connsiteY10417"/>
                </a:cxn>
                <a:cxn ang="0">
                  <a:pos x="connsiteX10418" y="connsiteY10418"/>
                </a:cxn>
                <a:cxn ang="0">
                  <a:pos x="connsiteX10419" y="connsiteY10419"/>
                </a:cxn>
                <a:cxn ang="0">
                  <a:pos x="connsiteX10420" y="connsiteY10420"/>
                </a:cxn>
                <a:cxn ang="0">
                  <a:pos x="connsiteX10421" y="connsiteY10421"/>
                </a:cxn>
                <a:cxn ang="0">
                  <a:pos x="connsiteX10422" y="connsiteY10422"/>
                </a:cxn>
                <a:cxn ang="0">
                  <a:pos x="connsiteX10423" y="connsiteY10423"/>
                </a:cxn>
                <a:cxn ang="0">
                  <a:pos x="connsiteX10424" y="connsiteY10424"/>
                </a:cxn>
                <a:cxn ang="0">
                  <a:pos x="connsiteX10425" y="connsiteY10425"/>
                </a:cxn>
                <a:cxn ang="0">
                  <a:pos x="connsiteX10426" y="connsiteY10426"/>
                </a:cxn>
                <a:cxn ang="0">
                  <a:pos x="connsiteX10427" y="connsiteY10427"/>
                </a:cxn>
                <a:cxn ang="0">
                  <a:pos x="connsiteX10428" y="connsiteY10428"/>
                </a:cxn>
                <a:cxn ang="0">
                  <a:pos x="connsiteX10429" y="connsiteY10429"/>
                </a:cxn>
                <a:cxn ang="0">
                  <a:pos x="connsiteX10430" y="connsiteY10430"/>
                </a:cxn>
                <a:cxn ang="0">
                  <a:pos x="connsiteX10431" y="connsiteY10431"/>
                </a:cxn>
                <a:cxn ang="0">
                  <a:pos x="connsiteX10432" y="connsiteY10432"/>
                </a:cxn>
                <a:cxn ang="0">
                  <a:pos x="connsiteX10433" y="connsiteY10433"/>
                </a:cxn>
                <a:cxn ang="0">
                  <a:pos x="connsiteX10434" y="connsiteY10434"/>
                </a:cxn>
                <a:cxn ang="0">
                  <a:pos x="connsiteX10435" y="connsiteY10435"/>
                </a:cxn>
                <a:cxn ang="0">
                  <a:pos x="connsiteX10436" y="connsiteY10436"/>
                </a:cxn>
                <a:cxn ang="0">
                  <a:pos x="connsiteX10437" y="connsiteY10437"/>
                </a:cxn>
                <a:cxn ang="0">
                  <a:pos x="connsiteX10438" y="connsiteY10438"/>
                </a:cxn>
                <a:cxn ang="0">
                  <a:pos x="connsiteX10439" y="connsiteY10439"/>
                </a:cxn>
                <a:cxn ang="0">
                  <a:pos x="connsiteX10440" y="connsiteY10440"/>
                </a:cxn>
                <a:cxn ang="0">
                  <a:pos x="connsiteX10441" y="connsiteY10441"/>
                </a:cxn>
                <a:cxn ang="0">
                  <a:pos x="connsiteX10442" y="connsiteY10442"/>
                </a:cxn>
                <a:cxn ang="0">
                  <a:pos x="connsiteX10443" y="connsiteY10443"/>
                </a:cxn>
                <a:cxn ang="0">
                  <a:pos x="connsiteX10444" y="connsiteY10444"/>
                </a:cxn>
                <a:cxn ang="0">
                  <a:pos x="connsiteX10445" y="connsiteY10445"/>
                </a:cxn>
                <a:cxn ang="0">
                  <a:pos x="connsiteX10446" y="connsiteY10446"/>
                </a:cxn>
                <a:cxn ang="0">
                  <a:pos x="connsiteX10447" y="connsiteY10447"/>
                </a:cxn>
                <a:cxn ang="0">
                  <a:pos x="connsiteX10448" y="connsiteY10448"/>
                </a:cxn>
                <a:cxn ang="0">
                  <a:pos x="connsiteX10449" y="connsiteY10449"/>
                </a:cxn>
                <a:cxn ang="0">
                  <a:pos x="connsiteX10450" y="connsiteY10450"/>
                </a:cxn>
                <a:cxn ang="0">
                  <a:pos x="connsiteX10451" y="connsiteY10451"/>
                </a:cxn>
                <a:cxn ang="0">
                  <a:pos x="connsiteX10452" y="connsiteY10452"/>
                </a:cxn>
                <a:cxn ang="0">
                  <a:pos x="connsiteX10453" y="connsiteY10453"/>
                </a:cxn>
                <a:cxn ang="0">
                  <a:pos x="connsiteX10454" y="connsiteY10454"/>
                </a:cxn>
                <a:cxn ang="0">
                  <a:pos x="connsiteX10455" y="connsiteY10455"/>
                </a:cxn>
                <a:cxn ang="0">
                  <a:pos x="connsiteX10456" y="connsiteY10456"/>
                </a:cxn>
                <a:cxn ang="0">
                  <a:pos x="connsiteX10457" y="connsiteY10457"/>
                </a:cxn>
                <a:cxn ang="0">
                  <a:pos x="connsiteX10458" y="connsiteY10458"/>
                </a:cxn>
                <a:cxn ang="0">
                  <a:pos x="connsiteX10459" y="connsiteY10459"/>
                </a:cxn>
                <a:cxn ang="0">
                  <a:pos x="connsiteX10460" y="connsiteY10460"/>
                </a:cxn>
                <a:cxn ang="0">
                  <a:pos x="connsiteX10461" y="connsiteY10461"/>
                </a:cxn>
                <a:cxn ang="0">
                  <a:pos x="connsiteX10462" y="connsiteY10462"/>
                </a:cxn>
                <a:cxn ang="0">
                  <a:pos x="connsiteX10463" y="connsiteY10463"/>
                </a:cxn>
                <a:cxn ang="0">
                  <a:pos x="connsiteX10464" y="connsiteY10464"/>
                </a:cxn>
                <a:cxn ang="0">
                  <a:pos x="connsiteX10465" y="connsiteY10465"/>
                </a:cxn>
                <a:cxn ang="0">
                  <a:pos x="connsiteX10466" y="connsiteY10466"/>
                </a:cxn>
                <a:cxn ang="0">
                  <a:pos x="connsiteX10467" y="connsiteY10467"/>
                </a:cxn>
                <a:cxn ang="0">
                  <a:pos x="connsiteX10468" y="connsiteY10468"/>
                </a:cxn>
                <a:cxn ang="0">
                  <a:pos x="connsiteX10469" y="connsiteY10469"/>
                </a:cxn>
                <a:cxn ang="0">
                  <a:pos x="connsiteX10470" y="connsiteY10470"/>
                </a:cxn>
                <a:cxn ang="0">
                  <a:pos x="connsiteX10471" y="connsiteY10471"/>
                </a:cxn>
                <a:cxn ang="0">
                  <a:pos x="connsiteX10472" y="connsiteY10472"/>
                </a:cxn>
                <a:cxn ang="0">
                  <a:pos x="connsiteX10473" y="connsiteY10473"/>
                </a:cxn>
                <a:cxn ang="0">
                  <a:pos x="connsiteX10474" y="connsiteY10474"/>
                </a:cxn>
                <a:cxn ang="0">
                  <a:pos x="connsiteX10475" y="connsiteY10475"/>
                </a:cxn>
                <a:cxn ang="0">
                  <a:pos x="connsiteX10476" y="connsiteY10476"/>
                </a:cxn>
                <a:cxn ang="0">
                  <a:pos x="connsiteX10477" y="connsiteY10477"/>
                </a:cxn>
                <a:cxn ang="0">
                  <a:pos x="connsiteX10478" y="connsiteY10478"/>
                </a:cxn>
                <a:cxn ang="0">
                  <a:pos x="connsiteX10479" y="connsiteY10479"/>
                </a:cxn>
                <a:cxn ang="0">
                  <a:pos x="connsiteX10480" y="connsiteY10480"/>
                </a:cxn>
                <a:cxn ang="0">
                  <a:pos x="connsiteX10481" y="connsiteY10481"/>
                </a:cxn>
                <a:cxn ang="0">
                  <a:pos x="connsiteX10482" y="connsiteY10482"/>
                </a:cxn>
                <a:cxn ang="0">
                  <a:pos x="connsiteX10483" y="connsiteY10483"/>
                </a:cxn>
                <a:cxn ang="0">
                  <a:pos x="connsiteX10484" y="connsiteY10484"/>
                </a:cxn>
                <a:cxn ang="0">
                  <a:pos x="connsiteX10485" y="connsiteY10485"/>
                </a:cxn>
                <a:cxn ang="0">
                  <a:pos x="connsiteX10486" y="connsiteY10486"/>
                </a:cxn>
                <a:cxn ang="0">
                  <a:pos x="connsiteX10487" y="connsiteY10487"/>
                </a:cxn>
                <a:cxn ang="0">
                  <a:pos x="connsiteX10488" y="connsiteY10488"/>
                </a:cxn>
                <a:cxn ang="0">
                  <a:pos x="connsiteX10489" y="connsiteY10489"/>
                </a:cxn>
                <a:cxn ang="0">
                  <a:pos x="connsiteX10490" y="connsiteY10490"/>
                </a:cxn>
                <a:cxn ang="0">
                  <a:pos x="connsiteX10491" y="connsiteY10491"/>
                </a:cxn>
                <a:cxn ang="0">
                  <a:pos x="connsiteX10492" y="connsiteY10492"/>
                </a:cxn>
                <a:cxn ang="0">
                  <a:pos x="connsiteX10493" y="connsiteY10493"/>
                </a:cxn>
                <a:cxn ang="0">
                  <a:pos x="connsiteX10494" y="connsiteY10494"/>
                </a:cxn>
                <a:cxn ang="0">
                  <a:pos x="connsiteX10495" y="connsiteY10495"/>
                </a:cxn>
                <a:cxn ang="0">
                  <a:pos x="connsiteX10496" y="connsiteY10496"/>
                </a:cxn>
                <a:cxn ang="0">
                  <a:pos x="connsiteX10497" y="connsiteY10497"/>
                </a:cxn>
                <a:cxn ang="0">
                  <a:pos x="connsiteX10498" y="connsiteY10498"/>
                </a:cxn>
                <a:cxn ang="0">
                  <a:pos x="connsiteX10499" y="connsiteY10499"/>
                </a:cxn>
                <a:cxn ang="0">
                  <a:pos x="connsiteX10500" y="connsiteY10500"/>
                </a:cxn>
                <a:cxn ang="0">
                  <a:pos x="connsiteX10501" y="connsiteY10501"/>
                </a:cxn>
                <a:cxn ang="0">
                  <a:pos x="connsiteX10502" y="connsiteY10502"/>
                </a:cxn>
                <a:cxn ang="0">
                  <a:pos x="connsiteX10503" y="connsiteY10503"/>
                </a:cxn>
                <a:cxn ang="0">
                  <a:pos x="connsiteX10504" y="connsiteY10504"/>
                </a:cxn>
                <a:cxn ang="0">
                  <a:pos x="connsiteX10505" y="connsiteY10505"/>
                </a:cxn>
                <a:cxn ang="0">
                  <a:pos x="connsiteX10506" y="connsiteY10506"/>
                </a:cxn>
                <a:cxn ang="0">
                  <a:pos x="connsiteX10507" y="connsiteY10507"/>
                </a:cxn>
                <a:cxn ang="0">
                  <a:pos x="connsiteX10508" y="connsiteY10508"/>
                </a:cxn>
                <a:cxn ang="0">
                  <a:pos x="connsiteX10509" y="connsiteY10509"/>
                </a:cxn>
                <a:cxn ang="0">
                  <a:pos x="connsiteX10510" y="connsiteY10510"/>
                </a:cxn>
                <a:cxn ang="0">
                  <a:pos x="connsiteX10511" y="connsiteY10511"/>
                </a:cxn>
                <a:cxn ang="0">
                  <a:pos x="connsiteX10512" y="connsiteY10512"/>
                </a:cxn>
                <a:cxn ang="0">
                  <a:pos x="connsiteX10513" y="connsiteY10513"/>
                </a:cxn>
                <a:cxn ang="0">
                  <a:pos x="connsiteX10514" y="connsiteY10514"/>
                </a:cxn>
                <a:cxn ang="0">
                  <a:pos x="connsiteX10515" y="connsiteY10515"/>
                </a:cxn>
                <a:cxn ang="0">
                  <a:pos x="connsiteX10516" y="connsiteY10516"/>
                </a:cxn>
                <a:cxn ang="0">
                  <a:pos x="connsiteX10517" y="connsiteY10517"/>
                </a:cxn>
                <a:cxn ang="0">
                  <a:pos x="connsiteX10518" y="connsiteY10518"/>
                </a:cxn>
                <a:cxn ang="0">
                  <a:pos x="connsiteX10519" y="connsiteY10519"/>
                </a:cxn>
                <a:cxn ang="0">
                  <a:pos x="connsiteX10520" y="connsiteY10520"/>
                </a:cxn>
                <a:cxn ang="0">
                  <a:pos x="connsiteX10521" y="connsiteY10521"/>
                </a:cxn>
                <a:cxn ang="0">
                  <a:pos x="connsiteX10522" y="connsiteY10522"/>
                </a:cxn>
                <a:cxn ang="0">
                  <a:pos x="connsiteX10523" y="connsiteY10523"/>
                </a:cxn>
                <a:cxn ang="0">
                  <a:pos x="connsiteX10524" y="connsiteY10524"/>
                </a:cxn>
                <a:cxn ang="0">
                  <a:pos x="connsiteX10525" y="connsiteY10525"/>
                </a:cxn>
                <a:cxn ang="0">
                  <a:pos x="connsiteX10526" y="connsiteY10526"/>
                </a:cxn>
                <a:cxn ang="0">
                  <a:pos x="connsiteX10527" y="connsiteY10527"/>
                </a:cxn>
                <a:cxn ang="0">
                  <a:pos x="connsiteX10528" y="connsiteY10528"/>
                </a:cxn>
                <a:cxn ang="0">
                  <a:pos x="connsiteX10529" y="connsiteY10529"/>
                </a:cxn>
                <a:cxn ang="0">
                  <a:pos x="connsiteX10530" y="connsiteY10530"/>
                </a:cxn>
                <a:cxn ang="0">
                  <a:pos x="connsiteX10531" y="connsiteY10531"/>
                </a:cxn>
                <a:cxn ang="0">
                  <a:pos x="connsiteX10532" y="connsiteY10532"/>
                </a:cxn>
                <a:cxn ang="0">
                  <a:pos x="connsiteX10533" y="connsiteY10533"/>
                </a:cxn>
                <a:cxn ang="0">
                  <a:pos x="connsiteX10534" y="connsiteY10534"/>
                </a:cxn>
                <a:cxn ang="0">
                  <a:pos x="connsiteX10535" y="connsiteY10535"/>
                </a:cxn>
                <a:cxn ang="0">
                  <a:pos x="connsiteX10536" y="connsiteY10536"/>
                </a:cxn>
                <a:cxn ang="0">
                  <a:pos x="connsiteX10537" y="connsiteY10537"/>
                </a:cxn>
                <a:cxn ang="0">
                  <a:pos x="connsiteX10538" y="connsiteY10538"/>
                </a:cxn>
                <a:cxn ang="0">
                  <a:pos x="connsiteX10539" y="connsiteY10539"/>
                </a:cxn>
                <a:cxn ang="0">
                  <a:pos x="connsiteX10540" y="connsiteY10540"/>
                </a:cxn>
                <a:cxn ang="0">
                  <a:pos x="connsiteX10541" y="connsiteY10541"/>
                </a:cxn>
                <a:cxn ang="0">
                  <a:pos x="connsiteX10542" y="connsiteY10542"/>
                </a:cxn>
                <a:cxn ang="0">
                  <a:pos x="connsiteX10543" y="connsiteY10543"/>
                </a:cxn>
                <a:cxn ang="0">
                  <a:pos x="connsiteX10544" y="connsiteY10544"/>
                </a:cxn>
                <a:cxn ang="0">
                  <a:pos x="connsiteX10545" y="connsiteY10545"/>
                </a:cxn>
                <a:cxn ang="0">
                  <a:pos x="connsiteX10546" y="connsiteY10546"/>
                </a:cxn>
                <a:cxn ang="0">
                  <a:pos x="connsiteX10547" y="connsiteY10547"/>
                </a:cxn>
                <a:cxn ang="0">
                  <a:pos x="connsiteX10548" y="connsiteY10548"/>
                </a:cxn>
                <a:cxn ang="0">
                  <a:pos x="connsiteX10549" y="connsiteY10549"/>
                </a:cxn>
                <a:cxn ang="0">
                  <a:pos x="connsiteX10550" y="connsiteY10550"/>
                </a:cxn>
                <a:cxn ang="0">
                  <a:pos x="connsiteX10551" y="connsiteY10551"/>
                </a:cxn>
                <a:cxn ang="0">
                  <a:pos x="connsiteX10552" y="connsiteY10552"/>
                </a:cxn>
                <a:cxn ang="0">
                  <a:pos x="connsiteX10553" y="connsiteY10553"/>
                </a:cxn>
                <a:cxn ang="0">
                  <a:pos x="connsiteX10554" y="connsiteY10554"/>
                </a:cxn>
                <a:cxn ang="0">
                  <a:pos x="connsiteX10555" y="connsiteY10555"/>
                </a:cxn>
                <a:cxn ang="0">
                  <a:pos x="connsiteX10556" y="connsiteY10556"/>
                </a:cxn>
                <a:cxn ang="0">
                  <a:pos x="connsiteX10557" y="connsiteY10557"/>
                </a:cxn>
                <a:cxn ang="0">
                  <a:pos x="connsiteX10558" y="connsiteY10558"/>
                </a:cxn>
                <a:cxn ang="0">
                  <a:pos x="connsiteX10559" y="connsiteY10559"/>
                </a:cxn>
                <a:cxn ang="0">
                  <a:pos x="connsiteX10560" y="connsiteY10560"/>
                </a:cxn>
                <a:cxn ang="0">
                  <a:pos x="connsiteX10561" y="connsiteY10561"/>
                </a:cxn>
                <a:cxn ang="0">
                  <a:pos x="connsiteX10562" y="connsiteY10562"/>
                </a:cxn>
                <a:cxn ang="0">
                  <a:pos x="connsiteX10563" y="connsiteY10563"/>
                </a:cxn>
                <a:cxn ang="0">
                  <a:pos x="connsiteX10564" y="connsiteY10564"/>
                </a:cxn>
                <a:cxn ang="0">
                  <a:pos x="connsiteX10565" y="connsiteY10565"/>
                </a:cxn>
                <a:cxn ang="0">
                  <a:pos x="connsiteX10566" y="connsiteY10566"/>
                </a:cxn>
                <a:cxn ang="0">
                  <a:pos x="connsiteX10567" y="connsiteY10567"/>
                </a:cxn>
                <a:cxn ang="0">
                  <a:pos x="connsiteX10568" y="connsiteY10568"/>
                </a:cxn>
                <a:cxn ang="0">
                  <a:pos x="connsiteX10569" y="connsiteY10569"/>
                </a:cxn>
                <a:cxn ang="0">
                  <a:pos x="connsiteX10570" y="connsiteY10570"/>
                </a:cxn>
                <a:cxn ang="0">
                  <a:pos x="connsiteX10571" y="connsiteY10571"/>
                </a:cxn>
                <a:cxn ang="0">
                  <a:pos x="connsiteX10572" y="connsiteY10572"/>
                </a:cxn>
                <a:cxn ang="0">
                  <a:pos x="connsiteX10573" y="connsiteY10573"/>
                </a:cxn>
                <a:cxn ang="0">
                  <a:pos x="connsiteX10574" y="connsiteY10574"/>
                </a:cxn>
                <a:cxn ang="0">
                  <a:pos x="connsiteX10575" y="connsiteY10575"/>
                </a:cxn>
                <a:cxn ang="0">
                  <a:pos x="connsiteX10576" y="connsiteY10576"/>
                </a:cxn>
                <a:cxn ang="0">
                  <a:pos x="connsiteX10577" y="connsiteY10577"/>
                </a:cxn>
                <a:cxn ang="0">
                  <a:pos x="connsiteX10578" y="connsiteY10578"/>
                </a:cxn>
                <a:cxn ang="0">
                  <a:pos x="connsiteX10579" y="connsiteY10579"/>
                </a:cxn>
                <a:cxn ang="0">
                  <a:pos x="connsiteX10580" y="connsiteY10580"/>
                </a:cxn>
                <a:cxn ang="0">
                  <a:pos x="connsiteX10581" y="connsiteY10581"/>
                </a:cxn>
                <a:cxn ang="0">
                  <a:pos x="connsiteX10582" y="connsiteY10582"/>
                </a:cxn>
                <a:cxn ang="0">
                  <a:pos x="connsiteX10583" y="connsiteY10583"/>
                </a:cxn>
                <a:cxn ang="0">
                  <a:pos x="connsiteX10584" y="connsiteY10584"/>
                </a:cxn>
                <a:cxn ang="0">
                  <a:pos x="connsiteX10585" y="connsiteY10585"/>
                </a:cxn>
                <a:cxn ang="0">
                  <a:pos x="connsiteX10586" y="connsiteY10586"/>
                </a:cxn>
                <a:cxn ang="0">
                  <a:pos x="connsiteX10587" y="connsiteY10587"/>
                </a:cxn>
                <a:cxn ang="0">
                  <a:pos x="connsiteX10588" y="connsiteY10588"/>
                </a:cxn>
                <a:cxn ang="0">
                  <a:pos x="connsiteX10589" y="connsiteY10589"/>
                </a:cxn>
                <a:cxn ang="0">
                  <a:pos x="connsiteX10590" y="connsiteY10590"/>
                </a:cxn>
                <a:cxn ang="0">
                  <a:pos x="connsiteX10591" y="connsiteY10591"/>
                </a:cxn>
                <a:cxn ang="0">
                  <a:pos x="connsiteX10592" y="connsiteY10592"/>
                </a:cxn>
                <a:cxn ang="0">
                  <a:pos x="connsiteX10593" y="connsiteY10593"/>
                </a:cxn>
                <a:cxn ang="0">
                  <a:pos x="connsiteX10594" y="connsiteY10594"/>
                </a:cxn>
                <a:cxn ang="0">
                  <a:pos x="connsiteX10595" y="connsiteY10595"/>
                </a:cxn>
                <a:cxn ang="0">
                  <a:pos x="connsiteX10596" y="connsiteY10596"/>
                </a:cxn>
                <a:cxn ang="0">
                  <a:pos x="connsiteX10597" y="connsiteY10597"/>
                </a:cxn>
                <a:cxn ang="0">
                  <a:pos x="connsiteX10598" y="connsiteY10598"/>
                </a:cxn>
                <a:cxn ang="0">
                  <a:pos x="connsiteX10599" y="connsiteY10599"/>
                </a:cxn>
                <a:cxn ang="0">
                  <a:pos x="connsiteX10600" y="connsiteY10600"/>
                </a:cxn>
                <a:cxn ang="0">
                  <a:pos x="connsiteX10601" y="connsiteY10601"/>
                </a:cxn>
                <a:cxn ang="0">
                  <a:pos x="connsiteX10602" y="connsiteY10602"/>
                </a:cxn>
                <a:cxn ang="0">
                  <a:pos x="connsiteX10603" y="connsiteY10603"/>
                </a:cxn>
                <a:cxn ang="0">
                  <a:pos x="connsiteX10604" y="connsiteY10604"/>
                </a:cxn>
                <a:cxn ang="0">
                  <a:pos x="connsiteX10605" y="connsiteY10605"/>
                </a:cxn>
                <a:cxn ang="0">
                  <a:pos x="connsiteX10606" y="connsiteY10606"/>
                </a:cxn>
                <a:cxn ang="0">
                  <a:pos x="connsiteX10607" y="connsiteY10607"/>
                </a:cxn>
                <a:cxn ang="0">
                  <a:pos x="connsiteX10608" y="connsiteY10608"/>
                </a:cxn>
                <a:cxn ang="0">
                  <a:pos x="connsiteX10609" y="connsiteY10609"/>
                </a:cxn>
                <a:cxn ang="0">
                  <a:pos x="connsiteX10610" y="connsiteY10610"/>
                </a:cxn>
                <a:cxn ang="0">
                  <a:pos x="connsiteX10611" y="connsiteY10611"/>
                </a:cxn>
                <a:cxn ang="0">
                  <a:pos x="connsiteX10612" y="connsiteY10612"/>
                </a:cxn>
                <a:cxn ang="0">
                  <a:pos x="connsiteX10613" y="connsiteY10613"/>
                </a:cxn>
                <a:cxn ang="0">
                  <a:pos x="connsiteX10614" y="connsiteY10614"/>
                </a:cxn>
                <a:cxn ang="0">
                  <a:pos x="connsiteX10615" y="connsiteY10615"/>
                </a:cxn>
                <a:cxn ang="0">
                  <a:pos x="connsiteX10616" y="connsiteY10616"/>
                </a:cxn>
                <a:cxn ang="0">
                  <a:pos x="connsiteX10617" y="connsiteY10617"/>
                </a:cxn>
                <a:cxn ang="0">
                  <a:pos x="connsiteX10618" y="connsiteY10618"/>
                </a:cxn>
                <a:cxn ang="0">
                  <a:pos x="connsiteX10619" y="connsiteY10619"/>
                </a:cxn>
                <a:cxn ang="0">
                  <a:pos x="connsiteX10620" y="connsiteY10620"/>
                </a:cxn>
                <a:cxn ang="0">
                  <a:pos x="connsiteX10621" y="connsiteY10621"/>
                </a:cxn>
                <a:cxn ang="0">
                  <a:pos x="connsiteX10622" y="connsiteY10622"/>
                </a:cxn>
                <a:cxn ang="0">
                  <a:pos x="connsiteX10623" y="connsiteY10623"/>
                </a:cxn>
                <a:cxn ang="0">
                  <a:pos x="connsiteX10624" y="connsiteY10624"/>
                </a:cxn>
                <a:cxn ang="0">
                  <a:pos x="connsiteX10625" y="connsiteY10625"/>
                </a:cxn>
                <a:cxn ang="0">
                  <a:pos x="connsiteX10626" y="connsiteY10626"/>
                </a:cxn>
                <a:cxn ang="0">
                  <a:pos x="connsiteX10627" y="connsiteY10627"/>
                </a:cxn>
                <a:cxn ang="0">
                  <a:pos x="connsiteX10628" y="connsiteY10628"/>
                </a:cxn>
                <a:cxn ang="0">
                  <a:pos x="connsiteX10629" y="connsiteY10629"/>
                </a:cxn>
                <a:cxn ang="0">
                  <a:pos x="connsiteX10630" y="connsiteY10630"/>
                </a:cxn>
                <a:cxn ang="0">
                  <a:pos x="connsiteX10631" y="connsiteY10631"/>
                </a:cxn>
                <a:cxn ang="0">
                  <a:pos x="connsiteX10632" y="connsiteY10632"/>
                </a:cxn>
                <a:cxn ang="0">
                  <a:pos x="connsiteX10633" y="connsiteY10633"/>
                </a:cxn>
                <a:cxn ang="0">
                  <a:pos x="connsiteX10634" y="connsiteY10634"/>
                </a:cxn>
                <a:cxn ang="0">
                  <a:pos x="connsiteX10635" y="connsiteY10635"/>
                </a:cxn>
                <a:cxn ang="0">
                  <a:pos x="connsiteX10636" y="connsiteY10636"/>
                </a:cxn>
                <a:cxn ang="0">
                  <a:pos x="connsiteX10637" y="connsiteY10637"/>
                </a:cxn>
                <a:cxn ang="0">
                  <a:pos x="connsiteX10638" y="connsiteY10638"/>
                </a:cxn>
                <a:cxn ang="0">
                  <a:pos x="connsiteX10639" y="connsiteY10639"/>
                </a:cxn>
                <a:cxn ang="0">
                  <a:pos x="connsiteX10640" y="connsiteY10640"/>
                </a:cxn>
                <a:cxn ang="0">
                  <a:pos x="connsiteX10641" y="connsiteY10641"/>
                </a:cxn>
                <a:cxn ang="0">
                  <a:pos x="connsiteX10642" y="connsiteY10642"/>
                </a:cxn>
                <a:cxn ang="0">
                  <a:pos x="connsiteX10643" y="connsiteY10643"/>
                </a:cxn>
                <a:cxn ang="0">
                  <a:pos x="connsiteX10644" y="connsiteY10644"/>
                </a:cxn>
                <a:cxn ang="0">
                  <a:pos x="connsiteX10645" y="connsiteY10645"/>
                </a:cxn>
                <a:cxn ang="0">
                  <a:pos x="connsiteX10646" y="connsiteY10646"/>
                </a:cxn>
                <a:cxn ang="0">
                  <a:pos x="connsiteX10647" y="connsiteY10647"/>
                </a:cxn>
                <a:cxn ang="0">
                  <a:pos x="connsiteX10648" y="connsiteY10648"/>
                </a:cxn>
                <a:cxn ang="0">
                  <a:pos x="connsiteX10649" y="connsiteY10649"/>
                </a:cxn>
                <a:cxn ang="0">
                  <a:pos x="connsiteX10650" y="connsiteY10650"/>
                </a:cxn>
                <a:cxn ang="0">
                  <a:pos x="connsiteX10651" y="connsiteY10651"/>
                </a:cxn>
                <a:cxn ang="0">
                  <a:pos x="connsiteX10652" y="connsiteY10652"/>
                </a:cxn>
                <a:cxn ang="0">
                  <a:pos x="connsiteX10653" y="connsiteY10653"/>
                </a:cxn>
                <a:cxn ang="0">
                  <a:pos x="connsiteX10654" y="connsiteY10654"/>
                </a:cxn>
                <a:cxn ang="0">
                  <a:pos x="connsiteX10655" y="connsiteY10655"/>
                </a:cxn>
                <a:cxn ang="0">
                  <a:pos x="connsiteX10656" y="connsiteY10656"/>
                </a:cxn>
                <a:cxn ang="0">
                  <a:pos x="connsiteX10657" y="connsiteY10657"/>
                </a:cxn>
                <a:cxn ang="0">
                  <a:pos x="connsiteX10658" y="connsiteY10658"/>
                </a:cxn>
                <a:cxn ang="0">
                  <a:pos x="connsiteX10659" y="connsiteY10659"/>
                </a:cxn>
                <a:cxn ang="0">
                  <a:pos x="connsiteX10660" y="connsiteY10660"/>
                </a:cxn>
                <a:cxn ang="0">
                  <a:pos x="connsiteX10661" y="connsiteY10661"/>
                </a:cxn>
                <a:cxn ang="0">
                  <a:pos x="connsiteX10662" y="connsiteY10662"/>
                </a:cxn>
                <a:cxn ang="0">
                  <a:pos x="connsiteX10663" y="connsiteY10663"/>
                </a:cxn>
                <a:cxn ang="0">
                  <a:pos x="connsiteX10664" y="connsiteY10664"/>
                </a:cxn>
                <a:cxn ang="0">
                  <a:pos x="connsiteX10665" y="connsiteY10665"/>
                </a:cxn>
                <a:cxn ang="0">
                  <a:pos x="connsiteX10666" y="connsiteY10666"/>
                </a:cxn>
                <a:cxn ang="0">
                  <a:pos x="connsiteX10667" y="connsiteY10667"/>
                </a:cxn>
                <a:cxn ang="0">
                  <a:pos x="connsiteX10668" y="connsiteY10668"/>
                </a:cxn>
                <a:cxn ang="0">
                  <a:pos x="connsiteX10669" y="connsiteY10669"/>
                </a:cxn>
                <a:cxn ang="0">
                  <a:pos x="connsiteX10670" y="connsiteY10670"/>
                </a:cxn>
                <a:cxn ang="0">
                  <a:pos x="connsiteX10671" y="connsiteY10671"/>
                </a:cxn>
                <a:cxn ang="0">
                  <a:pos x="connsiteX10672" y="connsiteY10672"/>
                </a:cxn>
                <a:cxn ang="0">
                  <a:pos x="connsiteX10673" y="connsiteY10673"/>
                </a:cxn>
                <a:cxn ang="0">
                  <a:pos x="connsiteX10674" y="connsiteY10674"/>
                </a:cxn>
                <a:cxn ang="0">
                  <a:pos x="connsiteX10675" y="connsiteY10675"/>
                </a:cxn>
                <a:cxn ang="0">
                  <a:pos x="connsiteX10676" y="connsiteY10676"/>
                </a:cxn>
                <a:cxn ang="0">
                  <a:pos x="connsiteX10677" y="connsiteY10677"/>
                </a:cxn>
                <a:cxn ang="0">
                  <a:pos x="connsiteX10678" y="connsiteY10678"/>
                </a:cxn>
                <a:cxn ang="0">
                  <a:pos x="connsiteX10679" y="connsiteY10679"/>
                </a:cxn>
                <a:cxn ang="0">
                  <a:pos x="connsiteX10680" y="connsiteY10680"/>
                </a:cxn>
                <a:cxn ang="0">
                  <a:pos x="connsiteX10681" y="connsiteY10681"/>
                </a:cxn>
                <a:cxn ang="0">
                  <a:pos x="connsiteX10682" y="connsiteY10682"/>
                </a:cxn>
                <a:cxn ang="0">
                  <a:pos x="connsiteX10683" y="connsiteY10683"/>
                </a:cxn>
                <a:cxn ang="0">
                  <a:pos x="connsiteX10684" y="connsiteY10684"/>
                </a:cxn>
                <a:cxn ang="0">
                  <a:pos x="connsiteX10685" y="connsiteY10685"/>
                </a:cxn>
                <a:cxn ang="0">
                  <a:pos x="connsiteX10686" y="connsiteY10686"/>
                </a:cxn>
                <a:cxn ang="0">
                  <a:pos x="connsiteX10687" y="connsiteY10687"/>
                </a:cxn>
                <a:cxn ang="0">
                  <a:pos x="connsiteX10688" y="connsiteY10688"/>
                </a:cxn>
                <a:cxn ang="0">
                  <a:pos x="connsiteX10689" y="connsiteY10689"/>
                </a:cxn>
                <a:cxn ang="0">
                  <a:pos x="connsiteX10690" y="connsiteY10690"/>
                </a:cxn>
                <a:cxn ang="0">
                  <a:pos x="connsiteX10691" y="connsiteY10691"/>
                </a:cxn>
                <a:cxn ang="0">
                  <a:pos x="connsiteX10692" y="connsiteY10692"/>
                </a:cxn>
                <a:cxn ang="0">
                  <a:pos x="connsiteX10693" y="connsiteY10693"/>
                </a:cxn>
                <a:cxn ang="0">
                  <a:pos x="connsiteX10694" y="connsiteY10694"/>
                </a:cxn>
                <a:cxn ang="0">
                  <a:pos x="connsiteX10695" y="connsiteY10695"/>
                </a:cxn>
                <a:cxn ang="0">
                  <a:pos x="connsiteX10696" y="connsiteY10696"/>
                </a:cxn>
                <a:cxn ang="0">
                  <a:pos x="connsiteX10697" y="connsiteY10697"/>
                </a:cxn>
                <a:cxn ang="0">
                  <a:pos x="connsiteX10698" y="connsiteY10698"/>
                </a:cxn>
                <a:cxn ang="0">
                  <a:pos x="connsiteX10699" y="connsiteY10699"/>
                </a:cxn>
                <a:cxn ang="0">
                  <a:pos x="connsiteX10700" y="connsiteY10700"/>
                </a:cxn>
                <a:cxn ang="0">
                  <a:pos x="connsiteX10701" y="connsiteY10701"/>
                </a:cxn>
                <a:cxn ang="0">
                  <a:pos x="connsiteX10702" y="connsiteY10702"/>
                </a:cxn>
                <a:cxn ang="0">
                  <a:pos x="connsiteX10703" y="connsiteY10703"/>
                </a:cxn>
                <a:cxn ang="0">
                  <a:pos x="connsiteX10704" y="connsiteY10704"/>
                </a:cxn>
                <a:cxn ang="0">
                  <a:pos x="connsiteX10705" y="connsiteY10705"/>
                </a:cxn>
                <a:cxn ang="0">
                  <a:pos x="connsiteX10706" y="connsiteY10706"/>
                </a:cxn>
                <a:cxn ang="0">
                  <a:pos x="connsiteX10707" y="connsiteY10707"/>
                </a:cxn>
                <a:cxn ang="0">
                  <a:pos x="connsiteX10708" y="connsiteY10708"/>
                </a:cxn>
                <a:cxn ang="0">
                  <a:pos x="connsiteX10709" y="connsiteY10709"/>
                </a:cxn>
                <a:cxn ang="0">
                  <a:pos x="connsiteX10710" y="connsiteY10710"/>
                </a:cxn>
                <a:cxn ang="0">
                  <a:pos x="connsiteX10711" y="connsiteY10711"/>
                </a:cxn>
                <a:cxn ang="0">
                  <a:pos x="connsiteX10712" y="connsiteY10712"/>
                </a:cxn>
                <a:cxn ang="0">
                  <a:pos x="connsiteX10713" y="connsiteY10713"/>
                </a:cxn>
                <a:cxn ang="0">
                  <a:pos x="connsiteX10714" y="connsiteY10714"/>
                </a:cxn>
                <a:cxn ang="0">
                  <a:pos x="connsiteX10715" y="connsiteY10715"/>
                </a:cxn>
                <a:cxn ang="0">
                  <a:pos x="connsiteX10716" y="connsiteY10716"/>
                </a:cxn>
                <a:cxn ang="0">
                  <a:pos x="connsiteX10717" y="connsiteY10717"/>
                </a:cxn>
                <a:cxn ang="0">
                  <a:pos x="connsiteX10718" y="connsiteY10718"/>
                </a:cxn>
                <a:cxn ang="0">
                  <a:pos x="connsiteX10719" y="connsiteY10719"/>
                </a:cxn>
                <a:cxn ang="0">
                  <a:pos x="connsiteX10720" y="connsiteY10720"/>
                </a:cxn>
                <a:cxn ang="0">
                  <a:pos x="connsiteX10721" y="connsiteY10721"/>
                </a:cxn>
                <a:cxn ang="0">
                  <a:pos x="connsiteX10722" y="connsiteY10722"/>
                </a:cxn>
                <a:cxn ang="0">
                  <a:pos x="connsiteX10723" y="connsiteY10723"/>
                </a:cxn>
                <a:cxn ang="0">
                  <a:pos x="connsiteX10724" y="connsiteY10724"/>
                </a:cxn>
                <a:cxn ang="0">
                  <a:pos x="connsiteX10725" y="connsiteY10725"/>
                </a:cxn>
                <a:cxn ang="0">
                  <a:pos x="connsiteX10726" y="connsiteY10726"/>
                </a:cxn>
                <a:cxn ang="0">
                  <a:pos x="connsiteX10727" y="connsiteY10727"/>
                </a:cxn>
                <a:cxn ang="0">
                  <a:pos x="connsiteX10728" y="connsiteY10728"/>
                </a:cxn>
                <a:cxn ang="0">
                  <a:pos x="connsiteX10729" y="connsiteY10729"/>
                </a:cxn>
                <a:cxn ang="0">
                  <a:pos x="connsiteX10730" y="connsiteY10730"/>
                </a:cxn>
                <a:cxn ang="0">
                  <a:pos x="connsiteX10731" y="connsiteY10731"/>
                </a:cxn>
                <a:cxn ang="0">
                  <a:pos x="connsiteX10732" y="connsiteY10732"/>
                </a:cxn>
                <a:cxn ang="0">
                  <a:pos x="connsiteX10733" y="connsiteY10733"/>
                </a:cxn>
                <a:cxn ang="0">
                  <a:pos x="connsiteX10734" y="connsiteY10734"/>
                </a:cxn>
                <a:cxn ang="0">
                  <a:pos x="connsiteX10735" y="connsiteY10735"/>
                </a:cxn>
                <a:cxn ang="0">
                  <a:pos x="connsiteX10736" y="connsiteY10736"/>
                </a:cxn>
                <a:cxn ang="0">
                  <a:pos x="connsiteX10737" y="connsiteY10737"/>
                </a:cxn>
                <a:cxn ang="0">
                  <a:pos x="connsiteX10738" y="connsiteY10738"/>
                </a:cxn>
                <a:cxn ang="0">
                  <a:pos x="connsiteX10739" y="connsiteY10739"/>
                </a:cxn>
                <a:cxn ang="0">
                  <a:pos x="connsiteX10740" y="connsiteY10740"/>
                </a:cxn>
                <a:cxn ang="0">
                  <a:pos x="connsiteX10741" y="connsiteY10741"/>
                </a:cxn>
                <a:cxn ang="0">
                  <a:pos x="connsiteX10742" y="connsiteY10742"/>
                </a:cxn>
                <a:cxn ang="0">
                  <a:pos x="connsiteX10743" y="connsiteY10743"/>
                </a:cxn>
                <a:cxn ang="0">
                  <a:pos x="connsiteX10744" y="connsiteY10744"/>
                </a:cxn>
                <a:cxn ang="0">
                  <a:pos x="connsiteX10745" y="connsiteY10745"/>
                </a:cxn>
                <a:cxn ang="0">
                  <a:pos x="connsiteX10746" y="connsiteY10746"/>
                </a:cxn>
                <a:cxn ang="0">
                  <a:pos x="connsiteX10747" y="connsiteY10747"/>
                </a:cxn>
                <a:cxn ang="0">
                  <a:pos x="connsiteX10748" y="connsiteY10748"/>
                </a:cxn>
                <a:cxn ang="0">
                  <a:pos x="connsiteX10749" y="connsiteY10749"/>
                </a:cxn>
                <a:cxn ang="0">
                  <a:pos x="connsiteX10750" y="connsiteY10750"/>
                </a:cxn>
                <a:cxn ang="0">
                  <a:pos x="connsiteX10751" y="connsiteY10751"/>
                </a:cxn>
                <a:cxn ang="0">
                  <a:pos x="connsiteX10752" y="connsiteY10752"/>
                </a:cxn>
                <a:cxn ang="0">
                  <a:pos x="connsiteX10753" y="connsiteY10753"/>
                </a:cxn>
                <a:cxn ang="0">
                  <a:pos x="connsiteX10754" y="connsiteY10754"/>
                </a:cxn>
                <a:cxn ang="0">
                  <a:pos x="connsiteX10755" y="connsiteY10755"/>
                </a:cxn>
                <a:cxn ang="0">
                  <a:pos x="connsiteX10756" y="connsiteY10756"/>
                </a:cxn>
                <a:cxn ang="0">
                  <a:pos x="connsiteX10757" y="connsiteY10757"/>
                </a:cxn>
                <a:cxn ang="0">
                  <a:pos x="connsiteX10758" y="connsiteY10758"/>
                </a:cxn>
                <a:cxn ang="0">
                  <a:pos x="connsiteX10759" y="connsiteY10759"/>
                </a:cxn>
                <a:cxn ang="0">
                  <a:pos x="connsiteX10760" y="connsiteY10760"/>
                </a:cxn>
                <a:cxn ang="0">
                  <a:pos x="connsiteX10761" y="connsiteY10761"/>
                </a:cxn>
                <a:cxn ang="0">
                  <a:pos x="connsiteX10762" y="connsiteY10762"/>
                </a:cxn>
                <a:cxn ang="0">
                  <a:pos x="connsiteX10763" y="connsiteY10763"/>
                </a:cxn>
                <a:cxn ang="0">
                  <a:pos x="connsiteX10764" y="connsiteY10764"/>
                </a:cxn>
                <a:cxn ang="0">
                  <a:pos x="connsiteX10765" y="connsiteY10765"/>
                </a:cxn>
                <a:cxn ang="0">
                  <a:pos x="connsiteX10766" y="connsiteY10766"/>
                </a:cxn>
                <a:cxn ang="0">
                  <a:pos x="connsiteX10767" y="connsiteY10767"/>
                </a:cxn>
                <a:cxn ang="0">
                  <a:pos x="connsiteX10768" y="connsiteY10768"/>
                </a:cxn>
                <a:cxn ang="0">
                  <a:pos x="connsiteX10769" y="connsiteY10769"/>
                </a:cxn>
                <a:cxn ang="0">
                  <a:pos x="connsiteX10770" y="connsiteY10770"/>
                </a:cxn>
                <a:cxn ang="0">
                  <a:pos x="connsiteX10771" y="connsiteY10771"/>
                </a:cxn>
                <a:cxn ang="0">
                  <a:pos x="connsiteX10772" y="connsiteY10772"/>
                </a:cxn>
                <a:cxn ang="0">
                  <a:pos x="connsiteX10773" y="connsiteY10773"/>
                </a:cxn>
                <a:cxn ang="0">
                  <a:pos x="connsiteX10774" y="connsiteY10774"/>
                </a:cxn>
                <a:cxn ang="0">
                  <a:pos x="connsiteX10775" y="connsiteY10775"/>
                </a:cxn>
                <a:cxn ang="0">
                  <a:pos x="connsiteX10776" y="connsiteY10776"/>
                </a:cxn>
                <a:cxn ang="0">
                  <a:pos x="connsiteX10777" y="connsiteY10777"/>
                </a:cxn>
                <a:cxn ang="0">
                  <a:pos x="connsiteX10778" y="connsiteY10778"/>
                </a:cxn>
                <a:cxn ang="0">
                  <a:pos x="connsiteX10779" y="connsiteY10779"/>
                </a:cxn>
                <a:cxn ang="0">
                  <a:pos x="connsiteX10780" y="connsiteY10780"/>
                </a:cxn>
                <a:cxn ang="0">
                  <a:pos x="connsiteX10781" y="connsiteY10781"/>
                </a:cxn>
                <a:cxn ang="0">
                  <a:pos x="connsiteX10782" y="connsiteY10782"/>
                </a:cxn>
                <a:cxn ang="0">
                  <a:pos x="connsiteX10783" y="connsiteY10783"/>
                </a:cxn>
                <a:cxn ang="0">
                  <a:pos x="connsiteX10784" y="connsiteY10784"/>
                </a:cxn>
                <a:cxn ang="0">
                  <a:pos x="connsiteX10785" y="connsiteY10785"/>
                </a:cxn>
                <a:cxn ang="0">
                  <a:pos x="connsiteX10786" y="connsiteY10786"/>
                </a:cxn>
                <a:cxn ang="0">
                  <a:pos x="connsiteX10787" y="connsiteY10787"/>
                </a:cxn>
                <a:cxn ang="0">
                  <a:pos x="connsiteX10788" y="connsiteY10788"/>
                </a:cxn>
                <a:cxn ang="0">
                  <a:pos x="connsiteX10789" y="connsiteY10789"/>
                </a:cxn>
                <a:cxn ang="0">
                  <a:pos x="connsiteX10790" y="connsiteY10790"/>
                </a:cxn>
                <a:cxn ang="0">
                  <a:pos x="connsiteX10791" y="connsiteY10791"/>
                </a:cxn>
                <a:cxn ang="0">
                  <a:pos x="connsiteX10792" y="connsiteY10792"/>
                </a:cxn>
                <a:cxn ang="0">
                  <a:pos x="connsiteX10793" y="connsiteY10793"/>
                </a:cxn>
                <a:cxn ang="0">
                  <a:pos x="connsiteX10794" y="connsiteY10794"/>
                </a:cxn>
                <a:cxn ang="0">
                  <a:pos x="connsiteX10795" y="connsiteY10795"/>
                </a:cxn>
                <a:cxn ang="0">
                  <a:pos x="connsiteX10796" y="connsiteY10796"/>
                </a:cxn>
                <a:cxn ang="0">
                  <a:pos x="connsiteX10797" y="connsiteY10797"/>
                </a:cxn>
                <a:cxn ang="0">
                  <a:pos x="connsiteX10798" y="connsiteY10798"/>
                </a:cxn>
                <a:cxn ang="0">
                  <a:pos x="connsiteX10799" y="connsiteY10799"/>
                </a:cxn>
                <a:cxn ang="0">
                  <a:pos x="connsiteX10800" y="connsiteY10800"/>
                </a:cxn>
                <a:cxn ang="0">
                  <a:pos x="connsiteX10801" y="connsiteY10801"/>
                </a:cxn>
                <a:cxn ang="0">
                  <a:pos x="connsiteX10802" y="connsiteY10802"/>
                </a:cxn>
                <a:cxn ang="0">
                  <a:pos x="connsiteX10803" y="connsiteY10803"/>
                </a:cxn>
                <a:cxn ang="0">
                  <a:pos x="connsiteX10804" y="connsiteY10804"/>
                </a:cxn>
                <a:cxn ang="0">
                  <a:pos x="connsiteX10805" y="connsiteY10805"/>
                </a:cxn>
                <a:cxn ang="0">
                  <a:pos x="connsiteX10806" y="connsiteY10806"/>
                </a:cxn>
                <a:cxn ang="0">
                  <a:pos x="connsiteX10807" y="connsiteY10807"/>
                </a:cxn>
                <a:cxn ang="0">
                  <a:pos x="connsiteX10808" y="connsiteY10808"/>
                </a:cxn>
                <a:cxn ang="0">
                  <a:pos x="connsiteX10809" y="connsiteY10809"/>
                </a:cxn>
                <a:cxn ang="0">
                  <a:pos x="connsiteX10810" y="connsiteY10810"/>
                </a:cxn>
                <a:cxn ang="0">
                  <a:pos x="connsiteX10811" y="connsiteY10811"/>
                </a:cxn>
                <a:cxn ang="0">
                  <a:pos x="connsiteX10812" y="connsiteY10812"/>
                </a:cxn>
                <a:cxn ang="0">
                  <a:pos x="connsiteX10813" y="connsiteY10813"/>
                </a:cxn>
                <a:cxn ang="0">
                  <a:pos x="connsiteX10814" y="connsiteY10814"/>
                </a:cxn>
                <a:cxn ang="0">
                  <a:pos x="connsiteX10815" y="connsiteY10815"/>
                </a:cxn>
                <a:cxn ang="0">
                  <a:pos x="connsiteX10816" y="connsiteY10816"/>
                </a:cxn>
                <a:cxn ang="0">
                  <a:pos x="connsiteX10817" y="connsiteY10817"/>
                </a:cxn>
                <a:cxn ang="0">
                  <a:pos x="connsiteX10818" y="connsiteY10818"/>
                </a:cxn>
                <a:cxn ang="0">
                  <a:pos x="connsiteX10819" y="connsiteY10819"/>
                </a:cxn>
                <a:cxn ang="0">
                  <a:pos x="connsiteX10820" y="connsiteY10820"/>
                </a:cxn>
                <a:cxn ang="0">
                  <a:pos x="connsiteX10821" y="connsiteY10821"/>
                </a:cxn>
                <a:cxn ang="0">
                  <a:pos x="connsiteX10822" y="connsiteY10822"/>
                </a:cxn>
                <a:cxn ang="0">
                  <a:pos x="connsiteX10823" y="connsiteY10823"/>
                </a:cxn>
                <a:cxn ang="0">
                  <a:pos x="connsiteX10824" y="connsiteY10824"/>
                </a:cxn>
                <a:cxn ang="0">
                  <a:pos x="connsiteX10825" y="connsiteY10825"/>
                </a:cxn>
                <a:cxn ang="0">
                  <a:pos x="connsiteX10826" y="connsiteY10826"/>
                </a:cxn>
                <a:cxn ang="0">
                  <a:pos x="connsiteX10827" y="connsiteY10827"/>
                </a:cxn>
                <a:cxn ang="0">
                  <a:pos x="connsiteX10828" y="connsiteY10828"/>
                </a:cxn>
                <a:cxn ang="0">
                  <a:pos x="connsiteX10829" y="connsiteY10829"/>
                </a:cxn>
                <a:cxn ang="0">
                  <a:pos x="connsiteX10830" y="connsiteY10830"/>
                </a:cxn>
                <a:cxn ang="0">
                  <a:pos x="connsiteX10831" y="connsiteY10831"/>
                </a:cxn>
                <a:cxn ang="0">
                  <a:pos x="connsiteX10832" y="connsiteY10832"/>
                </a:cxn>
                <a:cxn ang="0">
                  <a:pos x="connsiteX10833" y="connsiteY10833"/>
                </a:cxn>
                <a:cxn ang="0">
                  <a:pos x="connsiteX10834" y="connsiteY10834"/>
                </a:cxn>
                <a:cxn ang="0">
                  <a:pos x="connsiteX10835" y="connsiteY10835"/>
                </a:cxn>
                <a:cxn ang="0">
                  <a:pos x="connsiteX10836" y="connsiteY10836"/>
                </a:cxn>
                <a:cxn ang="0">
                  <a:pos x="connsiteX10837" y="connsiteY10837"/>
                </a:cxn>
                <a:cxn ang="0">
                  <a:pos x="connsiteX10838" y="connsiteY10838"/>
                </a:cxn>
                <a:cxn ang="0">
                  <a:pos x="connsiteX10839" y="connsiteY10839"/>
                </a:cxn>
                <a:cxn ang="0">
                  <a:pos x="connsiteX10840" y="connsiteY10840"/>
                </a:cxn>
                <a:cxn ang="0">
                  <a:pos x="connsiteX10841" y="connsiteY10841"/>
                </a:cxn>
                <a:cxn ang="0">
                  <a:pos x="connsiteX10842" y="connsiteY10842"/>
                </a:cxn>
                <a:cxn ang="0">
                  <a:pos x="connsiteX10843" y="connsiteY10843"/>
                </a:cxn>
                <a:cxn ang="0">
                  <a:pos x="connsiteX10844" y="connsiteY10844"/>
                </a:cxn>
                <a:cxn ang="0">
                  <a:pos x="connsiteX10845" y="connsiteY10845"/>
                </a:cxn>
                <a:cxn ang="0">
                  <a:pos x="connsiteX10846" y="connsiteY10846"/>
                </a:cxn>
                <a:cxn ang="0">
                  <a:pos x="connsiteX10847" y="connsiteY10847"/>
                </a:cxn>
                <a:cxn ang="0">
                  <a:pos x="connsiteX10848" y="connsiteY10848"/>
                </a:cxn>
                <a:cxn ang="0">
                  <a:pos x="connsiteX10849" y="connsiteY10849"/>
                </a:cxn>
                <a:cxn ang="0">
                  <a:pos x="connsiteX10850" y="connsiteY10850"/>
                </a:cxn>
                <a:cxn ang="0">
                  <a:pos x="connsiteX10851" y="connsiteY10851"/>
                </a:cxn>
                <a:cxn ang="0">
                  <a:pos x="connsiteX10852" y="connsiteY10852"/>
                </a:cxn>
                <a:cxn ang="0">
                  <a:pos x="connsiteX10853" y="connsiteY10853"/>
                </a:cxn>
                <a:cxn ang="0">
                  <a:pos x="connsiteX10854" y="connsiteY10854"/>
                </a:cxn>
                <a:cxn ang="0">
                  <a:pos x="connsiteX10855" y="connsiteY10855"/>
                </a:cxn>
                <a:cxn ang="0">
                  <a:pos x="connsiteX10856" y="connsiteY10856"/>
                </a:cxn>
                <a:cxn ang="0">
                  <a:pos x="connsiteX10857" y="connsiteY10857"/>
                </a:cxn>
                <a:cxn ang="0">
                  <a:pos x="connsiteX10858" y="connsiteY10858"/>
                </a:cxn>
                <a:cxn ang="0">
                  <a:pos x="connsiteX10859" y="connsiteY10859"/>
                </a:cxn>
                <a:cxn ang="0">
                  <a:pos x="connsiteX10860" y="connsiteY10860"/>
                </a:cxn>
                <a:cxn ang="0">
                  <a:pos x="connsiteX10861" y="connsiteY10861"/>
                </a:cxn>
                <a:cxn ang="0">
                  <a:pos x="connsiteX10862" y="connsiteY10862"/>
                </a:cxn>
                <a:cxn ang="0">
                  <a:pos x="connsiteX10863" y="connsiteY10863"/>
                </a:cxn>
                <a:cxn ang="0">
                  <a:pos x="connsiteX10864" y="connsiteY10864"/>
                </a:cxn>
                <a:cxn ang="0">
                  <a:pos x="connsiteX10865" y="connsiteY10865"/>
                </a:cxn>
                <a:cxn ang="0">
                  <a:pos x="connsiteX10866" y="connsiteY10866"/>
                </a:cxn>
                <a:cxn ang="0">
                  <a:pos x="connsiteX10867" y="connsiteY10867"/>
                </a:cxn>
                <a:cxn ang="0">
                  <a:pos x="connsiteX10868" y="connsiteY10868"/>
                </a:cxn>
                <a:cxn ang="0">
                  <a:pos x="connsiteX10869" y="connsiteY10869"/>
                </a:cxn>
                <a:cxn ang="0">
                  <a:pos x="connsiteX10870" y="connsiteY10870"/>
                </a:cxn>
                <a:cxn ang="0">
                  <a:pos x="connsiteX10871" y="connsiteY10871"/>
                </a:cxn>
                <a:cxn ang="0">
                  <a:pos x="connsiteX10872" y="connsiteY10872"/>
                </a:cxn>
                <a:cxn ang="0">
                  <a:pos x="connsiteX10873" y="connsiteY10873"/>
                </a:cxn>
                <a:cxn ang="0">
                  <a:pos x="connsiteX10874" y="connsiteY10874"/>
                </a:cxn>
                <a:cxn ang="0">
                  <a:pos x="connsiteX10875" y="connsiteY10875"/>
                </a:cxn>
                <a:cxn ang="0">
                  <a:pos x="connsiteX10876" y="connsiteY10876"/>
                </a:cxn>
                <a:cxn ang="0">
                  <a:pos x="connsiteX10877" y="connsiteY10877"/>
                </a:cxn>
                <a:cxn ang="0">
                  <a:pos x="connsiteX10878" y="connsiteY10878"/>
                </a:cxn>
                <a:cxn ang="0">
                  <a:pos x="connsiteX10879" y="connsiteY10879"/>
                </a:cxn>
                <a:cxn ang="0">
                  <a:pos x="connsiteX10880" y="connsiteY10880"/>
                </a:cxn>
                <a:cxn ang="0">
                  <a:pos x="connsiteX10881" y="connsiteY10881"/>
                </a:cxn>
                <a:cxn ang="0">
                  <a:pos x="connsiteX10882" y="connsiteY10882"/>
                </a:cxn>
                <a:cxn ang="0">
                  <a:pos x="connsiteX10883" y="connsiteY10883"/>
                </a:cxn>
                <a:cxn ang="0">
                  <a:pos x="connsiteX10884" y="connsiteY10884"/>
                </a:cxn>
                <a:cxn ang="0">
                  <a:pos x="connsiteX10885" y="connsiteY10885"/>
                </a:cxn>
                <a:cxn ang="0">
                  <a:pos x="connsiteX10886" y="connsiteY10886"/>
                </a:cxn>
                <a:cxn ang="0">
                  <a:pos x="connsiteX10887" y="connsiteY10887"/>
                </a:cxn>
                <a:cxn ang="0">
                  <a:pos x="connsiteX10888" y="connsiteY10888"/>
                </a:cxn>
                <a:cxn ang="0">
                  <a:pos x="connsiteX10889" y="connsiteY10889"/>
                </a:cxn>
                <a:cxn ang="0">
                  <a:pos x="connsiteX10890" y="connsiteY10890"/>
                </a:cxn>
                <a:cxn ang="0">
                  <a:pos x="connsiteX10891" y="connsiteY10891"/>
                </a:cxn>
                <a:cxn ang="0">
                  <a:pos x="connsiteX10892" y="connsiteY10892"/>
                </a:cxn>
                <a:cxn ang="0">
                  <a:pos x="connsiteX10893" y="connsiteY10893"/>
                </a:cxn>
                <a:cxn ang="0">
                  <a:pos x="connsiteX10894" y="connsiteY10894"/>
                </a:cxn>
                <a:cxn ang="0">
                  <a:pos x="connsiteX10895" y="connsiteY10895"/>
                </a:cxn>
                <a:cxn ang="0">
                  <a:pos x="connsiteX10896" y="connsiteY10896"/>
                </a:cxn>
                <a:cxn ang="0">
                  <a:pos x="connsiteX10897" y="connsiteY10897"/>
                </a:cxn>
                <a:cxn ang="0">
                  <a:pos x="connsiteX10898" y="connsiteY10898"/>
                </a:cxn>
                <a:cxn ang="0">
                  <a:pos x="connsiteX10899" y="connsiteY10899"/>
                </a:cxn>
                <a:cxn ang="0">
                  <a:pos x="connsiteX10900" y="connsiteY10900"/>
                </a:cxn>
                <a:cxn ang="0">
                  <a:pos x="connsiteX10901" y="connsiteY10901"/>
                </a:cxn>
                <a:cxn ang="0">
                  <a:pos x="connsiteX10902" y="connsiteY10902"/>
                </a:cxn>
                <a:cxn ang="0">
                  <a:pos x="connsiteX10903" y="connsiteY10903"/>
                </a:cxn>
                <a:cxn ang="0">
                  <a:pos x="connsiteX10904" y="connsiteY10904"/>
                </a:cxn>
                <a:cxn ang="0">
                  <a:pos x="connsiteX10905" y="connsiteY10905"/>
                </a:cxn>
                <a:cxn ang="0">
                  <a:pos x="connsiteX10906" y="connsiteY10906"/>
                </a:cxn>
                <a:cxn ang="0">
                  <a:pos x="connsiteX10907" y="connsiteY10907"/>
                </a:cxn>
                <a:cxn ang="0">
                  <a:pos x="connsiteX10908" y="connsiteY10908"/>
                </a:cxn>
                <a:cxn ang="0">
                  <a:pos x="connsiteX10909" y="connsiteY10909"/>
                </a:cxn>
                <a:cxn ang="0">
                  <a:pos x="connsiteX10910" y="connsiteY10910"/>
                </a:cxn>
                <a:cxn ang="0">
                  <a:pos x="connsiteX10911" y="connsiteY10911"/>
                </a:cxn>
                <a:cxn ang="0">
                  <a:pos x="connsiteX10912" y="connsiteY10912"/>
                </a:cxn>
                <a:cxn ang="0">
                  <a:pos x="connsiteX10913" y="connsiteY10913"/>
                </a:cxn>
                <a:cxn ang="0">
                  <a:pos x="connsiteX10914" y="connsiteY10914"/>
                </a:cxn>
                <a:cxn ang="0">
                  <a:pos x="connsiteX10915" y="connsiteY10915"/>
                </a:cxn>
                <a:cxn ang="0">
                  <a:pos x="connsiteX10916" y="connsiteY10916"/>
                </a:cxn>
                <a:cxn ang="0">
                  <a:pos x="connsiteX10917" y="connsiteY10917"/>
                </a:cxn>
                <a:cxn ang="0">
                  <a:pos x="connsiteX10918" y="connsiteY10918"/>
                </a:cxn>
                <a:cxn ang="0">
                  <a:pos x="connsiteX10919" y="connsiteY10919"/>
                </a:cxn>
                <a:cxn ang="0">
                  <a:pos x="connsiteX10920" y="connsiteY10920"/>
                </a:cxn>
                <a:cxn ang="0">
                  <a:pos x="connsiteX10921" y="connsiteY10921"/>
                </a:cxn>
                <a:cxn ang="0">
                  <a:pos x="connsiteX10922" y="connsiteY10922"/>
                </a:cxn>
                <a:cxn ang="0">
                  <a:pos x="connsiteX10923" y="connsiteY10923"/>
                </a:cxn>
                <a:cxn ang="0">
                  <a:pos x="connsiteX10924" y="connsiteY10924"/>
                </a:cxn>
                <a:cxn ang="0">
                  <a:pos x="connsiteX10925" y="connsiteY10925"/>
                </a:cxn>
                <a:cxn ang="0">
                  <a:pos x="connsiteX10926" y="connsiteY10926"/>
                </a:cxn>
                <a:cxn ang="0">
                  <a:pos x="connsiteX10927" y="connsiteY10927"/>
                </a:cxn>
                <a:cxn ang="0">
                  <a:pos x="connsiteX10928" y="connsiteY10928"/>
                </a:cxn>
                <a:cxn ang="0">
                  <a:pos x="connsiteX10929" y="connsiteY10929"/>
                </a:cxn>
                <a:cxn ang="0">
                  <a:pos x="connsiteX10930" y="connsiteY10930"/>
                </a:cxn>
                <a:cxn ang="0">
                  <a:pos x="connsiteX10931" y="connsiteY10931"/>
                </a:cxn>
                <a:cxn ang="0">
                  <a:pos x="connsiteX10932" y="connsiteY10932"/>
                </a:cxn>
                <a:cxn ang="0">
                  <a:pos x="connsiteX10933" y="connsiteY10933"/>
                </a:cxn>
                <a:cxn ang="0">
                  <a:pos x="connsiteX10934" y="connsiteY10934"/>
                </a:cxn>
                <a:cxn ang="0">
                  <a:pos x="connsiteX10935" y="connsiteY10935"/>
                </a:cxn>
                <a:cxn ang="0">
                  <a:pos x="connsiteX10936" y="connsiteY10936"/>
                </a:cxn>
                <a:cxn ang="0">
                  <a:pos x="connsiteX10937" y="connsiteY10937"/>
                </a:cxn>
                <a:cxn ang="0">
                  <a:pos x="connsiteX10938" y="connsiteY10938"/>
                </a:cxn>
                <a:cxn ang="0">
                  <a:pos x="connsiteX10939" y="connsiteY10939"/>
                </a:cxn>
                <a:cxn ang="0">
                  <a:pos x="connsiteX10940" y="connsiteY10940"/>
                </a:cxn>
                <a:cxn ang="0">
                  <a:pos x="connsiteX10941" y="connsiteY10941"/>
                </a:cxn>
                <a:cxn ang="0">
                  <a:pos x="connsiteX10942" y="connsiteY10942"/>
                </a:cxn>
                <a:cxn ang="0">
                  <a:pos x="connsiteX10943" y="connsiteY10943"/>
                </a:cxn>
                <a:cxn ang="0">
                  <a:pos x="connsiteX10944" y="connsiteY10944"/>
                </a:cxn>
                <a:cxn ang="0">
                  <a:pos x="connsiteX10945" y="connsiteY10945"/>
                </a:cxn>
                <a:cxn ang="0">
                  <a:pos x="connsiteX10946" y="connsiteY10946"/>
                </a:cxn>
                <a:cxn ang="0">
                  <a:pos x="connsiteX10947" y="connsiteY10947"/>
                </a:cxn>
                <a:cxn ang="0">
                  <a:pos x="connsiteX10948" y="connsiteY10948"/>
                </a:cxn>
                <a:cxn ang="0">
                  <a:pos x="connsiteX10949" y="connsiteY10949"/>
                </a:cxn>
                <a:cxn ang="0">
                  <a:pos x="connsiteX10950" y="connsiteY10950"/>
                </a:cxn>
                <a:cxn ang="0">
                  <a:pos x="connsiteX10951" y="connsiteY10951"/>
                </a:cxn>
                <a:cxn ang="0">
                  <a:pos x="connsiteX10952" y="connsiteY10952"/>
                </a:cxn>
                <a:cxn ang="0">
                  <a:pos x="connsiteX10953" y="connsiteY10953"/>
                </a:cxn>
                <a:cxn ang="0">
                  <a:pos x="connsiteX10954" y="connsiteY10954"/>
                </a:cxn>
                <a:cxn ang="0">
                  <a:pos x="connsiteX10955" y="connsiteY10955"/>
                </a:cxn>
                <a:cxn ang="0">
                  <a:pos x="connsiteX10956" y="connsiteY10956"/>
                </a:cxn>
                <a:cxn ang="0">
                  <a:pos x="connsiteX10957" y="connsiteY10957"/>
                </a:cxn>
                <a:cxn ang="0">
                  <a:pos x="connsiteX10958" y="connsiteY10958"/>
                </a:cxn>
                <a:cxn ang="0">
                  <a:pos x="connsiteX10959" y="connsiteY10959"/>
                </a:cxn>
                <a:cxn ang="0">
                  <a:pos x="connsiteX10960" y="connsiteY10960"/>
                </a:cxn>
                <a:cxn ang="0">
                  <a:pos x="connsiteX10961" y="connsiteY10961"/>
                </a:cxn>
                <a:cxn ang="0">
                  <a:pos x="connsiteX10962" y="connsiteY10962"/>
                </a:cxn>
                <a:cxn ang="0">
                  <a:pos x="connsiteX10963" y="connsiteY10963"/>
                </a:cxn>
                <a:cxn ang="0">
                  <a:pos x="connsiteX10964" y="connsiteY10964"/>
                </a:cxn>
                <a:cxn ang="0">
                  <a:pos x="connsiteX10965" y="connsiteY10965"/>
                </a:cxn>
                <a:cxn ang="0">
                  <a:pos x="connsiteX10966" y="connsiteY10966"/>
                </a:cxn>
                <a:cxn ang="0">
                  <a:pos x="connsiteX10967" y="connsiteY10967"/>
                </a:cxn>
                <a:cxn ang="0">
                  <a:pos x="connsiteX10968" y="connsiteY10968"/>
                </a:cxn>
                <a:cxn ang="0">
                  <a:pos x="connsiteX10969" y="connsiteY10969"/>
                </a:cxn>
                <a:cxn ang="0">
                  <a:pos x="connsiteX10970" y="connsiteY10970"/>
                </a:cxn>
                <a:cxn ang="0">
                  <a:pos x="connsiteX10971" y="connsiteY10971"/>
                </a:cxn>
                <a:cxn ang="0">
                  <a:pos x="connsiteX10972" y="connsiteY10972"/>
                </a:cxn>
                <a:cxn ang="0">
                  <a:pos x="connsiteX10973" y="connsiteY10973"/>
                </a:cxn>
                <a:cxn ang="0">
                  <a:pos x="connsiteX10974" y="connsiteY10974"/>
                </a:cxn>
                <a:cxn ang="0">
                  <a:pos x="connsiteX10975" y="connsiteY10975"/>
                </a:cxn>
                <a:cxn ang="0">
                  <a:pos x="connsiteX10976" y="connsiteY10976"/>
                </a:cxn>
                <a:cxn ang="0">
                  <a:pos x="connsiteX10977" y="connsiteY10977"/>
                </a:cxn>
                <a:cxn ang="0">
                  <a:pos x="connsiteX10978" y="connsiteY10978"/>
                </a:cxn>
                <a:cxn ang="0">
                  <a:pos x="connsiteX10979" y="connsiteY10979"/>
                </a:cxn>
                <a:cxn ang="0">
                  <a:pos x="connsiteX10980" y="connsiteY10980"/>
                </a:cxn>
                <a:cxn ang="0">
                  <a:pos x="connsiteX10981" y="connsiteY10981"/>
                </a:cxn>
                <a:cxn ang="0">
                  <a:pos x="connsiteX10982" y="connsiteY10982"/>
                </a:cxn>
                <a:cxn ang="0">
                  <a:pos x="connsiteX10983" y="connsiteY10983"/>
                </a:cxn>
                <a:cxn ang="0">
                  <a:pos x="connsiteX10984" y="connsiteY10984"/>
                </a:cxn>
                <a:cxn ang="0">
                  <a:pos x="connsiteX10985" y="connsiteY10985"/>
                </a:cxn>
                <a:cxn ang="0">
                  <a:pos x="connsiteX10986" y="connsiteY10986"/>
                </a:cxn>
                <a:cxn ang="0">
                  <a:pos x="connsiteX10987" y="connsiteY10987"/>
                </a:cxn>
                <a:cxn ang="0">
                  <a:pos x="connsiteX10988" y="connsiteY10988"/>
                </a:cxn>
                <a:cxn ang="0">
                  <a:pos x="connsiteX10989" y="connsiteY10989"/>
                </a:cxn>
                <a:cxn ang="0">
                  <a:pos x="connsiteX10990" y="connsiteY10990"/>
                </a:cxn>
                <a:cxn ang="0">
                  <a:pos x="connsiteX10991" y="connsiteY10991"/>
                </a:cxn>
                <a:cxn ang="0">
                  <a:pos x="connsiteX10992" y="connsiteY10992"/>
                </a:cxn>
                <a:cxn ang="0">
                  <a:pos x="connsiteX10993" y="connsiteY10993"/>
                </a:cxn>
                <a:cxn ang="0">
                  <a:pos x="connsiteX10994" y="connsiteY10994"/>
                </a:cxn>
                <a:cxn ang="0">
                  <a:pos x="connsiteX10995" y="connsiteY10995"/>
                </a:cxn>
                <a:cxn ang="0">
                  <a:pos x="connsiteX10996" y="connsiteY10996"/>
                </a:cxn>
                <a:cxn ang="0">
                  <a:pos x="connsiteX10997" y="connsiteY10997"/>
                </a:cxn>
                <a:cxn ang="0">
                  <a:pos x="connsiteX10998" y="connsiteY10998"/>
                </a:cxn>
                <a:cxn ang="0">
                  <a:pos x="connsiteX10999" y="connsiteY10999"/>
                </a:cxn>
                <a:cxn ang="0">
                  <a:pos x="connsiteX11000" y="connsiteY11000"/>
                </a:cxn>
                <a:cxn ang="0">
                  <a:pos x="connsiteX11001" y="connsiteY11001"/>
                </a:cxn>
                <a:cxn ang="0">
                  <a:pos x="connsiteX11002" y="connsiteY11002"/>
                </a:cxn>
                <a:cxn ang="0">
                  <a:pos x="connsiteX11003" y="connsiteY11003"/>
                </a:cxn>
                <a:cxn ang="0">
                  <a:pos x="connsiteX11004" y="connsiteY11004"/>
                </a:cxn>
                <a:cxn ang="0">
                  <a:pos x="connsiteX11005" y="connsiteY11005"/>
                </a:cxn>
                <a:cxn ang="0">
                  <a:pos x="connsiteX11006" y="connsiteY11006"/>
                </a:cxn>
                <a:cxn ang="0">
                  <a:pos x="connsiteX11007" y="connsiteY11007"/>
                </a:cxn>
                <a:cxn ang="0">
                  <a:pos x="connsiteX11008" y="connsiteY11008"/>
                </a:cxn>
                <a:cxn ang="0">
                  <a:pos x="connsiteX11009" y="connsiteY11009"/>
                </a:cxn>
                <a:cxn ang="0">
                  <a:pos x="connsiteX11010" y="connsiteY11010"/>
                </a:cxn>
                <a:cxn ang="0">
                  <a:pos x="connsiteX11011" y="connsiteY11011"/>
                </a:cxn>
                <a:cxn ang="0">
                  <a:pos x="connsiteX11012" y="connsiteY11012"/>
                </a:cxn>
                <a:cxn ang="0">
                  <a:pos x="connsiteX11013" y="connsiteY11013"/>
                </a:cxn>
                <a:cxn ang="0">
                  <a:pos x="connsiteX11014" y="connsiteY11014"/>
                </a:cxn>
                <a:cxn ang="0">
                  <a:pos x="connsiteX11015" y="connsiteY11015"/>
                </a:cxn>
                <a:cxn ang="0">
                  <a:pos x="connsiteX11016" y="connsiteY11016"/>
                </a:cxn>
                <a:cxn ang="0">
                  <a:pos x="connsiteX11017" y="connsiteY11017"/>
                </a:cxn>
                <a:cxn ang="0">
                  <a:pos x="connsiteX11018" y="connsiteY11018"/>
                </a:cxn>
                <a:cxn ang="0">
                  <a:pos x="connsiteX11019" y="connsiteY11019"/>
                </a:cxn>
                <a:cxn ang="0">
                  <a:pos x="connsiteX11020" y="connsiteY11020"/>
                </a:cxn>
                <a:cxn ang="0">
                  <a:pos x="connsiteX11021" y="connsiteY11021"/>
                </a:cxn>
                <a:cxn ang="0">
                  <a:pos x="connsiteX11022" y="connsiteY11022"/>
                </a:cxn>
                <a:cxn ang="0">
                  <a:pos x="connsiteX11023" y="connsiteY11023"/>
                </a:cxn>
                <a:cxn ang="0">
                  <a:pos x="connsiteX11024" y="connsiteY11024"/>
                </a:cxn>
                <a:cxn ang="0">
                  <a:pos x="connsiteX11025" y="connsiteY11025"/>
                </a:cxn>
                <a:cxn ang="0">
                  <a:pos x="connsiteX11026" y="connsiteY11026"/>
                </a:cxn>
                <a:cxn ang="0">
                  <a:pos x="connsiteX11027" y="connsiteY11027"/>
                </a:cxn>
                <a:cxn ang="0">
                  <a:pos x="connsiteX11028" y="connsiteY11028"/>
                </a:cxn>
                <a:cxn ang="0">
                  <a:pos x="connsiteX11029" y="connsiteY11029"/>
                </a:cxn>
                <a:cxn ang="0">
                  <a:pos x="connsiteX11030" y="connsiteY11030"/>
                </a:cxn>
                <a:cxn ang="0">
                  <a:pos x="connsiteX11031" y="connsiteY11031"/>
                </a:cxn>
                <a:cxn ang="0">
                  <a:pos x="connsiteX11032" y="connsiteY11032"/>
                </a:cxn>
                <a:cxn ang="0">
                  <a:pos x="connsiteX11033" y="connsiteY11033"/>
                </a:cxn>
                <a:cxn ang="0">
                  <a:pos x="connsiteX11034" y="connsiteY11034"/>
                </a:cxn>
                <a:cxn ang="0">
                  <a:pos x="connsiteX11035" y="connsiteY11035"/>
                </a:cxn>
                <a:cxn ang="0">
                  <a:pos x="connsiteX11036" y="connsiteY11036"/>
                </a:cxn>
                <a:cxn ang="0">
                  <a:pos x="connsiteX11037" y="connsiteY11037"/>
                </a:cxn>
                <a:cxn ang="0">
                  <a:pos x="connsiteX11038" y="connsiteY11038"/>
                </a:cxn>
                <a:cxn ang="0">
                  <a:pos x="connsiteX11039" y="connsiteY11039"/>
                </a:cxn>
                <a:cxn ang="0">
                  <a:pos x="connsiteX11040" y="connsiteY11040"/>
                </a:cxn>
                <a:cxn ang="0">
                  <a:pos x="connsiteX11041" y="connsiteY11041"/>
                </a:cxn>
                <a:cxn ang="0">
                  <a:pos x="connsiteX11042" y="connsiteY11042"/>
                </a:cxn>
                <a:cxn ang="0">
                  <a:pos x="connsiteX11043" y="connsiteY11043"/>
                </a:cxn>
                <a:cxn ang="0">
                  <a:pos x="connsiteX11044" y="connsiteY11044"/>
                </a:cxn>
                <a:cxn ang="0">
                  <a:pos x="connsiteX11045" y="connsiteY11045"/>
                </a:cxn>
                <a:cxn ang="0">
                  <a:pos x="connsiteX11046" y="connsiteY11046"/>
                </a:cxn>
                <a:cxn ang="0">
                  <a:pos x="connsiteX11047" y="connsiteY11047"/>
                </a:cxn>
                <a:cxn ang="0">
                  <a:pos x="connsiteX11048" y="connsiteY11048"/>
                </a:cxn>
                <a:cxn ang="0">
                  <a:pos x="connsiteX11049" y="connsiteY11049"/>
                </a:cxn>
                <a:cxn ang="0">
                  <a:pos x="connsiteX11050" y="connsiteY11050"/>
                </a:cxn>
                <a:cxn ang="0">
                  <a:pos x="connsiteX11051" y="connsiteY11051"/>
                </a:cxn>
                <a:cxn ang="0">
                  <a:pos x="connsiteX11052" y="connsiteY11052"/>
                </a:cxn>
                <a:cxn ang="0">
                  <a:pos x="connsiteX11053" y="connsiteY11053"/>
                </a:cxn>
                <a:cxn ang="0">
                  <a:pos x="connsiteX11054" y="connsiteY11054"/>
                </a:cxn>
                <a:cxn ang="0">
                  <a:pos x="connsiteX11055" y="connsiteY11055"/>
                </a:cxn>
                <a:cxn ang="0">
                  <a:pos x="connsiteX11056" y="connsiteY11056"/>
                </a:cxn>
                <a:cxn ang="0">
                  <a:pos x="connsiteX11057" y="connsiteY11057"/>
                </a:cxn>
                <a:cxn ang="0">
                  <a:pos x="connsiteX11058" y="connsiteY11058"/>
                </a:cxn>
                <a:cxn ang="0">
                  <a:pos x="connsiteX11059" y="connsiteY11059"/>
                </a:cxn>
                <a:cxn ang="0">
                  <a:pos x="connsiteX11060" y="connsiteY11060"/>
                </a:cxn>
                <a:cxn ang="0">
                  <a:pos x="connsiteX11061" y="connsiteY11061"/>
                </a:cxn>
                <a:cxn ang="0">
                  <a:pos x="connsiteX11062" y="connsiteY11062"/>
                </a:cxn>
                <a:cxn ang="0">
                  <a:pos x="connsiteX11063" y="connsiteY11063"/>
                </a:cxn>
                <a:cxn ang="0">
                  <a:pos x="connsiteX11064" y="connsiteY11064"/>
                </a:cxn>
                <a:cxn ang="0">
                  <a:pos x="connsiteX11065" y="connsiteY11065"/>
                </a:cxn>
                <a:cxn ang="0">
                  <a:pos x="connsiteX11066" y="connsiteY11066"/>
                </a:cxn>
                <a:cxn ang="0">
                  <a:pos x="connsiteX11067" y="connsiteY11067"/>
                </a:cxn>
                <a:cxn ang="0">
                  <a:pos x="connsiteX11068" y="connsiteY11068"/>
                </a:cxn>
                <a:cxn ang="0">
                  <a:pos x="connsiteX11069" y="connsiteY11069"/>
                </a:cxn>
                <a:cxn ang="0">
                  <a:pos x="connsiteX11070" y="connsiteY11070"/>
                </a:cxn>
                <a:cxn ang="0">
                  <a:pos x="connsiteX11071" y="connsiteY11071"/>
                </a:cxn>
                <a:cxn ang="0">
                  <a:pos x="connsiteX11072" y="connsiteY11072"/>
                </a:cxn>
                <a:cxn ang="0">
                  <a:pos x="connsiteX11073" y="connsiteY11073"/>
                </a:cxn>
                <a:cxn ang="0">
                  <a:pos x="connsiteX11074" y="connsiteY11074"/>
                </a:cxn>
                <a:cxn ang="0">
                  <a:pos x="connsiteX11075" y="connsiteY11075"/>
                </a:cxn>
                <a:cxn ang="0">
                  <a:pos x="connsiteX11076" y="connsiteY11076"/>
                </a:cxn>
                <a:cxn ang="0">
                  <a:pos x="connsiteX11077" y="connsiteY11077"/>
                </a:cxn>
                <a:cxn ang="0">
                  <a:pos x="connsiteX11078" y="connsiteY11078"/>
                </a:cxn>
                <a:cxn ang="0">
                  <a:pos x="connsiteX11079" y="connsiteY11079"/>
                </a:cxn>
                <a:cxn ang="0">
                  <a:pos x="connsiteX11080" y="connsiteY11080"/>
                </a:cxn>
                <a:cxn ang="0">
                  <a:pos x="connsiteX11081" y="connsiteY11081"/>
                </a:cxn>
                <a:cxn ang="0">
                  <a:pos x="connsiteX11082" y="connsiteY11082"/>
                </a:cxn>
                <a:cxn ang="0">
                  <a:pos x="connsiteX11083" y="connsiteY11083"/>
                </a:cxn>
                <a:cxn ang="0">
                  <a:pos x="connsiteX11084" y="connsiteY11084"/>
                </a:cxn>
                <a:cxn ang="0">
                  <a:pos x="connsiteX11085" y="connsiteY11085"/>
                </a:cxn>
                <a:cxn ang="0">
                  <a:pos x="connsiteX11086" y="connsiteY11086"/>
                </a:cxn>
                <a:cxn ang="0">
                  <a:pos x="connsiteX11087" y="connsiteY11087"/>
                </a:cxn>
                <a:cxn ang="0">
                  <a:pos x="connsiteX11088" y="connsiteY11088"/>
                </a:cxn>
                <a:cxn ang="0">
                  <a:pos x="connsiteX11089" y="connsiteY11089"/>
                </a:cxn>
                <a:cxn ang="0">
                  <a:pos x="connsiteX11090" y="connsiteY11090"/>
                </a:cxn>
                <a:cxn ang="0">
                  <a:pos x="connsiteX11091" y="connsiteY11091"/>
                </a:cxn>
                <a:cxn ang="0">
                  <a:pos x="connsiteX11092" y="connsiteY11092"/>
                </a:cxn>
                <a:cxn ang="0">
                  <a:pos x="connsiteX11093" y="connsiteY11093"/>
                </a:cxn>
                <a:cxn ang="0">
                  <a:pos x="connsiteX11094" y="connsiteY11094"/>
                </a:cxn>
                <a:cxn ang="0">
                  <a:pos x="connsiteX11095" y="connsiteY11095"/>
                </a:cxn>
                <a:cxn ang="0">
                  <a:pos x="connsiteX11096" y="connsiteY11096"/>
                </a:cxn>
                <a:cxn ang="0">
                  <a:pos x="connsiteX11097" y="connsiteY11097"/>
                </a:cxn>
                <a:cxn ang="0">
                  <a:pos x="connsiteX11098" y="connsiteY11098"/>
                </a:cxn>
                <a:cxn ang="0">
                  <a:pos x="connsiteX11099" y="connsiteY11099"/>
                </a:cxn>
                <a:cxn ang="0">
                  <a:pos x="connsiteX11100" y="connsiteY11100"/>
                </a:cxn>
                <a:cxn ang="0">
                  <a:pos x="connsiteX11101" y="connsiteY11101"/>
                </a:cxn>
                <a:cxn ang="0">
                  <a:pos x="connsiteX11102" y="connsiteY11102"/>
                </a:cxn>
                <a:cxn ang="0">
                  <a:pos x="connsiteX11103" y="connsiteY11103"/>
                </a:cxn>
                <a:cxn ang="0">
                  <a:pos x="connsiteX11104" y="connsiteY11104"/>
                </a:cxn>
                <a:cxn ang="0">
                  <a:pos x="connsiteX11105" y="connsiteY11105"/>
                </a:cxn>
                <a:cxn ang="0">
                  <a:pos x="connsiteX11106" y="connsiteY11106"/>
                </a:cxn>
                <a:cxn ang="0">
                  <a:pos x="connsiteX11107" y="connsiteY11107"/>
                </a:cxn>
                <a:cxn ang="0">
                  <a:pos x="connsiteX11108" y="connsiteY11108"/>
                </a:cxn>
                <a:cxn ang="0">
                  <a:pos x="connsiteX11109" y="connsiteY11109"/>
                </a:cxn>
                <a:cxn ang="0">
                  <a:pos x="connsiteX11110" y="connsiteY11110"/>
                </a:cxn>
                <a:cxn ang="0">
                  <a:pos x="connsiteX11111" y="connsiteY11111"/>
                </a:cxn>
                <a:cxn ang="0">
                  <a:pos x="connsiteX11112" y="connsiteY11112"/>
                </a:cxn>
                <a:cxn ang="0">
                  <a:pos x="connsiteX11113" y="connsiteY11113"/>
                </a:cxn>
                <a:cxn ang="0">
                  <a:pos x="connsiteX11114" y="connsiteY11114"/>
                </a:cxn>
                <a:cxn ang="0">
                  <a:pos x="connsiteX11115" y="connsiteY11115"/>
                </a:cxn>
                <a:cxn ang="0">
                  <a:pos x="connsiteX11116" y="connsiteY11116"/>
                </a:cxn>
                <a:cxn ang="0">
                  <a:pos x="connsiteX11117" y="connsiteY11117"/>
                </a:cxn>
                <a:cxn ang="0">
                  <a:pos x="connsiteX11118" y="connsiteY11118"/>
                </a:cxn>
                <a:cxn ang="0">
                  <a:pos x="connsiteX11119" y="connsiteY11119"/>
                </a:cxn>
                <a:cxn ang="0">
                  <a:pos x="connsiteX11120" y="connsiteY11120"/>
                </a:cxn>
                <a:cxn ang="0">
                  <a:pos x="connsiteX11121" y="connsiteY11121"/>
                </a:cxn>
                <a:cxn ang="0">
                  <a:pos x="connsiteX11122" y="connsiteY11122"/>
                </a:cxn>
                <a:cxn ang="0">
                  <a:pos x="connsiteX11123" y="connsiteY11123"/>
                </a:cxn>
                <a:cxn ang="0">
                  <a:pos x="connsiteX11124" y="connsiteY11124"/>
                </a:cxn>
                <a:cxn ang="0">
                  <a:pos x="connsiteX11125" y="connsiteY11125"/>
                </a:cxn>
                <a:cxn ang="0">
                  <a:pos x="connsiteX11126" y="connsiteY11126"/>
                </a:cxn>
                <a:cxn ang="0">
                  <a:pos x="connsiteX11127" y="connsiteY11127"/>
                </a:cxn>
                <a:cxn ang="0">
                  <a:pos x="connsiteX11128" y="connsiteY11128"/>
                </a:cxn>
                <a:cxn ang="0">
                  <a:pos x="connsiteX11129" y="connsiteY11129"/>
                </a:cxn>
                <a:cxn ang="0">
                  <a:pos x="connsiteX11130" y="connsiteY11130"/>
                </a:cxn>
                <a:cxn ang="0">
                  <a:pos x="connsiteX11131" y="connsiteY11131"/>
                </a:cxn>
                <a:cxn ang="0">
                  <a:pos x="connsiteX11132" y="connsiteY11132"/>
                </a:cxn>
                <a:cxn ang="0">
                  <a:pos x="connsiteX11133" y="connsiteY11133"/>
                </a:cxn>
                <a:cxn ang="0">
                  <a:pos x="connsiteX11134" y="connsiteY11134"/>
                </a:cxn>
                <a:cxn ang="0">
                  <a:pos x="connsiteX11135" y="connsiteY11135"/>
                </a:cxn>
                <a:cxn ang="0">
                  <a:pos x="connsiteX11136" y="connsiteY11136"/>
                </a:cxn>
                <a:cxn ang="0">
                  <a:pos x="connsiteX11137" y="connsiteY11137"/>
                </a:cxn>
                <a:cxn ang="0">
                  <a:pos x="connsiteX11138" y="connsiteY11138"/>
                </a:cxn>
                <a:cxn ang="0">
                  <a:pos x="connsiteX11139" y="connsiteY11139"/>
                </a:cxn>
                <a:cxn ang="0">
                  <a:pos x="connsiteX11140" y="connsiteY11140"/>
                </a:cxn>
                <a:cxn ang="0">
                  <a:pos x="connsiteX11141" y="connsiteY11141"/>
                </a:cxn>
                <a:cxn ang="0">
                  <a:pos x="connsiteX11142" y="connsiteY11142"/>
                </a:cxn>
                <a:cxn ang="0">
                  <a:pos x="connsiteX11143" y="connsiteY11143"/>
                </a:cxn>
                <a:cxn ang="0">
                  <a:pos x="connsiteX11144" y="connsiteY11144"/>
                </a:cxn>
                <a:cxn ang="0">
                  <a:pos x="connsiteX11145" y="connsiteY11145"/>
                </a:cxn>
                <a:cxn ang="0">
                  <a:pos x="connsiteX11146" y="connsiteY11146"/>
                </a:cxn>
                <a:cxn ang="0">
                  <a:pos x="connsiteX11147" y="connsiteY11147"/>
                </a:cxn>
                <a:cxn ang="0">
                  <a:pos x="connsiteX11148" y="connsiteY11148"/>
                </a:cxn>
                <a:cxn ang="0">
                  <a:pos x="connsiteX11149" y="connsiteY11149"/>
                </a:cxn>
                <a:cxn ang="0">
                  <a:pos x="connsiteX11150" y="connsiteY11150"/>
                </a:cxn>
                <a:cxn ang="0">
                  <a:pos x="connsiteX11151" y="connsiteY11151"/>
                </a:cxn>
                <a:cxn ang="0">
                  <a:pos x="connsiteX11152" y="connsiteY11152"/>
                </a:cxn>
                <a:cxn ang="0">
                  <a:pos x="connsiteX11153" y="connsiteY11153"/>
                </a:cxn>
                <a:cxn ang="0">
                  <a:pos x="connsiteX11154" y="connsiteY11154"/>
                </a:cxn>
                <a:cxn ang="0">
                  <a:pos x="connsiteX11155" y="connsiteY11155"/>
                </a:cxn>
                <a:cxn ang="0">
                  <a:pos x="connsiteX11156" y="connsiteY11156"/>
                </a:cxn>
                <a:cxn ang="0">
                  <a:pos x="connsiteX11157" y="connsiteY11157"/>
                </a:cxn>
                <a:cxn ang="0">
                  <a:pos x="connsiteX11158" y="connsiteY11158"/>
                </a:cxn>
                <a:cxn ang="0">
                  <a:pos x="connsiteX11159" y="connsiteY11159"/>
                </a:cxn>
                <a:cxn ang="0">
                  <a:pos x="connsiteX11160" y="connsiteY11160"/>
                </a:cxn>
                <a:cxn ang="0">
                  <a:pos x="connsiteX11161" y="connsiteY11161"/>
                </a:cxn>
                <a:cxn ang="0">
                  <a:pos x="connsiteX11162" y="connsiteY11162"/>
                </a:cxn>
                <a:cxn ang="0">
                  <a:pos x="connsiteX11163" y="connsiteY11163"/>
                </a:cxn>
                <a:cxn ang="0">
                  <a:pos x="connsiteX11164" y="connsiteY11164"/>
                </a:cxn>
                <a:cxn ang="0">
                  <a:pos x="connsiteX11165" y="connsiteY11165"/>
                </a:cxn>
                <a:cxn ang="0">
                  <a:pos x="connsiteX11166" y="connsiteY11166"/>
                </a:cxn>
                <a:cxn ang="0">
                  <a:pos x="connsiteX11167" y="connsiteY11167"/>
                </a:cxn>
                <a:cxn ang="0">
                  <a:pos x="connsiteX11168" y="connsiteY11168"/>
                </a:cxn>
                <a:cxn ang="0">
                  <a:pos x="connsiteX11169" y="connsiteY11169"/>
                </a:cxn>
                <a:cxn ang="0">
                  <a:pos x="connsiteX11170" y="connsiteY11170"/>
                </a:cxn>
                <a:cxn ang="0">
                  <a:pos x="connsiteX11171" y="connsiteY11171"/>
                </a:cxn>
                <a:cxn ang="0">
                  <a:pos x="connsiteX11172" y="connsiteY11172"/>
                </a:cxn>
                <a:cxn ang="0">
                  <a:pos x="connsiteX11173" y="connsiteY11173"/>
                </a:cxn>
                <a:cxn ang="0">
                  <a:pos x="connsiteX11174" y="connsiteY11174"/>
                </a:cxn>
                <a:cxn ang="0">
                  <a:pos x="connsiteX11175" y="connsiteY11175"/>
                </a:cxn>
                <a:cxn ang="0">
                  <a:pos x="connsiteX11176" y="connsiteY11176"/>
                </a:cxn>
                <a:cxn ang="0">
                  <a:pos x="connsiteX11177" y="connsiteY11177"/>
                </a:cxn>
                <a:cxn ang="0">
                  <a:pos x="connsiteX11178" y="connsiteY11178"/>
                </a:cxn>
                <a:cxn ang="0">
                  <a:pos x="connsiteX11179" y="connsiteY11179"/>
                </a:cxn>
                <a:cxn ang="0">
                  <a:pos x="connsiteX11180" y="connsiteY11180"/>
                </a:cxn>
                <a:cxn ang="0">
                  <a:pos x="connsiteX11181" y="connsiteY11181"/>
                </a:cxn>
                <a:cxn ang="0">
                  <a:pos x="connsiteX11182" y="connsiteY11182"/>
                </a:cxn>
                <a:cxn ang="0">
                  <a:pos x="connsiteX11183" y="connsiteY11183"/>
                </a:cxn>
                <a:cxn ang="0">
                  <a:pos x="connsiteX11184" y="connsiteY11184"/>
                </a:cxn>
                <a:cxn ang="0">
                  <a:pos x="connsiteX11185" y="connsiteY11185"/>
                </a:cxn>
                <a:cxn ang="0">
                  <a:pos x="connsiteX11186" y="connsiteY11186"/>
                </a:cxn>
                <a:cxn ang="0">
                  <a:pos x="connsiteX11187" y="connsiteY11187"/>
                </a:cxn>
                <a:cxn ang="0">
                  <a:pos x="connsiteX11188" y="connsiteY11188"/>
                </a:cxn>
                <a:cxn ang="0">
                  <a:pos x="connsiteX11189" y="connsiteY11189"/>
                </a:cxn>
                <a:cxn ang="0">
                  <a:pos x="connsiteX11190" y="connsiteY11190"/>
                </a:cxn>
                <a:cxn ang="0">
                  <a:pos x="connsiteX11191" y="connsiteY11191"/>
                </a:cxn>
                <a:cxn ang="0">
                  <a:pos x="connsiteX11192" y="connsiteY11192"/>
                </a:cxn>
                <a:cxn ang="0">
                  <a:pos x="connsiteX11193" y="connsiteY11193"/>
                </a:cxn>
                <a:cxn ang="0">
                  <a:pos x="connsiteX11194" y="connsiteY11194"/>
                </a:cxn>
                <a:cxn ang="0">
                  <a:pos x="connsiteX11195" y="connsiteY11195"/>
                </a:cxn>
                <a:cxn ang="0">
                  <a:pos x="connsiteX11196" y="connsiteY11196"/>
                </a:cxn>
                <a:cxn ang="0">
                  <a:pos x="connsiteX11197" y="connsiteY11197"/>
                </a:cxn>
                <a:cxn ang="0">
                  <a:pos x="connsiteX11198" y="connsiteY11198"/>
                </a:cxn>
                <a:cxn ang="0">
                  <a:pos x="connsiteX11199" y="connsiteY11199"/>
                </a:cxn>
                <a:cxn ang="0">
                  <a:pos x="connsiteX11200" y="connsiteY11200"/>
                </a:cxn>
                <a:cxn ang="0">
                  <a:pos x="connsiteX11201" y="connsiteY11201"/>
                </a:cxn>
                <a:cxn ang="0">
                  <a:pos x="connsiteX11202" y="connsiteY11202"/>
                </a:cxn>
                <a:cxn ang="0">
                  <a:pos x="connsiteX11203" y="connsiteY11203"/>
                </a:cxn>
                <a:cxn ang="0">
                  <a:pos x="connsiteX11204" y="connsiteY11204"/>
                </a:cxn>
                <a:cxn ang="0">
                  <a:pos x="connsiteX11205" y="connsiteY11205"/>
                </a:cxn>
                <a:cxn ang="0">
                  <a:pos x="connsiteX11206" y="connsiteY11206"/>
                </a:cxn>
                <a:cxn ang="0">
                  <a:pos x="connsiteX11207" y="connsiteY11207"/>
                </a:cxn>
                <a:cxn ang="0">
                  <a:pos x="connsiteX11208" y="connsiteY11208"/>
                </a:cxn>
                <a:cxn ang="0">
                  <a:pos x="connsiteX11209" y="connsiteY11209"/>
                </a:cxn>
                <a:cxn ang="0">
                  <a:pos x="connsiteX11210" y="connsiteY11210"/>
                </a:cxn>
                <a:cxn ang="0">
                  <a:pos x="connsiteX11211" y="connsiteY11211"/>
                </a:cxn>
                <a:cxn ang="0">
                  <a:pos x="connsiteX11212" y="connsiteY11212"/>
                </a:cxn>
                <a:cxn ang="0">
                  <a:pos x="connsiteX11213" y="connsiteY11213"/>
                </a:cxn>
                <a:cxn ang="0">
                  <a:pos x="connsiteX11214" y="connsiteY11214"/>
                </a:cxn>
                <a:cxn ang="0">
                  <a:pos x="connsiteX11215" y="connsiteY11215"/>
                </a:cxn>
                <a:cxn ang="0">
                  <a:pos x="connsiteX11216" y="connsiteY11216"/>
                </a:cxn>
                <a:cxn ang="0">
                  <a:pos x="connsiteX11217" y="connsiteY11217"/>
                </a:cxn>
                <a:cxn ang="0">
                  <a:pos x="connsiteX11218" y="connsiteY11218"/>
                </a:cxn>
                <a:cxn ang="0">
                  <a:pos x="connsiteX11219" y="connsiteY11219"/>
                </a:cxn>
                <a:cxn ang="0">
                  <a:pos x="connsiteX11220" y="connsiteY11220"/>
                </a:cxn>
                <a:cxn ang="0">
                  <a:pos x="connsiteX11221" y="connsiteY11221"/>
                </a:cxn>
                <a:cxn ang="0">
                  <a:pos x="connsiteX11222" y="connsiteY11222"/>
                </a:cxn>
                <a:cxn ang="0">
                  <a:pos x="connsiteX11223" y="connsiteY11223"/>
                </a:cxn>
                <a:cxn ang="0">
                  <a:pos x="connsiteX11224" y="connsiteY11224"/>
                </a:cxn>
                <a:cxn ang="0">
                  <a:pos x="connsiteX11225" y="connsiteY11225"/>
                </a:cxn>
                <a:cxn ang="0">
                  <a:pos x="connsiteX11226" y="connsiteY11226"/>
                </a:cxn>
                <a:cxn ang="0">
                  <a:pos x="connsiteX11227" y="connsiteY11227"/>
                </a:cxn>
                <a:cxn ang="0">
                  <a:pos x="connsiteX11228" y="connsiteY11228"/>
                </a:cxn>
                <a:cxn ang="0">
                  <a:pos x="connsiteX11229" y="connsiteY11229"/>
                </a:cxn>
                <a:cxn ang="0">
                  <a:pos x="connsiteX11230" y="connsiteY11230"/>
                </a:cxn>
                <a:cxn ang="0">
                  <a:pos x="connsiteX11231" y="connsiteY11231"/>
                </a:cxn>
                <a:cxn ang="0">
                  <a:pos x="connsiteX11232" y="connsiteY11232"/>
                </a:cxn>
                <a:cxn ang="0">
                  <a:pos x="connsiteX11233" y="connsiteY11233"/>
                </a:cxn>
                <a:cxn ang="0">
                  <a:pos x="connsiteX11234" y="connsiteY11234"/>
                </a:cxn>
                <a:cxn ang="0">
                  <a:pos x="connsiteX11235" y="connsiteY11235"/>
                </a:cxn>
                <a:cxn ang="0">
                  <a:pos x="connsiteX11236" y="connsiteY11236"/>
                </a:cxn>
                <a:cxn ang="0">
                  <a:pos x="connsiteX11237" y="connsiteY11237"/>
                </a:cxn>
                <a:cxn ang="0">
                  <a:pos x="connsiteX11238" y="connsiteY11238"/>
                </a:cxn>
                <a:cxn ang="0">
                  <a:pos x="connsiteX11239" y="connsiteY11239"/>
                </a:cxn>
                <a:cxn ang="0">
                  <a:pos x="connsiteX11240" y="connsiteY11240"/>
                </a:cxn>
                <a:cxn ang="0">
                  <a:pos x="connsiteX11241" y="connsiteY11241"/>
                </a:cxn>
                <a:cxn ang="0">
                  <a:pos x="connsiteX11242" y="connsiteY11242"/>
                </a:cxn>
                <a:cxn ang="0">
                  <a:pos x="connsiteX11243" y="connsiteY11243"/>
                </a:cxn>
                <a:cxn ang="0">
                  <a:pos x="connsiteX11244" y="connsiteY11244"/>
                </a:cxn>
                <a:cxn ang="0">
                  <a:pos x="connsiteX11245" y="connsiteY11245"/>
                </a:cxn>
                <a:cxn ang="0">
                  <a:pos x="connsiteX11246" y="connsiteY11246"/>
                </a:cxn>
                <a:cxn ang="0">
                  <a:pos x="connsiteX11247" y="connsiteY11247"/>
                </a:cxn>
                <a:cxn ang="0">
                  <a:pos x="connsiteX11248" y="connsiteY11248"/>
                </a:cxn>
                <a:cxn ang="0">
                  <a:pos x="connsiteX11249" y="connsiteY11249"/>
                </a:cxn>
                <a:cxn ang="0">
                  <a:pos x="connsiteX11250" y="connsiteY11250"/>
                </a:cxn>
                <a:cxn ang="0">
                  <a:pos x="connsiteX11251" y="connsiteY11251"/>
                </a:cxn>
                <a:cxn ang="0">
                  <a:pos x="connsiteX11252" y="connsiteY11252"/>
                </a:cxn>
                <a:cxn ang="0">
                  <a:pos x="connsiteX11253" y="connsiteY11253"/>
                </a:cxn>
                <a:cxn ang="0">
                  <a:pos x="connsiteX11254" y="connsiteY11254"/>
                </a:cxn>
                <a:cxn ang="0">
                  <a:pos x="connsiteX11255" y="connsiteY11255"/>
                </a:cxn>
                <a:cxn ang="0">
                  <a:pos x="connsiteX11256" y="connsiteY11256"/>
                </a:cxn>
                <a:cxn ang="0">
                  <a:pos x="connsiteX11257" y="connsiteY11257"/>
                </a:cxn>
                <a:cxn ang="0">
                  <a:pos x="connsiteX11258" y="connsiteY11258"/>
                </a:cxn>
                <a:cxn ang="0">
                  <a:pos x="connsiteX11259" y="connsiteY11259"/>
                </a:cxn>
                <a:cxn ang="0">
                  <a:pos x="connsiteX11260" y="connsiteY11260"/>
                </a:cxn>
                <a:cxn ang="0">
                  <a:pos x="connsiteX11261" y="connsiteY11261"/>
                </a:cxn>
                <a:cxn ang="0">
                  <a:pos x="connsiteX11262" y="connsiteY11262"/>
                </a:cxn>
                <a:cxn ang="0">
                  <a:pos x="connsiteX11263" y="connsiteY11263"/>
                </a:cxn>
                <a:cxn ang="0">
                  <a:pos x="connsiteX11264" y="connsiteY11264"/>
                </a:cxn>
                <a:cxn ang="0">
                  <a:pos x="connsiteX11265" y="connsiteY11265"/>
                </a:cxn>
                <a:cxn ang="0">
                  <a:pos x="connsiteX11266" y="connsiteY11266"/>
                </a:cxn>
                <a:cxn ang="0">
                  <a:pos x="connsiteX11267" y="connsiteY11267"/>
                </a:cxn>
                <a:cxn ang="0">
                  <a:pos x="connsiteX11268" y="connsiteY11268"/>
                </a:cxn>
                <a:cxn ang="0">
                  <a:pos x="connsiteX11269" y="connsiteY11269"/>
                </a:cxn>
                <a:cxn ang="0">
                  <a:pos x="connsiteX11270" y="connsiteY11270"/>
                </a:cxn>
                <a:cxn ang="0">
                  <a:pos x="connsiteX11271" y="connsiteY11271"/>
                </a:cxn>
                <a:cxn ang="0">
                  <a:pos x="connsiteX11272" y="connsiteY11272"/>
                </a:cxn>
                <a:cxn ang="0">
                  <a:pos x="connsiteX11273" y="connsiteY11273"/>
                </a:cxn>
                <a:cxn ang="0">
                  <a:pos x="connsiteX11274" y="connsiteY11274"/>
                </a:cxn>
                <a:cxn ang="0">
                  <a:pos x="connsiteX11275" y="connsiteY11275"/>
                </a:cxn>
                <a:cxn ang="0">
                  <a:pos x="connsiteX11276" y="connsiteY11276"/>
                </a:cxn>
                <a:cxn ang="0">
                  <a:pos x="connsiteX11277" y="connsiteY11277"/>
                </a:cxn>
                <a:cxn ang="0">
                  <a:pos x="connsiteX11278" y="connsiteY11278"/>
                </a:cxn>
                <a:cxn ang="0">
                  <a:pos x="connsiteX11279" y="connsiteY11279"/>
                </a:cxn>
                <a:cxn ang="0">
                  <a:pos x="connsiteX11280" y="connsiteY11280"/>
                </a:cxn>
                <a:cxn ang="0">
                  <a:pos x="connsiteX11281" y="connsiteY11281"/>
                </a:cxn>
                <a:cxn ang="0">
                  <a:pos x="connsiteX11282" y="connsiteY11282"/>
                </a:cxn>
                <a:cxn ang="0">
                  <a:pos x="connsiteX11283" y="connsiteY11283"/>
                </a:cxn>
                <a:cxn ang="0">
                  <a:pos x="connsiteX11284" y="connsiteY11284"/>
                </a:cxn>
                <a:cxn ang="0">
                  <a:pos x="connsiteX11285" y="connsiteY11285"/>
                </a:cxn>
                <a:cxn ang="0">
                  <a:pos x="connsiteX11286" y="connsiteY11286"/>
                </a:cxn>
                <a:cxn ang="0">
                  <a:pos x="connsiteX11287" y="connsiteY11287"/>
                </a:cxn>
                <a:cxn ang="0">
                  <a:pos x="connsiteX11288" y="connsiteY11288"/>
                </a:cxn>
                <a:cxn ang="0">
                  <a:pos x="connsiteX11289" y="connsiteY11289"/>
                </a:cxn>
                <a:cxn ang="0">
                  <a:pos x="connsiteX11290" y="connsiteY11290"/>
                </a:cxn>
                <a:cxn ang="0">
                  <a:pos x="connsiteX11291" y="connsiteY11291"/>
                </a:cxn>
                <a:cxn ang="0">
                  <a:pos x="connsiteX11292" y="connsiteY11292"/>
                </a:cxn>
                <a:cxn ang="0">
                  <a:pos x="connsiteX11293" y="connsiteY11293"/>
                </a:cxn>
                <a:cxn ang="0">
                  <a:pos x="connsiteX11294" y="connsiteY11294"/>
                </a:cxn>
                <a:cxn ang="0">
                  <a:pos x="connsiteX11295" y="connsiteY11295"/>
                </a:cxn>
                <a:cxn ang="0">
                  <a:pos x="connsiteX11296" y="connsiteY11296"/>
                </a:cxn>
                <a:cxn ang="0">
                  <a:pos x="connsiteX11297" y="connsiteY11297"/>
                </a:cxn>
                <a:cxn ang="0">
                  <a:pos x="connsiteX11298" y="connsiteY11298"/>
                </a:cxn>
                <a:cxn ang="0">
                  <a:pos x="connsiteX11299" y="connsiteY11299"/>
                </a:cxn>
                <a:cxn ang="0">
                  <a:pos x="connsiteX11300" y="connsiteY11300"/>
                </a:cxn>
                <a:cxn ang="0">
                  <a:pos x="connsiteX11301" y="connsiteY11301"/>
                </a:cxn>
                <a:cxn ang="0">
                  <a:pos x="connsiteX11302" y="connsiteY11302"/>
                </a:cxn>
                <a:cxn ang="0">
                  <a:pos x="connsiteX11303" y="connsiteY11303"/>
                </a:cxn>
                <a:cxn ang="0">
                  <a:pos x="connsiteX11304" y="connsiteY11304"/>
                </a:cxn>
                <a:cxn ang="0">
                  <a:pos x="connsiteX11305" y="connsiteY11305"/>
                </a:cxn>
                <a:cxn ang="0">
                  <a:pos x="connsiteX11306" y="connsiteY11306"/>
                </a:cxn>
                <a:cxn ang="0">
                  <a:pos x="connsiteX11307" y="connsiteY11307"/>
                </a:cxn>
                <a:cxn ang="0">
                  <a:pos x="connsiteX11308" y="connsiteY11308"/>
                </a:cxn>
                <a:cxn ang="0">
                  <a:pos x="connsiteX11309" y="connsiteY11309"/>
                </a:cxn>
                <a:cxn ang="0">
                  <a:pos x="connsiteX11310" y="connsiteY11310"/>
                </a:cxn>
                <a:cxn ang="0">
                  <a:pos x="connsiteX11311" y="connsiteY11311"/>
                </a:cxn>
                <a:cxn ang="0">
                  <a:pos x="connsiteX11312" y="connsiteY11312"/>
                </a:cxn>
                <a:cxn ang="0">
                  <a:pos x="connsiteX11313" y="connsiteY11313"/>
                </a:cxn>
                <a:cxn ang="0">
                  <a:pos x="connsiteX11314" y="connsiteY11314"/>
                </a:cxn>
                <a:cxn ang="0">
                  <a:pos x="connsiteX11315" y="connsiteY11315"/>
                </a:cxn>
                <a:cxn ang="0">
                  <a:pos x="connsiteX11316" y="connsiteY11316"/>
                </a:cxn>
                <a:cxn ang="0">
                  <a:pos x="connsiteX11317" y="connsiteY11317"/>
                </a:cxn>
                <a:cxn ang="0">
                  <a:pos x="connsiteX11318" y="connsiteY11318"/>
                </a:cxn>
                <a:cxn ang="0">
                  <a:pos x="connsiteX11319" y="connsiteY11319"/>
                </a:cxn>
                <a:cxn ang="0">
                  <a:pos x="connsiteX11320" y="connsiteY11320"/>
                </a:cxn>
                <a:cxn ang="0">
                  <a:pos x="connsiteX11321" y="connsiteY11321"/>
                </a:cxn>
                <a:cxn ang="0">
                  <a:pos x="connsiteX11322" y="connsiteY11322"/>
                </a:cxn>
                <a:cxn ang="0">
                  <a:pos x="connsiteX11323" y="connsiteY11323"/>
                </a:cxn>
                <a:cxn ang="0">
                  <a:pos x="connsiteX11324" y="connsiteY11324"/>
                </a:cxn>
                <a:cxn ang="0">
                  <a:pos x="connsiteX11325" y="connsiteY11325"/>
                </a:cxn>
                <a:cxn ang="0">
                  <a:pos x="connsiteX11326" y="connsiteY11326"/>
                </a:cxn>
                <a:cxn ang="0">
                  <a:pos x="connsiteX11327" y="connsiteY11327"/>
                </a:cxn>
                <a:cxn ang="0">
                  <a:pos x="connsiteX11328" y="connsiteY11328"/>
                </a:cxn>
                <a:cxn ang="0">
                  <a:pos x="connsiteX11329" y="connsiteY11329"/>
                </a:cxn>
                <a:cxn ang="0">
                  <a:pos x="connsiteX11330" y="connsiteY11330"/>
                </a:cxn>
                <a:cxn ang="0">
                  <a:pos x="connsiteX11331" y="connsiteY11331"/>
                </a:cxn>
                <a:cxn ang="0">
                  <a:pos x="connsiteX11332" y="connsiteY11332"/>
                </a:cxn>
                <a:cxn ang="0">
                  <a:pos x="connsiteX11333" y="connsiteY11333"/>
                </a:cxn>
                <a:cxn ang="0">
                  <a:pos x="connsiteX11334" y="connsiteY11334"/>
                </a:cxn>
                <a:cxn ang="0">
                  <a:pos x="connsiteX11335" y="connsiteY11335"/>
                </a:cxn>
                <a:cxn ang="0">
                  <a:pos x="connsiteX11336" y="connsiteY11336"/>
                </a:cxn>
                <a:cxn ang="0">
                  <a:pos x="connsiteX11337" y="connsiteY11337"/>
                </a:cxn>
                <a:cxn ang="0">
                  <a:pos x="connsiteX11338" y="connsiteY11338"/>
                </a:cxn>
                <a:cxn ang="0">
                  <a:pos x="connsiteX11339" y="connsiteY11339"/>
                </a:cxn>
                <a:cxn ang="0">
                  <a:pos x="connsiteX11340" y="connsiteY11340"/>
                </a:cxn>
                <a:cxn ang="0">
                  <a:pos x="connsiteX11341" y="connsiteY11341"/>
                </a:cxn>
                <a:cxn ang="0">
                  <a:pos x="connsiteX11342" y="connsiteY11342"/>
                </a:cxn>
                <a:cxn ang="0">
                  <a:pos x="connsiteX11343" y="connsiteY11343"/>
                </a:cxn>
                <a:cxn ang="0">
                  <a:pos x="connsiteX11344" y="connsiteY11344"/>
                </a:cxn>
                <a:cxn ang="0">
                  <a:pos x="connsiteX11345" y="connsiteY11345"/>
                </a:cxn>
                <a:cxn ang="0">
                  <a:pos x="connsiteX11346" y="connsiteY11346"/>
                </a:cxn>
                <a:cxn ang="0">
                  <a:pos x="connsiteX11347" y="connsiteY11347"/>
                </a:cxn>
                <a:cxn ang="0">
                  <a:pos x="connsiteX11348" y="connsiteY11348"/>
                </a:cxn>
                <a:cxn ang="0">
                  <a:pos x="connsiteX11349" y="connsiteY11349"/>
                </a:cxn>
                <a:cxn ang="0">
                  <a:pos x="connsiteX11350" y="connsiteY11350"/>
                </a:cxn>
                <a:cxn ang="0">
                  <a:pos x="connsiteX11351" y="connsiteY11351"/>
                </a:cxn>
                <a:cxn ang="0">
                  <a:pos x="connsiteX11352" y="connsiteY11352"/>
                </a:cxn>
                <a:cxn ang="0">
                  <a:pos x="connsiteX11353" y="connsiteY11353"/>
                </a:cxn>
                <a:cxn ang="0">
                  <a:pos x="connsiteX11354" y="connsiteY11354"/>
                </a:cxn>
                <a:cxn ang="0">
                  <a:pos x="connsiteX11355" y="connsiteY11355"/>
                </a:cxn>
                <a:cxn ang="0">
                  <a:pos x="connsiteX11356" y="connsiteY11356"/>
                </a:cxn>
                <a:cxn ang="0">
                  <a:pos x="connsiteX11357" y="connsiteY11357"/>
                </a:cxn>
                <a:cxn ang="0">
                  <a:pos x="connsiteX11358" y="connsiteY11358"/>
                </a:cxn>
                <a:cxn ang="0">
                  <a:pos x="connsiteX11359" y="connsiteY11359"/>
                </a:cxn>
                <a:cxn ang="0">
                  <a:pos x="connsiteX11360" y="connsiteY11360"/>
                </a:cxn>
                <a:cxn ang="0">
                  <a:pos x="connsiteX11361" y="connsiteY11361"/>
                </a:cxn>
                <a:cxn ang="0">
                  <a:pos x="connsiteX11362" y="connsiteY11362"/>
                </a:cxn>
                <a:cxn ang="0">
                  <a:pos x="connsiteX11363" y="connsiteY11363"/>
                </a:cxn>
                <a:cxn ang="0">
                  <a:pos x="connsiteX11364" y="connsiteY11364"/>
                </a:cxn>
                <a:cxn ang="0">
                  <a:pos x="connsiteX11365" y="connsiteY11365"/>
                </a:cxn>
                <a:cxn ang="0">
                  <a:pos x="connsiteX11366" y="connsiteY11366"/>
                </a:cxn>
                <a:cxn ang="0">
                  <a:pos x="connsiteX11367" y="connsiteY11367"/>
                </a:cxn>
                <a:cxn ang="0">
                  <a:pos x="connsiteX11368" y="connsiteY11368"/>
                </a:cxn>
                <a:cxn ang="0">
                  <a:pos x="connsiteX11369" y="connsiteY11369"/>
                </a:cxn>
                <a:cxn ang="0">
                  <a:pos x="connsiteX11370" y="connsiteY11370"/>
                </a:cxn>
                <a:cxn ang="0">
                  <a:pos x="connsiteX11371" y="connsiteY11371"/>
                </a:cxn>
                <a:cxn ang="0">
                  <a:pos x="connsiteX11372" y="connsiteY11372"/>
                </a:cxn>
                <a:cxn ang="0">
                  <a:pos x="connsiteX11373" y="connsiteY11373"/>
                </a:cxn>
                <a:cxn ang="0">
                  <a:pos x="connsiteX11374" y="connsiteY11374"/>
                </a:cxn>
                <a:cxn ang="0">
                  <a:pos x="connsiteX11375" y="connsiteY11375"/>
                </a:cxn>
                <a:cxn ang="0">
                  <a:pos x="connsiteX11376" y="connsiteY11376"/>
                </a:cxn>
                <a:cxn ang="0">
                  <a:pos x="connsiteX11377" y="connsiteY11377"/>
                </a:cxn>
                <a:cxn ang="0">
                  <a:pos x="connsiteX11378" y="connsiteY11378"/>
                </a:cxn>
                <a:cxn ang="0">
                  <a:pos x="connsiteX11379" y="connsiteY11379"/>
                </a:cxn>
                <a:cxn ang="0">
                  <a:pos x="connsiteX11380" y="connsiteY11380"/>
                </a:cxn>
                <a:cxn ang="0">
                  <a:pos x="connsiteX11381" y="connsiteY11381"/>
                </a:cxn>
                <a:cxn ang="0">
                  <a:pos x="connsiteX11382" y="connsiteY11382"/>
                </a:cxn>
                <a:cxn ang="0">
                  <a:pos x="connsiteX11383" y="connsiteY11383"/>
                </a:cxn>
                <a:cxn ang="0">
                  <a:pos x="connsiteX11384" y="connsiteY11384"/>
                </a:cxn>
                <a:cxn ang="0">
                  <a:pos x="connsiteX11385" y="connsiteY11385"/>
                </a:cxn>
                <a:cxn ang="0">
                  <a:pos x="connsiteX11386" y="connsiteY11386"/>
                </a:cxn>
                <a:cxn ang="0">
                  <a:pos x="connsiteX11387" y="connsiteY11387"/>
                </a:cxn>
                <a:cxn ang="0">
                  <a:pos x="connsiteX11388" y="connsiteY11388"/>
                </a:cxn>
                <a:cxn ang="0">
                  <a:pos x="connsiteX11389" y="connsiteY11389"/>
                </a:cxn>
                <a:cxn ang="0">
                  <a:pos x="connsiteX11390" y="connsiteY11390"/>
                </a:cxn>
                <a:cxn ang="0">
                  <a:pos x="connsiteX11391" y="connsiteY11391"/>
                </a:cxn>
                <a:cxn ang="0">
                  <a:pos x="connsiteX11392" y="connsiteY11392"/>
                </a:cxn>
                <a:cxn ang="0">
                  <a:pos x="connsiteX11393" y="connsiteY11393"/>
                </a:cxn>
                <a:cxn ang="0">
                  <a:pos x="connsiteX11394" y="connsiteY11394"/>
                </a:cxn>
                <a:cxn ang="0">
                  <a:pos x="connsiteX11395" y="connsiteY11395"/>
                </a:cxn>
                <a:cxn ang="0">
                  <a:pos x="connsiteX11396" y="connsiteY11396"/>
                </a:cxn>
                <a:cxn ang="0">
                  <a:pos x="connsiteX11397" y="connsiteY11397"/>
                </a:cxn>
                <a:cxn ang="0">
                  <a:pos x="connsiteX11398" y="connsiteY11398"/>
                </a:cxn>
                <a:cxn ang="0">
                  <a:pos x="connsiteX11399" y="connsiteY11399"/>
                </a:cxn>
                <a:cxn ang="0">
                  <a:pos x="connsiteX11400" y="connsiteY11400"/>
                </a:cxn>
                <a:cxn ang="0">
                  <a:pos x="connsiteX11401" y="connsiteY11401"/>
                </a:cxn>
                <a:cxn ang="0">
                  <a:pos x="connsiteX11402" y="connsiteY11402"/>
                </a:cxn>
                <a:cxn ang="0">
                  <a:pos x="connsiteX11403" y="connsiteY11403"/>
                </a:cxn>
                <a:cxn ang="0">
                  <a:pos x="connsiteX11404" y="connsiteY11404"/>
                </a:cxn>
                <a:cxn ang="0">
                  <a:pos x="connsiteX11405" y="connsiteY11405"/>
                </a:cxn>
                <a:cxn ang="0">
                  <a:pos x="connsiteX11406" y="connsiteY11406"/>
                </a:cxn>
                <a:cxn ang="0">
                  <a:pos x="connsiteX11407" y="connsiteY11407"/>
                </a:cxn>
                <a:cxn ang="0">
                  <a:pos x="connsiteX11408" y="connsiteY11408"/>
                </a:cxn>
                <a:cxn ang="0">
                  <a:pos x="connsiteX11409" y="connsiteY11409"/>
                </a:cxn>
                <a:cxn ang="0">
                  <a:pos x="connsiteX11410" y="connsiteY11410"/>
                </a:cxn>
                <a:cxn ang="0">
                  <a:pos x="connsiteX11411" y="connsiteY11411"/>
                </a:cxn>
                <a:cxn ang="0">
                  <a:pos x="connsiteX11412" y="connsiteY11412"/>
                </a:cxn>
                <a:cxn ang="0">
                  <a:pos x="connsiteX11413" y="connsiteY11413"/>
                </a:cxn>
                <a:cxn ang="0">
                  <a:pos x="connsiteX11414" y="connsiteY11414"/>
                </a:cxn>
                <a:cxn ang="0">
                  <a:pos x="connsiteX11415" y="connsiteY11415"/>
                </a:cxn>
                <a:cxn ang="0">
                  <a:pos x="connsiteX11416" y="connsiteY11416"/>
                </a:cxn>
                <a:cxn ang="0">
                  <a:pos x="connsiteX11417" y="connsiteY11417"/>
                </a:cxn>
                <a:cxn ang="0">
                  <a:pos x="connsiteX11418" y="connsiteY11418"/>
                </a:cxn>
                <a:cxn ang="0">
                  <a:pos x="connsiteX11419" y="connsiteY11419"/>
                </a:cxn>
                <a:cxn ang="0">
                  <a:pos x="connsiteX11420" y="connsiteY11420"/>
                </a:cxn>
                <a:cxn ang="0">
                  <a:pos x="connsiteX11421" y="connsiteY11421"/>
                </a:cxn>
                <a:cxn ang="0">
                  <a:pos x="connsiteX11422" y="connsiteY11422"/>
                </a:cxn>
                <a:cxn ang="0">
                  <a:pos x="connsiteX11423" y="connsiteY11423"/>
                </a:cxn>
                <a:cxn ang="0">
                  <a:pos x="connsiteX11424" y="connsiteY11424"/>
                </a:cxn>
                <a:cxn ang="0">
                  <a:pos x="connsiteX11425" y="connsiteY11425"/>
                </a:cxn>
                <a:cxn ang="0">
                  <a:pos x="connsiteX11426" y="connsiteY11426"/>
                </a:cxn>
                <a:cxn ang="0">
                  <a:pos x="connsiteX11427" y="connsiteY11427"/>
                </a:cxn>
                <a:cxn ang="0">
                  <a:pos x="connsiteX11428" y="connsiteY11428"/>
                </a:cxn>
                <a:cxn ang="0">
                  <a:pos x="connsiteX11429" y="connsiteY11429"/>
                </a:cxn>
                <a:cxn ang="0">
                  <a:pos x="connsiteX11430" y="connsiteY11430"/>
                </a:cxn>
                <a:cxn ang="0">
                  <a:pos x="connsiteX11431" y="connsiteY11431"/>
                </a:cxn>
                <a:cxn ang="0">
                  <a:pos x="connsiteX11432" y="connsiteY11432"/>
                </a:cxn>
                <a:cxn ang="0">
                  <a:pos x="connsiteX11433" y="connsiteY11433"/>
                </a:cxn>
                <a:cxn ang="0">
                  <a:pos x="connsiteX11434" y="connsiteY11434"/>
                </a:cxn>
                <a:cxn ang="0">
                  <a:pos x="connsiteX11435" y="connsiteY11435"/>
                </a:cxn>
                <a:cxn ang="0">
                  <a:pos x="connsiteX11436" y="connsiteY11436"/>
                </a:cxn>
                <a:cxn ang="0">
                  <a:pos x="connsiteX11437" y="connsiteY11437"/>
                </a:cxn>
                <a:cxn ang="0">
                  <a:pos x="connsiteX11438" y="connsiteY11438"/>
                </a:cxn>
                <a:cxn ang="0">
                  <a:pos x="connsiteX11439" y="connsiteY11439"/>
                </a:cxn>
                <a:cxn ang="0">
                  <a:pos x="connsiteX11440" y="connsiteY11440"/>
                </a:cxn>
                <a:cxn ang="0">
                  <a:pos x="connsiteX11441" y="connsiteY11441"/>
                </a:cxn>
                <a:cxn ang="0">
                  <a:pos x="connsiteX11442" y="connsiteY11442"/>
                </a:cxn>
                <a:cxn ang="0">
                  <a:pos x="connsiteX11443" y="connsiteY11443"/>
                </a:cxn>
                <a:cxn ang="0">
                  <a:pos x="connsiteX11444" y="connsiteY11444"/>
                </a:cxn>
                <a:cxn ang="0">
                  <a:pos x="connsiteX11445" y="connsiteY11445"/>
                </a:cxn>
                <a:cxn ang="0">
                  <a:pos x="connsiteX11446" y="connsiteY11446"/>
                </a:cxn>
                <a:cxn ang="0">
                  <a:pos x="connsiteX11447" y="connsiteY11447"/>
                </a:cxn>
                <a:cxn ang="0">
                  <a:pos x="connsiteX11448" y="connsiteY11448"/>
                </a:cxn>
                <a:cxn ang="0">
                  <a:pos x="connsiteX11449" y="connsiteY11449"/>
                </a:cxn>
                <a:cxn ang="0">
                  <a:pos x="connsiteX11450" y="connsiteY11450"/>
                </a:cxn>
                <a:cxn ang="0">
                  <a:pos x="connsiteX11451" y="connsiteY11451"/>
                </a:cxn>
                <a:cxn ang="0">
                  <a:pos x="connsiteX11452" y="connsiteY11452"/>
                </a:cxn>
                <a:cxn ang="0">
                  <a:pos x="connsiteX11453" y="connsiteY11453"/>
                </a:cxn>
                <a:cxn ang="0">
                  <a:pos x="connsiteX11454" y="connsiteY11454"/>
                </a:cxn>
                <a:cxn ang="0">
                  <a:pos x="connsiteX11455" y="connsiteY11455"/>
                </a:cxn>
                <a:cxn ang="0">
                  <a:pos x="connsiteX11456" y="connsiteY11456"/>
                </a:cxn>
                <a:cxn ang="0">
                  <a:pos x="connsiteX11457" y="connsiteY11457"/>
                </a:cxn>
                <a:cxn ang="0">
                  <a:pos x="connsiteX11458" y="connsiteY11458"/>
                </a:cxn>
                <a:cxn ang="0">
                  <a:pos x="connsiteX11459" y="connsiteY11459"/>
                </a:cxn>
                <a:cxn ang="0">
                  <a:pos x="connsiteX11460" y="connsiteY11460"/>
                </a:cxn>
                <a:cxn ang="0">
                  <a:pos x="connsiteX11461" y="connsiteY11461"/>
                </a:cxn>
                <a:cxn ang="0">
                  <a:pos x="connsiteX11462" y="connsiteY11462"/>
                </a:cxn>
                <a:cxn ang="0">
                  <a:pos x="connsiteX11463" y="connsiteY11463"/>
                </a:cxn>
                <a:cxn ang="0">
                  <a:pos x="connsiteX11464" y="connsiteY11464"/>
                </a:cxn>
                <a:cxn ang="0">
                  <a:pos x="connsiteX11465" y="connsiteY11465"/>
                </a:cxn>
                <a:cxn ang="0">
                  <a:pos x="connsiteX11466" y="connsiteY11466"/>
                </a:cxn>
                <a:cxn ang="0">
                  <a:pos x="connsiteX11467" y="connsiteY11467"/>
                </a:cxn>
                <a:cxn ang="0">
                  <a:pos x="connsiteX11468" y="connsiteY11468"/>
                </a:cxn>
                <a:cxn ang="0">
                  <a:pos x="connsiteX11469" y="connsiteY11469"/>
                </a:cxn>
                <a:cxn ang="0">
                  <a:pos x="connsiteX11470" y="connsiteY11470"/>
                </a:cxn>
                <a:cxn ang="0">
                  <a:pos x="connsiteX11471" y="connsiteY11471"/>
                </a:cxn>
                <a:cxn ang="0">
                  <a:pos x="connsiteX11472" y="connsiteY11472"/>
                </a:cxn>
                <a:cxn ang="0">
                  <a:pos x="connsiteX11473" y="connsiteY11473"/>
                </a:cxn>
                <a:cxn ang="0">
                  <a:pos x="connsiteX11474" y="connsiteY11474"/>
                </a:cxn>
                <a:cxn ang="0">
                  <a:pos x="connsiteX11475" y="connsiteY11475"/>
                </a:cxn>
                <a:cxn ang="0">
                  <a:pos x="connsiteX11476" y="connsiteY11476"/>
                </a:cxn>
                <a:cxn ang="0">
                  <a:pos x="connsiteX11477" y="connsiteY11477"/>
                </a:cxn>
                <a:cxn ang="0">
                  <a:pos x="connsiteX11478" y="connsiteY11478"/>
                </a:cxn>
                <a:cxn ang="0">
                  <a:pos x="connsiteX11479" y="connsiteY11479"/>
                </a:cxn>
                <a:cxn ang="0">
                  <a:pos x="connsiteX11480" y="connsiteY11480"/>
                </a:cxn>
                <a:cxn ang="0">
                  <a:pos x="connsiteX11481" y="connsiteY11481"/>
                </a:cxn>
                <a:cxn ang="0">
                  <a:pos x="connsiteX11482" y="connsiteY11482"/>
                </a:cxn>
                <a:cxn ang="0">
                  <a:pos x="connsiteX11483" y="connsiteY11483"/>
                </a:cxn>
                <a:cxn ang="0">
                  <a:pos x="connsiteX11484" y="connsiteY11484"/>
                </a:cxn>
                <a:cxn ang="0">
                  <a:pos x="connsiteX11485" y="connsiteY11485"/>
                </a:cxn>
                <a:cxn ang="0">
                  <a:pos x="connsiteX11486" y="connsiteY11486"/>
                </a:cxn>
                <a:cxn ang="0">
                  <a:pos x="connsiteX11487" y="connsiteY11487"/>
                </a:cxn>
                <a:cxn ang="0">
                  <a:pos x="connsiteX11488" y="connsiteY11488"/>
                </a:cxn>
                <a:cxn ang="0">
                  <a:pos x="connsiteX11489" y="connsiteY11489"/>
                </a:cxn>
                <a:cxn ang="0">
                  <a:pos x="connsiteX11490" y="connsiteY11490"/>
                </a:cxn>
                <a:cxn ang="0">
                  <a:pos x="connsiteX11491" y="connsiteY11491"/>
                </a:cxn>
                <a:cxn ang="0">
                  <a:pos x="connsiteX11492" y="connsiteY11492"/>
                </a:cxn>
                <a:cxn ang="0">
                  <a:pos x="connsiteX11493" y="connsiteY11493"/>
                </a:cxn>
                <a:cxn ang="0">
                  <a:pos x="connsiteX11494" y="connsiteY11494"/>
                </a:cxn>
                <a:cxn ang="0">
                  <a:pos x="connsiteX11495" y="connsiteY11495"/>
                </a:cxn>
                <a:cxn ang="0">
                  <a:pos x="connsiteX11496" y="connsiteY11496"/>
                </a:cxn>
                <a:cxn ang="0">
                  <a:pos x="connsiteX11497" y="connsiteY11497"/>
                </a:cxn>
                <a:cxn ang="0">
                  <a:pos x="connsiteX11498" y="connsiteY11498"/>
                </a:cxn>
                <a:cxn ang="0">
                  <a:pos x="connsiteX11499" y="connsiteY11499"/>
                </a:cxn>
                <a:cxn ang="0">
                  <a:pos x="connsiteX11500" y="connsiteY11500"/>
                </a:cxn>
                <a:cxn ang="0">
                  <a:pos x="connsiteX11501" y="connsiteY11501"/>
                </a:cxn>
                <a:cxn ang="0">
                  <a:pos x="connsiteX11502" y="connsiteY11502"/>
                </a:cxn>
                <a:cxn ang="0">
                  <a:pos x="connsiteX11503" y="connsiteY11503"/>
                </a:cxn>
                <a:cxn ang="0">
                  <a:pos x="connsiteX11504" y="connsiteY11504"/>
                </a:cxn>
                <a:cxn ang="0">
                  <a:pos x="connsiteX11505" y="connsiteY11505"/>
                </a:cxn>
                <a:cxn ang="0">
                  <a:pos x="connsiteX11506" y="connsiteY11506"/>
                </a:cxn>
                <a:cxn ang="0">
                  <a:pos x="connsiteX11507" y="connsiteY11507"/>
                </a:cxn>
                <a:cxn ang="0">
                  <a:pos x="connsiteX11508" y="connsiteY11508"/>
                </a:cxn>
                <a:cxn ang="0">
                  <a:pos x="connsiteX11509" y="connsiteY11509"/>
                </a:cxn>
                <a:cxn ang="0">
                  <a:pos x="connsiteX11510" y="connsiteY11510"/>
                </a:cxn>
                <a:cxn ang="0">
                  <a:pos x="connsiteX11511" y="connsiteY11511"/>
                </a:cxn>
                <a:cxn ang="0">
                  <a:pos x="connsiteX11512" y="connsiteY11512"/>
                </a:cxn>
                <a:cxn ang="0">
                  <a:pos x="connsiteX11513" y="connsiteY11513"/>
                </a:cxn>
                <a:cxn ang="0">
                  <a:pos x="connsiteX11514" y="connsiteY11514"/>
                </a:cxn>
                <a:cxn ang="0">
                  <a:pos x="connsiteX11515" y="connsiteY11515"/>
                </a:cxn>
                <a:cxn ang="0">
                  <a:pos x="connsiteX11516" y="connsiteY11516"/>
                </a:cxn>
                <a:cxn ang="0">
                  <a:pos x="connsiteX11517" y="connsiteY11517"/>
                </a:cxn>
                <a:cxn ang="0">
                  <a:pos x="connsiteX11518" y="connsiteY11518"/>
                </a:cxn>
                <a:cxn ang="0">
                  <a:pos x="connsiteX11519" y="connsiteY11519"/>
                </a:cxn>
                <a:cxn ang="0">
                  <a:pos x="connsiteX11520" y="connsiteY11520"/>
                </a:cxn>
                <a:cxn ang="0">
                  <a:pos x="connsiteX11521" y="connsiteY11521"/>
                </a:cxn>
                <a:cxn ang="0">
                  <a:pos x="connsiteX11522" y="connsiteY11522"/>
                </a:cxn>
                <a:cxn ang="0">
                  <a:pos x="connsiteX11523" y="connsiteY11523"/>
                </a:cxn>
                <a:cxn ang="0">
                  <a:pos x="connsiteX11524" y="connsiteY11524"/>
                </a:cxn>
                <a:cxn ang="0">
                  <a:pos x="connsiteX11525" y="connsiteY11525"/>
                </a:cxn>
                <a:cxn ang="0">
                  <a:pos x="connsiteX11526" y="connsiteY11526"/>
                </a:cxn>
                <a:cxn ang="0">
                  <a:pos x="connsiteX11527" y="connsiteY11527"/>
                </a:cxn>
                <a:cxn ang="0">
                  <a:pos x="connsiteX11528" y="connsiteY11528"/>
                </a:cxn>
                <a:cxn ang="0">
                  <a:pos x="connsiteX11529" y="connsiteY11529"/>
                </a:cxn>
                <a:cxn ang="0">
                  <a:pos x="connsiteX11530" y="connsiteY11530"/>
                </a:cxn>
                <a:cxn ang="0">
                  <a:pos x="connsiteX11531" y="connsiteY11531"/>
                </a:cxn>
                <a:cxn ang="0">
                  <a:pos x="connsiteX11532" y="connsiteY11532"/>
                </a:cxn>
                <a:cxn ang="0">
                  <a:pos x="connsiteX11533" y="connsiteY11533"/>
                </a:cxn>
                <a:cxn ang="0">
                  <a:pos x="connsiteX11534" y="connsiteY11534"/>
                </a:cxn>
                <a:cxn ang="0">
                  <a:pos x="connsiteX11535" y="connsiteY11535"/>
                </a:cxn>
                <a:cxn ang="0">
                  <a:pos x="connsiteX11536" y="connsiteY11536"/>
                </a:cxn>
                <a:cxn ang="0">
                  <a:pos x="connsiteX11537" y="connsiteY11537"/>
                </a:cxn>
                <a:cxn ang="0">
                  <a:pos x="connsiteX11538" y="connsiteY11538"/>
                </a:cxn>
                <a:cxn ang="0">
                  <a:pos x="connsiteX11539" y="connsiteY11539"/>
                </a:cxn>
                <a:cxn ang="0">
                  <a:pos x="connsiteX11540" y="connsiteY11540"/>
                </a:cxn>
                <a:cxn ang="0">
                  <a:pos x="connsiteX11541" y="connsiteY11541"/>
                </a:cxn>
                <a:cxn ang="0">
                  <a:pos x="connsiteX11542" y="connsiteY11542"/>
                </a:cxn>
                <a:cxn ang="0">
                  <a:pos x="connsiteX11543" y="connsiteY11543"/>
                </a:cxn>
                <a:cxn ang="0">
                  <a:pos x="connsiteX11544" y="connsiteY11544"/>
                </a:cxn>
                <a:cxn ang="0">
                  <a:pos x="connsiteX11545" y="connsiteY11545"/>
                </a:cxn>
                <a:cxn ang="0">
                  <a:pos x="connsiteX11546" y="connsiteY11546"/>
                </a:cxn>
                <a:cxn ang="0">
                  <a:pos x="connsiteX11547" y="connsiteY11547"/>
                </a:cxn>
                <a:cxn ang="0">
                  <a:pos x="connsiteX11548" y="connsiteY11548"/>
                </a:cxn>
                <a:cxn ang="0">
                  <a:pos x="connsiteX11549" y="connsiteY11549"/>
                </a:cxn>
                <a:cxn ang="0">
                  <a:pos x="connsiteX11550" y="connsiteY11550"/>
                </a:cxn>
                <a:cxn ang="0">
                  <a:pos x="connsiteX11551" y="connsiteY11551"/>
                </a:cxn>
                <a:cxn ang="0">
                  <a:pos x="connsiteX11552" y="connsiteY11552"/>
                </a:cxn>
                <a:cxn ang="0">
                  <a:pos x="connsiteX11553" y="connsiteY11553"/>
                </a:cxn>
                <a:cxn ang="0">
                  <a:pos x="connsiteX11554" y="connsiteY11554"/>
                </a:cxn>
                <a:cxn ang="0">
                  <a:pos x="connsiteX11555" y="connsiteY11555"/>
                </a:cxn>
                <a:cxn ang="0">
                  <a:pos x="connsiteX11556" y="connsiteY11556"/>
                </a:cxn>
                <a:cxn ang="0">
                  <a:pos x="connsiteX11557" y="connsiteY11557"/>
                </a:cxn>
                <a:cxn ang="0">
                  <a:pos x="connsiteX11558" y="connsiteY11558"/>
                </a:cxn>
                <a:cxn ang="0">
                  <a:pos x="connsiteX11559" y="connsiteY11559"/>
                </a:cxn>
                <a:cxn ang="0">
                  <a:pos x="connsiteX11560" y="connsiteY11560"/>
                </a:cxn>
                <a:cxn ang="0">
                  <a:pos x="connsiteX11561" y="connsiteY11561"/>
                </a:cxn>
                <a:cxn ang="0">
                  <a:pos x="connsiteX11562" y="connsiteY11562"/>
                </a:cxn>
                <a:cxn ang="0">
                  <a:pos x="connsiteX11563" y="connsiteY11563"/>
                </a:cxn>
                <a:cxn ang="0">
                  <a:pos x="connsiteX11564" y="connsiteY11564"/>
                </a:cxn>
                <a:cxn ang="0">
                  <a:pos x="connsiteX11565" y="connsiteY11565"/>
                </a:cxn>
                <a:cxn ang="0">
                  <a:pos x="connsiteX11566" y="connsiteY11566"/>
                </a:cxn>
                <a:cxn ang="0">
                  <a:pos x="connsiteX11567" y="connsiteY11567"/>
                </a:cxn>
                <a:cxn ang="0">
                  <a:pos x="connsiteX11568" y="connsiteY11568"/>
                </a:cxn>
                <a:cxn ang="0">
                  <a:pos x="connsiteX11569" y="connsiteY11569"/>
                </a:cxn>
                <a:cxn ang="0">
                  <a:pos x="connsiteX11570" y="connsiteY11570"/>
                </a:cxn>
                <a:cxn ang="0">
                  <a:pos x="connsiteX11571" y="connsiteY11571"/>
                </a:cxn>
                <a:cxn ang="0">
                  <a:pos x="connsiteX11572" y="connsiteY11572"/>
                </a:cxn>
                <a:cxn ang="0">
                  <a:pos x="connsiteX11573" y="connsiteY11573"/>
                </a:cxn>
                <a:cxn ang="0">
                  <a:pos x="connsiteX11574" y="connsiteY11574"/>
                </a:cxn>
                <a:cxn ang="0">
                  <a:pos x="connsiteX11575" y="connsiteY11575"/>
                </a:cxn>
                <a:cxn ang="0">
                  <a:pos x="connsiteX11576" y="connsiteY11576"/>
                </a:cxn>
                <a:cxn ang="0">
                  <a:pos x="connsiteX11577" y="connsiteY11577"/>
                </a:cxn>
                <a:cxn ang="0">
                  <a:pos x="connsiteX11578" y="connsiteY11578"/>
                </a:cxn>
                <a:cxn ang="0">
                  <a:pos x="connsiteX11579" y="connsiteY11579"/>
                </a:cxn>
                <a:cxn ang="0">
                  <a:pos x="connsiteX11580" y="connsiteY11580"/>
                </a:cxn>
                <a:cxn ang="0">
                  <a:pos x="connsiteX11581" y="connsiteY11581"/>
                </a:cxn>
                <a:cxn ang="0">
                  <a:pos x="connsiteX11582" y="connsiteY11582"/>
                </a:cxn>
                <a:cxn ang="0">
                  <a:pos x="connsiteX11583" y="connsiteY11583"/>
                </a:cxn>
                <a:cxn ang="0">
                  <a:pos x="connsiteX11584" y="connsiteY11584"/>
                </a:cxn>
                <a:cxn ang="0">
                  <a:pos x="connsiteX11585" y="connsiteY11585"/>
                </a:cxn>
                <a:cxn ang="0">
                  <a:pos x="connsiteX11586" y="connsiteY11586"/>
                </a:cxn>
                <a:cxn ang="0">
                  <a:pos x="connsiteX11587" y="connsiteY11587"/>
                </a:cxn>
                <a:cxn ang="0">
                  <a:pos x="connsiteX11588" y="connsiteY11588"/>
                </a:cxn>
                <a:cxn ang="0">
                  <a:pos x="connsiteX11589" y="connsiteY11589"/>
                </a:cxn>
                <a:cxn ang="0">
                  <a:pos x="connsiteX11590" y="connsiteY11590"/>
                </a:cxn>
                <a:cxn ang="0">
                  <a:pos x="connsiteX11591" y="connsiteY11591"/>
                </a:cxn>
                <a:cxn ang="0">
                  <a:pos x="connsiteX11592" y="connsiteY11592"/>
                </a:cxn>
                <a:cxn ang="0">
                  <a:pos x="connsiteX11593" y="connsiteY11593"/>
                </a:cxn>
                <a:cxn ang="0">
                  <a:pos x="connsiteX11594" y="connsiteY11594"/>
                </a:cxn>
                <a:cxn ang="0">
                  <a:pos x="connsiteX11595" y="connsiteY11595"/>
                </a:cxn>
                <a:cxn ang="0">
                  <a:pos x="connsiteX11596" y="connsiteY11596"/>
                </a:cxn>
                <a:cxn ang="0">
                  <a:pos x="connsiteX11597" y="connsiteY11597"/>
                </a:cxn>
                <a:cxn ang="0">
                  <a:pos x="connsiteX11598" y="connsiteY11598"/>
                </a:cxn>
                <a:cxn ang="0">
                  <a:pos x="connsiteX11599" y="connsiteY11599"/>
                </a:cxn>
                <a:cxn ang="0">
                  <a:pos x="connsiteX11600" y="connsiteY11600"/>
                </a:cxn>
                <a:cxn ang="0">
                  <a:pos x="connsiteX11601" y="connsiteY11601"/>
                </a:cxn>
                <a:cxn ang="0">
                  <a:pos x="connsiteX11602" y="connsiteY11602"/>
                </a:cxn>
                <a:cxn ang="0">
                  <a:pos x="connsiteX11603" y="connsiteY11603"/>
                </a:cxn>
                <a:cxn ang="0">
                  <a:pos x="connsiteX11604" y="connsiteY11604"/>
                </a:cxn>
                <a:cxn ang="0">
                  <a:pos x="connsiteX11605" y="connsiteY11605"/>
                </a:cxn>
                <a:cxn ang="0">
                  <a:pos x="connsiteX11606" y="connsiteY11606"/>
                </a:cxn>
                <a:cxn ang="0">
                  <a:pos x="connsiteX11607" y="connsiteY11607"/>
                </a:cxn>
                <a:cxn ang="0">
                  <a:pos x="connsiteX11608" y="connsiteY11608"/>
                </a:cxn>
                <a:cxn ang="0">
                  <a:pos x="connsiteX11609" y="connsiteY11609"/>
                </a:cxn>
                <a:cxn ang="0">
                  <a:pos x="connsiteX11610" y="connsiteY11610"/>
                </a:cxn>
                <a:cxn ang="0">
                  <a:pos x="connsiteX11611" y="connsiteY11611"/>
                </a:cxn>
                <a:cxn ang="0">
                  <a:pos x="connsiteX11612" y="connsiteY11612"/>
                </a:cxn>
                <a:cxn ang="0">
                  <a:pos x="connsiteX11613" y="connsiteY11613"/>
                </a:cxn>
                <a:cxn ang="0">
                  <a:pos x="connsiteX11614" y="connsiteY11614"/>
                </a:cxn>
                <a:cxn ang="0">
                  <a:pos x="connsiteX11615" y="connsiteY11615"/>
                </a:cxn>
                <a:cxn ang="0">
                  <a:pos x="connsiteX11616" y="connsiteY11616"/>
                </a:cxn>
                <a:cxn ang="0">
                  <a:pos x="connsiteX11617" y="connsiteY11617"/>
                </a:cxn>
                <a:cxn ang="0">
                  <a:pos x="connsiteX11618" y="connsiteY11618"/>
                </a:cxn>
                <a:cxn ang="0">
                  <a:pos x="connsiteX11619" y="connsiteY11619"/>
                </a:cxn>
                <a:cxn ang="0">
                  <a:pos x="connsiteX11620" y="connsiteY11620"/>
                </a:cxn>
                <a:cxn ang="0">
                  <a:pos x="connsiteX11621" y="connsiteY11621"/>
                </a:cxn>
                <a:cxn ang="0">
                  <a:pos x="connsiteX11622" y="connsiteY11622"/>
                </a:cxn>
                <a:cxn ang="0">
                  <a:pos x="connsiteX11623" y="connsiteY11623"/>
                </a:cxn>
                <a:cxn ang="0">
                  <a:pos x="connsiteX11624" y="connsiteY11624"/>
                </a:cxn>
                <a:cxn ang="0">
                  <a:pos x="connsiteX11625" y="connsiteY11625"/>
                </a:cxn>
                <a:cxn ang="0">
                  <a:pos x="connsiteX11626" y="connsiteY11626"/>
                </a:cxn>
                <a:cxn ang="0">
                  <a:pos x="connsiteX11627" y="connsiteY11627"/>
                </a:cxn>
                <a:cxn ang="0">
                  <a:pos x="connsiteX11628" y="connsiteY11628"/>
                </a:cxn>
                <a:cxn ang="0">
                  <a:pos x="connsiteX11629" y="connsiteY11629"/>
                </a:cxn>
                <a:cxn ang="0">
                  <a:pos x="connsiteX11630" y="connsiteY11630"/>
                </a:cxn>
                <a:cxn ang="0">
                  <a:pos x="connsiteX11631" y="connsiteY11631"/>
                </a:cxn>
                <a:cxn ang="0">
                  <a:pos x="connsiteX11632" y="connsiteY11632"/>
                </a:cxn>
                <a:cxn ang="0">
                  <a:pos x="connsiteX11633" y="connsiteY11633"/>
                </a:cxn>
                <a:cxn ang="0">
                  <a:pos x="connsiteX11634" y="connsiteY11634"/>
                </a:cxn>
                <a:cxn ang="0">
                  <a:pos x="connsiteX11635" y="connsiteY11635"/>
                </a:cxn>
                <a:cxn ang="0">
                  <a:pos x="connsiteX11636" y="connsiteY11636"/>
                </a:cxn>
                <a:cxn ang="0">
                  <a:pos x="connsiteX11637" y="connsiteY11637"/>
                </a:cxn>
                <a:cxn ang="0">
                  <a:pos x="connsiteX11638" y="connsiteY11638"/>
                </a:cxn>
                <a:cxn ang="0">
                  <a:pos x="connsiteX11639" y="connsiteY11639"/>
                </a:cxn>
                <a:cxn ang="0">
                  <a:pos x="connsiteX11640" y="connsiteY11640"/>
                </a:cxn>
                <a:cxn ang="0">
                  <a:pos x="connsiteX11641" y="connsiteY11641"/>
                </a:cxn>
                <a:cxn ang="0">
                  <a:pos x="connsiteX11642" y="connsiteY11642"/>
                </a:cxn>
                <a:cxn ang="0">
                  <a:pos x="connsiteX11643" y="connsiteY11643"/>
                </a:cxn>
                <a:cxn ang="0">
                  <a:pos x="connsiteX11644" y="connsiteY11644"/>
                </a:cxn>
                <a:cxn ang="0">
                  <a:pos x="connsiteX11645" y="connsiteY11645"/>
                </a:cxn>
                <a:cxn ang="0">
                  <a:pos x="connsiteX11646" y="connsiteY11646"/>
                </a:cxn>
                <a:cxn ang="0">
                  <a:pos x="connsiteX11647" y="connsiteY11647"/>
                </a:cxn>
                <a:cxn ang="0">
                  <a:pos x="connsiteX11648" y="connsiteY11648"/>
                </a:cxn>
                <a:cxn ang="0">
                  <a:pos x="connsiteX11649" y="connsiteY11649"/>
                </a:cxn>
                <a:cxn ang="0">
                  <a:pos x="connsiteX11650" y="connsiteY11650"/>
                </a:cxn>
                <a:cxn ang="0">
                  <a:pos x="connsiteX11651" y="connsiteY11651"/>
                </a:cxn>
                <a:cxn ang="0">
                  <a:pos x="connsiteX11652" y="connsiteY11652"/>
                </a:cxn>
                <a:cxn ang="0">
                  <a:pos x="connsiteX11653" y="connsiteY11653"/>
                </a:cxn>
                <a:cxn ang="0">
                  <a:pos x="connsiteX11654" y="connsiteY11654"/>
                </a:cxn>
                <a:cxn ang="0">
                  <a:pos x="connsiteX11655" y="connsiteY11655"/>
                </a:cxn>
                <a:cxn ang="0">
                  <a:pos x="connsiteX11656" y="connsiteY11656"/>
                </a:cxn>
                <a:cxn ang="0">
                  <a:pos x="connsiteX11657" y="connsiteY11657"/>
                </a:cxn>
                <a:cxn ang="0">
                  <a:pos x="connsiteX11658" y="connsiteY11658"/>
                </a:cxn>
                <a:cxn ang="0">
                  <a:pos x="connsiteX11659" y="connsiteY11659"/>
                </a:cxn>
                <a:cxn ang="0">
                  <a:pos x="connsiteX11660" y="connsiteY11660"/>
                </a:cxn>
                <a:cxn ang="0">
                  <a:pos x="connsiteX11661" y="connsiteY11661"/>
                </a:cxn>
                <a:cxn ang="0">
                  <a:pos x="connsiteX11662" y="connsiteY11662"/>
                </a:cxn>
                <a:cxn ang="0">
                  <a:pos x="connsiteX11663" y="connsiteY11663"/>
                </a:cxn>
                <a:cxn ang="0">
                  <a:pos x="connsiteX11664" y="connsiteY11664"/>
                </a:cxn>
                <a:cxn ang="0">
                  <a:pos x="connsiteX11665" y="connsiteY11665"/>
                </a:cxn>
                <a:cxn ang="0">
                  <a:pos x="connsiteX11666" y="connsiteY11666"/>
                </a:cxn>
                <a:cxn ang="0">
                  <a:pos x="connsiteX11667" y="connsiteY11667"/>
                </a:cxn>
                <a:cxn ang="0">
                  <a:pos x="connsiteX11668" y="connsiteY11668"/>
                </a:cxn>
                <a:cxn ang="0">
                  <a:pos x="connsiteX11669" y="connsiteY11669"/>
                </a:cxn>
                <a:cxn ang="0">
                  <a:pos x="connsiteX11670" y="connsiteY11670"/>
                </a:cxn>
                <a:cxn ang="0">
                  <a:pos x="connsiteX11671" y="connsiteY11671"/>
                </a:cxn>
                <a:cxn ang="0">
                  <a:pos x="connsiteX11672" y="connsiteY11672"/>
                </a:cxn>
                <a:cxn ang="0">
                  <a:pos x="connsiteX11673" y="connsiteY11673"/>
                </a:cxn>
                <a:cxn ang="0">
                  <a:pos x="connsiteX11674" y="connsiteY11674"/>
                </a:cxn>
                <a:cxn ang="0">
                  <a:pos x="connsiteX11675" y="connsiteY11675"/>
                </a:cxn>
                <a:cxn ang="0">
                  <a:pos x="connsiteX11676" y="connsiteY11676"/>
                </a:cxn>
                <a:cxn ang="0">
                  <a:pos x="connsiteX11677" y="connsiteY11677"/>
                </a:cxn>
                <a:cxn ang="0">
                  <a:pos x="connsiteX11678" y="connsiteY11678"/>
                </a:cxn>
                <a:cxn ang="0">
                  <a:pos x="connsiteX11679" y="connsiteY11679"/>
                </a:cxn>
                <a:cxn ang="0">
                  <a:pos x="connsiteX11680" y="connsiteY11680"/>
                </a:cxn>
                <a:cxn ang="0">
                  <a:pos x="connsiteX11681" y="connsiteY11681"/>
                </a:cxn>
                <a:cxn ang="0">
                  <a:pos x="connsiteX11682" y="connsiteY11682"/>
                </a:cxn>
                <a:cxn ang="0">
                  <a:pos x="connsiteX11683" y="connsiteY11683"/>
                </a:cxn>
                <a:cxn ang="0">
                  <a:pos x="connsiteX11684" y="connsiteY11684"/>
                </a:cxn>
                <a:cxn ang="0">
                  <a:pos x="connsiteX11685" y="connsiteY11685"/>
                </a:cxn>
                <a:cxn ang="0">
                  <a:pos x="connsiteX11686" y="connsiteY11686"/>
                </a:cxn>
                <a:cxn ang="0">
                  <a:pos x="connsiteX11687" y="connsiteY11687"/>
                </a:cxn>
                <a:cxn ang="0">
                  <a:pos x="connsiteX11688" y="connsiteY11688"/>
                </a:cxn>
                <a:cxn ang="0">
                  <a:pos x="connsiteX11689" y="connsiteY11689"/>
                </a:cxn>
                <a:cxn ang="0">
                  <a:pos x="connsiteX11690" y="connsiteY11690"/>
                </a:cxn>
                <a:cxn ang="0">
                  <a:pos x="connsiteX11691" y="connsiteY11691"/>
                </a:cxn>
                <a:cxn ang="0">
                  <a:pos x="connsiteX11692" y="connsiteY11692"/>
                </a:cxn>
                <a:cxn ang="0">
                  <a:pos x="connsiteX11693" y="connsiteY11693"/>
                </a:cxn>
                <a:cxn ang="0">
                  <a:pos x="connsiteX11694" y="connsiteY11694"/>
                </a:cxn>
                <a:cxn ang="0">
                  <a:pos x="connsiteX11695" y="connsiteY11695"/>
                </a:cxn>
                <a:cxn ang="0">
                  <a:pos x="connsiteX11696" y="connsiteY11696"/>
                </a:cxn>
                <a:cxn ang="0">
                  <a:pos x="connsiteX11697" y="connsiteY11697"/>
                </a:cxn>
                <a:cxn ang="0">
                  <a:pos x="connsiteX11698" y="connsiteY11698"/>
                </a:cxn>
                <a:cxn ang="0">
                  <a:pos x="connsiteX11699" y="connsiteY11699"/>
                </a:cxn>
                <a:cxn ang="0">
                  <a:pos x="connsiteX11700" y="connsiteY11700"/>
                </a:cxn>
                <a:cxn ang="0">
                  <a:pos x="connsiteX11701" y="connsiteY11701"/>
                </a:cxn>
                <a:cxn ang="0">
                  <a:pos x="connsiteX11702" y="connsiteY11702"/>
                </a:cxn>
                <a:cxn ang="0">
                  <a:pos x="connsiteX11703" y="connsiteY11703"/>
                </a:cxn>
                <a:cxn ang="0">
                  <a:pos x="connsiteX11704" y="connsiteY11704"/>
                </a:cxn>
                <a:cxn ang="0">
                  <a:pos x="connsiteX11705" y="connsiteY11705"/>
                </a:cxn>
                <a:cxn ang="0">
                  <a:pos x="connsiteX11706" y="connsiteY11706"/>
                </a:cxn>
                <a:cxn ang="0">
                  <a:pos x="connsiteX11707" y="connsiteY11707"/>
                </a:cxn>
                <a:cxn ang="0">
                  <a:pos x="connsiteX11708" y="connsiteY11708"/>
                </a:cxn>
                <a:cxn ang="0">
                  <a:pos x="connsiteX11709" y="connsiteY11709"/>
                </a:cxn>
                <a:cxn ang="0">
                  <a:pos x="connsiteX11710" y="connsiteY11710"/>
                </a:cxn>
                <a:cxn ang="0">
                  <a:pos x="connsiteX11711" y="connsiteY11711"/>
                </a:cxn>
                <a:cxn ang="0">
                  <a:pos x="connsiteX11712" y="connsiteY11712"/>
                </a:cxn>
                <a:cxn ang="0">
                  <a:pos x="connsiteX11713" y="connsiteY11713"/>
                </a:cxn>
                <a:cxn ang="0">
                  <a:pos x="connsiteX11714" y="connsiteY11714"/>
                </a:cxn>
                <a:cxn ang="0">
                  <a:pos x="connsiteX11715" y="connsiteY11715"/>
                </a:cxn>
                <a:cxn ang="0">
                  <a:pos x="connsiteX11716" y="connsiteY11716"/>
                </a:cxn>
                <a:cxn ang="0">
                  <a:pos x="connsiteX11717" y="connsiteY11717"/>
                </a:cxn>
                <a:cxn ang="0">
                  <a:pos x="connsiteX11718" y="connsiteY11718"/>
                </a:cxn>
                <a:cxn ang="0">
                  <a:pos x="connsiteX11719" y="connsiteY11719"/>
                </a:cxn>
                <a:cxn ang="0">
                  <a:pos x="connsiteX11720" y="connsiteY11720"/>
                </a:cxn>
                <a:cxn ang="0">
                  <a:pos x="connsiteX11721" y="connsiteY11721"/>
                </a:cxn>
                <a:cxn ang="0">
                  <a:pos x="connsiteX11722" y="connsiteY11722"/>
                </a:cxn>
                <a:cxn ang="0">
                  <a:pos x="connsiteX11723" y="connsiteY11723"/>
                </a:cxn>
                <a:cxn ang="0">
                  <a:pos x="connsiteX11724" y="connsiteY11724"/>
                </a:cxn>
                <a:cxn ang="0">
                  <a:pos x="connsiteX11725" y="connsiteY11725"/>
                </a:cxn>
                <a:cxn ang="0">
                  <a:pos x="connsiteX11726" y="connsiteY11726"/>
                </a:cxn>
                <a:cxn ang="0">
                  <a:pos x="connsiteX11727" y="connsiteY11727"/>
                </a:cxn>
                <a:cxn ang="0">
                  <a:pos x="connsiteX11728" y="connsiteY11728"/>
                </a:cxn>
                <a:cxn ang="0">
                  <a:pos x="connsiteX11729" y="connsiteY11729"/>
                </a:cxn>
                <a:cxn ang="0">
                  <a:pos x="connsiteX11730" y="connsiteY11730"/>
                </a:cxn>
                <a:cxn ang="0">
                  <a:pos x="connsiteX11731" y="connsiteY11731"/>
                </a:cxn>
                <a:cxn ang="0">
                  <a:pos x="connsiteX11732" y="connsiteY11732"/>
                </a:cxn>
                <a:cxn ang="0">
                  <a:pos x="connsiteX11733" y="connsiteY11733"/>
                </a:cxn>
                <a:cxn ang="0">
                  <a:pos x="connsiteX11734" y="connsiteY11734"/>
                </a:cxn>
                <a:cxn ang="0">
                  <a:pos x="connsiteX11735" y="connsiteY11735"/>
                </a:cxn>
                <a:cxn ang="0">
                  <a:pos x="connsiteX11736" y="connsiteY11736"/>
                </a:cxn>
                <a:cxn ang="0">
                  <a:pos x="connsiteX11737" y="connsiteY11737"/>
                </a:cxn>
                <a:cxn ang="0">
                  <a:pos x="connsiteX11738" y="connsiteY11738"/>
                </a:cxn>
                <a:cxn ang="0">
                  <a:pos x="connsiteX11739" y="connsiteY11739"/>
                </a:cxn>
                <a:cxn ang="0">
                  <a:pos x="connsiteX11740" y="connsiteY11740"/>
                </a:cxn>
                <a:cxn ang="0">
                  <a:pos x="connsiteX11741" y="connsiteY11741"/>
                </a:cxn>
                <a:cxn ang="0">
                  <a:pos x="connsiteX11742" y="connsiteY11742"/>
                </a:cxn>
                <a:cxn ang="0">
                  <a:pos x="connsiteX11743" y="connsiteY11743"/>
                </a:cxn>
                <a:cxn ang="0">
                  <a:pos x="connsiteX11744" y="connsiteY11744"/>
                </a:cxn>
                <a:cxn ang="0">
                  <a:pos x="connsiteX11745" y="connsiteY11745"/>
                </a:cxn>
                <a:cxn ang="0">
                  <a:pos x="connsiteX11746" y="connsiteY11746"/>
                </a:cxn>
                <a:cxn ang="0">
                  <a:pos x="connsiteX11747" y="connsiteY11747"/>
                </a:cxn>
                <a:cxn ang="0">
                  <a:pos x="connsiteX11748" y="connsiteY11748"/>
                </a:cxn>
                <a:cxn ang="0">
                  <a:pos x="connsiteX11749" y="connsiteY11749"/>
                </a:cxn>
                <a:cxn ang="0">
                  <a:pos x="connsiteX11750" y="connsiteY11750"/>
                </a:cxn>
                <a:cxn ang="0">
                  <a:pos x="connsiteX11751" y="connsiteY11751"/>
                </a:cxn>
                <a:cxn ang="0">
                  <a:pos x="connsiteX11752" y="connsiteY11752"/>
                </a:cxn>
                <a:cxn ang="0">
                  <a:pos x="connsiteX11753" y="connsiteY11753"/>
                </a:cxn>
                <a:cxn ang="0">
                  <a:pos x="connsiteX11754" y="connsiteY11754"/>
                </a:cxn>
                <a:cxn ang="0">
                  <a:pos x="connsiteX11755" y="connsiteY11755"/>
                </a:cxn>
                <a:cxn ang="0">
                  <a:pos x="connsiteX11756" y="connsiteY11756"/>
                </a:cxn>
                <a:cxn ang="0">
                  <a:pos x="connsiteX11757" y="connsiteY11757"/>
                </a:cxn>
                <a:cxn ang="0">
                  <a:pos x="connsiteX11758" y="connsiteY11758"/>
                </a:cxn>
                <a:cxn ang="0">
                  <a:pos x="connsiteX11759" y="connsiteY11759"/>
                </a:cxn>
                <a:cxn ang="0">
                  <a:pos x="connsiteX11760" y="connsiteY11760"/>
                </a:cxn>
                <a:cxn ang="0">
                  <a:pos x="connsiteX11761" y="connsiteY11761"/>
                </a:cxn>
                <a:cxn ang="0">
                  <a:pos x="connsiteX11762" y="connsiteY11762"/>
                </a:cxn>
                <a:cxn ang="0">
                  <a:pos x="connsiteX11763" y="connsiteY11763"/>
                </a:cxn>
                <a:cxn ang="0">
                  <a:pos x="connsiteX11764" y="connsiteY11764"/>
                </a:cxn>
                <a:cxn ang="0">
                  <a:pos x="connsiteX11765" y="connsiteY11765"/>
                </a:cxn>
                <a:cxn ang="0">
                  <a:pos x="connsiteX11766" y="connsiteY11766"/>
                </a:cxn>
                <a:cxn ang="0">
                  <a:pos x="connsiteX11767" y="connsiteY11767"/>
                </a:cxn>
                <a:cxn ang="0">
                  <a:pos x="connsiteX11768" y="connsiteY11768"/>
                </a:cxn>
                <a:cxn ang="0">
                  <a:pos x="connsiteX11769" y="connsiteY11769"/>
                </a:cxn>
                <a:cxn ang="0">
                  <a:pos x="connsiteX11770" y="connsiteY11770"/>
                </a:cxn>
                <a:cxn ang="0">
                  <a:pos x="connsiteX11771" y="connsiteY11771"/>
                </a:cxn>
                <a:cxn ang="0">
                  <a:pos x="connsiteX11772" y="connsiteY11772"/>
                </a:cxn>
                <a:cxn ang="0">
                  <a:pos x="connsiteX11773" y="connsiteY11773"/>
                </a:cxn>
                <a:cxn ang="0">
                  <a:pos x="connsiteX11774" y="connsiteY11774"/>
                </a:cxn>
                <a:cxn ang="0">
                  <a:pos x="connsiteX11775" y="connsiteY11775"/>
                </a:cxn>
                <a:cxn ang="0">
                  <a:pos x="connsiteX11776" y="connsiteY11776"/>
                </a:cxn>
                <a:cxn ang="0">
                  <a:pos x="connsiteX11777" y="connsiteY11777"/>
                </a:cxn>
                <a:cxn ang="0">
                  <a:pos x="connsiteX11778" y="connsiteY11778"/>
                </a:cxn>
                <a:cxn ang="0">
                  <a:pos x="connsiteX11779" y="connsiteY11779"/>
                </a:cxn>
                <a:cxn ang="0">
                  <a:pos x="connsiteX11780" y="connsiteY11780"/>
                </a:cxn>
                <a:cxn ang="0">
                  <a:pos x="connsiteX11781" y="connsiteY11781"/>
                </a:cxn>
                <a:cxn ang="0">
                  <a:pos x="connsiteX11782" y="connsiteY11782"/>
                </a:cxn>
                <a:cxn ang="0">
                  <a:pos x="connsiteX11783" y="connsiteY11783"/>
                </a:cxn>
                <a:cxn ang="0">
                  <a:pos x="connsiteX11784" y="connsiteY11784"/>
                </a:cxn>
                <a:cxn ang="0">
                  <a:pos x="connsiteX11785" y="connsiteY11785"/>
                </a:cxn>
                <a:cxn ang="0">
                  <a:pos x="connsiteX11786" y="connsiteY11786"/>
                </a:cxn>
                <a:cxn ang="0">
                  <a:pos x="connsiteX11787" y="connsiteY11787"/>
                </a:cxn>
                <a:cxn ang="0">
                  <a:pos x="connsiteX11788" y="connsiteY11788"/>
                </a:cxn>
                <a:cxn ang="0">
                  <a:pos x="connsiteX11789" y="connsiteY11789"/>
                </a:cxn>
                <a:cxn ang="0">
                  <a:pos x="connsiteX11790" y="connsiteY11790"/>
                </a:cxn>
                <a:cxn ang="0">
                  <a:pos x="connsiteX11791" y="connsiteY11791"/>
                </a:cxn>
                <a:cxn ang="0">
                  <a:pos x="connsiteX11792" y="connsiteY11792"/>
                </a:cxn>
                <a:cxn ang="0">
                  <a:pos x="connsiteX11793" y="connsiteY11793"/>
                </a:cxn>
                <a:cxn ang="0">
                  <a:pos x="connsiteX11794" y="connsiteY11794"/>
                </a:cxn>
                <a:cxn ang="0">
                  <a:pos x="connsiteX11795" y="connsiteY11795"/>
                </a:cxn>
                <a:cxn ang="0">
                  <a:pos x="connsiteX11796" y="connsiteY11796"/>
                </a:cxn>
                <a:cxn ang="0">
                  <a:pos x="connsiteX11797" y="connsiteY11797"/>
                </a:cxn>
                <a:cxn ang="0">
                  <a:pos x="connsiteX11798" y="connsiteY11798"/>
                </a:cxn>
                <a:cxn ang="0">
                  <a:pos x="connsiteX11799" y="connsiteY11799"/>
                </a:cxn>
                <a:cxn ang="0">
                  <a:pos x="connsiteX11800" y="connsiteY11800"/>
                </a:cxn>
                <a:cxn ang="0">
                  <a:pos x="connsiteX11801" y="connsiteY11801"/>
                </a:cxn>
                <a:cxn ang="0">
                  <a:pos x="connsiteX11802" y="connsiteY11802"/>
                </a:cxn>
                <a:cxn ang="0">
                  <a:pos x="connsiteX11803" y="connsiteY11803"/>
                </a:cxn>
                <a:cxn ang="0">
                  <a:pos x="connsiteX11804" y="connsiteY11804"/>
                </a:cxn>
                <a:cxn ang="0">
                  <a:pos x="connsiteX11805" y="connsiteY11805"/>
                </a:cxn>
                <a:cxn ang="0">
                  <a:pos x="connsiteX11806" y="connsiteY11806"/>
                </a:cxn>
                <a:cxn ang="0">
                  <a:pos x="connsiteX11807" y="connsiteY11807"/>
                </a:cxn>
                <a:cxn ang="0">
                  <a:pos x="connsiteX11808" y="connsiteY11808"/>
                </a:cxn>
                <a:cxn ang="0">
                  <a:pos x="connsiteX11809" y="connsiteY11809"/>
                </a:cxn>
                <a:cxn ang="0">
                  <a:pos x="connsiteX11810" y="connsiteY11810"/>
                </a:cxn>
                <a:cxn ang="0">
                  <a:pos x="connsiteX11811" y="connsiteY11811"/>
                </a:cxn>
                <a:cxn ang="0">
                  <a:pos x="connsiteX11812" y="connsiteY11812"/>
                </a:cxn>
                <a:cxn ang="0">
                  <a:pos x="connsiteX11813" y="connsiteY11813"/>
                </a:cxn>
                <a:cxn ang="0">
                  <a:pos x="connsiteX11814" y="connsiteY11814"/>
                </a:cxn>
                <a:cxn ang="0">
                  <a:pos x="connsiteX11815" y="connsiteY11815"/>
                </a:cxn>
                <a:cxn ang="0">
                  <a:pos x="connsiteX11816" y="connsiteY11816"/>
                </a:cxn>
                <a:cxn ang="0">
                  <a:pos x="connsiteX11817" y="connsiteY11817"/>
                </a:cxn>
                <a:cxn ang="0">
                  <a:pos x="connsiteX11818" y="connsiteY11818"/>
                </a:cxn>
                <a:cxn ang="0">
                  <a:pos x="connsiteX11819" y="connsiteY11819"/>
                </a:cxn>
                <a:cxn ang="0">
                  <a:pos x="connsiteX11820" y="connsiteY11820"/>
                </a:cxn>
                <a:cxn ang="0">
                  <a:pos x="connsiteX11821" y="connsiteY11821"/>
                </a:cxn>
                <a:cxn ang="0">
                  <a:pos x="connsiteX11822" y="connsiteY11822"/>
                </a:cxn>
                <a:cxn ang="0">
                  <a:pos x="connsiteX11823" y="connsiteY11823"/>
                </a:cxn>
                <a:cxn ang="0">
                  <a:pos x="connsiteX11824" y="connsiteY11824"/>
                </a:cxn>
                <a:cxn ang="0">
                  <a:pos x="connsiteX11825" y="connsiteY11825"/>
                </a:cxn>
                <a:cxn ang="0">
                  <a:pos x="connsiteX11826" y="connsiteY11826"/>
                </a:cxn>
                <a:cxn ang="0">
                  <a:pos x="connsiteX11827" y="connsiteY11827"/>
                </a:cxn>
                <a:cxn ang="0">
                  <a:pos x="connsiteX11828" y="connsiteY11828"/>
                </a:cxn>
                <a:cxn ang="0">
                  <a:pos x="connsiteX11829" y="connsiteY11829"/>
                </a:cxn>
                <a:cxn ang="0">
                  <a:pos x="connsiteX11830" y="connsiteY11830"/>
                </a:cxn>
                <a:cxn ang="0">
                  <a:pos x="connsiteX11831" y="connsiteY11831"/>
                </a:cxn>
                <a:cxn ang="0">
                  <a:pos x="connsiteX11832" y="connsiteY11832"/>
                </a:cxn>
                <a:cxn ang="0">
                  <a:pos x="connsiteX11833" y="connsiteY11833"/>
                </a:cxn>
                <a:cxn ang="0">
                  <a:pos x="connsiteX11834" y="connsiteY11834"/>
                </a:cxn>
                <a:cxn ang="0">
                  <a:pos x="connsiteX11835" y="connsiteY11835"/>
                </a:cxn>
                <a:cxn ang="0">
                  <a:pos x="connsiteX11836" y="connsiteY11836"/>
                </a:cxn>
                <a:cxn ang="0">
                  <a:pos x="connsiteX11837" y="connsiteY11837"/>
                </a:cxn>
                <a:cxn ang="0">
                  <a:pos x="connsiteX11838" y="connsiteY11838"/>
                </a:cxn>
                <a:cxn ang="0">
                  <a:pos x="connsiteX11839" y="connsiteY11839"/>
                </a:cxn>
                <a:cxn ang="0">
                  <a:pos x="connsiteX11840" y="connsiteY11840"/>
                </a:cxn>
                <a:cxn ang="0">
                  <a:pos x="connsiteX11841" y="connsiteY11841"/>
                </a:cxn>
                <a:cxn ang="0">
                  <a:pos x="connsiteX11842" y="connsiteY11842"/>
                </a:cxn>
                <a:cxn ang="0">
                  <a:pos x="connsiteX11843" y="connsiteY11843"/>
                </a:cxn>
                <a:cxn ang="0">
                  <a:pos x="connsiteX11844" y="connsiteY11844"/>
                </a:cxn>
                <a:cxn ang="0">
                  <a:pos x="connsiteX11845" y="connsiteY11845"/>
                </a:cxn>
                <a:cxn ang="0">
                  <a:pos x="connsiteX11846" y="connsiteY11846"/>
                </a:cxn>
                <a:cxn ang="0">
                  <a:pos x="connsiteX11847" y="connsiteY11847"/>
                </a:cxn>
                <a:cxn ang="0">
                  <a:pos x="connsiteX11848" y="connsiteY11848"/>
                </a:cxn>
                <a:cxn ang="0">
                  <a:pos x="connsiteX11849" y="connsiteY11849"/>
                </a:cxn>
                <a:cxn ang="0">
                  <a:pos x="connsiteX11850" y="connsiteY11850"/>
                </a:cxn>
                <a:cxn ang="0">
                  <a:pos x="connsiteX11851" y="connsiteY11851"/>
                </a:cxn>
                <a:cxn ang="0">
                  <a:pos x="connsiteX11852" y="connsiteY11852"/>
                </a:cxn>
                <a:cxn ang="0">
                  <a:pos x="connsiteX11853" y="connsiteY11853"/>
                </a:cxn>
                <a:cxn ang="0">
                  <a:pos x="connsiteX11854" y="connsiteY11854"/>
                </a:cxn>
                <a:cxn ang="0">
                  <a:pos x="connsiteX11855" y="connsiteY11855"/>
                </a:cxn>
                <a:cxn ang="0">
                  <a:pos x="connsiteX11856" y="connsiteY11856"/>
                </a:cxn>
                <a:cxn ang="0">
                  <a:pos x="connsiteX11857" y="connsiteY11857"/>
                </a:cxn>
                <a:cxn ang="0">
                  <a:pos x="connsiteX11858" y="connsiteY11858"/>
                </a:cxn>
                <a:cxn ang="0">
                  <a:pos x="connsiteX11859" y="connsiteY11859"/>
                </a:cxn>
                <a:cxn ang="0">
                  <a:pos x="connsiteX11860" y="connsiteY11860"/>
                </a:cxn>
                <a:cxn ang="0">
                  <a:pos x="connsiteX11861" y="connsiteY11861"/>
                </a:cxn>
                <a:cxn ang="0">
                  <a:pos x="connsiteX11862" y="connsiteY11862"/>
                </a:cxn>
                <a:cxn ang="0">
                  <a:pos x="connsiteX11863" y="connsiteY11863"/>
                </a:cxn>
                <a:cxn ang="0">
                  <a:pos x="connsiteX11864" y="connsiteY11864"/>
                </a:cxn>
                <a:cxn ang="0">
                  <a:pos x="connsiteX11865" y="connsiteY11865"/>
                </a:cxn>
                <a:cxn ang="0">
                  <a:pos x="connsiteX11866" y="connsiteY11866"/>
                </a:cxn>
                <a:cxn ang="0">
                  <a:pos x="connsiteX11867" y="connsiteY11867"/>
                </a:cxn>
                <a:cxn ang="0">
                  <a:pos x="connsiteX11868" y="connsiteY11868"/>
                </a:cxn>
                <a:cxn ang="0">
                  <a:pos x="connsiteX11869" y="connsiteY11869"/>
                </a:cxn>
                <a:cxn ang="0">
                  <a:pos x="connsiteX11870" y="connsiteY11870"/>
                </a:cxn>
                <a:cxn ang="0">
                  <a:pos x="connsiteX11871" y="connsiteY11871"/>
                </a:cxn>
                <a:cxn ang="0">
                  <a:pos x="connsiteX11872" y="connsiteY11872"/>
                </a:cxn>
                <a:cxn ang="0">
                  <a:pos x="connsiteX11873" y="connsiteY11873"/>
                </a:cxn>
                <a:cxn ang="0">
                  <a:pos x="connsiteX11874" y="connsiteY11874"/>
                </a:cxn>
                <a:cxn ang="0">
                  <a:pos x="connsiteX11875" y="connsiteY11875"/>
                </a:cxn>
                <a:cxn ang="0">
                  <a:pos x="connsiteX11876" y="connsiteY11876"/>
                </a:cxn>
                <a:cxn ang="0">
                  <a:pos x="connsiteX11877" y="connsiteY11877"/>
                </a:cxn>
                <a:cxn ang="0">
                  <a:pos x="connsiteX11878" y="connsiteY11878"/>
                </a:cxn>
                <a:cxn ang="0">
                  <a:pos x="connsiteX11879" y="connsiteY11879"/>
                </a:cxn>
                <a:cxn ang="0">
                  <a:pos x="connsiteX11880" y="connsiteY11880"/>
                </a:cxn>
                <a:cxn ang="0">
                  <a:pos x="connsiteX11881" y="connsiteY11881"/>
                </a:cxn>
                <a:cxn ang="0">
                  <a:pos x="connsiteX11882" y="connsiteY11882"/>
                </a:cxn>
                <a:cxn ang="0">
                  <a:pos x="connsiteX11883" y="connsiteY11883"/>
                </a:cxn>
                <a:cxn ang="0">
                  <a:pos x="connsiteX11884" y="connsiteY11884"/>
                </a:cxn>
                <a:cxn ang="0">
                  <a:pos x="connsiteX11885" y="connsiteY11885"/>
                </a:cxn>
                <a:cxn ang="0">
                  <a:pos x="connsiteX11886" y="connsiteY11886"/>
                </a:cxn>
                <a:cxn ang="0">
                  <a:pos x="connsiteX11887" y="connsiteY11887"/>
                </a:cxn>
                <a:cxn ang="0">
                  <a:pos x="connsiteX11888" y="connsiteY11888"/>
                </a:cxn>
                <a:cxn ang="0">
                  <a:pos x="connsiteX11889" y="connsiteY11889"/>
                </a:cxn>
                <a:cxn ang="0">
                  <a:pos x="connsiteX11890" y="connsiteY11890"/>
                </a:cxn>
                <a:cxn ang="0">
                  <a:pos x="connsiteX11891" y="connsiteY11891"/>
                </a:cxn>
                <a:cxn ang="0">
                  <a:pos x="connsiteX11892" y="connsiteY11892"/>
                </a:cxn>
                <a:cxn ang="0">
                  <a:pos x="connsiteX11893" y="connsiteY11893"/>
                </a:cxn>
                <a:cxn ang="0">
                  <a:pos x="connsiteX11894" y="connsiteY11894"/>
                </a:cxn>
                <a:cxn ang="0">
                  <a:pos x="connsiteX11895" y="connsiteY11895"/>
                </a:cxn>
                <a:cxn ang="0">
                  <a:pos x="connsiteX11896" y="connsiteY11896"/>
                </a:cxn>
                <a:cxn ang="0">
                  <a:pos x="connsiteX11897" y="connsiteY11897"/>
                </a:cxn>
                <a:cxn ang="0">
                  <a:pos x="connsiteX11898" y="connsiteY11898"/>
                </a:cxn>
                <a:cxn ang="0">
                  <a:pos x="connsiteX11899" y="connsiteY11899"/>
                </a:cxn>
                <a:cxn ang="0">
                  <a:pos x="connsiteX11900" y="connsiteY11900"/>
                </a:cxn>
                <a:cxn ang="0">
                  <a:pos x="connsiteX11901" y="connsiteY11901"/>
                </a:cxn>
                <a:cxn ang="0">
                  <a:pos x="connsiteX11902" y="connsiteY11902"/>
                </a:cxn>
                <a:cxn ang="0">
                  <a:pos x="connsiteX11903" y="connsiteY11903"/>
                </a:cxn>
                <a:cxn ang="0">
                  <a:pos x="connsiteX11904" y="connsiteY11904"/>
                </a:cxn>
                <a:cxn ang="0">
                  <a:pos x="connsiteX11905" y="connsiteY11905"/>
                </a:cxn>
                <a:cxn ang="0">
                  <a:pos x="connsiteX11906" y="connsiteY11906"/>
                </a:cxn>
                <a:cxn ang="0">
                  <a:pos x="connsiteX11907" y="connsiteY11907"/>
                </a:cxn>
                <a:cxn ang="0">
                  <a:pos x="connsiteX11908" y="connsiteY11908"/>
                </a:cxn>
                <a:cxn ang="0">
                  <a:pos x="connsiteX11909" y="connsiteY11909"/>
                </a:cxn>
                <a:cxn ang="0">
                  <a:pos x="connsiteX11910" y="connsiteY11910"/>
                </a:cxn>
                <a:cxn ang="0">
                  <a:pos x="connsiteX11911" y="connsiteY11911"/>
                </a:cxn>
                <a:cxn ang="0">
                  <a:pos x="connsiteX11912" y="connsiteY11912"/>
                </a:cxn>
                <a:cxn ang="0">
                  <a:pos x="connsiteX11913" y="connsiteY11913"/>
                </a:cxn>
                <a:cxn ang="0">
                  <a:pos x="connsiteX11914" y="connsiteY11914"/>
                </a:cxn>
                <a:cxn ang="0">
                  <a:pos x="connsiteX11915" y="connsiteY11915"/>
                </a:cxn>
                <a:cxn ang="0">
                  <a:pos x="connsiteX11916" y="connsiteY11916"/>
                </a:cxn>
                <a:cxn ang="0">
                  <a:pos x="connsiteX11917" y="connsiteY11917"/>
                </a:cxn>
                <a:cxn ang="0">
                  <a:pos x="connsiteX11918" y="connsiteY11918"/>
                </a:cxn>
                <a:cxn ang="0">
                  <a:pos x="connsiteX11919" y="connsiteY11919"/>
                </a:cxn>
                <a:cxn ang="0">
                  <a:pos x="connsiteX11920" y="connsiteY11920"/>
                </a:cxn>
                <a:cxn ang="0">
                  <a:pos x="connsiteX11921" y="connsiteY11921"/>
                </a:cxn>
                <a:cxn ang="0">
                  <a:pos x="connsiteX11922" y="connsiteY11922"/>
                </a:cxn>
                <a:cxn ang="0">
                  <a:pos x="connsiteX11923" y="connsiteY11923"/>
                </a:cxn>
                <a:cxn ang="0">
                  <a:pos x="connsiteX11924" y="connsiteY11924"/>
                </a:cxn>
                <a:cxn ang="0">
                  <a:pos x="connsiteX11925" y="connsiteY11925"/>
                </a:cxn>
                <a:cxn ang="0">
                  <a:pos x="connsiteX11926" y="connsiteY11926"/>
                </a:cxn>
                <a:cxn ang="0">
                  <a:pos x="connsiteX11927" y="connsiteY11927"/>
                </a:cxn>
                <a:cxn ang="0">
                  <a:pos x="connsiteX11928" y="connsiteY11928"/>
                </a:cxn>
                <a:cxn ang="0">
                  <a:pos x="connsiteX11929" y="connsiteY11929"/>
                </a:cxn>
                <a:cxn ang="0">
                  <a:pos x="connsiteX11930" y="connsiteY11930"/>
                </a:cxn>
                <a:cxn ang="0">
                  <a:pos x="connsiteX11931" y="connsiteY11931"/>
                </a:cxn>
                <a:cxn ang="0">
                  <a:pos x="connsiteX11932" y="connsiteY11932"/>
                </a:cxn>
                <a:cxn ang="0">
                  <a:pos x="connsiteX11933" y="connsiteY11933"/>
                </a:cxn>
                <a:cxn ang="0">
                  <a:pos x="connsiteX11934" y="connsiteY11934"/>
                </a:cxn>
                <a:cxn ang="0">
                  <a:pos x="connsiteX11935" y="connsiteY11935"/>
                </a:cxn>
                <a:cxn ang="0">
                  <a:pos x="connsiteX11936" y="connsiteY11936"/>
                </a:cxn>
                <a:cxn ang="0">
                  <a:pos x="connsiteX11937" y="connsiteY11937"/>
                </a:cxn>
                <a:cxn ang="0">
                  <a:pos x="connsiteX11938" y="connsiteY11938"/>
                </a:cxn>
                <a:cxn ang="0">
                  <a:pos x="connsiteX11939" y="connsiteY11939"/>
                </a:cxn>
                <a:cxn ang="0">
                  <a:pos x="connsiteX11940" y="connsiteY11940"/>
                </a:cxn>
                <a:cxn ang="0">
                  <a:pos x="connsiteX11941" y="connsiteY11941"/>
                </a:cxn>
                <a:cxn ang="0">
                  <a:pos x="connsiteX11942" y="connsiteY11942"/>
                </a:cxn>
                <a:cxn ang="0">
                  <a:pos x="connsiteX11943" y="connsiteY11943"/>
                </a:cxn>
                <a:cxn ang="0">
                  <a:pos x="connsiteX11944" y="connsiteY11944"/>
                </a:cxn>
                <a:cxn ang="0">
                  <a:pos x="connsiteX11945" y="connsiteY11945"/>
                </a:cxn>
                <a:cxn ang="0">
                  <a:pos x="connsiteX11946" y="connsiteY11946"/>
                </a:cxn>
                <a:cxn ang="0">
                  <a:pos x="connsiteX11947" y="connsiteY11947"/>
                </a:cxn>
                <a:cxn ang="0">
                  <a:pos x="connsiteX11948" y="connsiteY11948"/>
                </a:cxn>
                <a:cxn ang="0">
                  <a:pos x="connsiteX11949" y="connsiteY11949"/>
                </a:cxn>
                <a:cxn ang="0">
                  <a:pos x="connsiteX11950" y="connsiteY11950"/>
                </a:cxn>
                <a:cxn ang="0">
                  <a:pos x="connsiteX11951" y="connsiteY11951"/>
                </a:cxn>
                <a:cxn ang="0">
                  <a:pos x="connsiteX11952" y="connsiteY11952"/>
                </a:cxn>
                <a:cxn ang="0">
                  <a:pos x="connsiteX11953" y="connsiteY11953"/>
                </a:cxn>
                <a:cxn ang="0">
                  <a:pos x="connsiteX11954" y="connsiteY11954"/>
                </a:cxn>
                <a:cxn ang="0">
                  <a:pos x="connsiteX11955" y="connsiteY11955"/>
                </a:cxn>
                <a:cxn ang="0">
                  <a:pos x="connsiteX11956" y="connsiteY11956"/>
                </a:cxn>
                <a:cxn ang="0">
                  <a:pos x="connsiteX11957" y="connsiteY11957"/>
                </a:cxn>
                <a:cxn ang="0">
                  <a:pos x="connsiteX11958" y="connsiteY11958"/>
                </a:cxn>
                <a:cxn ang="0">
                  <a:pos x="connsiteX11959" y="connsiteY11959"/>
                </a:cxn>
                <a:cxn ang="0">
                  <a:pos x="connsiteX11960" y="connsiteY11960"/>
                </a:cxn>
                <a:cxn ang="0">
                  <a:pos x="connsiteX11961" y="connsiteY11961"/>
                </a:cxn>
                <a:cxn ang="0">
                  <a:pos x="connsiteX11962" y="connsiteY11962"/>
                </a:cxn>
                <a:cxn ang="0">
                  <a:pos x="connsiteX11963" y="connsiteY11963"/>
                </a:cxn>
                <a:cxn ang="0">
                  <a:pos x="connsiteX11964" y="connsiteY11964"/>
                </a:cxn>
                <a:cxn ang="0">
                  <a:pos x="connsiteX11965" y="connsiteY11965"/>
                </a:cxn>
                <a:cxn ang="0">
                  <a:pos x="connsiteX11966" y="connsiteY11966"/>
                </a:cxn>
                <a:cxn ang="0">
                  <a:pos x="connsiteX11967" y="connsiteY11967"/>
                </a:cxn>
                <a:cxn ang="0">
                  <a:pos x="connsiteX11968" y="connsiteY11968"/>
                </a:cxn>
                <a:cxn ang="0">
                  <a:pos x="connsiteX11969" y="connsiteY11969"/>
                </a:cxn>
                <a:cxn ang="0">
                  <a:pos x="connsiteX11970" y="connsiteY11970"/>
                </a:cxn>
                <a:cxn ang="0">
                  <a:pos x="connsiteX11971" y="connsiteY11971"/>
                </a:cxn>
                <a:cxn ang="0">
                  <a:pos x="connsiteX11972" y="connsiteY11972"/>
                </a:cxn>
                <a:cxn ang="0">
                  <a:pos x="connsiteX11973" y="connsiteY11973"/>
                </a:cxn>
                <a:cxn ang="0">
                  <a:pos x="connsiteX11974" y="connsiteY11974"/>
                </a:cxn>
                <a:cxn ang="0">
                  <a:pos x="connsiteX11975" y="connsiteY11975"/>
                </a:cxn>
                <a:cxn ang="0">
                  <a:pos x="connsiteX11976" y="connsiteY11976"/>
                </a:cxn>
                <a:cxn ang="0">
                  <a:pos x="connsiteX11977" y="connsiteY11977"/>
                </a:cxn>
                <a:cxn ang="0">
                  <a:pos x="connsiteX11978" y="connsiteY11978"/>
                </a:cxn>
                <a:cxn ang="0">
                  <a:pos x="connsiteX11979" y="connsiteY11979"/>
                </a:cxn>
                <a:cxn ang="0">
                  <a:pos x="connsiteX11980" y="connsiteY11980"/>
                </a:cxn>
                <a:cxn ang="0">
                  <a:pos x="connsiteX11981" y="connsiteY11981"/>
                </a:cxn>
                <a:cxn ang="0">
                  <a:pos x="connsiteX11982" y="connsiteY11982"/>
                </a:cxn>
                <a:cxn ang="0">
                  <a:pos x="connsiteX11983" y="connsiteY11983"/>
                </a:cxn>
                <a:cxn ang="0">
                  <a:pos x="connsiteX11984" y="connsiteY11984"/>
                </a:cxn>
                <a:cxn ang="0">
                  <a:pos x="connsiteX11985" y="connsiteY11985"/>
                </a:cxn>
                <a:cxn ang="0">
                  <a:pos x="connsiteX11986" y="connsiteY11986"/>
                </a:cxn>
                <a:cxn ang="0">
                  <a:pos x="connsiteX11987" y="connsiteY11987"/>
                </a:cxn>
                <a:cxn ang="0">
                  <a:pos x="connsiteX11988" y="connsiteY11988"/>
                </a:cxn>
                <a:cxn ang="0">
                  <a:pos x="connsiteX11989" y="connsiteY11989"/>
                </a:cxn>
                <a:cxn ang="0">
                  <a:pos x="connsiteX11990" y="connsiteY11990"/>
                </a:cxn>
                <a:cxn ang="0">
                  <a:pos x="connsiteX11991" y="connsiteY11991"/>
                </a:cxn>
                <a:cxn ang="0">
                  <a:pos x="connsiteX11992" y="connsiteY11992"/>
                </a:cxn>
                <a:cxn ang="0">
                  <a:pos x="connsiteX11993" y="connsiteY11993"/>
                </a:cxn>
                <a:cxn ang="0">
                  <a:pos x="connsiteX11994" y="connsiteY11994"/>
                </a:cxn>
                <a:cxn ang="0">
                  <a:pos x="connsiteX11995" y="connsiteY11995"/>
                </a:cxn>
                <a:cxn ang="0">
                  <a:pos x="connsiteX11996" y="connsiteY11996"/>
                </a:cxn>
                <a:cxn ang="0">
                  <a:pos x="connsiteX11997" y="connsiteY11997"/>
                </a:cxn>
                <a:cxn ang="0">
                  <a:pos x="connsiteX11998" y="connsiteY11998"/>
                </a:cxn>
                <a:cxn ang="0">
                  <a:pos x="connsiteX11999" y="connsiteY11999"/>
                </a:cxn>
                <a:cxn ang="0">
                  <a:pos x="connsiteX12000" y="connsiteY12000"/>
                </a:cxn>
                <a:cxn ang="0">
                  <a:pos x="connsiteX12001" y="connsiteY12001"/>
                </a:cxn>
                <a:cxn ang="0">
                  <a:pos x="connsiteX12002" y="connsiteY12002"/>
                </a:cxn>
                <a:cxn ang="0">
                  <a:pos x="connsiteX12003" y="connsiteY12003"/>
                </a:cxn>
                <a:cxn ang="0">
                  <a:pos x="connsiteX12004" y="connsiteY12004"/>
                </a:cxn>
                <a:cxn ang="0">
                  <a:pos x="connsiteX12005" y="connsiteY12005"/>
                </a:cxn>
                <a:cxn ang="0">
                  <a:pos x="connsiteX12006" y="connsiteY12006"/>
                </a:cxn>
                <a:cxn ang="0">
                  <a:pos x="connsiteX12007" y="connsiteY12007"/>
                </a:cxn>
                <a:cxn ang="0">
                  <a:pos x="connsiteX12008" y="connsiteY12008"/>
                </a:cxn>
                <a:cxn ang="0">
                  <a:pos x="connsiteX12009" y="connsiteY12009"/>
                </a:cxn>
                <a:cxn ang="0">
                  <a:pos x="connsiteX12010" y="connsiteY12010"/>
                </a:cxn>
                <a:cxn ang="0">
                  <a:pos x="connsiteX12011" y="connsiteY12011"/>
                </a:cxn>
                <a:cxn ang="0">
                  <a:pos x="connsiteX12012" y="connsiteY12012"/>
                </a:cxn>
                <a:cxn ang="0">
                  <a:pos x="connsiteX12013" y="connsiteY12013"/>
                </a:cxn>
                <a:cxn ang="0">
                  <a:pos x="connsiteX12014" y="connsiteY12014"/>
                </a:cxn>
                <a:cxn ang="0">
                  <a:pos x="connsiteX12015" y="connsiteY12015"/>
                </a:cxn>
                <a:cxn ang="0">
                  <a:pos x="connsiteX12016" y="connsiteY12016"/>
                </a:cxn>
                <a:cxn ang="0">
                  <a:pos x="connsiteX12017" y="connsiteY12017"/>
                </a:cxn>
                <a:cxn ang="0">
                  <a:pos x="connsiteX12018" y="connsiteY12018"/>
                </a:cxn>
                <a:cxn ang="0">
                  <a:pos x="connsiteX12019" y="connsiteY12019"/>
                </a:cxn>
                <a:cxn ang="0">
                  <a:pos x="connsiteX12020" y="connsiteY12020"/>
                </a:cxn>
                <a:cxn ang="0">
                  <a:pos x="connsiteX12021" y="connsiteY12021"/>
                </a:cxn>
                <a:cxn ang="0">
                  <a:pos x="connsiteX12022" y="connsiteY12022"/>
                </a:cxn>
                <a:cxn ang="0">
                  <a:pos x="connsiteX12023" y="connsiteY12023"/>
                </a:cxn>
                <a:cxn ang="0">
                  <a:pos x="connsiteX12024" y="connsiteY12024"/>
                </a:cxn>
                <a:cxn ang="0">
                  <a:pos x="connsiteX12025" y="connsiteY12025"/>
                </a:cxn>
                <a:cxn ang="0">
                  <a:pos x="connsiteX12026" y="connsiteY12026"/>
                </a:cxn>
                <a:cxn ang="0">
                  <a:pos x="connsiteX12027" y="connsiteY12027"/>
                </a:cxn>
                <a:cxn ang="0">
                  <a:pos x="connsiteX12028" y="connsiteY12028"/>
                </a:cxn>
                <a:cxn ang="0">
                  <a:pos x="connsiteX12029" y="connsiteY12029"/>
                </a:cxn>
                <a:cxn ang="0">
                  <a:pos x="connsiteX12030" y="connsiteY12030"/>
                </a:cxn>
                <a:cxn ang="0">
                  <a:pos x="connsiteX12031" y="connsiteY12031"/>
                </a:cxn>
                <a:cxn ang="0">
                  <a:pos x="connsiteX12032" y="connsiteY12032"/>
                </a:cxn>
                <a:cxn ang="0">
                  <a:pos x="connsiteX12033" y="connsiteY12033"/>
                </a:cxn>
                <a:cxn ang="0">
                  <a:pos x="connsiteX12034" y="connsiteY12034"/>
                </a:cxn>
                <a:cxn ang="0">
                  <a:pos x="connsiteX12035" y="connsiteY12035"/>
                </a:cxn>
                <a:cxn ang="0">
                  <a:pos x="connsiteX12036" y="connsiteY12036"/>
                </a:cxn>
                <a:cxn ang="0">
                  <a:pos x="connsiteX12037" y="connsiteY12037"/>
                </a:cxn>
                <a:cxn ang="0">
                  <a:pos x="connsiteX12038" y="connsiteY12038"/>
                </a:cxn>
                <a:cxn ang="0">
                  <a:pos x="connsiteX12039" y="connsiteY12039"/>
                </a:cxn>
                <a:cxn ang="0">
                  <a:pos x="connsiteX12040" y="connsiteY12040"/>
                </a:cxn>
                <a:cxn ang="0">
                  <a:pos x="connsiteX12041" y="connsiteY12041"/>
                </a:cxn>
                <a:cxn ang="0">
                  <a:pos x="connsiteX12042" y="connsiteY12042"/>
                </a:cxn>
                <a:cxn ang="0">
                  <a:pos x="connsiteX12043" y="connsiteY12043"/>
                </a:cxn>
                <a:cxn ang="0">
                  <a:pos x="connsiteX12044" y="connsiteY12044"/>
                </a:cxn>
                <a:cxn ang="0">
                  <a:pos x="connsiteX12045" y="connsiteY12045"/>
                </a:cxn>
                <a:cxn ang="0">
                  <a:pos x="connsiteX12046" y="connsiteY12046"/>
                </a:cxn>
                <a:cxn ang="0">
                  <a:pos x="connsiteX12047" y="connsiteY12047"/>
                </a:cxn>
                <a:cxn ang="0">
                  <a:pos x="connsiteX12048" y="connsiteY12048"/>
                </a:cxn>
                <a:cxn ang="0">
                  <a:pos x="connsiteX12049" y="connsiteY12049"/>
                </a:cxn>
                <a:cxn ang="0">
                  <a:pos x="connsiteX12050" y="connsiteY12050"/>
                </a:cxn>
                <a:cxn ang="0">
                  <a:pos x="connsiteX12051" y="connsiteY12051"/>
                </a:cxn>
                <a:cxn ang="0">
                  <a:pos x="connsiteX12052" y="connsiteY12052"/>
                </a:cxn>
                <a:cxn ang="0">
                  <a:pos x="connsiteX12053" y="connsiteY12053"/>
                </a:cxn>
                <a:cxn ang="0">
                  <a:pos x="connsiteX12054" y="connsiteY12054"/>
                </a:cxn>
                <a:cxn ang="0">
                  <a:pos x="connsiteX12055" y="connsiteY12055"/>
                </a:cxn>
                <a:cxn ang="0">
                  <a:pos x="connsiteX12056" y="connsiteY12056"/>
                </a:cxn>
                <a:cxn ang="0">
                  <a:pos x="connsiteX12057" y="connsiteY12057"/>
                </a:cxn>
                <a:cxn ang="0">
                  <a:pos x="connsiteX12058" y="connsiteY12058"/>
                </a:cxn>
                <a:cxn ang="0">
                  <a:pos x="connsiteX12059" y="connsiteY12059"/>
                </a:cxn>
                <a:cxn ang="0">
                  <a:pos x="connsiteX12060" y="connsiteY12060"/>
                </a:cxn>
                <a:cxn ang="0">
                  <a:pos x="connsiteX12061" y="connsiteY12061"/>
                </a:cxn>
                <a:cxn ang="0">
                  <a:pos x="connsiteX12062" y="connsiteY12062"/>
                </a:cxn>
                <a:cxn ang="0">
                  <a:pos x="connsiteX12063" y="connsiteY12063"/>
                </a:cxn>
                <a:cxn ang="0">
                  <a:pos x="connsiteX12064" y="connsiteY12064"/>
                </a:cxn>
                <a:cxn ang="0">
                  <a:pos x="connsiteX12065" y="connsiteY12065"/>
                </a:cxn>
                <a:cxn ang="0">
                  <a:pos x="connsiteX12066" y="connsiteY12066"/>
                </a:cxn>
                <a:cxn ang="0">
                  <a:pos x="connsiteX12067" y="connsiteY12067"/>
                </a:cxn>
                <a:cxn ang="0">
                  <a:pos x="connsiteX12068" y="connsiteY12068"/>
                </a:cxn>
                <a:cxn ang="0">
                  <a:pos x="connsiteX12069" y="connsiteY12069"/>
                </a:cxn>
                <a:cxn ang="0">
                  <a:pos x="connsiteX12070" y="connsiteY12070"/>
                </a:cxn>
                <a:cxn ang="0">
                  <a:pos x="connsiteX12071" y="connsiteY12071"/>
                </a:cxn>
                <a:cxn ang="0">
                  <a:pos x="connsiteX12072" y="connsiteY12072"/>
                </a:cxn>
                <a:cxn ang="0">
                  <a:pos x="connsiteX12073" y="connsiteY12073"/>
                </a:cxn>
                <a:cxn ang="0">
                  <a:pos x="connsiteX12074" y="connsiteY12074"/>
                </a:cxn>
                <a:cxn ang="0">
                  <a:pos x="connsiteX12075" y="connsiteY12075"/>
                </a:cxn>
                <a:cxn ang="0">
                  <a:pos x="connsiteX12076" y="connsiteY12076"/>
                </a:cxn>
                <a:cxn ang="0">
                  <a:pos x="connsiteX12077" y="connsiteY12077"/>
                </a:cxn>
                <a:cxn ang="0">
                  <a:pos x="connsiteX12078" y="connsiteY12078"/>
                </a:cxn>
                <a:cxn ang="0">
                  <a:pos x="connsiteX12079" y="connsiteY12079"/>
                </a:cxn>
                <a:cxn ang="0">
                  <a:pos x="connsiteX12080" y="connsiteY12080"/>
                </a:cxn>
                <a:cxn ang="0">
                  <a:pos x="connsiteX12081" y="connsiteY12081"/>
                </a:cxn>
                <a:cxn ang="0">
                  <a:pos x="connsiteX12082" y="connsiteY12082"/>
                </a:cxn>
                <a:cxn ang="0">
                  <a:pos x="connsiteX12083" y="connsiteY12083"/>
                </a:cxn>
                <a:cxn ang="0">
                  <a:pos x="connsiteX12084" y="connsiteY12084"/>
                </a:cxn>
                <a:cxn ang="0">
                  <a:pos x="connsiteX12085" y="connsiteY12085"/>
                </a:cxn>
                <a:cxn ang="0">
                  <a:pos x="connsiteX12086" y="connsiteY12086"/>
                </a:cxn>
                <a:cxn ang="0">
                  <a:pos x="connsiteX12087" y="connsiteY12087"/>
                </a:cxn>
                <a:cxn ang="0">
                  <a:pos x="connsiteX12088" y="connsiteY12088"/>
                </a:cxn>
                <a:cxn ang="0">
                  <a:pos x="connsiteX12089" y="connsiteY12089"/>
                </a:cxn>
                <a:cxn ang="0">
                  <a:pos x="connsiteX12090" y="connsiteY12090"/>
                </a:cxn>
                <a:cxn ang="0">
                  <a:pos x="connsiteX12091" y="connsiteY12091"/>
                </a:cxn>
                <a:cxn ang="0">
                  <a:pos x="connsiteX12092" y="connsiteY12092"/>
                </a:cxn>
                <a:cxn ang="0">
                  <a:pos x="connsiteX12093" y="connsiteY12093"/>
                </a:cxn>
                <a:cxn ang="0">
                  <a:pos x="connsiteX12094" y="connsiteY12094"/>
                </a:cxn>
                <a:cxn ang="0">
                  <a:pos x="connsiteX12095" y="connsiteY12095"/>
                </a:cxn>
                <a:cxn ang="0">
                  <a:pos x="connsiteX12096" y="connsiteY12096"/>
                </a:cxn>
                <a:cxn ang="0">
                  <a:pos x="connsiteX12097" y="connsiteY12097"/>
                </a:cxn>
                <a:cxn ang="0">
                  <a:pos x="connsiteX12098" y="connsiteY12098"/>
                </a:cxn>
                <a:cxn ang="0">
                  <a:pos x="connsiteX12099" y="connsiteY12099"/>
                </a:cxn>
                <a:cxn ang="0">
                  <a:pos x="connsiteX12100" y="connsiteY12100"/>
                </a:cxn>
                <a:cxn ang="0">
                  <a:pos x="connsiteX12101" y="connsiteY12101"/>
                </a:cxn>
                <a:cxn ang="0">
                  <a:pos x="connsiteX12102" y="connsiteY12102"/>
                </a:cxn>
                <a:cxn ang="0">
                  <a:pos x="connsiteX12103" y="connsiteY12103"/>
                </a:cxn>
                <a:cxn ang="0">
                  <a:pos x="connsiteX12104" y="connsiteY12104"/>
                </a:cxn>
                <a:cxn ang="0">
                  <a:pos x="connsiteX12105" y="connsiteY12105"/>
                </a:cxn>
                <a:cxn ang="0">
                  <a:pos x="connsiteX12106" y="connsiteY12106"/>
                </a:cxn>
                <a:cxn ang="0">
                  <a:pos x="connsiteX12107" y="connsiteY12107"/>
                </a:cxn>
                <a:cxn ang="0">
                  <a:pos x="connsiteX12108" y="connsiteY12108"/>
                </a:cxn>
                <a:cxn ang="0">
                  <a:pos x="connsiteX12109" y="connsiteY12109"/>
                </a:cxn>
                <a:cxn ang="0">
                  <a:pos x="connsiteX12110" y="connsiteY12110"/>
                </a:cxn>
                <a:cxn ang="0">
                  <a:pos x="connsiteX12111" y="connsiteY12111"/>
                </a:cxn>
                <a:cxn ang="0">
                  <a:pos x="connsiteX12112" y="connsiteY12112"/>
                </a:cxn>
                <a:cxn ang="0">
                  <a:pos x="connsiteX12113" y="connsiteY12113"/>
                </a:cxn>
                <a:cxn ang="0">
                  <a:pos x="connsiteX12114" y="connsiteY12114"/>
                </a:cxn>
                <a:cxn ang="0">
                  <a:pos x="connsiteX12115" y="connsiteY12115"/>
                </a:cxn>
                <a:cxn ang="0">
                  <a:pos x="connsiteX12116" y="connsiteY12116"/>
                </a:cxn>
                <a:cxn ang="0">
                  <a:pos x="connsiteX12117" y="connsiteY12117"/>
                </a:cxn>
                <a:cxn ang="0">
                  <a:pos x="connsiteX12118" y="connsiteY12118"/>
                </a:cxn>
                <a:cxn ang="0">
                  <a:pos x="connsiteX12119" y="connsiteY12119"/>
                </a:cxn>
                <a:cxn ang="0">
                  <a:pos x="connsiteX12120" y="connsiteY12120"/>
                </a:cxn>
                <a:cxn ang="0">
                  <a:pos x="connsiteX12121" y="connsiteY12121"/>
                </a:cxn>
                <a:cxn ang="0">
                  <a:pos x="connsiteX12122" y="connsiteY12122"/>
                </a:cxn>
                <a:cxn ang="0">
                  <a:pos x="connsiteX12123" y="connsiteY12123"/>
                </a:cxn>
                <a:cxn ang="0">
                  <a:pos x="connsiteX12124" y="connsiteY12124"/>
                </a:cxn>
                <a:cxn ang="0">
                  <a:pos x="connsiteX12125" y="connsiteY12125"/>
                </a:cxn>
                <a:cxn ang="0">
                  <a:pos x="connsiteX12126" y="connsiteY12126"/>
                </a:cxn>
                <a:cxn ang="0">
                  <a:pos x="connsiteX12127" y="connsiteY12127"/>
                </a:cxn>
                <a:cxn ang="0">
                  <a:pos x="connsiteX12128" y="connsiteY12128"/>
                </a:cxn>
                <a:cxn ang="0">
                  <a:pos x="connsiteX12129" y="connsiteY12129"/>
                </a:cxn>
                <a:cxn ang="0">
                  <a:pos x="connsiteX12130" y="connsiteY12130"/>
                </a:cxn>
                <a:cxn ang="0">
                  <a:pos x="connsiteX12131" y="connsiteY12131"/>
                </a:cxn>
                <a:cxn ang="0">
                  <a:pos x="connsiteX12132" y="connsiteY12132"/>
                </a:cxn>
                <a:cxn ang="0">
                  <a:pos x="connsiteX12133" y="connsiteY12133"/>
                </a:cxn>
                <a:cxn ang="0">
                  <a:pos x="connsiteX12134" y="connsiteY12134"/>
                </a:cxn>
                <a:cxn ang="0">
                  <a:pos x="connsiteX12135" y="connsiteY12135"/>
                </a:cxn>
                <a:cxn ang="0">
                  <a:pos x="connsiteX12136" y="connsiteY12136"/>
                </a:cxn>
                <a:cxn ang="0">
                  <a:pos x="connsiteX12137" y="connsiteY12137"/>
                </a:cxn>
                <a:cxn ang="0">
                  <a:pos x="connsiteX12138" y="connsiteY12138"/>
                </a:cxn>
                <a:cxn ang="0">
                  <a:pos x="connsiteX12139" y="connsiteY12139"/>
                </a:cxn>
                <a:cxn ang="0">
                  <a:pos x="connsiteX12140" y="connsiteY12140"/>
                </a:cxn>
                <a:cxn ang="0">
                  <a:pos x="connsiteX12141" y="connsiteY12141"/>
                </a:cxn>
                <a:cxn ang="0">
                  <a:pos x="connsiteX12142" y="connsiteY12142"/>
                </a:cxn>
                <a:cxn ang="0">
                  <a:pos x="connsiteX12143" y="connsiteY12143"/>
                </a:cxn>
                <a:cxn ang="0">
                  <a:pos x="connsiteX12144" y="connsiteY12144"/>
                </a:cxn>
                <a:cxn ang="0">
                  <a:pos x="connsiteX12145" y="connsiteY12145"/>
                </a:cxn>
                <a:cxn ang="0">
                  <a:pos x="connsiteX12146" y="connsiteY12146"/>
                </a:cxn>
                <a:cxn ang="0">
                  <a:pos x="connsiteX12147" y="connsiteY12147"/>
                </a:cxn>
                <a:cxn ang="0">
                  <a:pos x="connsiteX12148" y="connsiteY12148"/>
                </a:cxn>
                <a:cxn ang="0">
                  <a:pos x="connsiteX12149" y="connsiteY12149"/>
                </a:cxn>
                <a:cxn ang="0">
                  <a:pos x="connsiteX12150" y="connsiteY12150"/>
                </a:cxn>
                <a:cxn ang="0">
                  <a:pos x="connsiteX12151" y="connsiteY12151"/>
                </a:cxn>
                <a:cxn ang="0">
                  <a:pos x="connsiteX12152" y="connsiteY12152"/>
                </a:cxn>
                <a:cxn ang="0">
                  <a:pos x="connsiteX12153" y="connsiteY12153"/>
                </a:cxn>
                <a:cxn ang="0">
                  <a:pos x="connsiteX12154" y="connsiteY12154"/>
                </a:cxn>
                <a:cxn ang="0">
                  <a:pos x="connsiteX12155" y="connsiteY12155"/>
                </a:cxn>
                <a:cxn ang="0">
                  <a:pos x="connsiteX12156" y="connsiteY12156"/>
                </a:cxn>
                <a:cxn ang="0">
                  <a:pos x="connsiteX12157" y="connsiteY12157"/>
                </a:cxn>
                <a:cxn ang="0">
                  <a:pos x="connsiteX12158" y="connsiteY12158"/>
                </a:cxn>
                <a:cxn ang="0">
                  <a:pos x="connsiteX12159" y="connsiteY12159"/>
                </a:cxn>
                <a:cxn ang="0">
                  <a:pos x="connsiteX12160" y="connsiteY12160"/>
                </a:cxn>
                <a:cxn ang="0">
                  <a:pos x="connsiteX12161" y="connsiteY12161"/>
                </a:cxn>
                <a:cxn ang="0">
                  <a:pos x="connsiteX12162" y="connsiteY12162"/>
                </a:cxn>
                <a:cxn ang="0">
                  <a:pos x="connsiteX12163" y="connsiteY12163"/>
                </a:cxn>
                <a:cxn ang="0">
                  <a:pos x="connsiteX12164" y="connsiteY12164"/>
                </a:cxn>
                <a:cxn ang="0">
                  <a:pos x="connsiteX12165" y="connsiteY12165"/>
                </a:cxn>
                <a:cxn ang="0">
                  <a:pos x="connsiteX12166" y="connsiteY12166"/>
                </a:cxn>
                <a:cxn ang="0">
                  <a:pos x="connsiteX12167" y="connsiteY12167"/>
                </a:cxn>
                <a:cxn ang="0">
                  <a:pos x="connsiteX12168" y="connsiteY12168"/>
                </a:cxn>
                <a:cxn ang="0">
                  <a:pos x="connsiteX12169" y="connsiteY12169"/>
                </a:cxn>
                <a:cxn ang="0">
                  <a:pos x="connsiteX12170" y="connsiteY12170"/>
                </a:cxn>
                <a:cxn ang="0">
                  <a:pos x="connsiteX12171" y="connsiteY12171"/>
                </a:cxn>
                <a:cxn ang="0">
                  <a:pos x="connsiteX12172" y="connsiteY12172"/>
                </a:cxn>
                <a:cxn ang="0">
                  <a:pos x="connsiteX12173" y="connsiteY12173"/>
                </a:cxn>
                <a:cxn ang="0">
                  <a:pos x="connsiteX12174" y="connsiteY12174"/>
                </a:cxn>
                <a:cxn ang="0">
                  <a:pos x="connsiteX12175" y="connsiteY12175"/>
                </a:cxn>
                <a:cxn ang="0">
                  <a:pos x="connsiteX12176" y="connsiteY12176"/>
                </a:cxn>
                <a:cxn ang="0">
                  <a:pos x="connsiteX12177" y="connsiteY12177"/>
                </a:cxn>
                <a:cxn ang="0">
                  <a:pos x="connsiteX12178" y="connsiteY12178"/>
                </a:cxn>
                <a:cxn ang="0">
                  <a:pos x="connsiteX12179" y="connsiteY12179"/>
                </a:cxn>
                <a:cxn ang="0">
                  <a:pos x="connsiteX12180" y="connsiteY12180"/>
                </a:cxn>
                <a:cxn ang="0">
                  <a:pos x="connsiteX12181" y="connsiteY12181"/>
                </a:cxn>
                <a:cxn ang="0">
                  <a:pos x="connsiteX12182" y="connsiteY12182"/>
                </a:cxn>
                <a:cxn ang="0">
                  <a:pos x="connsiteX12183" y="connsiteY12183"/>
                </a:cxn>
                <a:cxn ang="0">
                  <a:pos x="connsiteX12184" y="connsiteY12184"/>
                </a:cxn>
                <a:cxn ang="0">
                  <a:pos x="connsiteX12185" y="connsiteY12185"/>
                </a:cxn>
                <a:cxn ang="0">
                  <a:pos x="connsiteX12186" y="connsiteY12186"/>
                </a:cxn>
                <a:cxn ang="0">
                  <a:pos x="connsiteX12187" y="connsiteY12187"/>
                </a:cxn>
                <a:cxn ang="0">
                  <a:pos x="connsiteX12188" y="connsiteY12188"/>
                </a:cxn>
                <a:cxn ang="0">
                  <a:pos x="connsiteX12189" y="connsiteY12189"/>
                </a:cxn>
                <a:cxn ang="0">
                  <a:pos x="connsiteX12190" y="connsiteY12190"/>
                </a:cxn>
                <a:cxn ang="0">
                  <a:pos x="connsiteX12191" y="connsiteY12191"/>
                </a:cxn>
                <a:cxn ang="0">
                  <a:pos x="connsiteX12192" y="connsiteY12192"/>
                </a:cxn>
                <a:cxn ang="0">
                  <a:pos x="connsiteX12193" y="connsiteY12193"/>
                </a:cxn>
                <a:cxn ang="0">
                  <a:pos x="connsiteX12194" y="connsiteY12194"/>
                </a:cxn>
                <a:cxn ang="0">
                  <a:pos x="connsiteX12195" y="connsiteY12195"/>
                </a:cxn>
                <a:cxn ang="0">
                  <a:pos x="connsiteX12196" y="connsiteY12196"/>
                </a:cxn>
                <a:cxn ang="0">
                  <a:pos x="connsiteX12197" y="connsiteY12197"/>
                </a:cxn>
                <a:cxn ang="0">
                  <a:pos x="connsiteX12198" y="connsiteY12198"/>
                </a:cxn>
                <a:cxn ang="0">
                  <a:pos x="connsiteX12199" y="connsiteY12199"/>
                </a:cxn>
                <a:cxn ang="0">
                  <a:pos x="connsiteX12200" y="connsiteY12200"/>
                </a:cxn>
                <a:cxn ang="0">
                  <a:pos x="connsiteX12201" y="connsiteY12201"/>
                </a:cxn>
                <a:cxn ang="0">
                  <a:pos x="connsiteX12202" y="connsiteY12202"/>
                </a:cxn>
                <a:cxn ang="0">
                  <a:pos x="connsiteX12203" y="connsiteY12203"/>
                </a:cxn>
                <a:cxn ang="0">
                  <a:pos x="connsiteX12204" y="connsiteY12204"/>
                </a:cxn>
                <a:cxn ang="0">
                  <a:pos x="connsiteX12205" y="connsiteY12205"/>
                </a:cxn>
                <a:cxn ang="0">
                  <a:pos x="connsiteX12206" y="connsiteY12206"/>
                </a:cxn>
                <a:cxn ang="0">
                  <a:pos x="connsiteX12207" y="connsiteY12207"/>
                </a:cxn>
                <a:cxn ang="0">
                  <a:pos x="connsiteX12208" y="connsiteY12208"/>
                </a:cxn>
                <a:cxn ang="0">
                  <a:pos x="connsiteX12209" y="connsiteY12209"/>
                </a:cxn>
                <a:cxn ang="0">
                  <a:pos x="connsiteX12210" y="connsiteY12210"/>
                </a:cxn>
                <a:cxn ang="0">
                  <a:pos x="connsiteX12211" y="connsiteY12211"/>
                </a:cxn>
                <a:cxn ang="0">
                  <a:pos x="connsiteX12212" y="connsiteY12212"/>
                </a:cxn>
                <a:cxn ang="0">
                  <a:pos x="connsiteX12213" y="connsiteY12213"/>
                </a:cxn>
                <a:cxn ang="0">
                  <a:pos x="connsiteX12214" y="connsiteY12214"/>
                </a:cxn>
                <a:cxn ang="0">
                  <a:pos x="connsiteX12215" y="connsiteY12215"/>
                </a:cxn>
                <a:cxn ang="0">
                  <a:pos x="connsiteX12216" y="connsiteY12216"/>
                </a:cxn>
                <a:cxn ang="0">
                  <a:pos x="connsiteX12217" y="connsiteY12217"/>
                </a:cxn>
                <a:cxn ang="0">
                  <a:pos x="connsiteX12218" y="connsiteY12218"/>
                </a:cxn>
                <a:cxn ang="0">
                  <a:pos x="connsiteX12219" y="connsiteY12219"/>
                </a:cxn>
                <a:cxn ang="0">
                  <a:pos x="connsiteX12220" y="connsiteY12220"/>
                </a:cxn>
                <a:cxn ang="0">
                  <a:pos x="connsiteX12221" y="connsiteY12221"/>
                </a:cxn>
                <a:cxn ang="0">
                  <a:pos x="connsiteX12222" y="connsiteY12222"/>
                </a:cxn>
                <a:cxn ang="0">
                  <a:pos x="connsiteX12223" y="connsiteY12223"/>
                </a:cxn>
                <a:cxn ang="0">
                  <a:pos x="connsiteX12224" y="connsiteY12224"/>
                </a:cxn>
                <a:cxn ang="0">
                  <a:pos x="connsiteX12225" y="connsiteY12225"/>
                </a:cxn>
                <a:cxn ang="0">
                  <a:pos x="connsiteX12226" y="connsiteY12226"/>
                </a:cxn>
                <a:cxn ang="0">
                  <a:pos x="connsiteX12227" y="connsiteY12227"/>
                </a:cxn>
                <a:cxn ang="0">
                  <a:pos x="connsiteX12228" y="connsiteY12228"/>
                </a:cxn>
                <a:cxn ang="0">
                  <a:pos x="connsiteX12229" y="connsiteY12229"/>
                </a:cxn>
                <a:cxn ang="0">
                  <a:pos x="connsiteX12230" y="connsiteY12230"/>
                </a:cxn>
                <a:cxn ang="0">
                  <a:pos x="connsiteX12231" y="connsiteY12231"/>
                </a:cxn>
                <a:cxn ang="0">
                  <a:pos x="connsiteX12232" y="connsiteY12232"/>
                </a:cxn>
                <a:cxn ang="0">
                  <a:pos x="connsiteX12233" y="connsiteY12233"/>
                </a:cxn>
                <a:cxn ang="0">
                  <a:pos x="connsiteX12234" y="connsiteY12234"/>
                </a:cxn>
                <a:cxn ang="0">
                  <a:pos x="connsiteX12235" y="connsiteY12235"/>
                </a:cxn>
                <a:cxn ang="0">
                  <a:pos x="connsiteX12236" y="connsiteY12236"/>
                </a:cxn>
                <a:cxn ang="0">
                  <a:pos x="connsiteX12237" y="connsiteY12237"/>
                </a:cxn>
                <a:cxn ang="0">
                  <a:pos x="connsiteX12238" y="connsiteY12238"/>
                </a:cxn>
                <a:cxn ang="0">
                  <a:pos x="connsiteX12239" y="connsiteY12239"/>
                </a:cxn>
                <a:cxn ang="0">
                  <a:pos x="connsiteX12240" y="connsiteY12240"/>
                </a:cxn>
                <a:cxn ang="0">
                  <a:pos x="connsiteX12241" y="connsiteY12241"/>
                </a:cxn>
                <a:cxn ang="0">
                  <a:pos x="connsiteX12242" y="connsiteY12242"/>
                </a:cxn>
                <a:cxn ang="0">
                  <a:pos x="connsiteX12243" y="connsiteY12243"/>
                </a:cxn>
                <a:cxn ang="0">
                  <a:pos x="connsiteX12244" y="connsiteY12244"/>
                </a:cxn>
                <a:cxn ang="0">
                  <a:pos x="connsiteX12245" y="connsiteY12245"/>
                </a:cxn>
                <a:cxn ang="0">
                  <a:pos x="connsiteX12246" y="connsiteY12246"/>
                </a:cxn>
                <a:cxn ang="0">
                  <a:pos x="connsiteX12247" y="connsiteY12247"/>
                </a:cxn>
                <a:cxn ang="0">
                  <a:pos x="connsiteX12248" y="connsiteY12248"/>
                </a:cxn>
                <a:cxn ang="0">
                  <a:pos x="connsiteX12249" y="connsiteY12249"/>
                </a:cxn>
                <a:cxn ang="0">
                  <a:pos x="connsiteX12250" y="connsiteY12250"/>
                </a:cxn>
                <a:cxn ang="0">
                  <a:pos x="connsiteX12251" y="connsiteY12251"/>
                </a:cxn>
                <a:cxn ang="0">
                  <a:pos x="connsiteX12252" y="connsiteY12252"/>
                </a:cxn>
                <a:cxn ang="0">
                  <a:pos x="connsiteX12253" y="connsiteY12253"/>
                </a:cxn>
                <a:cxn ang="0">
                  <a:pos x="connsiteX12254" y="connsiteY12254"/>
                </a:cxn>
                <a:cxn ang="0">
                  <a:pos x="connsiteX12255" y="connsiteY12255"/>
                </a:cxn>
                <a:cxn ang="0">
                  <a:pos x="connsiteX12256" y="connsiteY12256"/>
                </a:cxn>
                <a:cxn ang="0">
                  <a:pos x="connsiteX12257" y="connsiteY12257"/>
                </a:cxn>
                <a:cxn ang="0">
                  <a:pos x="connsiteX12258" y="connsiteY12258"/>
                </a:cxn>
                <a:cxn ang="0">
                  <a:pos x="connsiteX12259" y="connsiteY12259"/>
                </a:cxn>
                <a:cxn ang="0">
                  <a:pos x="connsiteX12260" y="connsiteY12260"/>
                </a:cxn>
                <a:cxn ang="0">
                  <a:pos x="connsiteX12261" y="connsiteY12261"/>
                </a:cxn>
                <a:cxn ang="0">
                  <a:pos x="connsiteX12262" y="connsiteY12262"/>
                </a:cxn>
                <a:cxn ang="0">
                  <a:pos x="connsiteX12263" y="connsiteY12263"/>
                </a:cxn>
                <a:cxn ang="0">
                  <a:pos x="connsiteX12264" y="connsiteY12264"/>
                </a:cxn>
                <a:cxn ang="0">
                  <a:pos x="connsiteX12265" y="connsiteY12265"/>
                </a:cxn>
                <a:cxn ang="0">
                  <a:pos x="connsiteX12266" y="connsiteY12266"/>
                </a:cxn>
                <a:cxn ang="0">
                  <a:pos x="connsiteX12267" y="connsiteY12267"/>
                </a:cxn>
                <a:cxn ang="0">
                  <a:pos x="connsiteX12268" y="connsiteY12268"/>
                </a:cxn>
                <a:cxn ang="0">
                  <a:pos x="connsiteX12269" y="connsiteY12269"/>
                </a:cxn>
                <a:cxn ang="0">
                  <a:pos x="connsiteX12270" y="connsiteY12270"/>
                </a:cxn>
                <a:cxn ang="0">
                  <a:pos x="connsiteX12271" y="connsiteY12271"/>
                </a:cxn>
                <a:cxn ang="0">
                  <a:pos x="connsiteX12272" y="connsiteY12272"/>
                </a:cxn>
                <a:cxn ang="0">
                  <a:pos x="connsiteX12273" y="connsiteY12273"/>
                </a:cxn>
                <a:cxn ang="0">
                  <a:pos x="connsiteX12274" y="connsiteY12274"/>
                </a:cxn>
                <a:cxn ang="0">
                  <a:pos x="connsiteX12275" y="connsiteY12275"/>
                </a:cxn>
                <a:cxn ang="0">
                  <a:pos x="connsiteX12276" y="connsiteY12276"/>
                </a:cxn>
                <a:cxn ang="0">
                  <a:pos x="connsiteX12277" y="connsiteY12277"/>
                </a:cxn>
                <a:cxn ang="0">
                  <a:pos x="connsiteX12278" y="connsiteY12278"/>
                </a:cxn>
                <a:cxn ang="0">
                  <a:pos x="connsiteX12279" y="connsiteY12279"/>
                </a:cxn>
                <a:cxn ang="0">
                  <a:pos x="connsiteX12280" y="connsiteY12280"/>
                </a:cxn>
                <a:cxn ang="0">
                  <a:pos x="connsiteX12281" y="connsiteY12281"/>
                </a:cxn>
                <a:cxn ang="0">
                  <a:pos x="connsiteX12282" y="connsiteY12282"/>
                </a:cxn>
                <a:cxn ang="0">
                  <a:pos x="connsiteX12283" y="connsiteY12283"/>
                </a:cxn>
                <a:cxn ang="0">
                  <a:pos x="connsiteX12284" y="connsiteY12284"/>
                </a:cxn>
                <a:cxn ang="0">
                  <a:pos x="connsiteX12285" y="connsiteY12285"/>
                </a:cxn>
                <a:cxn ang="0">
                  <a:pos x="connsiteX12286" y="connsiteY12286"/>
                </a:cxn>
                <a:cxn ang="0">
                  <a:pos x="connsiteX12287" y="connsiteY12287"/>
                </a:cxn>
                <a:cxn ang="0">
                  <a:pos x="connsiteX12288" y="connsiteY12288"/>
                </a:cxn>
                <a:cxn ang="0">
                  <a:pos x="connsiteX12289" y="connsiteY12289"/>
                </a:cxn>
                <a:cxn ang="0">
                  <a:pos x="connsiteX12290" y="connsiteY12290"/>
                </a:cxn>
                <a:cxn ang="0">
                  <a:pos x="connsiteX12291" y="connsiteY12291"/>
                </a:cxn>
                <a:cxn ang="0">
                  <a:pos x="connsiteX12292" y="connsiteY12292"/>
                </a:cxn>
                <a:cxn ang="0">
                  <a:pos x="connsiteX12293" y="connsiteY12293"/>
                </a:cxn>
                <a:cxn ang="0">
                  <a:pos x="connsiteX12294" y="connsiteY12294"/>
                </a:cxn>
                <a:cxn ang="0">
                  <a:pos x="connsiteX12295" y="connsiteY12295"/>
                </a:cxn>
                <a:cxn ang="0">
                  <a:pos x="connsiteX12296" y="connsiteY12296"/>
                </a:cxn>
                <a:cxn ang="0">
                  <a:pos x="connsiteX12297" y="connsiteY12297"/>
                </a:cxn>
                <a:cxn ang="0">
                  <a:pos x="connsiteX12298" y="connsiteY12298"/>
                </a:cxn>
                <a:cxn ang="0">
                  <a:pos x="connsiteX12299" y="connsiteY12299"/>
                </a:cxn>
                <a:cxn ang="0">
                  <a:pos x="connsiteX12300" y="connsiteY12300"/>
                </a:cxn>
                <a:cxn ang="0">
                  <a:pos x="connsiteX12301" y="connsiteY12301"/>
                </a:cxn>
                <a:cxn ang="0">
                  <a:pos x="connsiteX12302" y="connsiteY12302"/>
                </a:cxn>
                <a:cxn ang="0">
                  <a:pos x="connsiteX12303" y="connsiteY12303"/>
                </a:cxn>
                <a:cxn ang="0">
                  <a:pos x="connsiteX12304" y="connsiteY12304"/>
                </a:cxn>
                <a:cxn ang="0">
                  <a:pos x="connsiteX12305" y="connsiteY12305"/>
                </a:cxn>
                <a:cxn ang="0">
                  <a:pos x="connsiteX12306" y="connsiteY12306"/>
                </a:cxn>
                <a:cxn ang="0">
                  <a:pos x="connsiteX12307" y="connsiteY12307"/>
                </a:cxn>
                <a:cxn ang="0">
                  <a:pos x="connsiteX12308" y="connsiteY12308"/>
                </a:cxn>
                <a:cxn ang="0">
                  <a:pos x="connsiteX12309" y="connsiteY12309"/>
                </a:cxn>
                <a:cxn ang="0">
                  <a:pos x="connsiteX12310" y="connsiteY12310"/>
                </a:cxn>
                <a:cxn ang="0">
                  <a:pos x="connsiteX12311" y="connsiteY12311"/>
                </a:cxn>
                <a:cxn ang="0">
                  <a:pos x="connsiteX12312" y="connsiteY12312"/>
                </a:cxn>
                <a:cxn ang="0">
                  <a:pos x="connsiteX12313" y="connsiteY12313"/>
                </a:cxn>
                <a:cxn ang="0">
                  <a:pos x="connsiteX12314" y="connsiteY12314"/>
                </a:cxn>
                <a:cxn ang="0">
                  <a:pos x="connsiteX12315" y="connsiteY12315"/>
                </a:cxn>
                <a:cxn ang="0">
                  <a:pos x="connsiteX12316" y="connsiteY12316"/>
                </a:cxn>
                <a:cxn ang="0">
                  <a:pos x="connsiteX12317" y="connsiteY12317"/>
                </a:cxn>
                <a:cxn ang="0">
                  <a:pos x="connsiteX12318" y="connsiteY12318"/>
                </a:cxn>
                <a:cxn ang="0">
                  <a:pos x="connsiteX12319" y="connsiteY12319"/>
                </a:cxn>
                <a:cxn ang="0">
                  <a:pos x="connsiteX12320" y="connsiteY12320"/>
                </a:cxn>
                <a:cxn ang="0">
                  <a:pos x="connsiteX12321" y="connsiteY12321"/>
                </a:cxn>
                <a:cxn ang="0">
                  <a:pos x="connsiteX12322" y="connsiteY12322"/>
                </a:cxn>
                <a:cxn ang="0">
                  <a:pos x="connsiteX12323" y="connsiteY12323"/>
                </a:cxn>
                <a:cxn ang="0">
                  <a:pos x="connsiteX12324" y="connsiteY12324"/>
                </a:cxn>
                <a:cxn ang="0">
                  <a:pos x="connsiteX12325" y="connsiteY12325"/>
                </a:cxn>
                <a:cxn ang="0">
                  <a:pos x="connsiteX12326" y="connsiteY12326"/>
                </a:cxn>
                <a:cxn ang="0">
                  <a:pos x="connsiteX12327" y="connsiteY12327"/>
                </a:cxn>
                <a:cxn ang="0">
                  <a:pos x="connsiteX12328" y="connsiteY12328"/>
                </a:cxn>
                <a:cxn ang="0">
                  <a:pos x="connsiteX12329" y="connsiteY12329"/>
                </a:cxn>
                <a:cxn ang="0">
                  <a:pos x="connsiteX12330" y="connsiteY12330"/>
                </a:cxn>
                <a:cxn ang="0">
                  <a:pos x="connsiteX12331" y="connsiteY12331"/>
                </a:cxn>
                <a:cxn ang="0">
                  <a:pos x="connsiteX12332" y="connsiteY12332"/>
                </a:cxn>
                <a:cxn ang="0">
                  <a:pos x="connsiteX12333" y="connsiteY12333"/>
                </a:cxn>
                <a:cxn ang="0">
                  <a:pos x="connsiteX12334" y="connsiteY12334"/>
                </a:cxn>
                <a:cxn ang="0">
                  <a:pos x="connsiteX12335" y="connsiteY12335"/>
                </a:cxn>
                <a:cxn ang="0">
                  <a:pos x="connsiteX12336" y="connsiteY12336"/>
                </a:cxn>
                <a:cxn ang="0">
                  <a:pos x="connsiteX12337" y="connsiteY12337"/>
                </a:cxn>
                <a:cxn ang="0">
                  <a:pos x="connsiteX12338" y="connsiteY12338"/>
                </a:cxn>
                <a:cxn ang="0">
                  <a:pos x="connsiteX12339" y="connsiteY12339"/>
                </a:cxn>
                <a:cxn ang="0">
                  <a:pos x="connsiteX12340" y="connsiteY12340"/>
                </a:cxn>
                <a:cxn ang="0">
                  <a:pos x="connsiteX12341" y="connsiteY12341"/>
                </a:cxn>
                <a:cxn ang="0">
                  <a:pos x="connsiteX12342" y="connsiteY12342"/>
                </a:cxn>
                <a:cxn ang="0">
                  <a:pos x="connsiteX12343" y="connsiteY12343"/>
                </a:cxn>
                <a:cxn ang="0">
                  <a:pos x="connsiteX12344" y="connsiteY12344"/>
                </a:cxn>
                <a:cxn ang="0">
                  <a:pos x="connsiteX12345" y="connsiteY12345"/>
                </a:cxn>
                <a:cxn ang="0">
                  <a:pos x="connsiteX12346" y="connsiteY12346"/>
                </a:cxn>
                <a:cxn ang="0">
                  <a:pos x="connsiteX12347" y="connsiteY12347"/>
                </a:cxn>
                <a:cxn ang="0">
                  <a:pos x="connsiteX12348" y="connsiteY12348"/>
                </a:cxn>
                <a:cxn ang="0">
                  <a:pos x="connsiteX12349" y="connsiteY12349"/>
                </a:cxn>
                <a:cxn ang="0">
                  <a:pos x="connsiteX12350" y="connsiteY12350"/>
                </a:cxn>
                <a:cxn ang="0">
                  <a:pos x="connsiteX12351" y="connsiteY12351"/>
                </a:cxn>
                <a:cxn ang="0">
                  <a:pos x="connsiteX12352" y="connsiteY12352"/>
                </a:cxn>
                <a:cxn ang="0">
                  <a:pos x="connsiteX12353" y="connsiteY12353"/>
                </a:cxn>
                <a:cxn ang="0">
                  <a:pos x="connsiteX12354" y="connsiteY12354"/>
                </a:cxn>
                <a:cxn ang="0">
                  <a:pos x="connsiteX12355" y="connsiteY12355"/>
                </a:cxn>
                <a:cxn ang="0">
                  <a:pos x="connsiteX12356" y="connsiteY12356"/>
                </a:cxn>
                <a:cxn ang="0">
                  <a:pos x="connsiteX12357" y="connsiteY12357"/>
                </a:cxn>
                <a:cxn ang="0">
                  <a:pos x="connsiteX12358" y="connsiteY12358"/>
                </a:cxn>
                <a:cxn ang="0">
                  <a:pos x="connsiteX12359" y="connsiteY12359"/>
                </a:cxn>
                <a:cxn ang="0">
                  <a:pos x="connsiteX12360" y="connsiteY12360"/>
                </a:cxn>
                <a:cxn ang="0">
                  <a:pos x="connsiteX12361" y="connsiteY12361"/>
                </a:cxn>
                <a:cxn ang="0">
                  <a:pos x="connsiteX12362" y="connsiteY12362"/>
                </a:cxn>
                <a:cxn ang="0">
                  <a:pos x="connsiteX12363" y="connsiteY12363"/>
                </a:cxn>
                <a:cxn ang="0">
                  <a:pos x="connsiteX12364" y="connsiteY12364"/>
                </a:cxn>
                <a:cxn ang="0">
                  <a:pos x="connsiteX12365" y="connsiteY12365"/>
                </a:cxn>
                <a:cxn ang="0">
                  <a:pos x="connsiteX12366" y="connsiteY12366"/>
                </a:cxn>
                <a:cxn ang="0">
                  <a:pos x="connsiteX12367" y="connsiteY12367"/>
                </a:cxn>
                <a:cxn ang="0">
                  <a:pos x="connsiteX12368" y="connsiteY12368"/>
                </a:cxn>
                <a:cxn ang="0">
                  <a:pos x="connsiteX12369" y="connsiteY12369"/>
                </a:cxn>
                <a:cxn ang="0">
                  <a:pos x="connsiteX12370" y="connsiteY12370"/>
                </a:cxn>
                <a:cxn ang="0">
                  <a:pos x="connsiteX12371" y="connsiteY12371"/>
                </a:cxn>
                <a:cxn ang="0">
                  <a:pos x="connsiteX12372" y="connsiteY12372"/>
                </a:cxn>
                <a:cxn ang="0">
                  <a:pos x="connsiteX12373" y="connsiteY12373"/>
                </a:cxn>
                <a:cxn ang="0">
                  <a:pos x="connsiteX12374" y="connsiteY12374"/>
                </a:cxn>
                <a:cxn ang="0">
                  <a:pos x="connsiteX12375" y="connsiteY12375"/>
                </a:cxn>
                <a:cxn ang="0">
                  <a:pos x="connsiteX12376" y="connsiteY12376"/>
                </a:cxn>
                <a:cxn ang="0">
                  <a:pos x="connsiteX12377" y="connsiteY12377"/>
                </a:cxn>
                <a:cxn ang="0">
                  <a:pos x="connsiteX12378" y="connsiteY12378"/>
                </a:cxn>
                <a:cxn ang="0">
                  <a:pos x="connsiteX12379" y="connsiteY12379"/>
                </a:cxn>
                <a:cxn ang="0">
                  <a:pos x="connsiteX12380" y="connsiteY12380"/>
                </a:cxn>
                <a:cxn ang="0">
                  <a:pos x="connsiteX12381" y="connsiteY12381"/>
                </a:cxn>
                <a:cxn ang="0">
                  <a:pos x="connsiteX12382" y="connsiteY12382"/>
                </a:cxn>
                <a:cxn ang="0">
                  <a:pos x="connsiteX12383" y="connsiteY12383"/>
                </a:cxn>
                <a:cxn ang="0">
                  <a:pos x="connsiteX12384" y="connsiteY12384"/>
                </a:cxn>
                <a:cxn ang="0">
                  <a:pos x="connsiteX12385" y="connsiteY12385"/>
                </a:cxn>
                <a:cxn ang="0">
                  <a:pos x="connsiteX12386" y="connsiteY12386"/>
                </a:cxn>
                <a:cxn ang="0">
                  <a:pos x="connsiteX12387" y="connsiteY12387"/>
                </a:cxn>
                <a:cxn ang="0">
                  <a:pos x="connsiteX12388" y="connsiteY12388"/>
                </a:cxn>
                <a:cxn ang="0">
                  <a:pos x="connsiteX12389" y="connsiteY12389"/>
                </a:cxn>
                <a:cxn ang="0">
                  <a:pos x="connsiteX12390" y="connsiteY12390"/>
                </a:cxn>
                <a:cxn ang="0">
                  <a:pos x="connsiteX12391" y="connsiteY12391"/>
                </a:cxn>
                <a:cxn ang="0">
                  <a:pos x="connsiteX12392" y="connsiteY12392"/>
                </a:cxn>
                <a:cxn ang="0">
                  <a:pos x="connsiteX12393" y="connsiteY12393"/>
                </a:cxn>
                <a:cxn ang="0">
                  <a:pos x="connsiteX12394" y="connsiteY12394"/>
                </a:cxn>
                <a:cxn ang="0">
                  <a:pos x="connsiteX12395" y="connsiteY12395"/>
                </a:cxn>
                <a:cxn ang="0">
                  <a:pos x="connsiteX12396" y="connsiteY12396"/>
                </a:cxn>
                <a:cxn ang="0">
                  <a:pos x="connsiteX12397" y="connsiteY12397"/>
                </a:cxn>
                <a:cxn ang="0">
                  <a:pos x="connsiteX12398" y="connsiteY12398"/>
                </a:cxn>
                <a:cxn ang="0">
                  <a:pos x="connsiteX12399" y="connsiteY12399"/>
                </a:cxn>
                <a:cxn ang="0">
                  <a:pos x="connsiteX12400" y="connsiteY12400"/>
                </a:cxn>
                <a:cxn ang="0">
                  <a:pos x="connsiteX12401" y="connsiteY12401"/>
                </a:cxn>
                <a:cxn ang="0">
                  <a:pos x="connsiteX12402" y="connsiteY12402"/>
                </a:cxn>
                <a:cxn ang="0">
                  <a:pos x="connsiteX12403" y="connsiteY12403"/>
                </a:cxn>
                <a:cxn ang="0">
                  <a:pos x="connsiteX12404" y="connsiteY12404"/>
                </a:cxn>
                <a:cxn ang="0">
                  <a:pos x="connsiteX12405" y="connsiteY12405"/>
                </a:cxn>
                <a:cxn ang="0">
                  <a:pos x="connsiteX12406" y="connsiteY12406"/>
                </a:cxn>
                <a:cxn ang="0">
                  <a:pos x="connsiteX12407" y="connsiteY12407"/>
                </a:cxn>
                <a:cxn ang="0">
                  <a:pos x="connsiteX12408" y="connsiteY12408"/>
                </a:cxn>
                <a:cxn ang="0">
                  <a:pos x="connsiteX12409" y="connsiteY12409"/>
                </a:cxn>
                <a:cxn ang="0">
                  <a:pos x="connsiteX12410" y="connsiteY12410"/>
                </a:cxn>
                <a:cxn ang="0">
                  <a:pos x="connsiteX12411" y="connsiteY12411"/>
                </a:cxn>
                <a:cxn ang="0">
                  <a:pos x="connsiteX12412" y="connsiteY12412"/>
                </a:cxn>
                <a:cxn ang="0">
                  <a:pos x="connsiteX12413" y="connsiteY12413"/>
                </a:cxn>
                <a:cxn ang="0">
                  <a:pos x="connsiteX12414" y="connsiteY12414"/>
                </a:cxn>
                <a:cxn ang="0">
                  <a:pos x="connsiteX12415" y="connsiteY12415"/>
                </a:cxn>
                <a:cxn ang="0">
                  <a:pos x="connsiteX12416" y="connsiteY12416"/>
                </a:cxn>
                <a:cxn ang="0">
                  <a:pos x="connsiteX12417" y="connsiteY12417"/>
                </a:cxn>
                <a:cxn ang="0">
                  <a:pos x="connsiteX12418" y="connsiteY12418"/>
                </a:cxn>
                <a:cxn ang="0">
                  <a:pos x="connsiteX12419" y="connsiteY12419"/>
                </a:cxn>
                <a:cxn ang="0">
                  <a:pos x="connsiteX12420" y="connsiteY12420"/>
                </a:cxn>
                <a:cxn ang="0">
                  <a:pos x="connsiteX12421" y="connsiteY12421"/>
                </a:cxn>
                <a:cxn ang="0">
                  <a:pos x="connsiteX12422" y="connsiteY12422"/>
                </a:cxn>
                <a:cxn ang="0">
                  <a:pos x="connsiteX12423" y="connsiteY12423"/>
                </a:cxn>
                <a:cxn ang="0">
                  <a:pos x="connsiteX12424" y="connsiteY12424"/>
                </a:cxn>
                <a:cxn ang="0">
                  <a:pos x="connsiteX12425" y="connsiteY12425"/>
                </a:cxn>
                <a:cxn ang="0">
                  <a:pos x="connsiteX12426" y="connsiteY12426"/>
                </a:cxn>
                <a:cxn ang="0">
                  <a:pos x="connsiteX12427" y="connsiteY12427"/>
                </a:cxn>
                <a:cxn ang="0">
                  <a:pos x="connsiteX12428" y="connsiteY12428"/>
                </a:cxn>
                <a:cxn ang="0">
                  <a:pos x="connsiteX12429" y="connsiteY12429"/>
                </a:cxn>
                <a:cxn ang="0">
                  <a:pos x="connsiteX12430" y="connsiteY12430"/>
                </a:cxn>
                <a:cxn ang="0">
                  <a:pos x="connsiteX12431" y="connsiteY12431"/>
                </a:cxn>
                <a:cxn ang="0">
                  <a:pos x="connsiteX12432" y="connsiteY12432"/>
                </a:cxn>
                <a:cxn ang="0">
                  <a:pos x="connsiteX12433" y="connsiteY12433"/>
                </a:cxn>
                <a:cxn ang="0">
                  <a:pos x="connsiteX12434" y="connsiteY12434"/>
                </a:cxn>
                <a:cxn ang="0">
                  <a:pos x="connsiteX12435" y="connsiteY12435"/>
                </a:cxn>
                <a:cxn ang="0">
                  <a:pos x="connsiteX12436" y="connsiteY12436"/>
                </a:cxn>
                <a:cxn ang="0">
                  <a:pos x="connsiteX12437" y="connsiteY12437"/>
                </a:cxn>
                <a:cxn ang="0">
                  <a:pos x="connsiteX12438" y="connsiteY12438"/>
                </a:cxn>
                <a:cxn ang="0">
                  <a:pos x="connsiteX12439" y="connsiteY12439"/>
                </a:cxn>
                <a:cxn ang="0">
                  <a:pos x="connsiteX12440" y="connsiteY12440"/>
                </a:cxn>
                <a:cxn ang="0">
                  <a:pos x="connsiteX12441" y="connsiteY12441"/>
                </a:cxn>
                <a:cxn ang="0">
                  <a:pos x="connsiteX12442" y="connsiteY12442"/>
                </a:cxn>
                <a:cxn ang="0">
                  <a:pos x="connsiteX12443" y="connsiteY12443"/>
                </a:cxn>
                <a:cxn ang="0">
                  <a:pos x="connsiteX12444" y="connsiteY12444"/>
                </a:cxn>
                <a:cxn ang="0">
                  <a:pos x="connsiteX12445" y="connsiteY12445"/>
                </a:cxn>
                <a:cxn ang="0">
                  <a:pos x="connsiteX12446" y="connsiteY12446"/>
                </a:cxn>
                <a:cxn ang="0">
                  <a:pos x="connsiteX12447" y="connsiteY12447"/>
                </a:cxn>
                <a:cxn ang="0">
                  <a:pos x="connsiteX12448" y="connsiteY12448"/>
                </a:cxn>
                <a:cxn ang="0">
                  <a:pos x="connsiteX12449" y="connsiteY12449"/>
                </a:cxn>
                <a:cxn ang="0">
                  <a:pos x="connsiteX12450" y="connsiteY12450"/>
                </a:cxn>
                <a:cxn ang="0">
                  <a:pos x="connsiteX12451" y="connsiteY12451"/>
                </a:cxn>
                <a:cxn ang="0">
                  <a:pos x="connsiteX12452" y="connsiteY12452"/>
                </a:cxn>
                <a:cxn ang="0">
                  <a:pos x="connsiteX12453" y="connsiteY12453"/>
                </a:cxn>
                <a:cxn ang="0">
                  <a:pos x="connsiteX12454" y="connsiteY12454"/>
                </a:cxn>
                <a:cxn ang="0">
                  <a:pos x="connsiteX12455" y="connsiteY12455"/>
                </a:cxn>
                <a:cxn ang="0">
                  <a:pos x="connsiteX12456" y="connsiteY12456"/>
                </a:cxn>
                <a:cxn ang="0">
                  <a:pos x="connsiteX12457" y="connsiteY12457"/>
                </a:cxn>
                <a:cxn ang="0">
                  <a:pos x="connsiteX12458" y="connsiteY12458"/>
                </a:cxn>
                <a:cxn ang="0">
                  <a:pos x="connsiteX12459" y="connsiteY12459"/>
                </a:cxn>
                <a:cxn ang="0">
                  <a:pos x="connsiteX12460" y="connsiteY12460"/>
                </a:cxn>
                <a:cxn ang="0">
                  <a:pos x="connsiteX12461" y="connsiteY12461"/>
                </a:cxn>
                <a:cxn ang="0">
                  <a:pos x="connsiteX12462" y="connsiteY12462"/>
                </a:cxn>
                <a:cxn ang="0">
                  <a:pos x="connsiteX12463" y="connsiteY12463"/>
                </a:cxn>
                <a:cxn ang="0">
                  <a:pos x="connsiteX12464" y="connsiteY12464"/>
                </a:cxn>
                <a:cxn ang="0">
                  <a:pos x="connsiteX12465" y="connsiteY12465"/>
                </a:cxn>
                <a:cxn ang="0">
                  <a:pos x="connsiteX12466" y="connsiteY12466"/>
                </a:cxn>
                <a:cxn ang="0">
                  <a:pos x="connsiteX12467" y="connsiteY12467"/>
                </a:cxn>
                <a:cxn ang="0">
                  <a:pos x="connsiteX12468" y="connsiteY12468"/>
                </a:cxn>
                <a:cxn ang="0">
                  <a:pos x="connsiteX12469" y="connsiteY12469"/>
                </a:cxn>
                <a:cxn ang="0">
                  <a:pos x="connsiteX12470" y="connsiteY12470"/>
                </a:cxn>
                <a:cxn ang="0">
                  <a:pos x="connsiteX12471" y="connsiteY12471"/>
                </a:cxn>
                <a:cxn ang="0">
                  <a:pos x="connsiteX12472" y="connsiteY12472"/>
                </a:cxn>
                <a:cxn ang="0">
                  <a:pos x="connsiteX12473" y="connsiteY12473"/>
                </a:cxn>
                <a:cxn ang="0">
                  <a:pos x="connsiteX12474" y="connsiteY12474"/>
                </a:cxn>
                <a:cxn ang="0">
                  <a:pos x="connsiteX12475" y="connsiteY12475"/>
                </a:cxn>
                <a:cxn ang="0">
                  <a:pos x="connsiteX12476" y="connsiteY12476"/>
                </a:cxn>
                <a:cxn ang="0">
                  <a:pos x="connsiteX12477" y="connsiteY12477"/>
                </a:cxn>
                <a:cxn ang="0">
                  <a:pos x="connsiteX12478" y="connsiteY12478"/>
                </a:cxn>
                <a:cxn ang="0">
                  <a:pos x="connsiteX12479" y="connsiteY12479"/>
                </a:cxn>
                <a:cxn ang="0">
                  <a:pos x="connsiteX12480" y="connsiteY12480"/>
                </a:cxn>
                <a:cxn ang="0">
                  <a:pos x="connsiteX12481" y="connsiteY12481"/>
                </a:cxn>
                <a:cxn ang="0">
                  <a:pos x="connsiteX12482" y="connsiteY12482"/>
                </a:cxn>
                <a:cxn ang="0">
                  <a:pos x="connsiteX12483" y="connsiteY12483"/>
                </a:cxn>
                <a:cxn ang="0">
                  <a:pos x="connsiteX12484" y="connsiteY12484"/>
                </a:cxn>
                <a:cxn ang="0">
                  <a:pos x="connsiteX12485" y="connsiteY12485"/>
                </a:cxn>
                <a:cxn ang="0">
                  <a:pos x="connsiteX12486" y="connsiteY12486"/>
                </a:cxn>
                <a:cxn ang="0">
                  <a:pos x="connsiteX12487" y="connsiteY12487"/>
                </a:cxn>
                <a:cxn ang="0">
                  <a:pos x="connsiteX12488" y="connsiteY12488"/>
                </a:cxn>
                <a:cxn ang="0">
                  <a:pos x="connsiteX12489" y="connsiteY12489"/>
                </a:cxn>
                <a:cxn ang="0">
                  <a:pos x="connsiteX12490" y="connsiteY12490"/>
                </a:cxn>
                <a:cxn ang="0">
                  <a:pos x="connsiteX12491" y="connsiteY12491"/>
                </a:cxn>
                <a:cxn ang="0">
                  <a:pos x="connsiteX12492" y="connsiteY12492"/>
                </a:cxn>
                <a:cxn ang="0">
                  <a:pos x="connsiteX12493" y="connsiteY12493"/>
                </a:cxn>
                <a:cxn ang="0">
                  <a:pos x="connsiteX12494" y="connsiteY12494"/>
                </a:cxn>
                <a:cxn ang="0">
                  <a:pos x="connsiteX12495" y="connsiteY12495"/>
                </a:cxn>
                <a:cxn ang="0">
                  <a:pos x="connsiteX12496" y="connsiteY12496"/>
                </a:cxn>
                <a:cxn ang="0">
                  <a:pos x="connsiteX12497" y="connsiteY12497"/>
                </a:cxn>
                <a:cxn ang="0">
                  <a:pos x="connsiteX12498" y="connsiteY12498"/>
                </a:cxn>
                <a:cxn ang="0">
                  <a:pos x="connsiteX12499" y="connsiteY12499"/>
                </a:cxn>
                <a:cxn ang="0">
                  <a:pos x="connsiteX12500" y="connsiteY12500"/>
                </a:cxn>
                <a:cxn ang="0">
                  <a:pos x="connsiteX12501" y="connsiteY12501"/>
                </a:cxn>
                <a:cxn ang="0">
                  <a:pos x="connsiteX12502" y="connsiteY12502"/>
                </a:cxn>
                <a:cxn ang="0">
                  <a:pos x="connsiteX12503" y="connsiteY12503"/>
                </a:cxn>
                <a:cxn ang="0">
                  <a:pos x="connsiteX12504" y="connsiteY12504"/>
                </a:cxn>
                <a:cxn ang="0">
                  <a:pos x="connsiteX12505" y="connsiteY12505"/>
                </a:cxn>
                <a:cxn ang="0">
                  <a:pos x="connsiteX12506" y="connsiteY12506"/>
                </a:cxn>
                <a:cxn ang="0">
                  <a:pos x="connsiteX12507" y="connsiteY12507"/>
                </a:cxn>
                <a:cxn ang="0">
                  <a:pos x="connsiteX12508" y="connsiteY12508"/>
                </a:cxn>
                <a:cxn ang="0">
                  <a:pos x="connsiteX12509" y="connsiteY12509"/>
                </a:cxn>
                <a:cxn ang="0">
                  <a:pos x="connsiteX12510" y="connsiteY12510"/>
                </a:cxn>
                <a:cxn ang="0">
                  <a:pos x="connsiteX12511" y="connsiteY12511"/>
                </a:cxn>
                <a:cxn ang="0">
                  <a:pos x="connsiteX12512" y="connsiteY12512"/>
                </a:cxn>
                <a:cxn ang="0">
                  <a:pos x="connsiteX12513" y="connsiteY12513"/>
                </a:cxn>
                <a:cxn ang="0">
                  <a:pos x="connsiteX12514" y="connsiteY12514"/>
                </a:cxn>
                <a:cxn ang="0">
                  <a:pos x="connsiteX12515" y="connsiteY12515"/>
                </a:cxn>
                <a:cxn ang="0">
                  <a:pos x="connsiteX12516" y="connsiteY12516"/>
                </a:cxn>
                <a:cxn ang="0">
                  <a:pos x="connsiteX12517" y="connsiteY12517"/>
                </a:cxn>
                <a:cxn ang="0">
                  <a:pos x="connsiteX12518" y="connsiteY12518"/>
                </a:cxn>
                <a:cxn ang="0">
                  <a:pos x="connsiteX12519" y="connsiteY12519"/>
                </a:cxn>
                <a:cxn ang="0">
                  <a:pos x="connsiteX12520" y="connsiteY12520"/>
                </a:cxn>
                <a:cxn ang="0">
                  <a:pos x="connsiteX12521" y="connsiteY12521"/>
                </a:cxn>
                <a:cxn ang="0">
                  <a:pos x="connsiteX12522" y="connsiteY12522"/>
                </a:cxn>
                <a:cxn ang="0">
                  <a:pos x="connsiteX12523" y="connsiteY12523"/>
                </a:cxn>
                <a:cxn ang="0">
                  <a:pos x="connsiteX12524" y="connsiteY12524"/>
                </a:cxn>
                <a:cxn ang="0">
                  <a:pos x="connsiteX12525" y="connsiteY12525"/>
                </a:cxn>
                <a:cxn ang="0">
                  <a:pos x="connsiteX12526" y="connsiteY12526"/>
                </a:cxn>
                <a:cxn ang="0">
                  <a:pos x="connsiteX12527" y="connsiteY12527"/>
                </a:cxn>
                <a:cxn ang="0">
                  <a:pos x="connsiteX12528" y="connsiteY12528"/>
                </a:cxn>
                <a:cxn ang="0">
                  <a:pos x="connsiteX12529" y="connsiteY12529"/>
                </a:cxn>
                <a:cxn ang="0">
                  <a:pos x="connsiteX12530" y="connsiteY12530"/>
                </a:cxn>
                <a:cxn ang="0">
                  <a:pos x="connsiteX12531" y="connsiteY12531"/>
                </a:cxn>
                <a:cxn ang="0">
                  <a:pos x="connsiteX12532" y="connsiteY12532"/>
                </a:cxn>
                <a:cxn ang="0">
                  <a:pos x="connsiteX12533" y="connsiteY12533"/>
                </a:cxn>
                <a:cxn ang="0">
                  <a:pos x="connsiteX12534" y="connsiteY12534"/>
                </a:cxn>
                <a:cxn ang="0">
                  <a:pos x="connsiteX12535" y="connsiteY12535"/>
                </a:cxn>
                <a:cxn ang="0">
                  <a:pos x="connsiteX12536" y="connsiteY12536"/>
                </a:cxn>
                <a:cxn ang="0">
                  <a:pos x="connsiteX12537" y="connsiteY12537"/>
                </a:cxn>
                <a:cxn ang="0">
                  <a:pos x="connsiteX12538" y="connsiteY12538"/>
                </a:cxn>
                <a:cxn ang="0">
                  <a:pos x="connsiteX12539" y="connsiteY12539"/>
                </a:cxn>
                <a:cxn ang="0">
                  <a:pos x="connsiteX12540" y="connsiteY12540"/>
                </a:cxn>
                <a:cxn ang="0">
                  <a:pos x="connsiteX12541" y="connsiteY12541"/>
                </a:cxn>
                <a:cxn ang="0">
                  <a:pos x="connsiteX12542" y="connsiteY12542"/>
                </a:cxn>
                <a:cxn ang="0">
                  <a:pos x="connsiteX12543" y="connsiteY12543"/>
                </a:cxn>
                <a:cxn ang="0">
                  <a:pos x="connsiteX12544" y="connsiteY12544"/>
                </a:cxn>
                <a:cxn ang="0">
                  <a:pos x="connsiteX12545" y="connsiteY12545"/>
                </a:cxn>
                <a:cxn ang="0">
                  <a:pos x="connsiteX12546" y="connsiteY12546"/>
                </a:cxn>
                <a:cxn ang="0">
                  <a:pos x="connsiteX12547" y="connsiteY12547"/>
                </a:cxn>
                <a:cxn ang="0">
                  <a:pos x="connsiteX12548" y="connsiteY12548"/>
                </a:cxn>
                <a:cxn ang="0">
                  <a:pos x="connsiteX12549" y="connsiteY12549"/>
                </a:cxn>
                <a:cxn ang="0">
                  <a:pos x="connsiteX12550" y="connsiteY12550"/>
                </a:cxn>
                <a:cxn ang="0">
                  <a:pos x="connsiteX12551" y="connsiteY12551"/>
                </a:cxn>
                <a:cxn ang="0">
                  <a:pos x="connsiteX12552" y="connsiteY12552"/>
                </a:cxn>
                <a:cxn ang="0">
                  <a:pos x="connsiteX12553" y="connsiteY12553"/>
                </a:cxn>
                <a:cxn ang="0">
                  <a:pos x="connsiteX12554" y="connsiteY12554"/>
                </a:cxn>
                <a:cxn ang="0">
                  <a:pos x="connsiteX12555" y="connsiteY12555"/>
                </a:cxn>
                <a:cxn ang="0">
                  <a:pos x="connsiteX12556" y="connsiteY12556"/>
                </a:cxn>
                <a:cxn ang="0">
                  <a:pos x="connsiteX12557" y="connsiteY12557"/>
                </a:cxn>
                <a:cxn ang="0">
                  <a:pos x="connsiteX12558" y="connsiteY12558"/>
                </a:cxn>
                <a:cxn ang="0">
                  <a:pos x="connsiteX12559" y="connsiteY12559"/>
                </a:cxn>
                <a:cxn ang="0">
                  <a:pos x="connsiteX12560" y="connsiteY12560"/>
                </a:cxn>
                <a:cxn ang="0">
                  <a:pos x="connsiteX12561" y="connsiteY12561"/>
                </a:cxn>
                <a:cxn ang="0">
                  <a:pos x="connsiteX12562" y="connsiteY12562"/>
                </a:cxn>
                <a:cxn ang="0">
                  <a:pos x="connsiteX12563" y="connsiteY12563"/>
                </a:cxn>
                <a:cxn ang="0">
                  <a:pos x="connsiteX12564" y="connsiteY12564"/>
                </a:cxn>
                <a:cxn ang="0">
                  <a:pos x="connsiteX12565" y="connsiteY12565"/>
                </a:cxn>
                <a:cxn ang="0">
                  <a:pos x="connsiteX12566" y="connsiteY12566"/>
                </a:cxn>
                <a:cxn ang="0">
                  <a:pos x="connsiteX12567" y="connsiteY12567"/>
                </a:cxn>
                <a:cxn ang="0">
                  <a:pos x="connsiteX12568" y="connsiteY12568"/>
                </a:cxn>
                <a:cxn ang="0">
                  <a:pos x="connsiteX12569" y="connsiteY12569"/>
                </a:cxn>
                <a:cxn ang="0">
                  <a:pos x="connsiteX12570" y="connsiteY12570"/>
                </a:cxn>
                <a:cxn ang="0">
                  <a:pos x="connsiteX12571" y="connsiteY12571"/>
                </a:cxn>
                <a:cxn ang="0">
                  <a:pos x="connsiteX12572" y="connsiteY12572"/>
                </a:cxn>
                <a:cxn ang="0">
                  <a:pos x="connsiteX12573" y="connsiteY12573"/>
                </a:cxn>
                <a:cxn ang="0">
                  <a:pos x="connsiteX12574" y="connsiteY12574"/>
                </a:cxn>
                <a:cxn ang="0">
                  <a:pos x="connsiteX12575" y="connsiteY12575"/>
                </a:cxn>
                <a:cxn ang="0">
                  <a:pos x="connsiteX12576" y="connsiteY12576"/>
                </a:cxn>
                <a:cxn ang="0">
                  <a:pos x="connsiteX12577" y="connsiteY12577"/>
                </a:cxn>
                <a:cxn ang="0">
                  <a:pos x="connsiteX12578" y="connsiteY12578"/>
                </a:cxn>
                <a:cxn ang="0">
                  <a:pos x="connsiteX12579" y="connsiteY12579"/>
                </a:cxn>
                <a:cxn ang="0">
                  <a:pos x="connsiteX12580" y="connsiteY12580"/>
                </a:cxn>
                <a:cxn ang="0">
                  <a:pos x="connsiteX12581" y="connsiteY12581"/>
                </a:cxn>
                <a:cxn ang="0">
                  <a:pos x="connsiteX12582" y="connsiteY12582"/>
                </a:cxn>
                <a:cxn ang="0">
                  <a:pos x="connsiteX12583" y="connsiteY12583"/>
                </a:cxn>
                <a:cxn ang="0">
                  <a:pos x="connsiteX12584" y="connsiteY12584"/>
                </a:cxn>
                <a:cxn ang="0">
                  <a:pos x="connsiteX12585" y="connsiteY12585"/>
                </a:cxn>
                <a:cxn ang="0">
                  <a:pos x="connsiteX12586" y="connsiteY12586"/>
                </a:cxn>
                <a:cxn ang="0">
                  <a:pos x="connsiteX12587" y="connsiteY12587"/>
                </a:cxn>
                <a:cxn ang="0">
                  <a:pos x="connsiteX12588" y="connsiteY12588"/>
                </a:cxn>
                <a:cxn ang="0">
                  <a:pos x="connsiteX12589" y="connsiteY12589"/>
                </a:cxn>
                <a:cxn ang="0">
                  <a:pos x="connsiteX12590" y="connsiteY12590"/>
                </a:cxn>
                <a:cxn ang="0">
                  <a:pos x="connsiteX12591" y="connsiteY12591"/>
                </a:cxn>
                <a:cxn ang="0">
                  <a:pos x="connsiteX12592" y="connsiteY12592"/>
                </a:cxn>
                <a:cxn ang="0">
                  <a:pos x="connsiteX12593" y="connsiteY12593"/>
                </a:cxn>
                <a:cxn ang="0">
                  <a:pos x="connsiteX12594" y="connsiteY12594"/>
                </a:cxn>
                <a:cxn ang="0">
                  <a:pos x="connsiteX12595" y="connsiteY12595"/>
                </a:cxn>
                <a:cxn ang="0">
                  <a:pos x="connsiteX12596" y="connsiteY12596"/>
                </a:cxn>
                <a:cxn ang="0">
                  <a:pos x="connsiteX12597" y="connsiteY12597"/>
                </a:cxn>
                <a:cxn ang="0">
                  <a:pos x="connsiteX12598" y="connsiteY12598"/>
                </a:cxn>
                <a:cxn ang="0">
                  <a:pos x="connsiteX12599" y="connsiteY12599"/>
                </a:cxn>
                <a:cxn ang="0">
                  <a:pos x="connsiteX12600" y="connsiteY12600"/>
                </a:cxn>
                <a:cxn ang="0">
                  <a:pos x="connsiteX12601" y="connsiteY12601"/>
                </a:cxn>
                <a:cxn ang="0">
                  <a:pos x="connsiteX12602" y="connsiteY12602"/>
                </a:cxn>
                <a:cxn ang="0">
                  <a:pos x="connsiteX12603" y="connsiteY12603"/>
                </a:cxn>
                <a:cxn ang="0">
                  <a:pos x="connsiteX12604" y="connsiteY12604"/>
                </a:cxn>
                <a:cxn ang="0">
                  <a:pos x="connsiteX12605" y="connsiteY12605"/>
                </a:cxn>
                <a:cxn ang="0">
                  <a:pos x="connsiteX12606" y="connsiteY12606"/>
                </a:cxn>
                <a:cxn ang="0">
                  <a:pos x="connsiteX12607" y="connsiteY12607"/>
                </a:cxn>
                <a:cxn ang="0">
                  <a:pos x="connsiteX12608" y="connsiteY12608"/>
                </a:cxn>
                <a:cxn ang="0">
                  <a:pos x="connsiteX12609" y="connsiteY12609"/>
                </a:cxn>
                <a:cxn ang="0">
                  <a:pos x="connsiteX12610" y="connsiteY12610"/>
                </a:cxn>
                <a:cxn ang="0">
                  <a:pos x="connsiteX12611" y="connsiteY12611"/>
                </a:cxn>
                <a:cxn ang="0">
                  <a:pos x="connsiteX12612" y="connsiteY12612"/>
                </a:cxn>
                <a:cxn ang="0">
                  <a:pos x="connsiteX12613" y="connsiteY12613"/>
                </a:cxn>
                <a:cxn ang="0">
                  <a:pos x="connsiteX12614" y="connsiteY12614"/>
                </a:cxn>
                <a:cxn ang="0">
                  <a:pos x="connsiteX12615" y="connsiteY12615"/>
                </a:cxn>
                <a:cxn ang="0">
                  <a:pos x="connsiteX12616" y="connsiteY12616"/>
                </a:cxn>
                <a:cxn ang="0">
                  <a:pos x="connsiteX12617" y="connsiteY12617"/>
                </a:cxn>
                <a:cxn ang="0">
                  <a:pos x="connsiteX12618" y="connsiteY12618"/>
                </a:cxn>
                <a:cxn ang="0">
                  <a:pos x="connsiteX12619" y="connsiteY12619"/>
                </a:cxn>
                <a:cxn ang="0">
                  <a:pos x="connsiteX12620" y="connsiteY12620"/>
                </a:cxn>
                <a:cxn ang="0">
                  <a:pos x="connsiteX12621" y="connsiteY12621"/>
                </a:cxn>
                <a:cxn ang="0">
                  <a:pos x="connsiteX12622" y="connsiteY12622"/>
                </a:cxn>
                <a:cxn ang="0">
                  <a:pos x="connsiteX12623" y="connsiteY12623"/>
                </a:cxn>
                <a:cxn ang="0">
                  <a:pos x="connsiteX12624" y="connsiteY12624"/>
                </a:cxn>
                <a:cxn ang="0">
                  <a:pos x="connsiteX12625" y="connsiteY12625"/>
                </a:cxn>
                <a:cxn ang="0">
                  <a:pos x="connsiteX12626" y="connsiteY12626"/>
                </a:cxn>
                <a:cxn ang="0">
                  <a:pos x="connsiteX12627" y="connsiteY12627"/>
                </a:cxn>
                <a:cxn ang="0">
                  <a:pos x="connsiteX12628" y="connsiteY12628"/>
                </a:cxn>
                <a:cxn ang="0">
                  <a:pos x="connsiteX12629" y="connsiteY12629"/>
                </a:cxn>
                <a:cxn ang="0">
                  <a:pos x="connsiteX12630" y="connsiteY12630"/>
                </a:cxn>
                <a:cxn ang="0">
                  <a:pos x="connsiteX12631" y="connsiteY12631"/>
                </a:cxn>
                <a:cxn ang="0">
                  <a:pos x="connsiteX12632" y="connsiteY12632"/>
                </a:cxn>
                <a:cxn ang="0">
                  <a:pos x="connsiteX12633" y="connsiteY12633"/>
                </a:cxn>
                <a:cxn ang="0">
                  <a:pos x="connsiteX12634" y="connsiteY12634"/>
                </a:cxn>
                <a:cxn ang="0">
                  <a:pos x="connsiteX12635" y="connsiteY12635"/>
                </a:cxn>
                <a:cxn ang="0">
                  <a:pos x="connsiteX12636" y="connsiteY12636"/>
                </a:cxn>
                <a:cxn ang="0">
                  <a:pos x="connsiteX12637" y="connsiteY12637"/>
                </a:cxn>
                <a:cxn ang="0">
                  <a:pos x="connsiteX12638" y="connsiteY12638"/>
                </a:cxn>
                <a:cxn ang="0">
                  <a:pos x="connsiteX12639" y="connsiteY12639"/>
                </a:cxn>
                <a:cxn ang="0">
                  <a:pos x="connsiteX12640" y="connsiteY12640"/>
                </a:cxn>
                <a:cxn ang="0">
                  <a:pos x="connsiteX12641" y="connsiteY12641"/>
                </a:cxn>
                <a:cxn ang="0">
                  <a:pos x="connsiteX12642" y="connsiteY12642"/>
                </a:cxn>
                <a:cxn ang="0">
                  <a:pos x="connsiteX12643" y="connsiteY12643"/>
                </a:cxn>
                <a:cxn ang="0">
                  <a:pos x="connsiteX12644" y="connsiteY12644"/>
                </a:cxn>
                <a:cxn ang="0">
                  <a:pos x="connsiteX12645" y="connsiteY12645"/>
                </a:cxn>
                <a:cxn ang="0">
                  <a:pos x="connsiteX12646" y="connsiteY12646"/>
                </a:cxn>
                <a:cxn ang="0">
                  <a:pos x="connsiteX12647" y="connsiteY12647"/>
                </a:cxn>
                <a:cxn ang="0">
                  <a:pos x="connsiteX12648" y="connsiteY12648"/>
                </a:cxn>
                <a:cxn ang="0">
                  <a:pos x="connsiteX12649" y="connsiteY12649"/>
                </a:cxn>
                <a:cxn ang="0">
                  <a:pos x="connsiteX12650" y="connsiteY12650"/>
                </a:cxn>
                <a:cxn ang="0">
                  <a:pos x="connsiteX12651" y="connsiteY12651"/>
                </a:cxn>
                <a:cxn ang="0">
                  <a:pos x="connsiteX12652" y="connsiteY12652"/>
                </a:cxn>
                <a:cxn ang="0">
                  <a:pos x="connsiteX12653" y="connsiteY12653"/>
                </a:cxn>
                <a:cxn ang="0">
                  <a:pos x="connsiteX12654" y="connsiteY12654"/>
                </a:cxn>
                <a:cxn ang="0">
                  <a:pos x="connsiteX12655" y="connsiteY12655"/>
                </a:cxn>
                <a:cxn ang="0">
                  <a:pos x="connsiteX12656" y="connsiteY12656"/>
                </a:cxn>
                <a:cxn ang="0">
                  <a:pos x="connsiteX12657" y="connsiteY12657"/>
                </a:cxn>
                <a:cxn ang="0">
                  <a:pos x="connsiteX12658" y="connsiteY12658"/>
                </a:cxn>
                <a:cxn ang="0">
                  <a:pos x="connsiteX12659" y="connsiteY12659"/>
                </a:cxn>
                <a:cxn ang="0">
                  <a:pos x="connsiteX12660" y="connsiteY12660"/>
                </a:cxn>
                <a:cxn ang="0">
                  <a:pos x="connsiteX12661" y="connsiteY12661"/>
                </a:cxn>
                <a:cxn ang="0">
                  <a:pos x="connsiteX12662" y="connsiteY12662"/>
                </a:cxn>
                <a:cxn ang="0">
                  <a:pos x="connsiteX12663" y="connsiteY12663"/>
                </a:cxn>
                <a:cxn ang="0">
                  <a:pos x="connsiteX12664" y="connsiteY12664"/>
                </a:cxn>
                <a:cxn ang="0">
                  <a:pos x="connsiteX12665" y="connsiteY12665"/>
                </a:cxn>
                <a:cxn ang="0">
                  <a:pos x="connsiteX12666" y="connsiteY12666"/>
                </a:cxn>
                <a:cxn ang="0">
                  <a:pos x="connsiteX12667" y="connsiteY12667"/>
                </a:cxn>
                <a:cxn ang="0">
                  <a:pos x="connsiteX12668" y="connsiteY12668"/>
                </a:cxn>
                <a:cxn ang="0">
                  <a:pos x="connsiteX12669" y="connsiteY12669"/>
                </a:cxn>
                <a:cxn ang="0">
                  <a:pos x="connsiteX12670" y="connsiteY12670"/>
                </a:cxn>
                <a:cxn ang="0">
                  <a:pos x="connsiteX12671" y="connsiteY12671"/>
                </a:cxn>
                <a:cxn ang="0">
                  <a:pos x="connsiteX12672" y="connsiteY12672"/>
                </a:cxn>
                <a:cxn ang="0">
                  <a:pos x="connsiteX12673" y="connsiteY12673"/>
                </a:cxn>
                <a:cxn ang="0">
                  <a:pos x="connsiteX12674" y="connsiteY12674"/>
                </a:cxn>
                <a:cxn ang="0">
                  <a:pos x="connsiteX12675" y="connsiteY12675"/>
                </a:cxn>
                <a:cxn ang="0">
                  <a:pos x="connsiteX12676" y="connsiteY12676"/>
                </a:cxn>
                <a:cxn ang="0">
                  <a:pos x="connsiteX12677" y="connsiteY12677"/>
                </a:cxn>
                <a:cxn ang="0">
                  <a:pos x="connsiteX12678" y="connsiteY12678"/>
                </a:cxn>
                <a:cxn ang="0">
                  <a:pos x="connsiteX12679" y="connsiteY12679"/>
                </a:cxn>
                <a:cxn ang="0">
                  <a:pos x="connsiteX12680" y="connsiteY12680"/>
                </a:cxn>
                <a:cxn ang="0">
                  <a:pos x="connsiteX12681" y="connsiteY12681"/>
                </a:cxn>
                <a:cxn ang="0">
                  <a:pos x="connsiteX12682" y="connsiteY12682"/>
                </a:cxn>
                <a:cxn ang="0">
                  <a:pos x="connsiteX12683" y="connsiteY12683"/>
                </a:cxn>
                <a:cxn ang="0">
                  <a:pos x="connsiteX12684" y="connsiteY12684"/>
                </a:cxn>
                <a:cxn ang="0">
                  <a:pos x="connsiteX12685" y="connsiteY12685"/>
                </a:cxn>
                <a:cxn ang="0">
                  <a:pos x="connsiteX12686" y="connsiteY12686"/>
                </a:cxn>
                <a:cxn ang="0">
                  <a:pos x="connsiteX12687" y="connsiteY12687"/>
                </a:cxn>
                <a:cxn ang="0">
                  <a:pos x="connsiteX12688" y="connsiteY12688"/>
                </a:cxn>
                <a:cxn ang="0">
                  <a:pos x="connsiteX12689" y="connsiteY12689"/>
                </a:cxn>
                <a:cxn ang="0">
                  <a:pos x="connsiteX12690" y="connsiteY12690"/>
                </a:cxn>
                <a:cxn ang="0">
                  <a:pos x="connsiteX12691" y="connsiteY12691"/>
                </a:cxn>
                <a:cxn ang="0">
                  <a:pos x="connsiteX12692" y="connsiteY12692"/>
                </a:cxn>
                <a:cxn ang="0">
                  <a:pos x="connsiteX12693" y="connsiteY12693"/>
                </a:cxn>
                <a:cxn ang="0">
                  <a:pos x="connsiteX12694" y="connsiteY12694"/>
                </a:cxn>
                <a:cxn ang="0">
                  <a:pos x="connsiteX12695" y="connsiteY12695"/>
                </a:cxn>
                <a:cxn ang="0">
                  <a:pos x="connsiteX12696" y="connsiteY12696"/>
                </a:cxn>
                <a:cxn ang="0">
                  <a:pos x="connsiteX12697" y="connsiteY12697"/>
                </a:cxn>
                <a:cxn ang="0">
                  <a:pos x="connsiteX12698" y="connsiteY12698"/>
                </a:cxn>
                <a:cxn ang="0">
                  <a:pos x="connsiteX12699" y="connsiteY12699"/>
                </a:cxn>
                <a:cxn ang="0">
                  <a:pos x="connsiteX12700" y="connsiteY12700"/>
                </a:cxn>
                <a:cxn ang="0">
                  <a:pos x="connsiteX12701" y="connsiteY12701"/>
                </a:cxn>
                <a:cxn ang="0">
                  <a:pos x="connsiteX12702" y="connsiteY12702"/>
                </a:cxn>
                <a:cxn ang="0">
                  <a:pos x="connsiteX12703" y="connsiteY12703"/>
                </a:cxn>
                <a:cxn ang="0">
                  <a:pos x="connsiteX12704" y="connsiteY12704"/>
                </a:cxn>
                <a:cxn ang="0">
                  <a:pos x="connsiteX12705" y="connsiteY12705"/>
                </a:cxn>
                <a:cxn ang="0">
                  <a:pos x="connsiteX12706" y="connsiteY12706"/>
                </a:cxn>
                <a:cxn ang="0">
                  <a:pos x="connsiteX12707" y="connsiteY12707"/>
                </a:cxn>
                <a:cxn ang="0">
                  <a:pos x="connsiteX12708" y="connsiteY12708"/>
                </a:cxn>
                <a:cxn ang="0">
                  <a:pos x="connsiteX12709" y="connsiteY12709"/>
                </a:cxn>
                <a:cxn ang="0">
                  <a:pos x="connsiteX12710" y="connsiteY12710"/>
                </a:cxn>
                <a:cxn ang="0">
                  <a:pos x="connsiteX12711" y="connsiteY12711"/>
                </a:cxn>
                <a:cxn ang="0">
                  <a:pos x="connsiteX12712" y="connsiteY12712"/>
                </a:cxn>
                <a:cxn ang="0">
                  <a:pos x="connsiteX12713" y="connsiteY12713"/>
                </a:cxn>
                <a:cxn ang="0">
                  <a:pos x="connsiteX12714" y="connsiteY12714"/>
                </a:cxn>
                <a:cxn ang="0">
                  <a:pos x="connsiteX12715" y="connsiteY12715"/>
                </a:cxn>
                <a:cxn ang="0">
                  <a:pos x="connsiteX12716" y="connsiteY12716"/>
                </a:cxn>
                <a:cxn ang="0">
                  <a:pos x="connsiteX12717" y="connsiteY12717"/>
                </a:cxn>
                <a:cxn ang="0">
                  <a:pos x="connsiteX12718" y="connsiteY12718"/>
                </a:cxn>
                <a:cxn ang="0">
                  <a:pos x="connsiteX12719" y="connsiteY12719"/>
                </a:cxn>
                <a:cxn ang="0">
                  <a:pos x="connsiteX12720" y="connsiteY12720"/>
                </a:cxn>
                <a:cxn ang="0">
                  <a:pos x="connsiteX12721" y="connsiteY12721"/>
                </a:cxn>
                <a:cxn ang="0">
                  <a:pos x="connsiteX12722" y="connsiteY12722"/>
                </a:cxn>
                <a:cxn ang="0">
                  <a:pos x="connsiteX12723" y="connsiteY12723"/>
                </a:cxn>
                <a:cxn ang="0">
                  <a:pos x="connsiteX12724" y="connsiteY12724"/>
                </a:cxn>
                <a:cxn ang="0">
                  <a:pos x="connsiteX12725" y="connsiteY12725"/>
                </a:cxn>
                <a:cxn ang="0">
                  <a:pos x="connsiteX12726" y="connsiteY12726"/>
                </a:cxn>
                <a:cxn ang="0">
                  <a:pos x="connsiteX12727" y="connsiteY12727"/>
                </a:cxn>
                <a:cxn ang="0">
                  <a:pos x="connsiteX12728" y="connsiteY12728"/>
                </a:cxn>
                <a:cxn ang="0">
                  <a:pos x="connsiteX12729" y="connsiteY12729"/>
                </a:cxn>
                <a:cxn ang="0">
                  <a:pos x="connsiteX12730" y="connsiteY12730"/>
                </a:cxn>
                <a:cxn ang="0">
                  <a:pos x="connsiteX12731" y="connsiteY12731"/>
                </a:cxn>
                <a:cxn ang="0">
                  <a:pos x="connsiteX12732" y="connsiteY12732"/>
                </a:cxn>
                <a:cxn ang="0">
                  <a:pos x="connsiteX12733" y="connsiteY12733"/>
                </a:cxn>
                <a:cxn ang="0">
                  <a:pos x="connsiteX12734" y="connsiteY12734"/>
                </a:cxn>
                <a:cxn ang="0">
                  <a:pos x="connsiteX12735" y="connsiteY12735"/>
                </a:cxn>
                <a:cxn ang="0">
                  <a:pos x="connsiteX12736" y="connsiteY12736"/>
                </a:cxn>
                <a:cxn ang="0">
                  <a:pos x="connsiteX12737" y="connsiteY12737"/>
                </a:cxn>
                <a:cxn ang="0">
                  <a:pos x="connsiteX12738" y="connsiteY12738"/>
                </a:cxn>
                <a:cxn ang="0">
                  <a:pos x="connsiteX12739" y="connsiteY12739"/>
                </a:cxn>
                <a:cxn ang="0">
                  <a:pos x="connsiteX12740" y="connsiteY12740"/>
                </a:cxn>
                <a:cxn ang="0">
                  <a:pos x="connsiteX12741" y="connsiteY12741"/>
                </a:cxn>
                <a:cxn ang="0">
                  <a:pos x="connsiteX12742" y="connsiteY12742"/>
                </a:cxn>
                <a:cxn ang="0">
                  <a:pos x="connsiteX12743" y="connsiteY12743"/>
                </a:cxn>
                <a:cxn ang="0">
                  <a:pos x="connsiteX12744" y="connsiteY12744"/>
                </a:cxn>
                <a:cxn ang="0">
                  <a:pos x="connsiteX12745" y="connsiteY12745"/>
                </a:cxn>
                <a:cxn ang="0">
                  <a:pos x="connsiteX12746" y="connsiteY12746"/>
                </a:cxn>
                <a:cxn ang="0">
                  <a:pos x="connsiteX12747" y="connsiteY12747"/>
                </a:cxn>
                <a:cxn ang="0">
                  <a:pos x="connsiteX12748" y="connsiteY12748"/>
                </a:cxn>
                <a:cxn ang="0">
                  <a:pos x="connsiteX12749" y="connsiteY12749"/>
                </a:cxn>
                <a:cxn ang="0">
                  <a:pos x="connsiteX12750" y="connsiteY12750"/>
                </a:cxn>
                <a:cxn ang="0">
                  <a:pos x="connsiteX12751" y="connsiteY12751"/>
                </a:cxn>
                <a:cxn ang="0">
                  <a:pos x="connsiteX12752" y="connsiteY12752"/>
                </a:cxn>
                <a:cxn ang="0">
                  <a:pos x="connsiteX12753" y="connsiteY12753"/>
                </a:cxn>
                <a:cxn ang="0">
                  <a:pos x="connsiteX12754" y="connsiteY12754"/>
                </a:cxn>
                <a:cxn ang="0">
                  <a:pos x="connsiteX12755" y="connsiteY12755"/>
                </a:cxn>
                <a:cxn ang="0">
                  <a:pos x="connsiteX12756" y="connsiteY12756"/>
                </a:cxn>
                <a:cxn ang="0">
                  <a:pos x="connsiteX12757" y="connsiteY12757"/>
                </a:cxn>
                <a:cxn ang="0">
                  <a:pos x="connsiteX12758" y="connsiteY12758"/>
                </a:cxn>
                <a:cxn ang="0">
                  <a:pos x="connsiteX12759" y="connsiteY12759"/>
                </a:cxn>
                <a:cxn ang="0">
                  <a:pos x="connsiteX12760" y="connsiteY12760"/>
                </a:cxn>
                <a:cxn ang="0">
                  <a:pos x="connsiteX12761" y="connsiteY12761"/>
                </a:cxn>
                <a:cxn ang="0">
                  <a:pos x="connsiteX12762" y="connsiteY12762"/>
                </a:cxn>
                <a:cxn ang="0">
                  <a:pos x="connsiteX12763" y="connsiteY12763"/>
                </a:cxn>
                <a:cxn ang="0">
                  <a:pos x="connsiteX12764" y="connsiteY12764"/>
                </a:cxn>
                <a:cxn ang="0">
                  <a:pos x="connsiteX12765" y="connsiteY12765"/>
                </a:cxn>
                <a:cxn ang="0">
                  <a:pos x="connsiteX12766" y="connsiteY12766"/>
                </a:cxn>
                <a:cxn ang="0">
                  <a:pos x="connsiteX12767" y="connsiteY12767"/>
                </a:cxn>
                <a:cxn ang="0">
                  <a:pos x="connsiteX12768" y="connsiteY12768"/>
                </a:cxn>
                <a:cxn ang="0">
                  <a:pos x="connsiteX12769" y="connsiteY12769"/>
                </a:cxn>
                <a:cxn ang="0">
                  <a:pos x="connsiteX12770" y="connsiteY12770"/>
                </a:cxn>
                <a:cxn ang="0">
                  <a:pos x="connsiteX12771" y="connsiteY12771"/>
                </a:cxn>
                <a:cxn ang="0">
                  <a:pos x="connsiteX12772" y="connsiteY12772"/>
                </a:cxn>
                <a:cxn ang="0">
                  <a:pos x="connsiteX12773" y="connsiteY12773"/>
                </a:cxn>
                <a:cxn ang="0">
                  <a:pos x="connsiteX12774" y="connsiteY12774"/>
                </a:cxn>
                <a:cxn ang="0">
                  <a:pos x="connsiteX12775" y="connsiteY12775"/>
                </a:cxn>
                <a:cxn ang="0">
                  <a:pos x="connsiteX12776" y="connsiteY12776"/>
                </a:cxn>
                <a:cxn ang="0">
                  <a:pos x="connsiteX12777" y="connsiteY12777"/>
                </a:cxn>
                <a:cxn ang="0">
                  <a:pos x="connsiteX12778" y="connsiteY12778"/>
                </a:cxn>
                <a:cxn ang="0">
                  <a:pos x="connsiteX12779" y="connsiteY12779"/>
                </a:cxn>
                <a:cxn ang="0">
                  <a:pos x="connsiteX12780" y="connsiteY12780"/>
                </a:cxn>
                <a:cxn ang="0">
                  <a:pos x="connsiteX12781" y="connsiteY12781"/>
                </a:cxn>
                <a:cxn ang="0">
                  <a:pos x="connsiteX12782" y="connsiteY12782"/>
                </a:cxn>
                <a:cxn ang="0">
                  <a:pos x="connsiteX12783" y="connsiteY12783"/>
                </a:cxn>
                <a:cxn ang="0">
                  <a:pos x="connsiteX12784" y="connsiteY12784"/>
                </a:cxn>
                <a:cxn ang="0">
                  <a:pos x="connsiteX12785" y="connsiteY12785"/>
                </a:cxn>
                <a:cxn ang="0">
                  <a:pos x="connsiteX12786" y="connsiteY12786"/>
                </a:cxn>
                <a:cxn ang="0">
                  <a:pos x="connsiteX12787" y="connsiteY12787"/>
                </a:cxn>
                <a:cxn ang="0">
                  <a:pos x="connsiteX12788" y="connsiteY12788"/>
                </a:cxn>
                <a:cxn ang="0">
                  <a:pos x="connsiteX12789" y="connsiteY12789"/>
                </a:cxn>
                <a:cxn ang="0">
                  <a:pos x="connsiteX12790" y="connsiteY12790"/>
                </a:cxn>
                <a:cxn ang="0">
                  <a:pos x="connsiteX12791" y="connsiteY12791"/>
                </a:cxn>
                <a:cxn ang="0">
                  <a:pos x="connsiteX12792" y="connsiteY12792"/>
                </a:cxn>
                <a:cxn ang="0">
                  <a:pos x="connsiteX12793" y="connsiteY12793"/>
                </a:cxn>
                <a:cxn ang="0">
                  <a:pos x="connsiteX12794" y="connsiteY12794"/>
                </a:cxn>
                <a:cxn ang="0">
                  <a:pos x="connsiteX12795" y="connsiteY12795"/>
                </a:cxn>
                <a:cxn ang="0">
                  <a:pos x="connsiteX12796" y="connsiteY12796"/>
                </a:cxn>
                <a:cxn ang="0">
                  <a:pos x="connsiteX12797" y="connsiteY12797"/>
                </a:cxn>
                <a:cxn ang="0">
                  <a:pos x="connsiteX12798" y="connsiteY12798"/>
                </a:cxn>
                <a:cxn ang="0">
                  <a:pos x="connsiteX12799" y="connsiteY12799"/>
                </a:cxn>
                <a:cxn ang="0">
                  <a:pos x="connsiteX12800" y="connsiteY12800"/>
                </a:cxn>
                <a:cxn ang="0">
                  <a:pos x="connsiteX12801" y="connsiteY12801"/>
                </a:cxn>
                <a:cxn ang="0">
                  <a:pos x="connsiteX12802" y="connsiteY12802"/>
                </a:cxn>
                <a:cxn ang="0">
                  <a:pos x="connsiteX12803" y="connsiteY12803"/>
                </a:cxn>
                <a:cxn ang="0">
                  <a:pos x="connsiteX12804" y="connsiteY12804"/>
                </a:cxn>
                <a:cxn ang="0">
                  <a:pos x="connsiteX12805" y="connsiteY12805"/>
                </a:cxn>
                <a:cxn ang="0">
                  <a:pos x="connsiteX12806" y="connsiteY12806"/>
                </a:cxn>
                <a:cxn ang="0">
                  <a:pos x="connsiteX12807" y="connsiteY12807"/>
                </a:cxn>
                <a:cxn ang="0">
                  <a:pos x="connsiteX12808" y="connsiteY12808"/>
                </a:cxn>
                <a:cxn ang="0">
                  <a:pos x="connsiteX12809" y="connsiteY12809"/>
                </a:cxn>
                <a:cxn ang="0">
                  <a:pos x="connsiteX12810" y="connsiteY12810"/>
                </a:cxn>
                <a:cxn ang="0">
                  <a:pos x="connsiteX12811" y="connsiteY12811"/>
                </a:cxn>
                <a:cxn ang="0">
                  <a:pos x="connsiteX12812" y="connsiteY12812"/>
                </a:cxn>
                <a:cxn ang="0">
                  <a:pos x="connsiteX12813" y="connsiteY12813"/>
                </a:cxn>
                <a:cxn ang="0">
                  <a:pos x="connsiteX12814" y="connsiteY12814"/>
                </a:cxn>
                <a:cxn ang="0">
                  <a:pos x="connsiteX12815" y="connsiteY12815"/>
                </a:cxn>
                <a:cxn ang="0">
                  <a:pos x="connsiteX12816" y="connsiteY12816"/>
                </a:cxn>
                <a:cxn ang="0">
                  <a:pos x="connsiteX12817" y="connsiteY12817"/>
                </a:cxn>
                <a:cxn ang="0">
                  <a:pos x="connsiteX12818" y="connsiteY12818"/>
                </a:cxn>
                <a:cxn ang="0">
                  <a:pos x="connsiteX12819" y="connsiteY12819"/>
                </a:cxn>
                <a:cxn ang="0">
                  <a:pos x="connsiteX12820" y="connsiteY12820"/>
                </a:cxn>
                <a:cxn ang="0">
                  <a:pos x="connsiteX12821" y="connsiteY12821"/>
                </a:cxn>
                <a:cxn ang="0">
                  <a:pos x="connsiteX12822" y="connsiteY12822"/>
                </a:cxn>
                <a:cxn ang="0">
                  <a:pos x="connsiteX12823" y="connsiteY12823"/>
                </a:cxn>
                <a:cxn ang="0">
                  <a:pos x="connsiteX12824" y="connsiteY12824"/>
                </a:cxn>
                <a:cxn ang="0">
                  <a:pos x="connsiteX12825" y="connsiteY12825"/>
                </a:cxn>
                <a:cxn ang="0">
                  <a:pos x="connsiteX12826" y="connsiteY12826"/>
                </a:cxn>
                <a:cxn ang="0">
                  <a:pos x="connsiteX12827" y="connsiteY12827"/>
                </a:cxn>
                <a:cxn ang="0">
                  <a:pos x="connsiteX12828" y="connsiteY12828"/>
                </a:cxn>
                <a:cxn ang="0">
                  <a:pos x="connsiteX12829" y="connsiteY12829"/>
                </a:cxn>
                <a:cxn ang="0">
                  <a:pos x="connsiteX12830" y="connsiteY12830"/>
                </a:cxn>
                <a:cxn ang="0">
                  <a:pos x="connsiteX12831" y="connsiteY12831"/>
                </a:cxn>
                <a:cxn ang="0">
                  <a:pos x="connsiteX12832" y="connsiteY12832"/>
                </a:cxn>
                <a:cxn ang="0">
                  <a:pos x="connsiteX12833" y="connsiteY12833"/>
                </a:cxn>
                <a:cxn ang="0">
                  <a:pos x="connsiteX12834" y="connsiteY12834"/>
                </a:cxn>
                <a:cxn ang="0">
                  <a:pos x="connsiteX12835" y="connsiteY12835"/>
                </a:cxn>
                <a:cxn ang="0">
                  <a:pos x="connsiteX12836" y="connsiteY12836"/>
                </a:cxn>
                <a:cxn ang="0">
                  <a:pos x="connsiteX12837" y="connsiteY12837"/>
                </a:cxn>
                <a:cxn ang="0">
                  <a:pos x="connsiteX12838" y="connsiteY12838"/>
                </a:cxn>
                <a:cxn ang="0">
                  <a:pos x="connsiteX12839" y="connsiteY12839"/>
                </a:cxn>
                <a:cxn ang="0">
                  <a:pos x="connsiteX12840" y="connsiteY12840"/>
                </a:cxn>
                <a:cxn ang="0">
                  <a:pos x="connsiteX12841" y="connsiteY12841"/>
                </a:cxn>
                <a:cxn ang="0">
                  <a:pos x="connsiteX12842" y="connsiteY12842"/>
                </a:cxn>
                <a:cxn ang="0">
                  <a:pos x="connsiteX12843" y="connsiteY12843"/>
                </a:cxn>
                <a:cxn ang="0">
                  <a:pos x="connsiteX12844" y="connsiteY12844"/>
                </a:cxn>
                <a:cxn ang="0">
                  <a:pos x="connsiteX12845" y="connsiteY12845"/>
                </a:cxn>
                <a:cxn ang="0">
                  <a:pos x="connsiteX12846" y="connsiteY12846"/>
                </a:cxn>
                <a:cxn ang="0">
                  <a:pos x="connsiteX12847" y="connsiteY12847"/>
                </a:cxn>
                <a:cxn ang="0">
                  <a:pos x="connsiteX12848" y="connsiteY12848"/>
                </a:cxn>
                <a:cxn ang="0">
                  <a:pos x="connsiteX12849" y="connsiteY12849"/>
                </a:cxn>
                <a:cxn ang="0">
                  <a:pos x="connsiteX12850" y="connsiteY12850"/>
                </a:cxn>
                <a:cxn ang="0">
                  <a:pos x="connsiteX12851" y="connsiteY12851"/>
                </a:cxn>
                <a:cxn ang="0">
                  <a:pos x="connsiteX12852" y="connsiteY12852"/>
                </a:cxn>
                <a:cxn ang="0">
                  <a:pos x="connsiteX12853" y="connsiteY12853"/>
                </a:cxn>
                <a:cxn ang="0">
                  <a:pos x="connsiteX12854" y="connsiteY12854"/>
                </a:cxn>
                <a:cxn ang="0">
                  <a:pos x="connsiteX12855" y="connsiteY12855"/>
                </a:cxn>
                <a:cxn ang="0">
                  <a:pos x="connsiteX12856" y="connsiteY12856"/>
                </a:cxn>
                <a:cxn ang="0">
                  <a:pos x="connsiteX12857" y="connsiteY12857"/>
                </a:cxn>
                <a:cxn ang="0">
                  <a:pos x="connsiteX12858" y="connsiteY12858"/>
                </a:cxn>
                <a:cxn ang="0">
                  <a:pos x="connsiteX12859" y="connsiteY12859"/>
                </a:cxn>
                <a:cxn ang="0">
                  <a:pos x="connsiteX12860" y="connsiteY12860"/>
                </a:cxn>
                <a:cxn ang="0">
                  <a:pos x="connsiteX12861" y="connsiteY12861"/>
                </a:cxn>
                <a:cxn ang="0">
                  <a:pos x="connsiteX12862" y="connsiteY12862"/>
                </a:cxn>
                <a:cxn ang="0">
                  <a:pos x="connsiteX12863" y="connsiteY12863"/>
                </a:cxn>
                <a:cxn ang="0">
                  <a:pos x="connsiteX12864" y="connsiteY12864"/>
                </a:cxn>
                <a:cxn ang="0">
                  <a:pos x="connsiteX12865" y="connsiteY12865"/>
                </a:cxn>
                <a:cxn ang="0">
                  <a:pos x="connsiteX12866" y="connsiteY12866"/>
                </a:cxn>
                <a:cxn ang="0">
                  <a:pos x="connsiteX12867" y="connsiteY12867"/>
                </a:cxn>
                <a:cxn ang="0">
                  <a:pos x="connsiteX12868" y="connsiteY12868"/>
                </a:cxn>
                <a:cxn ang="0">
                  <a:pos x="connsiteX12869" y="connsiteY12869"/>
                </a:cxn>
                <a:cxn ang="0">
                  <a:pos x="connsiteX12870" y="connsiteY12870"/>
                </a:cxn>
                <a:cxn ang="0">
                  <a:pos x="connsiteX12871" y="connsiteY12871"/>
                </a:cxn>
                <a:cxn ang="0">
                  <a:pos x="connsiteX12872" y="connsiteY12872"/>
                </a:cxn>
                <a:cxn ang="0">
                  <a:pos x="connsiteX12873" y="connsiteY12873"/>
                </a:cxn>
                <a:cxn ang="0">
                  <a:pos x="connsiteX12874" y="connsiteY12874"/>
                </a:cxn>
                <a:cxn ang="0">
                  <a:pos x="connsiteX12875" y="connsiteY12875"/>
                </a:cxn>
                <a:cxn ang="0">
                  <a:pos x="connsiteX12876" y="connsiteY12876"/>
                </a:cxn>
                <a:cxn ang="0">
                  <a:pos x="connsiteX12877" y="connsiteY12877"/>
                </a:cxn>
                <a:cxn ang="0">
                  <a:pos x="connsiteX12878" y="connsiteY12878"/>
                </a:cxn>
                <a:cxn ang="0">
                  <a:pos x="connsiteX12879" y="connsiteY12879"/>
                </a:cxn>
                <a:cxn ang="0">
                  <a:pos x="connsiteX12880" y="connsiteY12880"/>
                </a:cxn>
                <a:cxn ang="0">
                  <a:pos x="connsiteX12881" y="connsiteY12881"/>
                </a:cxn>
                <a:cxn ang="0">
                  <a:pos x="connsiteX12882" y="connsiteY12882"/>
                </a:cxn>
                <a:cxn ang="0">
                  <a:pos x="connsiteX12883" y="connsiteY12883"/>
                </a:cxn>
                <a:cxn ang="0">
                  <a:pos x="connsiteX12884" y="connsiteY12884"/>
                </a:cxn>
                <a:cxn ang="0">
                  <a:pos x="connsiteX12885" y="connsiteY12885"/>
                </a:cxn>
                <a:cxn ang="0">
                  <a:pos x="connsiteX12886" y="connsiteY12886"/>
                </a:cxn>
                <a:cxn ang="0">
                  <a:pos x="connsiteX12887" y="connsiteY12887"/>
                </a:cxn>
                <a:cxn ang="0">
                  <a:pos x="connsiteX12888" y="connsiteY12888"/>
                </a:cxn>
                <a:cxn ang="0">
                  <a:pos x="connsiteX12889" y="connsiteY12889"/>
                </a:cxn>
                <a:cxn ang="0">
                  <a:pos x="connsiteX12890" y="connsiteY12890"/>
                </a:cxn>
                <a:cxn ang="0">
                  <a:pos x="connsiteX12891" y="connsiteY12891"/>
                </a:cxn>
                <a:cxn ang="0">
                  <a:pos x="connsiteX12892" y="connsiteY12892"/>
                </a:cxn>
                <a:cxn ang="0">
                  <a:pos x="connsiteX12893" y="connsiteY12893"/>
                </a:cxn>
                <a:cxn ang="0">
                  <a:pos x="connsiteX12894" y="connsiteY12894"/>
                </a:cxn>
                <a:cxn ang="0">
                  <a:pos x="connsiteX12895" y="connsiteY12895"/>
                </a:cxn>
                <a:cxn ang="0">
                  <a:pos x="connsiteX12896" y="connsiteY12896"/>
                </a:cxn>
                <a:cxn ang="0">
                  <a:pos x="connsiteX12897" y="connsiteY12897"/>
                </a:cxn>
                <a:cxn ang="0">
                  <a:pos x="connsiteX12898" y="connsiteY12898"/>
                </a:cxn>
                <a:cxn ang="0">
                  <a:pos x="connsiteX12899" y="connsiteY12899"/>
                </a:cxn>
                <a:cxn ang="0">
                  <a:pos x="connsiteX12900" y="connsiteY12900"/>
                </a:cxn>
                <a:cxn ang="0">
                  <a:pos x="connsiteX12901" y="connsiteY12901"/>
                </a:cxn>
                <a:cxn ang="0">
                  <a:pos x="connsiteX12902" y="connsiteY12902"/>
                </a:cxn>
                <a:cxn ang="0">
                  <a:pos x="connsiteX12903" y="connsiteY12903"/>
                </a:cxn>
                <a:cxn ang="0">
                  <a:pos x="connsiteX12904" y="connsiteY12904"/>
                </a:cxn>
                <a:cxn ang="0">
                  <a:pos x="connsiteX12905" y="connsiteY12905"/>
                </a:cxn>
                <a:cxn ang="0">
                  <a:pos x="connsiteX12906" y="connsiteY12906"/>
                </a:cxn>
                <a:cxn ang="0">
                  <a:pos x="connsiteX12907" y="connsiteY12907"/>
                </a:cxn>
                <a:cxn ang="0">
                  <a:pos x="connsiteX12908" y="connsiteY12908"/>
                </a:cxn>
                <a:cxn ang="0">
                  <a:pos x="connsiteX12909" y="connsiteY12909"/>
                </a:cxn>
                <a:cxn ang="0">
                  <a:pos x="connsiteX12910" y="connsiteY12910"/>
                </a:cxn>
                <a:cxn ang="0">
                  <a:pos x="connsiteX12911" y="connsiteY12911"/>
                </a:cxn>
                <a:cxn ang="0">
                  <a:pos x="connsiteX12912" y="connsiteY12912"/>
                </a:cxn>
                <a:cxn ang="0">
                  <a:pos x="connsiteX12913" y="connsiteY12913"/>
                </a:cxn>
                <a:cxn ang="0">
                  <a:pos x="connsiteX12914" y="connsiteY12914"/>
                </a:cxn>
                <a:cxn ang="0">
                  <a:pos x="connsiteX12915" y="connsiteY12915"/>
                </a:cxn>
                <a:cxn ang="0">
                  <a:pos x="connsiteX12916" y="connsiteY12916"/>
                </a:cxn>
                <a:cxn ang="0">
                  <a:pos x="connsiteX12917" y="connsiteY12917"/>
                </a:cxn>
                <a:cxn ang="0">
                  <a:pos x="connsiteX12918" y="connsiteY12918"/>
                </a:cxn>
                <a:cxn ang="0">
                  <a:pos x="connsiteX12919" y="connsiteY12919"/>
                </a:cxn>
                <a:cxn ang="0">
                  <a:pos x="connsiteX12920" y="connsiteY12920"/>
                </a:cxn>
                <a:cxn ang="0">
                  <a:pos x="connsiteX12921" y="connsiteY12921"/>
                </a:cxn>
                <a:cxn ang="0">
                  <a:pos x="connsiteX12922" y="connsiteY12922"/>
                </a:cxn>
                <a:cxn ang="0">
                  <a:pos x="connsiteX12923" y="connsiteY12923"/>
                </a:cxn>
                <a:cxn ang="0">
                  <a:pos x="connsiteX12924" y="connsiteY12924"/>
                </a:cxn>
                <a:cxn ang="0">
                  <a:pos x="connsiteX12925" y="connsiteY12925"/>
                </a:cxn>
                <a:cxn ang="0">
                  <a:pos x="connsiteX12926" y="connsiteY12926"/>
                </a:cxn>
                <a:cxn ang="0">
                  <a:pos x="connsiteX12927" y="connsiteY12927"/>
                </a:cxn>
                <a:cxn ang="0">
                  <a:pos x="connsiteX12928" y="connsiteY12928"/>
                </a:cxn>
                <a:cxn ang="0">
                  <a:pos x="connsiteX12929" y="connsiteY12929"/>
                </a:cxn>
                <a:cxn ang="0">
                  <a:pos x="connsiteX12930" y="connsiteY12930"/>
                </a:cxn>
                <a:cxn ang="0">
                  <a:pos x="connsiteX12931" y="connsiteY12931"/>
                </a:cxn>
                <a:cxn ang="0">
                  <a:pos x="connsiteX12932" y="connsiteY12932"/>
                </a:cxn>
                <a:cxn ang="0">
                  <a:pos x="connsiteX12933" y="connsiteY12933"/>
                </a:cxn>
                <a:cxn ang="0">
                  <a:pos x="connsiteX12934" y="connsiteY12934"/>
                </a:cxn>
                <a:cxn ang="0">
                  <a:pos x="connsiteX12935" y="connsiteY12935"/>
                </a:cxn>
                <a:cxn ang="0">
                  <a:pos x="connsiteX12936" y="connsiteY12936"/>
                </a:cxn>
                <a:cxn ang="0">
                  <a:pos x="connsiteX12937" y="connsiteY12937"/>
                </a:cxn>
                <a:cxn ang="0">
                  <a:pos x="connsiteX12938" y="connsiteY12938"/>
                </a:cxn>
                <a:cxn ang="0">
                  <a:pos x="connsiteX12939" y="connsiteY12939"/>
                </a:cxn>
                <a:cxn ang="0">
                  <a:pos x="connsiteX12940" y="connsiteY12940"/>
                </a:cxn>
                <a:cxn ang="0">
                  <a:pos x="connsiteX12941" y="connsiteY12941"/>
                </a:cxn>
                <a:cxn ang="0">
                  <a:pos x="connsiteX12942" y="connsiteY12942"/>
                </a:cxn>
                <a:cxn ang="0">
                  <a:pos x="connsiteX12943" y="connsiteY12943"/>
                </a:cxn>
                <a:cxn ang="0">
                  <a:pos x="connsiteX12944" y="connsiteY12944"/>
                </a:cxn>
                <a:cxn ang="0">
                  <a:pos x="connsiteX12945" y="connsiteY12945"/>
                </a:cxn>
                <a:cxn ang="0">
                  <a:pos x="connsiteX12946" y="connsiteY12946"/>
                </a:cxn>
                <a:cxn ang="0">
                  <a:pos x="connsiteX12947" y="connsiteY12947"/>
                </a:cxn>
                <a:cxn ang="0">
                  <a:pos x="connsiteX12948" y="connsiteY12948"/>
                </a:cxn>
                <a:cxn ang="0">
                  <a:pos x="connsiteX12949" y="connsiteY12949"/>
                </a:cxn>
                <a:cxn ang="0">
                  <a:pos x="connsiteX12950" y="connsiteY12950"/>
                </a:cxn>
                <a:cxn ang="0">
                  <a:pos x="connsiteX12951" y="connsiteY12951"/>
                </a:cxn>
                <a:cxn ang="0">
                  <a:pos x="connsiteX12952" y="connsiteY12952"/>
                </a:cxn>
                <a:cxn ang="0">
                  <a:pos x="connsiteX12953" y="connsiteY12953"/>
                </a:cxn>
                <a:cxn ang="0">
                  <a:pos x="connsiteX12954" y="connsiteY12954"/>
                </a:cxn>
                <a:cxn ang="0">
                  <a:pos x="connsiteX12955" y="connsiteY12955"/>
                </a:cxn>
                <a:cxn ang="0">
                  <a:pos x="connsiteX12956" y="connsiteY12956"/>
                </a:cxn>
                <a:cxn ang="0">
                  <a:pos x="connsiteX12957" y="connsiteY12957"/>
                </a:cxn>
                <a:cxn ang="0">
                  <a:pos x="connsiteX12958" y="connsiteY12958"/>
                </a:cxn>
                <a:cxn ang="0">
                  <a:pos x="connsiteX12959" y="connsiteY12959"/>
                </a:cxn>
                <a:cxn ang="0">
                  <a:pos x="connsiteX12960" y="connsiteY12960"/>
                </a:cxn>
                <a:cxn ang="0">
                  <a:pos x="connsiteX12961" y="connsiteY12961"/>
                </a:cxn>
                <a:cxn ang="0">
                  <a:pos x="connsiteX12962" y="connsiteY12962"/>
                </a:cxn>
                <a:cxn ang="0">
                  <a:pos x="connsiteX12963" y="connsiteY12963"/>
                </a:cxn>
                <a:cxn ang="0">
                  <a:pos x="connsiteX12964" y="connsiteY12964"/>
                </a:cxn>
                <a:cxn ang="0">
                  <a:pos x="connsiteX12965" y="connsiteY12965"/>
                </a:cxn>
                <a:cxn ang="0">
                  <a:pos x="connsiteX12966" y="connsiteY12966"/>
                </a:cxn>
                <a:cxn ang="0">
                  <a:pos x="connsiteX12967" y="connsiteY12967"/>
                </a:cxn>
                <a:cxn ang="0">
                  <a:pos x="connsiteX12968" y="connsiteY12968"/>
                </a:cxn>
                <a:cxn ang="0">
                  <a:pos x="connsiteX12969" y="connsiteY12969"/>
                </a:cxn>
                <a:cxn ang="0">
                  <a:pos x="connsiteX12970" y="connsiteY12970"/>
                </a:cxn>
                <a:cxn ang="0">
                  <a:pos x="connsiteX12971" y="connsiteY12971"/>
                </a:cxn>
                <a:cxn ang="0">
                  <a:pos x="connsiteX12972" y="connsiteY12972"/>
                </a:cxn>
                <a:cxn ang="0">
                  <a:pos x="connsiteX12973" y="connsiteY12973"/>
                </a:cxn>
                <a:cxn ang="0">
                  <a:pos x="connsiteX12974" y="connsiteY12974"/>
                </a:cxn>
                <a:cxn ang="0">
                  <a:pos x="connsiteX12975" y="connsiteY12975"/>
                </a:cxn>
                <a:cxn ang="0">
                  <a:pos x="connsiteX12976" y="connsiteY12976"/>
                </a:cxn>
                <a:cxn ang="0">
                  <a:pos x="connsiteX12977" y="connsiteY12977"/>
                </a:cxn>
                <a:cxn ang="0">
                  <a:pos x="connsiteX12978" y="connsiteY12978"/>
                </a:cxn>
                <a:cxn ang="0">
                  <a:pos x="connsiteX12979" y="connsiteY12979"/>
                </a:cxn>
                <a:cxn ang="0">
                  <a:pos x="connsiteX12980" y="connsiteY12980"/>
                </a:cxn>
                <a:cxn ang="0">
                  <a:pos x="connsiteX12981" y="connsiteY12981"/>
                </a:cxn>
                <a:cxn ang="0">
                  <a:pos x="connsiteX12982" y="connsiteY12982"/>
                </a:cxn>
                <a:cxn ang="0">
                  <a:pos x="connsiteX12983" y="connsiteY12983"/>
                </a:cxn>
                <a:cxn ang="0">
                  <a:pos x="connsiteX12984" y="connsiteY12984"/>
                </a:cxn>
                <a:cxn ang="0">
                  <a:pos x="connsiteX12985" y="connsiteY12985"/>
                </a:cxn>
                <a:cxn ang="0">
                  <a:pos x="connsiteX12986" y="connsiteY12986"/>
                </a:cxn>
                <a:cxn ang="0">
                  <a:pos x="connsiteX12987" y="connsiteY12987"/>
                </a:cxn>
                <a:cxn ang="0">
                  <a:pos x="connsiteX12988" y="connsiteY12988"/>
                </a:cxn>
                <a:cxn ang="0">
                  <a:pos x="connsiteX12989" y="connsiteY12989"/>
                </a:cxn>
                <a:cxn ang="0">
                  <a:pos x="connsiteX12990" y="connsiteY12990"/>
                </a:cxn>
                <a:cxn ang="0">
                  <a:pos x="connsiteX12991" y="connsiteY12991"/>
                </a:cxn>
                <a:cxn ang="0">
                  <a:pos x="connsiteX12992" y="connsiteY12992"/>
                </a:cxn>
                <a:cxn ang="0">
                  <a:pos x="connsiteX12993" y="connsiteY12993"/>
                </a:cxn>
                <a:cxn ang="0">
                  <a:pos x="connsiteX12994" y="connsiteY12994"/>
                </a:cxn>
                <a:cxn ang="0">
                  <a:pos x="connsiteX12995" y="connsiteY12995"/>
                </a:cxn>
                <a:cxn ang="0">
                  <a:pos x="connsiteX12996" y="connsiteY12996"/>
                </a:cxn>
                <a:cxn ang="0">
                  <a:pos x="connsiteX12997" y="connsiteY12997"/>
                </a:cxn>
                <a:cxn ang="0">
                  <a:pos x="connsiteX12998" y="connsiteY12998"/>
                </a:cxn>
                <a:cxn ang="0">
                  <a:pos x="connsiteX12999" y="connsiteY12999"/>
                </a:cxn>
                <a:cxn ang="0">
                  <a:pos x="connsiteX13000" y="connsiteY13000"/>
                </a:cxn>
                <a:cxn ang="0">
                  <a:pos x="connsiteX13001" y="connsiteY13001"/>
                </a:cxn>
                <a:cxn ang="0">
                  <a:pos x="connsiteX13002" y="connsiteY13002"/>
                </a:cxn>
                <a:cxn ang="0">
                  <a:pos x="connsiteX13003" y="connsiteY13003"/>
                </a:cxn>
                <a:cxn ang="0">
                  <a:pos x="connsiteX13004" y="connsiteY13004"/>
                </a:cxn>
                <a:cxn ang="0">
                  <a:pos x="connsiteX13005" y="connsiteY13005"/>
                </a:cxn>
                <a:cxn ang="0">
                  <a:pos x="connsiteX13006" y="connsiteY13006"/>
                </a:cxn>
                <a:cxn ang="0">
                  <a:pos x="connsiteX13007" y="connsiteY13007"/>
                </a:cxn>
                <a:cxn ang="0">
                  <a:pos x="connsiteX13008" y="connsiteY13008"/>
                </a:cxn>
                <a:cxn ang="0">
                  <a:pos x="connsiteX13009" y="connsiteY13009"/>
                </a:cxn>
                <a:cxn ang="0">
                  <a:pos x="connsiteX13010" y="connsiteY13010"/>
                </a:cxn>
                <a:cxn ang="0">
                  <a:pos x="connsiteX13011" y="connsiteY13011"/>
                </a:cxn>
                <a:cxn ang="0">
                  <a:pos x="connsiteX13012" y="connsiteY13012"/>
                </a:cxn>
                <a:cxn ang="0">
                  <a:pos x="connsiteX13013" y="connsiteY13013"/>
                </a:cxn>
                <a:cxn ang="0">
                  <a:pos x="connsiteX13014" y="connsiteY13014"/>
                </a:cxn>
                <a:cxn ang="0">
                  <a:pos x="connsiteX13015" y="connsiteY13015"/>
                </a:cxn>
                <a:cxn ang="0">
                  <a:pos x="connsiteX13016" y="connsiteY13016"/>
                </a:cxn>
                <a:cxn ang="0">
                  <a:pos x="connsiteX13017" y="connsiteY13017"/>
                </a:cxn>
                <a:cxn ang="0">
                  <a:pos x="connsiteX13018" y="connsiteY13018"/>
                </a:cxn>
                <a:cxn ang="0">
                  <a:pos x="connsiteX13019" y="connsiteY13019"/>
                </a:cxn>
                <a:cxn ang="0">
                  <a:pos x="connsiteX13020" y="connsiteY13020"/>
                </a:cxn>
                <a:cxn ang="0">
                  <a:pos x="connsiteX13021" y="connsiteY13021"/>
                </a:cxn>
                <a:cxn ang="0">
                  <a:pos x="connsiteX13022" y="connsiteY13022"/>
                </a:cxn>
                <a:cxn ang="0">
                  <a:pos x="connsiteX13023" y="connsiteY13023"/>
                </a:cxn>
                <a:cxn ang="0">
                  <a:pos x="connsiteX13024" y="connsiteY13024"/>
                </a:cxn>
                <a:cxn ang="0">
                  <a:pos x="connsiteX13025" y="connsiteY13025"/>
                </a:cxn>
                <a:cxn ang="0">
                  <a:pos x="connsiteX13026" y="connsiteY13026"/>
                </a:cxn>
                <a:cxn ang="0">
                  <a:pos x="connsiteX13027" y="connsiteY13027"/>
                </a:cxn>
                <a:cxn ang="0">
                  <a:pos x="connsiteX13028" y="connsiteY13028"/>
                </a:cxn>
                <a:cxn ang="0">
                  <a:pos x="connsiteX13029" y="connsiteY13029"/>
                </a:cxn>
                <a:cxn ang="0">
                  <a:pos x="connsiteX13030" y="connsiteY13030"/>
                </a:cxn>
                <a:cxn ang="0">
                  <a:pos x="connsiteX13031" y="connsiteY13031"/>
                </a:cxn>
                <a:cxn ang="0">
                  <a:pos x="connsiteX13032" y="connsiteY13032"/>
                </a:cxn>
                <a:cxn ang="0">
                  <a:pos x="connsiteX13033" y="connsiteY13033"/>
                </a:cxn>
                <a:cxn ang="0">
                  <a:pos x="connsiteX13034" y="connsiteY13034"/>
                </a:cxn>
                <a:cxn ang="0">
                  <a:pos x="connsiteX13035" y="connsiteY13035"/>
                </a:cxn>
                <a:cxn ang="0">
                  <a:pos x="connsiteX13036" y="connsiteY13036"/>
                </a:cxn>
                <a:cxn ang="0">
                  <a:pos x="connsiteX13037" y="connsiteY13037"/>
                </a:cxn>
                <a:cxn ang="0">
                  <a:pos x="connsiteX13038" y="connsiteY13038"/>
                </a:cxn>
                <a:cxn ang="0">
                  <a:pos x="connsiteX13039" y="connsiteY13039"/>
                </a:cxn>
                <a:cxn ang="0">
                  <a:pos x="connsiteX13040" y="connsiteY13040"/>
                </a:cxn>
                <a:cxn ang="0">
                  <a:pos x="connsiteX13041" y="connsiteY13041"/>
                </a:cxn>
                <a:cxn ang="0">
                  <a:pos x="connsiteX13042" y="connsiteY13042"/>
                </a:cxn>
                <a:cxn ang="0">
                  <a:pos x="connsiteX13043" y="connsiteY13043"/>
                </a:cxn>
                <a:cxn ang="0">
                  <a:pos x="connsiteX13044" y="connsiteY13044"/>
                </a:cxn>
                <a:cxn ang="0">
                  <a:pos x="connsiteX13045" y="connsiteY13045"/>
                </a:cxn>
                <a:cxn ang="0">
                  <a:pos x="connsiteX13046" y="connsiteY13046"/>
                </a:cxn>
                <a:cxn ang="0">
                  <a:pos x="connsiteX13047" y="connsiteY13047"/>
                </a:cxn>
                <a:cxn ang="0">
                  <a:pos x="connsiteX13048" y="connsiteY13048"/>
                </a:cxn>
                <a:cxn ang="0">
                  <a:pos x="connsiteX13049" y="connsiteY13049"/>
                </a:cxn>
                <a:cxn ang="0">
                  <a:pos x="connsiteX13050" y="connsiteY13050"/>
                </a:cxn>
                <a:cxn ang="0">
                  <a:pos x="connsiteX13051" y="connsiteY13051"/>
                </a:cxn>
                <a:cxn ang="0">
                  <a:pos x="connsiteX13052" y="connsiteY13052"/>
                </a:cxn>
                <a:cxn ang="0">
                  <a:pos x="connsiteX13053" y="connsiteY13053"/>
                </a:cxn>
                <a:cxn ang="0">
                  <a:pos x="connsiteX13054" y="connsiteY13054"/>
                </a:cxn>
                <a:cxn ang="0">
                  <a:pos x="connsiteX13055" y="connsiteY13055"/>
                </a:cxn>
                <a:cxn ang="0">
                  <a:pos x="connsiteX13056" y="connsiteY13056"/>
                </a:cxn>
                <a:cxn ang="0">
                  <a:pos x="connsiteX13057" y="connsiteY13057"/>
                </a:cxn>
                <a:cxn ang="0">
                  <a:pos x="connsiteX13058" y="connsiteY13058"/>
                </a:cxn>
                <a:cxn ang="0">
                  <a:pos x="connsiteX13059" y="connsiteY13059"/>
                </a:cxn>
                <a:cxn ang="0">
                  <a:pos x="connsiteX13060" y="connsiteY13060"/>
                </a:cxn>
                <a:cxn ang="0">
                  <a:pos x="connsiteX13061" y="connsiteY13061"/>
                </a:cxn>
                <a:cxn ang="0">
                  <a:pos x="connsiteX13062" y="connsiteY13062"/>
                </a:cxn>
                <a:cxn ang="0">
                  <a:pos x="connsiteX13063" y="connsiteY13063"/>
                </a:cxn>
                <a:cxn ang="0">
                  <a:pos x="connsiteX13064" y="connsiteY13064"/>
                </a:cxn>
                <a:cxn ang="0">
                  <a:pos x="connsiteX13065" y="connsiteY13065"/>
                </a:cxn>
                <a:cxn ang="0">
                  <a:pos x="connsiteX13066" y="connsiteY13066"/>
                </a:cxn>
                <a:cxn ang="0">
                  <a:pos x="connsiteX13067" y="connsiteY13067"/>
                </a:cxn>
                <a:cxn ang="0">
                  <a:pos x="connsiteX13068" y="connsiteY13068"/>
                </a:cxn>
                <a:cxn ang="0">
                  <a:pos x="connsiteX13069" y="connsiteY13069"/>
                </a:cxn>
                <a:cxn ang="0">
                  <a:pos x="connsiteX13070" y="connsiteY13070"/>
                </a:cxn>
                <a:cxn ang="0">
                  <a:pos x="connsiteX13071" y="connsiteY13071"/>
                </a:cxn>
                <a:cxn ang="0">
                  <a:pos x="connsiteX13072" y="connsiteY13072"/>
                </a:cxn>
                <a:cxn ang="0">
                  <a:pos x="connsiteX13073" y="connsiteY13073"/>
                </a:cxn>
                <a:cxn ang="0">
                  <a:pos x="connsiteX13074" y="connsiteY13074"/>
                </a:cxn>
                <a:cxn ang="0">
                  <a:pos x="connsiteX13075" y="connsiteY13075"/>
                </a:cxn>
                <a:cxn ang="0">
                  <a:pos x="connsiteX13076" y="connsiteY13076"/>
                </a:cxn>
                <a:cxn ang="0">
                  <a:pos x="connsiteX13077" y="connsiteY13077"/>
                </a:cxn>
                <a:cxn ang="0">
                  <a:pos x="connsiteX13078" y="connsiteY13078"/>
                </a:cxn>
                <a:cxn ang="0">
                  <a:pos x="connsiteX13079" y="connsiteY13079"/>
                </a:cxn>
                <a:cxn ang="0">
                  <a:pos x="connsiteX13080" y="connsiteY13080"/>
                </a:cxn>
                <a:cxn ang="0">
                  <a:pos x="connsiteX13081" y="connsiteY13081"/>
                </a:cxn>
                <a:cxn ang="0">
                  <a:pos x="connsiteX13082" y="connsiteY13082"/>
                </a:cxn>
                <a:cxn ang="0">
                  <a:pos x="connsiteX13083" y="connsiteY13083"/>
                </a:cxn>
                <a:cxn ang="0">
                  <a:pos x="connsiteX13084" y="connsiteY13084"/>
                </a:cxn>
                <a:cxn ang="0">
                  <a:pos x="connsiteX13085" y="connsiteY13085"/>
                </a:cxn>
                <a:cxn ang="0">
                  <a:pos x="connsiteX13086" y="connsiteY13086"/>
                </a:cxn>
                <a:cxn ang="0">
                  <a:pos x="connsiteX13087" y="connsiteY13087"/>
                </a:cxn>
                <a:cxn ang="0">
                  <a:pos x="connsiteX13088" y="connsiteY13088"/>
                </a:cxn>
                <a:cxn ang="0">
                  <a:pos x="connsiteX13089" y="connsiteY13089"/>
                </a:cxn>
                <a:cxn ang="0">
                  <a:pos x="connsiteX13090" y="connsiteY13090"/>
                </a:cxn>
                <a:cxn ang="0">
                  <a:pos x="connsiteX13091" y="connsiteY13091"/>
                </a:cxn>
                <a:cxn ang="0">
                  <a:pos x="connsiteX13092" y="connsiteY13092"/>
                </a:cxn>
                <a:cxn ang="0">
                  <a:pos x="connsiteX13093" y="connsiteY13093"/>
                </a:cxn>
                <a:cxn ang="0">
                  <a:pos x="connsiteX13094" y="connsiteY13094"/>
                </a:cxn>
                <a:cxn ang="0">
                  <a:pos x="connsiteX13095" y="connsiteY13095"/>
                </a:cxn>
                <a:cxn ang="0">
                  <a:pos x="connsiteX13096" y="connsiteY13096"/>
                </a:cxn>
                <a:cxn ang="0">
                  <a:pos x="connsiteX13097" y="connsiteY13097"/>
                </a:cxn>
                <a:cxn ang="0">
                  <a:pos x="connsiteX13098" y="connsiteY13098"/>
                </a:cxn>
                <a:cxn ang="0">
                  <a:pos x="connsiteX13099" y="connsiteY13099"/>
                </a:cxn>
                <a:cxn ang="0">
                  <a:pos x="connsiteX13100" y="connsiteY13100"/>
                </a:cxn>
                <a:cxn ang="0">
                  <a:pos x="connsiteX13101" y="connsiteY13101"/>
                </a:cxn>
                <a:cxn ang="0">
                  <a:pos x="connsiteX13102" y="connsiteY13102"/>
                </a:cxn>
                <a:cxn ang="0">
                  <a:pos x="connsiteX13103" y="connsiteY13103"/>
                </a:cxn>
                <a:cxn ang="0">
                  <a:pos x="connsiteX13104" y="connsiteY13104"/>
                </a:cxn>
                <a:cxn ang="0">
                  <a:pos x="connsiteX13105" y="connsiteY13105"/>
                </a:cxn>
                <a:cxn ang="0">
                  <a:pos x="connsiteX13106" y="connsiteY13106"/>
                </a:cxn>
                <a:cxn ang="0">
                  <a:pos x="connsiteX13107" y="connsiteY13107"/>
                </a:cxn>
                <a:cxn ang="0">
                  <a:pos x="connsiteX13108" y="connsiteY13108"/>
                </a:cxn>
                <a:cxn ang="0">
                  <a:pos x="connsiteX13109" y="connsiteY13109"/>
                </a:cxn>
                <a:cxn ang="0">
                  <a:pos x="connsiteX13110" y="connsiteY13110"/>
                </a:cxn>
                <a:cxn ang="0">
                  <a:pos x="connsiteX13111" y="connsiteY13111"/>
                </a:cxn>
                <a:cxn ang="0">
                  <a:pos x="connsiteX13112" y="connsiteY13112"/>
                </a:cxn>
                <a:cxn ang="0">
                  <a:pos x="connsiteX13113" y="connsiteY13113"/>
                </a:cxn>
                <a:cxn ang="0">
                  <a:pos x="connsiteX13114" y="connsiteY13114"/>
                </a:cxn>
                <a:cxn ang="0">
                  <a:pos x="connsiteX13115" y="connsiteY13115"/>
                </a:cxn>
                <a:cxn ang="0">
                  <a:pos x="connsiteX13116" y="connsiteY13116"/>
                </a:cxn>
                <a:cxn ang="0">
                  <a:pos x="connsiteX13117" y="connsiteY13117"/>
                </a:cxn>
                <a:cxn ang="0">
                  <a:pos x="connsiteX13118" y="connsiteY13118"/>
                </a:cxn>
                <a:cxn ang="0">
                  <a:pos x="connsiteX13119" y="connsiteY13119"/>
                </a:cxn>
                <a:cxn ang="0">
                  <a:pos x="connsiteX13120" y="connsiteY13120"/>
                </a:cxn>
                <a:cxn ang="0">
                  <a:pos x="connsiteX13121" y="connsiteY13121"/>
                </a:cxn>
                <a:cxn ang="0">
                  <a:pos x="connsiteX13122" y="connsiteY13122"/>
                </a:cxn>
                <a:cxn ang="0">
                  <a:pos x="connsiteX13123" y="connsiteY13123"/>
                </a:cxn>
                <a:cxn ang="0">
                  <a:pos x="connsiteX13124" y="connsiteY13124"/>
                </a:cxn>
                <a:cxn ang="0">
                  <a:pos x="connsiteX13125" y="connsiteY13125"/>
                </a:cxn>
                <a:cxn ang="0">
                  <a:pos x="connsiteX13126" y="connsiteY13126"/>
                </a:cxn>
                <a:cxn ang="0">
                  <a:pos x="connsiteX13127" y="connsiteY13127"/>
                </a:cxn>
                <a:cxn ang="0">
                  <a:pos x="connsiteX13128" y="connsiteY13128"/>
                </a:cxn>
                <a:cxn ang="0">
                  <a:pos x="connsiteX13129" y="connsiteY13129"/>
                </a:cxn>
                <a:cxn ang="0">
                  <a:pos x="connsiteX13130" y="connsiteY13130"/>
                </a:cxn>
                <a:cxn ang="0">
                  <a:pos x="connsiteX13131" y="connsiteY13131"/>
                </a:cxn>
                <a:cxn ang="0">
                  <a:pos x="connsiteX13132" y="connsiteY13132"/>
                </a:cxn>
                <a:cxn ang="0">
                  <a:pos x="connsiteX13133" y="connsiteY13133"/>
                </a:cxn>
                <a:cxn ang="0">
                  <a:pos x="connsiteX13134" y="connsiteY13134"/>
                </a:cxn>
                <a:cxn ang="0">
                  <a:pos x="connsiteX13135" y="connsiteY13135"/>
                </a:cxn>
                <a:cxn ang="0">
                  <a:pos x="connsiteX13136" y="connsiteY13136"/>
                </a:cxn>
                <a:cxn ang="0">
                  <a:pos x="connsiteX13137" y="connsiteY13137"/>
                </a:cxn>
                <a:cxn ang="0">
                  <a:pos x="connsiteX13138" y="connsiteY13138"/>
                </a:cxn>
                <a:cxn ang="0">
                  <a:pos x="connsiteX13139" y="connsiteY13139"/>
                </a:cxn>
                <a:cxn ang="0">
                  <a:pos x="connsiteX13140" y="connsiteY13140"/>
                </a:cxn>
                <a:cxn ang="0">
                  <a:pos x="connsiteX13141" y="connsiteY13141"/>
                </a:cxn>
                <a:cxn ang="0">
                  <a:pos x="connsiteX13142" y="connsiteY13142"/>
                </a:cxn>
                <a:cxn ang="0">
                  <a:pos x="connsiteX13143" y="connsiteY13143"/>
                </a:cxn>
                <a:cxn ang="0">
                  <a:pos x="connsiteX13144" y="connsiteY13144"/>
                </a:cxn>
                <a:cxn ang="0">
                  <a:pos x="connsiteX13145" y="connsiteY13145"/>
                </a:cxn>
                <a:cxn ang="0">
                  <a:pos x="connsiteX13146" y="connsiteY13146"/>
                </a:cxn>
                <a:cxn ang="0">
                  <a:pos x="connsiteX13147" y="connsiteY13147"/>
                </a:cxn>
                <a:cxn ang="0">
                  <a:pos x="connsiteX13148" y="connsiteY13148"/>
                </a:cxn>
                <a:cxn ang="0">
                  <a:pos x="connsiteX13149" y="connsiteY13149"/>
                </a:cxn>
                <a:cxn ang="0">
                  <a:pos x="connsiteX13150" y="connsiteY13150"/>
                </a:cxn>
                <a:cxn ang="0">
                  <a:pos x="connsiteX13151" y="connsiteY13151"/>
                </a:cxn>
                <a:cxn ang="0">
                  <a:pos x="connsiteX13152" y="connsiteY13152"/>
                </a:cxn>
                <a:cxn ang="0">
                  <a:pos x="connsiteX13153" y="connsiteY13153"/>
                </a:cxn>
                <a:cxn ang="0">
                  <a:pos x="connsiteX13154" y="connsiteY13154"/>
                </a:cxn>
                <a:cxn ang="0">
                  <a:pos x="connsiteX13155" y="connsiteY13155"/>
                </a:cxn>
                <a:cxn ang="0">
                  <a:pos x="connsiteX13156" y="connsiteY13156"/>
                </a:cxn>
                <a:cxn ang="0">
                  <a:pos x="connsiteX13157" y="connsiteY13157"/>
                </a:cxn>
                <a:cxn ang="0">
                  <a:pos x="connsiteX13158" y="connsiteY13158"/>
                </a:cxn>
                <a:cxn ang="0">
                  <a:pos x="connsiteX13159" y="connsiteY13159"/>
                </a:cxn>
                <a:cxn ang="0">
                  <a:pos x="connsiteX13160" y="connsiteY13160"/>
                </a:cxn>
                <a:cxn ang="0">
                  <a:pos x="connsiteX13161" y="connsiteY13161"/>
                </a:cxn>
                <a:cxn ang="0">
                  <a:pos x="connsiteX13162" y="connsiteY13162"/>
                </a:cxn>
                <a:cxn ang="0">
                  <a:pos x="connsiteX13163" y="connsiteY13163"/>
                </a:cxn>
                <a:cxn ang="0">
                  <a:pos x="connsiteX13164" y="connsiteY13164"/>
                </a:cxn>
                <a:cxn ang="0">
                  <a:pos x="connsiteX13165" y="connsiteY13165"/>
                </a:cxn>
                <a:cxn ang="0">
                  <a:pos x="connsiteX13166" y="connsiteY13166"/>
                </a:cxn>
                <a:cxn ang="0">
                  <a:pos x="connsiteX13167" y="connsiteY13167"/>
                </a:cxn>
                <a:cxn ang="0">
                  <a:pos x="connsiteX13168" y="connsiteY13168"/>
                </a:cxn>
                <a:cxn ang="0">
                  <a:pos x="connsiteX13169" y="connsiteY13169"/>
                </a:cxn>
                <a:cxn ang="0">
                  <a:pos x="connsiteX13170" y="connsiteY13170"/>
                </a:cxn>
                <a:cxn ang="0">
                  <a:pos x="connsiteX13171" y="connsiteY13171"/>
                </a:cxn>
                <a:cxn ang="0">
                  <a:pos x="connsiteX13172" y="connsiteY13172"/>
                </a:cxn>
                <a:cxn ang="0">
                  <a:pos x="connsiteX13173" y="connsiteY13173"/>
                </a:cxn>
                <a:cxn ang="0">
                  <a:pos x="connsiteX13174" y="connsiteY13174"/>
                </a:cxn>
                <a:cxn ang="0">
                  <a:pos x="connsiteX13175" y="connsiteY13175"/>
                </a:cxn>
                <a:cxn ang="0">
                  <a:pos x="connsiteX13176" y="connsiteY13176"/>
                </a:cxn>
                <a:cxn ang="0">
                  <a:pos x="connsiteX13177" y="connsiteY13177"/>
                </a:cxn>
                <a:cxn ang="0">
                  <a:pos x="connsiteX13178" y="connsiteY13178"/>
                </a:cxn>
                <a:cxn ang="0">
                  <a:pos x="connsiteX13179" y="connsiteY13179"/>
                </a:cxn>
                <a:cxn ang="0">
                  <a:pos x="connsiteX13180" y="connsiteY13180"/>
                </a:cxn>
                <a:cxn ang="0">
                  <a:pos x="connsiteX13181" y="connsiteY13181"/>
                </a:cxn>
                <a:cxn ang="0">
                  <a:pos x="connsiteX13182" y="connsiteY13182"/>
                </a:cxn>
                <a:cxn ang="0">
                  <a:pos x="connsiteX13183" y="connsiteY13183"/>
                </a:cxn>
                <a:cxn ang="0">
                  <a:pos x="connsiteX13184" y="connsiteY13184"/>
                </a:cxn>
                <a:cxn ang="0">
                  <a:pos x="connsiteX13185" y="connsiteY13185"/>
                </a:cxn>
                <a:cxn ang="0">
                  <a:pos x="connsiteX13186" y="connsiteY13186"/>
                </a:cxn>
                <a:cxn ang="0">
                  <a:pos x="connsiteX13187" y="connsiteY13187"/>
                </a:cxn>
                <a:cxn ang="0">
                  <a:pos x="connsiteX13188" y="connsiteY13188"/>
                </a:cxn>
                <a:cxn ang="0">
                  <a:pos x="connsiteX13189" y="connsiteY13189"/>
                </a:cxn>
                <a:cxn ang="0">
                  <a:pos x="connsiteX13190" y="connsiteY13190"/>
                </a:cxn>
                <a:cxn ang="0">
                  <a:pos x="connsiteX13191" y="connsiteY13191"/>
                </a:cxn>
                <a:cxn ang="0">
                  <a:pos x="connsiteX13192" y="connsiteY13192"/>
                </a:cxn>
                <a:cxn ang="0">
                  <a:pos x="connsiteX13193" y="connsiteY13193"/>
                </a:cxn>
                <a:cxn ang="0">
                  <a:pos x="connsiteX13194" y="connsiteY13194"/>
                </a:cxn>
                <a:cxn ang="0">
                  <a:pos x="connsiteX13195" y="connsiteY13195"/>
                </a:cxn>
                <a:cxn ang="0">
                  <a:pos x="connsiteX13196" y="connsiteY13196"/>
                </a:cxn>
                <a:cxn ang="0">
                  <a:pos x="connsiteX13197" y="connsiteY13197"/>
                </a:cxn>
                <a:cxn ang="0">
                  <a:pos x="connsiteX13198" y="connsiteY13198"/>
                </a:cxn>
                <a:cxn ang="0">
                  <a:pos x="connsiteX13199" y="connsiteY13199"/>
                </a:cxn>
                <a:cxn ang="0">
                  <a:pos x="connsiteX13200" y="connsiteY13200"/>
                </a:cxn>
                <a:cxn ang="0">
                  <a:pos x="connsiteX13201" y="connsiteY13201"/>
                </a:cxn>
                <a:cxn ang="0">
                  <a:pos x="connsiteX13202" y="connsiteY13202"/>
                </a:cxn>
                <a:cxn ang="0">
                  <a:pos x="connsiteX13203" y="connsiteY13203"/>
                </a:cxn>
                <a:cxn ang="0">
                  <a:pos x="connsiteX13204" y="connsiteY13204"/>
                </a:cxn>
                <a:cxn ang="0">
                  <a:pos x="connsiteX13205" y="connsiteY13205"/>
                </a:cxn>
                <a:cxn ang="0">
                  <a:pos x="connsiteX13206" y="connsiteY13206"/>
                </a:cxn>
                <a:cxn ang="0">
                  <a:pos x="connsiteX13207" y="connsiteY13207"/>
                </a:cxn>
                <a:cxn ang="0">
                  <a:pos x="connsiteX13208" y="connsiteY13208"/>
                </a:cxn>
                <a:cxn ang="0">
                  <a:pos x="connsiteX13209" y="connsiteY13209"/>
                </a:cxn>
                <a:cxn ang="0">
                  <a:pos x="connsiteX13210" y="connsiteY13210"/>
                </a:cxn>
                <a:cxn ang="0">
                  <a:pos x="connsiteX13211" y="connsiteY13211"/>
                </a:cxn>
                <a:cxn ang="0">
                  <a:pos x="connsiteX13212" y="connsiteY13212"/>
                </a:cxn>
                <a:cxn ang="0">
                  <a:pos x="connsiteX13213" y="connsiteY13213"/>
                </a:cxn>
                <a:cxn ang="0">
                  <a:pos x="connsiteX13214" y="connsiteY13214"/>
                </a:cxn>
                <a:cxn ang="0">
                  <a:pos x="connsiteX13215" y="connsiteY13215"/>
                </a:cxn>
                <a:cxn ang="0">
                  <a:pos x="connsiteX13216" y="connsiteY13216"/>
                </a:cxn>
                <a:cxn ang="0">
                  <a:pos x="connsiteX13217" y="connsiteY13217"/>
                </a:cxn>
                <a:cxn ang="0">
                  <a:pos x="connsiteX13218" y="connsiteY13218"/>
                </a:cxn>
                <a:cxn ang="0">
                  <a:pos x="connsiteX13219" y="connsiteY13219"/>
                </a:cxn>
                <a:cxn ang="0">
                  <a:pos x="connsiteX13220" y="connsiteY13220"/>
                </a:cxn>
                <a:cxn ang="0">
                  <a:pos x="connsiteX13221" y="connsiteY13221"/>
                </a:cxn>
                <a:cxn ang="0">
                  <a:pos x="connsiteX13222" y="connsiteY13222"/>
                </a:cxn>
                <a:cxn ang="0">
                  <a:pos x="connsiteX13223" y="connsiteY13223"/>
                </a:cxn>
                <a:cxn ang="0">
                  <a:pos x="connsiteX13224" y="connsiteY13224"/>
                </a:cxn>
                <a:cxn ang="0">
                  <a:pos x="connsiteX13225" y="connsiteY13225"/>
                </a:cxn>
                <a:cxn ang="0">
                  <a:pos x="connsiteX13226" y="connsiteY13226"/>
                </a:cxn>
                <a:cxn ang="0">
                  <a:pos x="connsiteX13227" y="connsiteY13227"/>
                </a:cxn>
                <a:cxn ang="0">
                  <a:pos x="connsiteX13228" y="connsiteY13228"/>
                </a:cxn>
                <a:cxn ang="0">
                  <a:pos x="connsiteX13229" y="connsiteY13229"/>
                </a:cxn>
                <a:cxn ang="0">
                  <a:pos x="connsiteX13230" y="connsiteY13230"/>
                </a:cxn>
                <a:cxn ang="0">
                  <a:pos x="connsiteX13231" y="connsiteY13231"/>
                </a:cxn>
                <a:cxn ang="0">
                  <a:pos x="connsiteX13232" y="connsiteY13232"/>
                </a:cxn>
                <a:cxn ang="0">
                  <a:pos x="connsiteX13233" y="connsiteY13233"/>
                </a:cxn>
                <a:cxn ang="0">
                  <a:pos x="connsiteX13234" y="connsiteY13234"/>
                </a:cxn>
                <a:cxn ang="0">
                  <a:pos x="connsiteX13235" y="connsiteY13235"/>
                </a:cxn>
                <a:cxn ang="0">
                  <a:pos x="connsiteX13236" y="connsiteY13236"/>
                </a:cxn>
                <a:cxn ang="0">
                  <a:pos x="connsiteX13237" y="connsiteY13237"/>
                </a:cxn>
                <a:cxn ang="0">
                  <a:pos x="connsiteX13238" y="connsiteY13238"/>
                </a:cxn>
                <a:cxn ang="0">
                  <a:pos x="connsiteX13239" y="connsiteY13239"/>
                </a:cxn>
                <a:cxn ang="0">
                  <a:pos x="connsiteX13240" y="connsiteY13240"/>
                </a:cxn>
                <a:cxn ang="0">
                  <a:pos x="connsiteX13241" y="connsiteY13241"/>
                </a:cxn>
                <a:cxn ang="0">
                  <a:pos x="connsiteX13242" y="connsiteY13242"/>
                </a:cxn>
                <a:cxn ang="0">
                  <a:pos x="connsiteX13243" y="connsiteY13243"/>
                </a:cxn>
                <a:cxn ang="0">
                  <a:pos x="connsiteX13244" y="connsiteY13244"/>
                </a:cxn>
                <a:cxn ang="0">
                  <a:pos x="connsiteX13245" y="connsiteY13245"/>
                </a:cxn>
                <a:cxn ang="0">
                  <a:pos x="connsiteX13246" y="connsiteY13246"/>
                </a:cxn>
                <a:cxn ang="0">
                  <a:pos x="connsiteX13247" y="connsiteY13247"/>
                </a:cxn>
                <a:cxn ang="0">
                  <a:pos x="connsiteX13248" y="connsiteY13248"/>
                </a:cxn>
                <a:cxn ang="0">
                  <a:pos x="connsiteX13249" y="connsiteY13249"/>
                </a:cxn>
                <a:cxn ang="0">
                  <a:pos x="connsiteX13250" y="connsiteY13250"/>
                </a:cxn>
                <a:cxn ang="0">
                  <a:pos x="connsiteX13251" y="connsiteY13251"/>
                </a:cxn>
                <a:cxn ang="0">
                  <a:pos x="connsiteX13252" y="connsiteY13252"/>
                </a:cxn>
                <a:cxn ang="0">
                  <a:pos x="connsiteX13253" y="connsiteY13253"/>
                </a:cxn>
                <a:cxn ang="0">
                  <a:pos x="connsiteX13254" y="connsiteY13254"/>
                </a:cxn>
                <a:cxn ang="0">
                  <a:pos x="connsiteX13255" y="connsiteY13255"/>
                </a:cxn>
                <a:cxn ang="0">
                  <a:pos x="connsiteX13256" y="connsiteY13256"/>
                </a:cxn>
                <a:cxn ang="0">
                  <a:pos x="connsiteX13257" y="connsiteY13257"/>
                </a:cxn>
                <a:cxn ang="0">
                  <a:pos x="connsiteX13258" y="connsiteY13258"/>
                </a:cxn>
                <a:cxn ang="0">
                  <a:pos x="connsiteX13259" y="connsiteY13259"/>
                </a:cxn>
                <a:cxn ang="0">
                  <a:pos x="connsiteX13260" y="connsiteY13260"/>
                </a:cxn>
                <a:cxn ang="0">
                  <a:pos x="connsiteX13261" y="connsiteY13261"/>
                </a:cxn>
                <a:cxn ang="0">
                  <a:pos x="connsiteX13262" y="connsiteY13262"/>
                </a:cxn>
                <a:cxn ang="0">
                  <a:pos x="connsiteX13263" y="connsiteY13263"/>
                </a:cxn>
                <a:cxn ang="0">
                  <a:pos x="connsiteX13264" y="connsiteY13264"/>
                </a:cxn>
                <a:cxn ang="0">
                  <a:pos x="connsiteX13265" y="connsiteY13265"/>
                </a:cxn>
                <a:cxn ang="0">
                  <a:pos x="connsiteX13266" y="connsiteY13266"/>
                </a:cxn>
                <a:cxn ang="0">
                  <a:pos x="connsiteX13267" y="connsiteY13267"/>
                </a:cxn>
                <a:cxn ang="0">
                  <a:pos x="connsiteX13268" y="connsiteY13268"/>
                </a:cxn>
                <a:cxn ang="0">
                  <a:pos x="connsiteX13269" y="connsiteY13269"/>
                </a:cxn>
                <a:cxn ang="0">
                  <a:pos x="connsiteX13270" y="connsiteY13270"/>
                </a:cxn>
                <a:cxn ang="0">
                  <a:pos x="connsiteX13271" y="connsiteY13271"/>
                </a:cxn>
                <a:cxn ang="0">
                  <a:pos x="connsiteX13272" y="connsiteY13272"/>
                </a:cxn>
                <a:cxn ang="0">
                  <a:pos x="connsiteX13273" y="connsiteY13273"/>
                </a:cxn>
                <a:cxn ang="0">
                  <a:pos x="connsiteX13274" y="connsiteY13274"/>
                </a:cxn>
                <a:cxn ang="0">
                  <a:pos x="connsiteX13275" y="connsiteY13275"/>
                </a:cxn>
                <a:cxn ang="0">
                  <a:pos x="connsiteX13276" y="connsiteY13276"/>
                </a:cxn>
                <a:cxn ang="0">
                  <a:pos x="connsiteX13277" y="connsiteY13277"/>
                </a:cxn>
                <a:cxn ang="0">
                  <a:pos x="connsiteX13278" y="connsiteY13278"/>
                </a:cxn>
                <a:cxn ang="0">
                  <a:pos x="connsiteX13279" y="connsiteY13279"/>
                </a:cxn>
                <a:cxn ang="0">
                  <a:pos x="connsiteX13280" y="connsiteY13280"/>
                </a:cxn>
                <a:cxn ang="0">
                  <a:pos x="connsiteX13281" y="connsiteY13281"/>
                </a:cxn>
                <a:cxn ang="0">
                  <a:pos x="connsiteX13282" y="connsiteY13282"/>
                </a:cxn>
                <a:cxn ang="0">
                  <a:pos x="connsiteX13283" y="connsiteY13283"/>
                </a:cxn>
                <a:cxn ang="0">
                  <a:pos x="connsiteX13284" y="connsiteY13284"/>
                </a:cxn>
                <a:cxn ang="0">
                  <a:pos x="connsiteX13285" y="connsiteY13285"/>
                </a:cxn>
                <a:cxn ang="0">
                  <a:pos x="connsiteX13286" y="connsiteY13286"/>
                </a:cxn>
                <a:cxn ang="0">
                  <a:pos x="connsiteX13287" y="connsiteY13287"/>
                </a:cxn>
                <a:cxn ang="0">
                  <a:pos x="connsiteX13288" y="connsiteY13288"/>
                </a:cxn>
                <a:cxn ang="0">
                  <a:pos x="connsiteX13289" y="connsiteY13289"/>
                </a:cxn>
                <a:cxn ang="0">
                  <a:pos x="connsiteX13290" y="connsiteY13290"/>
                </a:cxn>
                <a:cxn ang="0">
                  <a:pos x="connsiteX13291" y="connsiteY13291"/>
                </a:cxn>
                <a:cxn ang="0">
                  <a:pos x="connsiteX13292" y="connsiteY13292"/>
                </a:cxn>
                <a:cxn ang="0">
                  <a:pos x="connsiteX13293" y="connsiteY13293"/>
                </a:cxn>
                <a:cxn ang="0">
                  <a:pos x="connsiteX13294" y="connsiteY13294"/>
                </a:cxn>
                <a:cxn ang="0">
                  <a:pos x="connsiteX13295" y="connsiteY13295"/>
                </a:cxn>
                <a:cxn ang="0">
                  <a:pos x="connsiteX13296" y="connsiteY13296"/>
                </a:cxn>
                <a:cxn ang="0">
                  <a:pos x="connsiteX13297" y="connsiteY13297"/>
                </a:cxn>
                <a:cxn ang="0">
                  <a:pos x="connsiteX13298" y="connsiteY13298"/>
                </a:cxn>
                <a:cxn ang="0">
                  <a:pos x="connsiteX13299" y="connsiteY13299"/>
                </a:cxn>
                <a:cxn ang="0">
                  <a:pos x="connsiteX13300" y="connsiteY13300"/>
                </a:cxn>
                <a:cxn ang="0">
                  <a:pos x="connsiteX13301" y="connsiteY13301"/>
                </a:cxn>
                <a:cxn ang="0">
                  <a:pos x="connsiteX13302" y="connsiteY13302"/>
                </a:cxn>
                <a:cxn ang="0">
                  <a:pos x="connsiteX13303" y="connsiteY13303"/>
                </a:cxn>
                <a:cxn ang="0">
                  <a:pos x="connsiteX13304" y="connsiteY13304"/>
                </a:cxn>
                <a:cxn ang="0">
                  <a:pos x="connsiteX13305" y="connsiteY13305"/>
                </a:cxn>
                <a:cxn ang="0">
                  <a:pos x="connsiteX13306" y="connsiteY13306"/>
                </a:cxn>
                <a:cxn ang="0">
                  <a:pos x="connsiteX13307" y="connsiteY13307"/>
                </a:cxn>
                <a:cxn ang="0">
                  <a:pos x="connsiteX13308" y="connsiteY13308"/>
                </a:cxn>
                <a:cxn ang="0">
                  <a:pos x="connsiteX13309" y="connsiteY13309"/>
                </a:cxn>
                <a:cxn ang="0">
                  <a:pos x="connsiteX13310" y="connsiteY13310"/>
                </a:cxn>
                <a:cxn ang="0">
                  <a:pos x="connsiteX13311" y="connsiteY13311"/>
                </a:cxn>
                <a:cxn ang="0">
                  <a:pos x="connsiteX13312" y="connsiteY13312"/>
                </a:cxn>
                <a:cxn ang="0">
                  <a:pos x="connsiteX13313" y="connsiteY13313"/>
                </a:cxn>
                <a:cxn ang="0">
                  <a:pos x="connsiteX13314" y="connsiteY13314"/>
                </a:cxn>
                <a:cxn ang="0">
                  <a:pos x="connsiteX13315" y="connsiteY13315"/>
                </a:cxn>
                <a:cxn ang="0">
                  <a:pos x="connsiteX13316" y="connsiteY13316"/>
                </a:cxn>
                <a:cxn ang="0">
                  <a:pos x="connsiteX13317" y="connsiteY13317"/>
                </a:cxn>
                <a:cxn ang="0">
                  <a:pos x="connsiteX13318" y="connsiteY13318"/>
                </a:cxn>
                <a:cxn ang="0">
                  <a:pos x="connsiteX13319" y="connsiteY13319"/>
                </a:cxn>
                <a:cxn ang="0">
                  <a:pos x="connsiteX13320" y="connsiteY13320"/>
                </a:cxn>
                <a:cxn ang="0">
                  <a:pos x="connsiteX13321" y="connsiteY13321"/>
                </a:cxn>
                <a:cxn ang="0">
                  <a:pos x="connsiteX13322" y="connsiteY13322"/>
                </a:cxn>
                <a:cxn ang="0">
                  <a:pos x="connsiteX13323" y="connsiteY13323"/>
                </a:cxn>
                <a:cxn ang="0">
                  <a:pos x="connsiteX13324" y="connsiteY13324"/>
                </a:cxn>
                <a:cxn ang="0">
                  <a:pos x="connsiteX13325" y="connsiteY13325"/>
                </a:cxn>
                <a:cxn ang="0">
                  <a:pos x="connsiteX13326" y="connsiteY13326"/>
                </a:cxn>
                <a:cxn ang="0">
                  <a:pos x="connsiteX13327" y="connsiteY13327"/>
                </a:cxn>
                <a:cxn ang="0">
                  <a:pos x="connsiteX13328" y="connsiteY13328"/>
                </a:cxn>
                <a:cxn ang="0">
                  <a:pos x="connsiteX13329" y="connsiteY13329"/>
                </a:cxn>
                <a:cxn ang="0">
                  <a:pos x="connsiteX13330" y="connsiteY13330"/>
                </a:cxn>
                <a:cxn ang="0">
                  <a:pos x="connsiteX13331" y="connsiteY13331"/>
                </a:cxn>
                <a:cxn ang="0">
                  <a:pos x="connsiteX13332" y="connsiteY13332"/>
                </a:cxn>
                <a:cxn ang="0">
                  <a:pos x="connsiteX13333" y="connsiteY13333"/>
                </a:cxn>
                <a:cxn ang="0">
                  <a:pos x="connsiteX13334" y="connsiteY13334"/>
                </a:cxn>
                <a:cxn ang="0">
                  <a:pos x="connsiteX13335" y="connsiteY13335"/>
                </a:cxn>
                <a:cxn ang="0">
                  <a:pos x="connsiteX13336" y="connsiteY13336"/>
                </a:cxn>
                <a:cxn ang="0">
                  <a:pos x="connsiteX13337" y="connsiteY13337"/>
                </a:cxn>
                <a:cxn ang="0">
                  <a:pos x="connsiteX13338" y="connsiteY13338"/>
                </a:cxn>
                <a:cxn ang="0">
                  <a:pos x="connsiteX13339" y="connsiteY13339"/>
                </a:cxn>
                <a:cxn ang="0">
                  <a:pos x="connsiteX13340" y="connsiteY13340"/>
                </a:cxn>
                <a:cxn ang="0">
                  <a:pos x="connsiteX13341" y="connsiteY13341"/>
                </a:cxn>
                <a:cxn ang="0">
                  <a:pos x="connsiteX13342" y="connsiteY13342"/>
                </a:cxn>
                <a:cxn ang="0">
                  <a:pos x="connsiteX13343" y="connsiteY13343"/>
                </a:cxn>
                <a:cxn ang="0">
                  <a:pos x="connsiteX13344" y="connsiteY13344"/>
                </a:cxn>
                <a:cxn ang="0">
                  <a:pos x="connsiteX13345" y="connsiteY13345"/>
                </a:cxn>
                <a:cxn ang="0">
                  <a:pos x="connsiteX13346" y="connsiteY13346"/>
                </a:cxn>
                <a:cxn ang="0">
                  <a:pos x="connsiteX13347" y="connsiteY13347"/>
                </a:cxn>
                <a:cxn ang="0">
                  <a:pos x="connsiteX13348" y="connsiteY13348"/>
                </a:cxn>
                <a:cxn ang="0">
                  <a:pos x="connsiteX13349" y="connsiteY13349"/>
                </a:cxn>
                <a:cxn ang="0">
                  <a:pos x="connsiteX13350" y="connsiteY13350"/>
                </a:cxn>
                <a:cxn ang="0">
                  <a:pos x="connsiteX13351" y="connsiteY13351"/>
                </a:cxn>
                <a:cxn ang="0">
                  <a:pos x="connsiteX13352" y="connsiteY13352"/>
                </a:cxn>
                <a:cxn ang="0">
                  <a:pos x="connsiteX13353" y="connsiteY13353"/>
                </a:cxn>
                <a:cxn ang="0">
                  <a:pos x="connsiteX13354" y="connsiteY13354"/>
                </a:cxn>
                <a:cxn ang="0">
                  <a:pos x="connsiteX13355" y="connsiteY13355"/>
                </a:cxn>
                <a:cxn ang="0">
                  <a:pos x="connsiteX13356" y="connsiteY13356"/>
                </a:cxn>
                <a:cxn ang="0">
                  <a:pos x="connsiteX13357" y="connsiteY13357"/>
                </a:cxn>
                <a:cxn ang="0">
                  <a:pos x="connsiteX13358" y="connsiteY13358"/>
                </a:cxn>
                <a:cxn ang="0">
                  <a:pos x="connsiteX13359" y="connsiteY13359"/>
                </a:cxn>
                <a:cxn ang="0">
                  <a:pos x="connsiteX13360" y="connsiteY13360"/>
                </a:cxn>
                <a:cxn ang="0">
                  <a:pos x="connsiteX13361" y="connsiteY13361"/>
                </a:cxn>
                <a:cxn ang="0">
                  <a:pos x="connsiteX13362" y="connsiteY13362"/>
                </a:cxn>
                <a:cxn ang="0">
                  <a:pos x="connsiteX13363" y="connsiteY13363"/>
                </a:cxn>
                <a:cxn ang="0">
                  <a:pos x="connsiteX13364" y="connsiteY13364"/>
                </a:cxn>
                <a:cxn ang="0">
                  <a:pos x="connsiteX13365" y="connsiteY13365"/>
                </a:cxn>
                <a:cxn ang="0">
                  <a:pos x="connsiteX13366" y="connsiteY13366"/>
                </a:cxn>
                <a:cxn ang="0">
                  <a:pos x="connsiteX13367" y="connsiteY13367"/>
                </a:cxn>
                <a:cxn ang="0">
                  <a:pos x="connsiteX13368" y="connsiteY13368"/>
                </a:cxn>
                <a:cxn ang="0">
                  <a:pos x="connsiteX13369" y="connsiteY13369"/>
                </a:cxn>
                <a:cxn ang="0">
                  <a:pos x="connsiteX13370" y="connsiteY13370"/>
                </a:cxn>
                <a:cxn ang="0">
                  <a:pos x="connsiteX13371" y="connsiteY13371"/>
                </a:cxn>
                <a:cxn ang="0">
                  <a:pos x="connsiteX13372" y="connsiteY13372"/>
                </a:cxn>
                <a:cxn ang="0">
                  <a:pos x="connsiteX13373" y="connsiteY13373"/>
                </a:cxn>
                <a:cxn ang="0">
                  <a:pos x="connsiteX13374" y="connsiteY13374"/>
                </a:cxn>
                <a:cxn ang="0">
                  <a:pos x="connsiteX13375" y="connsiteY13375"/>
                </a:cxn>
                <a:cxn ang="0">
                  <a:pos x="connsiteX13376" y="connsiteY13376"/>
                </a:cxn>
                <a:cxn ang="0">
                  <a:pos x="connsiteX13377" y="connsiteY13377"/>
                </a:cxn>
                <a:cxn ang="0">
                  <a:pos x="connsiteX13378" y="connsiteY13378"/>
                </a:cxn>
                <a:cxn ang="0">
                  <a:pos x="connsiteX13379" y="connsiteY13379"/>
                </a:cxn>
                <a:cxn ang="0">
                  <a:pos x="connsiteX13380" y="connsiteY13380"/>
                </a:cxn>
                <a:cxn ang="0">
                  <a:pos x="connsiteX13381" y="connsiteY13381"/>
                </a:cxn>
                <a:cxn ang="0">
                  <a:pos x="connsiteX13382" y="connsiteY13382"/>
                </a:cxn>
                <a:cxn ang="0">
                  <a:pos x="connsiteX13383" y="connsiteY13383"/>
                </a:cxn>
                <a:cxn ang="0">
                  <a:pos x="connsiteX13384" y="connsiteY13384"/>
                </a:cxn>
                <a:cxn ang="0">
                  <a:pos x="connsiteX13385" y="connsiteY13385"/>
                </a:cxn>
                <a:cxn ang="0">
                  <a:pos x="connsiteX13386" y="connsiteY13386"/>
                </a:cxn>
                <a:cxn ang="0">
                  <a:pos x="connsiteX13387" y="connsiteY13387"/>
                </a:cxn>
                <a:cxn ang="0">
                  <a:pos x="connsiteX13388" y="connsiteY13388"/>
                </a:cxn>
                <a:cxn ang="0">
                  <a:pos x="connsiteX13389" y="connsiteY13389"/>
                </a:cxn>
                <a:cxn ang="0">
                  <a:pos x="connsiteX13390" y="connsiteY13390"/>
                </a:cxn>
                <a:cxn ang="0">
                  <a:pos x="connsiteX13391" y="connsiteY13391"/>
                </a:cxn>
                <a:cxn ang="0">
                  <a:pos x="connsiteX13392" y="connsiteY13392"/>
                </a:cxn>
                <a:cxn ang="0">
                  <a:pos x="connsiteX13393" y="connsiteY13393"/>
                </a:cxn>
                <a:cxn ang="0">
                  <a:pos x="connsiteX13394" y="connsiteY13394"/>
                </a:cxn>
                <a:cxn ang="0">
                  <a:pos x="connsiteX13395" y="connsiteY13395"/>
                </a:cxn>
                <a:cxn ang="0">
                  <a:pos x="connsiteX13396" y="connsiteY13396"/>
                </a:cxn>
                <a:cxn ang="0">
                  <a:pos x="connsiteX13397" y="connsiteY13397"/>
                </a:cxn>
                <a:cxn ang="0">
                  <a:pos x="connsiteX13398" y="connsiteY13398"/>
                </a:cxn>
                <a:cxn ang="0">
                  <a:pos x="connsiteX13399" y="connsiteY13399"/>
                </a:cxn>
                <a:cxn ang="0">
                  <a:pos x="connsiteX13400" y="connsiteY13400"/>
                </a:cxn>
                <a:cxn ang="0">
                  <a:pos x="connsiteX13401" y="connsiteY13401"/>
                </a:cxn>
                <a:cxn ang="0">
                  <a:pos x="connsiteX13402" y="connsiteY13402"/>
                </a:cxn>
                <a:cxn ang="0">
                  <a:pos x="connsiteX13403" y="connsiteY13403"/>
                </a:cxn>
                <a:cxn ang="0">
                  <a:pos x="connsiteX13404" y="connsiteY13404"/>
                </a:cxn>
                <a:cxn ang="0">
                  <a:pos x="connsiteX13405" y="connsiteY13405"/>
                </a:cxn>
                <a:cxn ang="0">
                  <a:pos x="connsiteX13406" y="connsiteY13406"/>
                </a:cxn>
                <a:cxn ang="0">
                  <a:pos x="connsiteX13407" y="connsiteY13407"/>
                </a:cxn>
                <a:cxn ang="0">
                  <a:pos x="connsiteX13408" y="connsiteY13408"/>
                </a:cxn>
                <a:cxn ang="0">
                  <a:pos x="connsiteX13409" y="connsiteY13409"/>
                </a:cxn>
                <a:cxn ang="0">
                  <a:pos x="connsiteX13410" y="connsiteY13410"/>
                </a:cxn>
                <a:cxn ang="0">
                  <a:pos x="connsiteX13411" y="connsiteY13411"/>
                </a:cxn>
                <a:cxn ang="0">
                  <a:pos x="connsiteX13412" y="connsiteY13412"/>
                </a:cxn>
                <a:cxn ang="0">
                  <a:pos x="connsiteX13413" y="connsiteY13413"/>
                </a:cxn>
                <a:cxn ang="0">
                  <a:pos x="connsiteX13414" y="connsiteY13414"/>
                </a:cxn>
                <a:cxn ang="0">
                  <a:pos x="connsiteX13415" y="connsiteY13415"/>
                </a:cxn>
                <a:cxn ang="0">
                  <a:pos x="connsiteX13416" y="connsiteY13416"/>
                </a:cxn>
                <a:cxn ang="0">
                  <a:pos x="connsiteX13417" y="connsiteY13417"/>
                </a:cxn>
                <a:cxn ang="0">
                  <a:pos x="connsiteX13418" y="connsiteY13418"/>
                </a:cxn>
                <a:cxn ang="0">
                  <a:pos x="connsiteX13419" y="connsiteY13419"/>
                </a:cxn>
                <a:cxn ang="0">
                  <a:pos x="connsiteX13420" y="connsiteY13420"/>
                </a:cxn>
                <a:cxn ang="0">
                  <a:pos x="connsiteX13421" y="connsiteY13421"/>
                </a:cxn>
                <a:cxn ang="0">
                  <a:pos x="connsiteX13422" y="connsiteY13422"/>
                </a:cxn>
                <a:cxn ang="0">
                  <a:pos x="connsiteX13423" y="connsiteY13423"/>
                </a:cxn>
                <a:cxn ang="0">
                  <a:pos x="connsiteX13424" y="connsiteY13424"/>
                </a:cxn>
                <a:cxn ang="0">
                  <a:pos x="connsiteX13425" y="connsiteY13425"/>
                </a:cxn>
                <a:cxn ang="0">
                  <a:pos x="connsiteX13426" y="connsiteY13426"/>
                </a:cxn>
                <a:cxn ang="0">
                  <a:pos x="connsiteX13427" y="connsiteY13427"/>
                </a:cxn>
                <a:cxn ang="0">
                  <a:pos x="connsiteX13428" y="connsiteY13428"/>
                </a:cxn>
                <a:cxn ang="0">
                  <a:pos x="connsiteX13429" y="connsiteY13429"/>
                </a:cxn>
                <a:cxn ang="0">
                  <a:pos x="connsiteX13430" y="connsiteY13430"/>
                </a:cxn>
                <a:cxn ang="0">
                  <a:pos x="connsiteX13431" y="connsiteY13431"/>
                </a:cxn>
                <a:cxn ang="0">
                  <a:pos x="connsiteX13432" y="connsiteY13432"/>
                </a:cxn>
                <a:cxn ang="0">
                  <a:pos x="connsiteX13433" y="connsiteY13433"/>
                </a:cxn>
                <a:cxn ang="0">
                  <a:pos x="connsiteX13434" y="connsiteY13434"/>
                </a:cxn>
                <a:cxn ang="0">
                  <a:pos x="connsiteX13435" y="connsiteY13435"/>
                </a:cxn>
                <a:cxn ang="0">
                  <a:pos x="connsiteX13436" y="connsiteY13436"/>
                </a:cxn>
                <a:cxn ang="0">
                  <a:pos x="connsiteX13437" y="connsiteY13437"/>
                </a:cxn>
                <a:cxn ang="0">
                  <a:pos x="connsiteX13438" y="connsiteY13438"/>
                </a:cxn>
                <a:cxn ang="0">
                  <a:pos x="connsiteX13439" y="connsiteY13439"/>
                </a:cxn>
                <a:cxn ang="0">
                  <a:pos x="connsiteX13440" y="connsiteY13440"/>
                </a:cxn>
                <a:cxn ang="0">
                  <a:pos x="connsiteX13441" y="connsiteY13441"/>
                </a:cxn>
                <a:cxn ang="0">
                  <a:pos x="connsiteX13442" y="connsiteY13442"/>
                </a:cxn>
                <a:cxn ang="0">
                  <a:pos x="connsiteX13443" y="connsiteY13443"/>
                </a:cxn>
                <a:cxn ang="0">
                  <a:pos x="connsiteX13444" y="connsiteY13444"/>
                </a:cxn>
                <a:cxn ang="0">
                  <a:pos x="connsiteX13445" y="connsiteY13445"/>
                </a:cxn>
                <a:cxn ang="0">
                  <a:pos x="connsiteX13446" y="connsiteY13446"/>
                </a:cxn>
                <a:cxn ang="0">
                  <a:pos x="connsiteX13447" y="connsiteY13447"/>
                </a:cxn>
                <a:cxn ang="0">
                  <a:pos x="connsiteX13448" y="connsiteY13448"/>
                </a:cxn>
                <a:cxn ang="0">
                  <a:pos x="connsiteX13449" y="connsiteY13449"/>
                </a:cxn>
                <a:cxn ang="0">
                  <a:pos x="connsiteX13450" y="connsiteY13450"/>
                </a:cxn>
                <a:cxn ang="0">
                  <a:pos x="connsiteX13451" y="connsiteY13451"/>
                </a:cxn>
                <a:cxn ang="0">
                  <a:pos x="connsiteX13452" y="connsiteY13452"/>
                </a:cxn>
                <a:cxn ang="0">
                  <a:pos x="connsiteX13453" y="connsiteY13453"/>
                </a:cxn>
                <a:cxn ang="0">
                  <a:pos x="connsiteX13454" y="connsiteY13454"/>
                </a:cxn>
                <a:cxn ang="0">
                  <a:pos x="connsiteX13455" y="connsiteY13455"/>
                </a:cxn>
                <a:cxn ang="0">
                  <a:pos x="connsiteX13456" y="connsiteY13456"/>
                </a:cxn>
                <a:cxn ang="0">
                  <a:pos x="connsiteX13457" y="connsiteY13457"/>
                </a:cxn>
                <a:cxn ang="0">
                  <a:pos x="connsiteX13458" y="connsiteY13458"/>
                </a:cxn>
                <a:cxn ang="0">
                  <a:pos x="connsiteX13459" y="connsiteY13459"/>
                </a:cxn>
                <a:cxn ang="0">
                  <a:pos x="connsiteX13460" y="connsiteY13460"/>
                </a:cxn>
                <a:cxn ang="0">
                  <a:pos x="connsiteX13461" y="connsiteY13461"/>
                </a:cxn>
                <a:cxn ang="0">
                  <a:pos x="connsiteX13462" y="connsiteY13462"/>
                </a:cxn>
                <a:cxn ang="0">
                  <a:pos x="connsiteX13463" y="connsiteY13463"/>
                </a:cxn>
                <a:cxn ang="0">
                  <a:pos x="connsiteX13464" y="connsiteY13464"/>
                </a:cxn>
                <a:cxn ang="0">
                  <a:pos x="connsiteX13465" y="connsiteY13465"/>
                </a:cxn>
                <a:cxn ang="0">
                  <a:pos x="connsiteX13466" y="connsiteY13466"/>
                </a:cxn>
                <a:cxn ang="0">
                  <a:pos x="connsiteX13467" y="connsiteY13467"/>
                </a:cxn>
                <a:cxn ang="0">
                  <a:pos x="connsiteX13468" y="connsiteY13468"/>
                </a:cxn>
                <a:cxn ang="0">
                  <a:pos x="connsiteX13469" y="connsiteY13469"/>
                </a:cxn>
                <a:cxn ang="0">
                  <a:pos x="connsiteX13470" y="connsiteY13470"/>
                </a:cxn>
                <a:cxn ang="0">
                  <a:pos x="connsiteX13471" y="connsiteY13471"/>
                </a:cxn>
                <a:cxn ang="0">
                  <a:pos x="connsiteX13472" y="connsiteY13472"/>
                </a:cxn>
                <a:cxn ang="0">
                  <a:pos x="connsiteX13473" y="connsiteY13473"/>
                </a:cxn>
                <a:cxn ang="0">
                  <a:pos x="connsiteX13474" y="connsiteY13474"/>
                </a:cxn>
                <a:cxn ang="0">
                  <a:pos x="connsiteX13475" y="connsiteY13475"/>
                </a:cxn>
                <a:cxn ang="0">
                  <a:pos x="connsiteX13476" y="connsiteY13476"/>
                </a:cxn>
                <a:cxn ang="0">
                  <a:pos x="connsiteX13477" y="connsiteY13477"/>
                </a:cxn>
                <a:cxn ang="0">
                  <a:pos x="connsiteX13478" y="connsiteY13478"/>
                </a:cxn>
                <a:cxn ang="0">
                  <a:pos x="connsiteX13479" y="connsiteY13479"/>
                </a:cxn>
                <a:cxn ang="0">
                  <a:pos x="connsiteX13480" y="connsiteY13480"/>
                </a:cxn>
                <a:cxn ang="0">
                  <a:pos x="connsiteX13481" y="connsiteY13481"/>
                </a:cxn>
                <a:cxn ang="0">
                  <a:pos x="connsiteX13482" y="connsiteY13482"/>
                </a:cxn>
                <a:cxn ang="0">
                  <a:pos x="connsiteX13483" y="connsiteY13483"/>
                </a:cxn>
                <a:cxn ang="0">
                  <a:pos x="connsiteX13484" y="connsiteY13484"/>
                </a:cxn>
                <a:cxn ang="0">
                  <a:pos x="connsiteX13485" y="connsiteY13485"/>
                </a:cxn>
                <a:cxn ang="0">
                  <a:pos x="connsiteX13486" y="connsiteY13486"/>
                </a:cxn>
                <a:cxn ang="0">
                  <a:pos x="connsiteX13487" y="connsiteY13487"/>
                </a:cxn>
                <a:cxn ang="0">
                  <a:pos x="connsiteX13488" y="connsiteY13488"/>
                </a:cxn>
                <a:cxn ang="0">
                  <a:pos x="connsiteX13489" y="connsiteY13489"/>
                </a:cxn>
                <a:cxn ang="0">
                  <a:pos x="connsiteX13490" y="connsiteY13490"/>
                </a:cxn>
                <a:cxn ang="0">
                  <a:pos x="connsiteX13491" y="connsiteY13491"/>
                </a:cxn>
                <a:cxn ang="0">
                  <a:pos x="connsiteX13492" y="connsiteY13492"/>
                </a:cxn>
                <a:cxn ang="0">
                  <a:pos x="connsiteX13493" y="connsiteY13493"/>
                </a:cxn>
                <a:cxn ang="0">
                  <a:pos x="connsiteX13494" y="connsiteY13494"/>
                </a:cxn>
                <a:cxn ang="0">
                  <a:pos x="connsiteX13495" y="connsiteY13495"/>
                </a:cxn>
                <a:cxn ang="0">
                  <a:pos x="connsiteX13496" y="connsiteY13496"/>
                </a:cxn>
                <a:cxn ang="0">
                  <a:pos x="connsiteX13497" y="connsiteY13497"/>
                </a:cxn>
                <a:cxn ang="0">
                  <a:pos x="connsiteX13498" y="connsiteY13498"/>
                </a:cxn>
                <a:cxn ang="0">
                  <a:pos x="connsiteX13499" y="connsiteY13499"/>
                </a:cxn>
                <a:cxn ang="0">
                  <a:pos x="connsiteX13500" y="connsiteY13500"/>
                </a:cxn>
                <a:cxn ang="0">
                  <a:pos x="connsiteX13501" y="connsiteY13501"/>
                </a:cxn>
                <a:cxn ang="0">
                  <a:pos x="connsiteX13502" y="connsiteY13502"/>
                </a:cxn>
                <a:cxn ang="0">
                  <a:pos x="connsiteX13503" y="connsiteY13503"/>
                </a:cxn>
                <a:cxn ang="0">
                  <a:pos x="connsiteX13504" y="connsiteY13504"/>
                </a:cxn>
                <a:cxn ang="0">
                  <a:pos x="connsiteX13505" y="connsiteY13505"/>
                </a:cxn>
                <a:cxn ang="0">
                  <a:pos x="connsiteX13506" y="connsiteY13506"/>
                </a:cxn>
                <a:cxn ang="0">
                  <a:pos x="connsiteX13507" y="connsiteY13507"/>
                </a:cxn>
                <a:cxn ang="0">
                  <a:pos x="connsiteX13508" y="connsiteY13508"/>
                </a:cxn>
                <a:cxn ang="0">
                  <a:pos x="connsiteX13509" y="connsiteY13509"/>
                </a:cxn>
                <a:cxn ang="0">
                  <a:pos x="connsiteX13510" y="connsiteY13510"/>
                </a:cxn>
                <a:cxn ang="0">
                  <a:pos x="connsiteX13511" y="connsiteY13511"/>
                </a:cxn>
                <a:cxn ang="0">
                  <a:pos x="connsiteX13512" y="connsiteY13512"/>
                </a:cxn>
                <a:cxn ang="0">
                  <a:pos x="connsiteX13513" y="connsiteY13513"/>
                </a:cxn>
                <a:cxn ang="0">
                  <a:pos x="connsiteX13514" y="connsiteY13514"/>
                </a:cxn>
                <a:cxn ang="0">
                  <a:pos x="connsiteX13515" y="connsiteY13515"/>
                </a:cxn>
                <a:cxn ang="0">
                  <a:pos x="connsiteX13516" y="connsiteY13516"/>
                </a:cxn>
                <a:cxn ang="0">
                  <a:pos x="connsiteX13517" y="connsiteY13517"/>
                </a:cxn>
                <a:cxn ang="0">
                  <a:pos x="connsiteX13518" y="connsiteY13518"/>
                </a:cxn>
                <a:cxn ang="0">
                  <a:pos x="connsiteX13519" y="connsiteY13519"/>
                </a:cxn>
                <a:cxn ang="0">
                  <a:pos x="connsiteX13520" y="connsiteY13520"/>
                </a:cxn>
                <a:cxn ang="0">
                  <a:pos x="connsiteX13521" y="connsiteY13521"/>
                </a:cxn>
                <a:cxn ang="0">
                  <a:pos x="connsiteX13522" y="connsiteY13522"/>
                </a:cxn>
                <a:cxn ang="0">
                  <a:pos x="connsiteX13523" y="connsiteY13523"/>
                </a:cxn>
                <a:cxn ang="0">
                  <a:pos x="connsiteX13524" y="connsiteY13524"/>
                </a:cxn>
                <a:cxn ang="0">
                  <a:pos x="connsiteX13525" y="connsiteY13525"/>
                </a:cxn>
                <a:cxn ang="0">
                  <a:pos x="connsiteX13526" y="connsiteY13526"/>
                </a:cxn>
                <a:cxn ang="0">
                  <a:pos x="connsiteX13527" y="connsiteY13527"/>
                </a:cxn>
                <a:cxn ang="0">
                  <a:pos x="connsiteX13528" y="connsiteY13528"/>
                </a:cxn>
                <a:cxn ang="0">
                  <a:pos x="connsiteX13529" y="connsiteY13529"/>
                </a:cxn>
                <a:cxn ang="0">
                  <a:pos x="connsiteX13530" y="connsiteY13530"/>
                </a:cxn>
                <a:cxn ang="0">
                  <a:pos x="connsiteX13531" y="connsiteY13531"/>
                </a:cxn>
                <a:cxn ang="0">
                  <a:pos x="connsiteX13532" y="connsiteY13532"/>
                </a:cxn>
                <a:cxn ang="0">
                  <a:pos x="connsiteX13533" y="connsiteY13533"/>
                </a:cxn>
                <a:cxn ang="0">
                  <a:pos x="connsiteX13534" y="connsiteY13534"/>
                </a:cxn>
                <a:cxn ang="0">
                  <a:pos x="connsiteX13535" y="connsiteY13535"/>
                </a:cxn>
                <a:cxn ang="0">
                  <a:pos x="connsiteX13536" y="connsiteY13536"/>
                </a:cxn>
                <a:cxn ang="0">
                  <a:pos x="connsiteX13537" y="connsiteY13537"/>
                </a:cxn>
                <a:cxn ang="0">
                  <a:pos x="connsiteX13538" y="connsiteY13538"/>
                </a:cxn>
                <a:cxn ang="0">
                  <a:pos x="connsiteX13539" y="connsiteY13539"/>
                </a:cxn>
                <a:cxn ang="0">
                  <a:pos x="connsiteX13540" y="connsiteY13540"/>
                </a:cxn>
                <a:cxn ang="0">
                  <a:pos x="connsiteX13541" y="connsiteY13541"/>
                </a:cxn>
                <a:cxn ang="0">
                  <a:pos x="connsiteX13542" y="connsiteY13542"/>
                </a:cxn>
                <a:cxn ang="0">
                  <a:pos x="connsiteX13543" y="connsiteY13543"/>
                </a:cxn>
                <a:cxn ang="0">
                  <a:pos x="connsiteX13544" y="connsiteY13544"/>
                </a:cxn>
                <a:cxn ang="0">
                  <a:pos x="connsiteX13545" y="connsiteY13545"/>
                </a:cxn>
                <a:cxn ang="0">
                  <a:pos x="connsiteX13546" y="connsiteY13546"/>
                </a:cxn>
                <a:cxn ang="0">
                  <a:pos x="connsiteX13547" y="connsiteY13547"/>
                </a:cxn>
                <a:cxn ang="0">
                  <a:pos x="connsiteX13548" y="connsiteY13548"/>
                </a:cxn>
                <a:cxn ang="0">
                  <a:pos x="connsiteX13549" y="connsiteY13549"/>
                </a:cxn>
                <a:cxn ang="0">
                  <a:pos x="connsiteX13550" y="connsiteY13550"/>
                </a:cxn>
                <a:cxn ang="0">
                  <a:pos x="connsiteX13551" y="connsiteY13551"/>
                </a:cxn>
                <a:cxn ang="0">
                  <a:pos x="connsiteX13552" y="connsiteY13552"/>
                </a:cxn>
                <a:cxn ang="0">
                  <a:pos x="connsiteX13553" y="connsiteY13553"/>
                </a:cxn>
                <a:cxn ang="0">
                  <a:pos x="connsiteX13554" y="connsiteY13554"/>
                </a:cxn>
                <a:cxn ang="0">
                  <a:pos x="connsiteX13555" y="connsiteY13555"/>
                </a:cxn>
                <a:cxn ang="0">
                  <a:pos x="connsiteX13556" y="connsiteY13556"/>
                </a:cxn>
                <a:cxn ang="0">
                  <a:pos x="connsiteX13557" y="connsiteY13557"/>
                </a:cxn>
                <a:cxn ang="0">
                  <a:pos x="connsiteX13558" y="connsiteY13558"/>
                </a:cxn>
                <a:cxn ang="0">
                  <a:pos x="connsiteX13559" y="connsiteY13559"/>
                </a:cxn>
                <a:cxn ang="0">
                  <a:pos x="connsiteX13560" y="connsiteY13560"/>
                </a:cxn>
                <a:cxn ang="0">
                  <a:pos x="connsiteX13561" y="connsiteY13561"/>
                </a:cxn>
                <a:cxn ang="0">
                  <a:pos x="connsiteX13562" y="connsiteY13562"/>
                </a:cxn>
                <a:cxn ang="0">
                  <a:pos x="connsiteX13563" y="connsiteY13563"/>
                </a:cxn>
                <a:cxn ang="0">
                  <a:pos x="connsiteX13564" y="connsiteY13564"/>
                </a:cxn>
                <a:cxn ang="0">
                  <a:pos x="connsiteX13565" y="connsiteY13565"/>
                </a:cxn>
                <a:cxn ang="0">
                  <a:pos x="connsiteX13566" y="connsiteY13566"/>
                </a:cxn>
                <a:cxn ang="0">
                  <a:pos x="connsiteX13567" y="connsiteY13567"/>
                </a:cxn>
                <a:cxn ang="0">
                  <a:pos x="connsiteX13568" y="connsiteY13568"/>
                </a:cxn>
                <a:cxn ang="0">
                  <a:pos x="connsiteX13569" y="connsiteY13569"/>
                </a:cxn>
                <a:cxn ang="0">
                  <a:pos x="connsiteX13570" y="connsiteY13570"/>
                </a:cxn>
                <a:cxn ang="0">
                  <a:pos x="connsiteX13571" y="connsiteY13571"/>
                </a:cxn>
                <a:cxn ang="0">
                  <a:pos x="connsiteX13572" y="connsiteY13572"/>
                </a:cxn>
                <a:cxn ang="0">
                  <a:pos x="connsiteX13573" y="connsiteY13573"/>
                </a:cxn>
                <a:cxn ang="0">
                  <a:pos x="connsiteX13574" y="connsiteY13574"/>
                </a:cxn>
                <a:cxn ang="0">
                  <a:pos x="connsiteX13575" y="connsiteY13575"/>
                </a:cxn>
                <a:cxn ang="0">
                  <a:pos x="connsiteX13576" y="connsiteY13576"/>
                </a:cxn>
                <a:cxn ang="0">
                  <a:pos x="connsiteX13577" y="connsiteY13577"/>
                </a:cxn>
                <a:cxn ang="0">
                  <a:pos x="connsiteX13578" y="connsiteY13578"/>
                </a:cxn>
                <a:cxn ang="0">
                  <a:pos x="connsiteX13579" y="connsiteY13579"/>
                </a:cxn>
                <a:cxn ang="0">
                  <a:pos x="connsiteX13580" y="connsiteY13580"/>
                </a:cxn>
                <a:cxn ang="0">
                  <a:pos x="connsiteX13581" y="connsiteY13581"/>
                </a:cxn>
                <a:cxn ang="0">
                  <a:pos x="connsiteX13582" y="connsiteY13582"/>
                </a:cxn>
                <a:cxn ang="0">
                  <a:pos x="connsiteX13583" y="connsiteY13583"/>
                </a:cxn>
                <a:cxn ang="0">
                  <a:pos x="connsiteX13584" y="connsiteY13584"/>
                </a:cxn>
                <a:cxn ang="0">
                  <a:pos x="connsiteX13585" y="connsiteY13585"/>
                </a:cxn>
                <a:cxn ang="0">
                  <a:pos x="connsiteX13586" y="connsiteY13586"/>
                </a:cxn>
                <a:cxn ang="0">
                  <a:pos x="connsiteX13587" y="connsiteY13587"/>
                </a:cxn>
                <a:cxn ang="0">
                  <a:pos x="connsiteX13588" y="connsiteY13588"/>
                </a:cxn>
                <a:cxn ang="0">
                  <a:pos x="connsiteX13589" y="connsiteY13589"/>
                </a:cxn>
                <a:cxn ang="0">
                  <a:pos x="connsiteX13590" y="connsiteY13590"/>
                </a:cxn>
                <a:cxn ang="0">
                  <a:pos x="connsiteX13591" y="connsiteY13591"/>
                </a:cxn>
                <a:cxn ang="0">
                  <a:pos x="connsiteX13592" y="connsiteY13592"/>
                </a:cxn>
                <a:cxn ang="0">
                  <a:pos x="connsiteX13593" y="connsiteY13593"/>
                </a:cxn>
                <a:cxn ang="0">
                  <a:pos x="connsiteX13594" y="connsiteY13594"/>
                </a:cxn>
                <a:cxn ang="0">
                  <a:pos x="connsiteX13595" y="connsiteY13595"/>
                </a:cxn>
                <a:cxn ang="0">
                  <a:pos x="connsiteX13596" y="connsiteY13596"/>
                </a:cxn>
                <a:cxn ang="0">
                  <a:pos x="connsiteX13597" y="connsiteY13597"/>
                </a:cxn>
                <a:cxn ang="0">
                  <a:pos x="connsiteX13598" y="connsiteY13598"/>
                </a:cxn>
                <a:cxn ang="0">
                  <a:pos x="connsiteX13599" y="connsiteY13599"/>
                </a:cxn>
                <a:cxn ang="0">
                  <a:pos x="connsiteX13600" y="connsiteY13600"/>
                </a:cxn>
                <a:cxn ang="0">
                  <a:pos x="connsiteX13601" y="connsiteY13601"/>
                </a:cxn>
                <a:cxn ang="0">
                  <a:pos x="connsiteX13602" y="connsiteY13602"/>
                </a:cxn>
                <a:cxn ang="0">
                  <a:pos x="connsiteX13603" y="connsiteY13603"/>
                </a:cxn>
                <a:cxn ang="0">
                  <a:pos x="connsiteX13604" y="connsiteY13604"/>
                </a:cxn>
                <a:cxn ang="0">
                  <a:pos x="connsiteX13605" y="connsiteY13605"/>
                </a:cxn>
                <a:cxn ang="0">
                  <a:pos x="connsiteX13606" y="connsiteY13606"/>
                </a:cxn>
                <a:cxn ang="0">
                  <a:pos x="connsiteX13607" y="connsiteY13607"/>
                </a:cxn>
                <a:cxn ang="0">
                  <a:pos x="connsiteX13608" y="connsiteY13608"/>
                </a:cxn>
                <a:cxn ang="0">
                  <a:pos x="connsiteX13609" y="connsiteY13609"/>
                </a:cxn>
                <a:cxn ang="0">
                  <a:pos x="connsiteX13610" y="connsiteY13610"/>
                </a:cxn>
                <a:cxn ang="0">
                  <a:pos x="connsiteX13611" y="connsiteY13611"/>
                </a:cxn>
                <a:cxn ang="0">
                  <a:pos x="connsiteX13612" y="connsiteY13612"/>
                </a:cxn>
                <a:cxn ang="0">
                  <a:pos x="connsiteX13613" y="connsiteY13613"/>
                </a:cxn>
                <a:cxn ang="0">
                  <a:pos x="connsiteX13614" y="connsiteY13614"/>
                </a:cxn>
                <a:cxn ang="0">
                  <a:pos x="connsiteX13615" y="connsiteY13615"/>
                </a:cxn>
                <a:cxn ang="0">
                  <a:pos x="connsiteX13616" y="connsiteY13616"/>
                </a:cxn>
                <a:cxn ang="0">
                  <a:pos x="connsiteX13617" y="connsiteY13617"/>
                </a:cxn>
                <a:cxn ang="0">
                  <a:pos x="connsiteX13618" y="connsiteY13618"/>
                </a:cxn>
                <a:cxn ang="0">
                  <a:pos x="connsiteX13619" y="connsiteY13619"/>
                </a:cxn>
                <a:cxn ang="0">
                  <a:pos x="connsiteX13620" y="connsiteY13620"/>
                </a:cxn>
                <a:cxn ang="0">
                  <a:pos x="connsiteX13621" y="connsiteY13621"/>
                </a:cxn>
                <a:cxn ang="0">
                  <a:pos x="connsiteX13622" y="connsiteY13622"/>
                </a:cxn>
                <a:cxn ang="0">
                  <a:pos x="connsiteX13623" y="connsiteY13623"/>
                </a:cxn>
                <a:cxn ang="0">
                  <a:pos x="connsiteX13624" y="connsiteY13624"/>
                </a:cxn>
                <a:cxn ang="0">
                  <a:pos x="connsiteX13625" y="connsiteY13625"/>
                </a:cxn>
                <a:cxn ang="0">
                  <a:pos x="connsiteX13626" y="connsiteY13626"/>
                </a:cxn>
                <a:cxn ang="0">
                  <a:pos x="connsiteX13627" y="connsiteY13627"/>
                </a:cxn>
                <a:cxn ang="0">
                  <a:pos x="connsiteX13628" y="connsiteY13628"/>
                </a:cxn>
                <a:cxn ang="0">
                  <a:pos x="connsiteX13629" y="connsiteY13629"/>
                </a:cxn>
                <a:cxn ang="0">
                  <a:pos x="connsiteX13630" y="connsiteY13630"/>
                </a:cxn>
                <a:cxn ang="0">
                  <a:pos x="connsiteX13631" y="connsiteY13631"/>
                </a:cxn>
                <a:cxn ang="0">
                  <a:pos x="connsiteX13632" y="connsiteY13632"/>
                </a:cxn>
                <a:cxn ang="0">
                  <a:pos x="connsiteX13633" y="connsiteY13633"/>
                </a:cxn>
                <a:cxn ang="0">
                  <a:pos x="connsiteX13634" y="connsiteY13634"/>
                </a:cxn>
                <a:cxn ang="0">
                  <a:pos x="connsiteX13635" y="connsiteY13635"/>
                </a:cxn>
                <a:cxn ang="0">
                  <a:pos x="connsiteX13636" y="connsiteY13636"/>
                </a:cxn>
                <a:cxn ang="0">
                  <a:pos x="connsiteX13637" y="connsiteY13637"/>
                </a:cxn>
                <a:cxn ang="0">
                  <a:pos x="connsiteX13638" y="connsiteY13638"/>
                </a:cxn>
                <a:cxn ang="0">
                  <a:pos x="connsiteX13639" y="connsiteY13639"/>
                </a:cxn>
                <a:cxn ang="0">
                  <a:pos x="connsiteX13640" y="connsiteY13640"/>
                </a:cxn>
                <a:cxn ang="0">
                  <a:pos x="connsiteX13641" y="connsiteY13641"/>
                </a:cxn>
                <a:cxn ang="0">
                  <a:pos x="connsiteX13642" y="connsiteY13642"/>
                </a:cxn>
                <a:cxn ang="0">
                  <a:pos x="connsiteX13643" y="connsiteY13643"/>
                </a:cxn>
                <a:cxn ang="0">
                  <a:pos x="connsiteX13644" y="connsiteY13644"/>
                </a:cxn>
                <a:cxn ang="0">
                  <a:pos x="connsiteX13645" y="connsiteY13645"/>
                </a:cxn>
                <a:cxn ang="0">
                  <a:pos x="connsiteX13646" y="connsiteY13646"/>
                </a:cxn>
                <a:cxn ang="0">
                  <a:pos x="connsiteX13647" y="connsiteY13647"/>
                </a:cxn>
                <a:cxn ang="0">
                  <a:pos x="connsiteX13648" y="connsiteY13648"/>
                </a:cxn>
                <a:cxn ang="0">
                  <a:pos x="connsiteX13649" y="connsiteY13649"/>
                </a:cxn>
                <a:cxn ang="0">
                  <a:pos x="connsiteX13650" y="connsiteY13650"/>
                </a:cxn>
                <a:cxn ang="0">
                  <a:pos x="connsiteX13651" y="connsiteY13651"/>
                </a:cxn>
                <a:cxn ang="0">
                  <a:pos x="connsiteX13652" y="connsiteY13652"/>
                </a:cxn>
                <a:cxn ang="0">
                  <a:pos x="connsiteX13653" y="connsiteY13653"/>
                </a:cxn>
                <a:cxn ang="0">
                  <a:pos x="connsiteX13654" y="connsiteY13654"/>
                </a:cxn>
                <a:cxn ang="0">
                  <a:pos x="connsiteX13655" y="connsiteY13655"/>
                </a:cxn>
                <a:cxn ang="0">
                  <a:pos x="connsiteX13656" y="connsiteY13656"/>
                </a:cxn>
                <a:cxn ang="0">
                  <a:pos x="connsiteX13657" y="connsiteY13657"/>
                </a:cxn>
                <a:cxn ang="0">
                  <a:pos x="connsiteX13658" y="connsiteY13658"/>
                </a:cxn>
                <a:cxn ang="0">
                  <a:pos x="connsiteX13659" y="connsiteY13659"/>
                </a:cxn>
                <a:cxn ang="0">
                  <a:pos x="connsiteX13660" y="connsiteY13660"/>
                </a:cxn>
                <a:cxn ang="0">
                  <a:pos x="connsiteX13661" y="connsiteY13661"/>
                </a:cxn>
                <a:cxn ang="0">
                  <a:pos x="connsiteX13662" y="connsiteY13662"/>
                </a:cxn>
                <a:cxn ang="0">
                  <a:pos x="connsiteX13663" y="connsiteY13663"/>
                </a:cxn>
                <a:cxn ang="0">
                  <a:pos x="connsiteX13664" y="connsiteY13664"/>
                </a:cxn>
                <a:cxn ang="0">
                  <a:pos x="connsiteX13665" y="connsiteY13665"/>
                </a:cxn>
                <a:cxn ang="0">
                  <a:pos x="connsiteX13666" y="connsiteY13666"/>
                </a:cxn>
                <a:cxn ang="0">
                  <a:pos x="connsiteX13667" y="connsiteY13667"/>
                </a:cxn>
                <a:cxn ang="0">
                  <a:pos x="connsiteX13668" y="connsiteY13668"/>
                </a:cxn>
                <a:cxn ang="0">
                  <a:pos x="connsiteX13669" y="connsiteY13669"/>
                </a:cxn>
                <a:cxn ang="0">
                  <a:pos x="connsiteX13670" y="connsiteY13670"/>
                </a:cxn>
                <a:cxn ang="0">
                  <a:pos x="connsiteX13671" y="connsiteY13671"/>
                </a:cxn>
                <a:cxn ang="0">
                  <a:pos x="connsiteX13672" y="connsiteY13672"/>
                </a:cxn>
                <a:cxn ang="0">
                  <a:pos x="connsiteX13673" y="connsiteY13673"/>
                </a:cxn>
                <a:cxn ang="0">
                  <a:pos x="connsiteX13674" y="connsiteY13674"/>
                </a:cxn>
                <a:cxn ang="0">
                  <a:pos x="connsiteX13675" y="connsiteY13675"/>
                </a:cxn>
                <a:cxn ang="0">
                  <a:pos x="connsiteX13676" y="connsiteY13676"/>
                </a:cxn>
                <a:cxn ang="0">
                  <a:pos x="connsiteX13677" y="connsiteY13677"/>
                </a:cxn>
                <a:cxn ang="0">
                  <a:pos x="connsiteX13678" y="connsiteY13678"/>
                </a:cxn>
                <a:cxn ang="0">
                  <a:pos x="connsiteX13679" y="connsiteY13679"/>
                </a:cxn>
                <a:cxn ang="0">
                  <a:pos x="connsiteX13680" y="connsiteY13680"/>
                </a:cxn>
                <a:cxn ang="0">
                  <a:pos x="connsiteX13681" y="connsiteY13681"/>
                </a:cxn>
                <a:cxn ang="0">
                  <a:pos x="connsiteX13682" y="connsiteY13682"/>
                </a:cxn>
                <a:cxn ang="0">
                  <a:pos x="connsiteX13683" y="connsiteY13683"/>
                </a:cxn>
                <a:cxn ang="0">
                  <a:pos x="connsiteX13684" y="connsiteY13684"/>
                </a:cxn>
                <a:cxn ang="0">
                  <a:pos x="connsiteX13685" y="connsiteY13685"/>
                </a:cxn>
                <a:cxn ang="0">
                  <a:pos x="connsiteX13686" y="connsiteY13686"/>
                </a:cxn>
                <a:cxn ang="0">
                  <a:pos x="connsiteX13687" y="connsiteY13687"/>
                </a:cxn>
                <a:cxn ang="0">
                  <a:pos x="connsiteX13688" y="connsiteY13688"/>
                </a:cxn>
                <a:cxn ang="0">
                  <a:pos x="connsiteX13689" y="connsiteY13689"/>
                </a:cxn>
                <a:cxn ang="0">
                  <a:pos x="connsiteX13690" y="connsiteY13690"/>
                </a:cxn>
                <a:cxn ang="0">
                  <a:pos x="connsiteX13691" y="connsiteY13691"/>
                </a:cxn>
                <a:cxn ang="0">
                  <a:pos x="connsiteX13692" y="connsiteY13692"/>
                </a:cxn>
                <a:cxn ang="0">
                  <a:pos x="connsiteX13693" y="connsiteY13693"/>
                </a:cxn>
                <a:cxn ang="0">
                  <a:pos x="connsiteX13694" y="connsiteY13694"/>
                </a:cxn>
                <a:cxn ang="0">
                  <a:pos x="connsiteX13695" y="connsiteY13695"/>
                </a:cxn>
                <a:cxn ang="0">
                  <a:pos x="connsiteX13696" y="connsiteY13696"/>
                </a:cxn>
                <a:cxn ang="0">
                  <a:pos x="connsiteX13697" y="connsiteY13697"/>
                </a:cxn>
                <a:cxn ang="0">
                  <a:pos x="connsiteX13698" y="connsiteY13698"/>
                </a:cxn>
                <a:cxn ang="0">
                  <a:pos x="connsiteX13699" y="connsiteY13699"/>
                </a:cxn>
                <a:cxn ang="0">
                  <a:pos x="connsiteX13700" y="connsiteY13700"/>
                </a:cxn>
                <a:cxn ang="0">
                  <a:pos x="connsiteX13701" y="connsiteY13701"/>
                </a:cxn>
                <a:cxn ang="0">
                  <a:pos x="connsiteX13702" y="connsiteY13702"/>
                </a:cxn>
                <a:cxn ang="0">
                  <a:pos x="connsiteX13703" y="connsiteY13703"/>
                </a:cxn>
                <a:cxn ang="0">
                  <a:pos x="connsiteX13704" y="connsiteY13704"/>
                </a:cxn>
                <a:cxn ang="0">
                  <a:pos x="connsiteX13705" y="connsiteY13705"/>
                </a:cxn>
                <a:cxn ang="0">
                  <a:pos x="connsiteX13706" y="connsiteY13706"/>
                </a:cxn>
                <a:cxn ang="0">
                  <a:pos x="connsiteX13707" y="connsiteY13707"/>
                </a:cxn>
                <a:cxn ang="0">
                  <a:pos x="connsiteX13708" y="connsiteY13708"/>
                </a:cxn>
                <a:cxn ang="0">
                  <a:pos x="connsiteX13709" y="connsiteY13709"/>
                </a:cxn>
                <a:cxn ang="0">
                  <a:pos x="connsiteX13710" y="connsiteY13710"/>
                </a:cxn>
                <a:cxn ang="0">
                  <a:pos x="connsiteX13711" y="connsiteY13711"/>
                </a:cxn>
                <a:cxn ang="0">
                  <a:pos x="connsiteX13712" y="connsiteY13712"/>
                </a:cxn>
                <a:cxn ang="0">
                  <a:pos x="connsiteX13713" y="connsiteY13713"/>
                </a:cxn>
                <a:cxn ang="0">
                  <a:pos x="connsiteX13714" y="connsiteY13714"/>
                </a:cxn>
                <a:cxn ang="0">
                  <a:pos x="connsiteX13715" y="connsiteY13715"/>
                </a:cxn>
                <a:cxn ang="0">
                  <a:pos x="connsiteX13716" y="connsiteY13716"/>
                </a:cxn>
                <a:cxn ang="0">
                  <a:pos x="connsiteX13717" y="connsiteY13717"/>
                </a:cxn>
                <a:cxn ang="0">
                  <a:pos x="connsiteX13718" y="connsiteY13718"/>
                </a:cxn>
                <a:cxn ang="0">
                  <a:pos x="connsiteX13719" y="connsiteY13719"/>
                </a:cxn>
                <a:cxn ang="0">
                  <a:pos x="connsiteX13720" y="connsiteY13720"/>
                </a:cxn>
                <a:cxn ang="0">
                  <a:pos x="connsiteX13721" y="connsiteY13721"/>
                </a:cxn>
                <a:cxn ang="0">
                  <a:pos x="connsiteX13722" y="connsiteY13722"/>
                </a:cxn>
                <a:cxn ang="0">
                  <a:pos x="connsiteX13723" y="connsiteY13723"/>
                </a:cxn>
                <a:cxn ang="0">
                  <a:pos x="connsiteX13724" y="connsiteY13724"/>
                </a:cxn>
                <a:cxn ang="0">
                  <a:pos x="connsiteX13725" y="connsiteY13725"/>
                </a:cxn>
                <a:cxn ang="0">
                  <a:pos x="connsiteX13726" y="connsiteY13726"/>
                </a:cxn>
                <a:cxn ang="0">
                  <a:pos x="connsiteX13727" y="connsiteY13727"/>
                </a:cxn>
                <a:cxn ang="0">
                  <a:pos x="connsiteX13728" y="connsiteY13728"/>
                </a:cxn>
                <a:cxn ang="0">
                  <a:pos x="connsiteX13729" y="connsiteY13729"/>
                </a:cxn>
                <a:cxn ang="0">
                  <a:pos x="connsiteX13730" y="connsiteY13730"/>
                </a:cxn>
                <a:cxn ang="0">
                  <a:pos x="connsiteX13731" y="connsiteY13731"/>
                </a:cxn>
                <a:cxn ang="0">
                  <a:pos x="connsiteX13732" y="connsiteY13732"/>
                </a:cxn>
                <a:cxn ang="0">
                  <a:pos x="connsiteX13733" y="connsiteY13733"/>
                </a:cxn>
                <a:cxn ang="0">
                  <a:pos x="connsiteX13734" y="connsiteY13734"/>
                </a:cxn>
                <a:cxn ang="0">
                  <a:pos x="connsiteX13735" y="connsiteY13735"/>
                </a:cxn>
                <a:cxn ang="0">
                  <a:pos x="connsiteX13736" y="connsiteY13736"/>
                </a:cxn>
                <a:cxn ang="0">
                  <a:pos x="connsiteX13737" y="connsiteY13737"/>
                </a:cxn>
                <a:cxn ang="0">
                  <a:pos x="connsiteX13738" y="connsiteY13738"/>
                </a:cxn>
                <a:cxn ang="0">
                  <a:pos x="connsiteX13739" y="connsiteY13739"/>
                </a:cxn>
                <a:cxn ang="0">
                  <a:pos x="connsiteX13740" y="connsiteY13740"/>
                </a:cxn>
                <a:cxn ang="0">
                  <a:pos x="connsiteX13741" y="connsiteY13741"/>
                </a:cxn>
                <a:cxn ang="0">
                  <a:pos x="connsiteX13742" y="connsiteY13742"/>
                </a:cxn>
                <a:cxn ang="0">
                  <a:pos x="connsiteX13743" y="connsiteY13743"/>
                </a:cxn>
                <a:cxn ang="0">
                  <a:pos x="connsiteX13744" y="connsiteY13744"/>
                </a:cxn>
                <a:cxn ang="0">
                  <a:pos x="connsiteX13745" y="connsiteY13745"/>
                </a:cxn>
                <a:cxn ang="0">
                  <a:pos x="connsiteX13746" y="connsiteY13746"/>
                </a:cxn>
                <a:cxn ang="0">
                  <a:pos x="connsiteX13747" y="connsiteY13747"/>
                </a:cxn>
                <a:cxn ang="0">
                  <a:pos x="connsiteX13748" y="connsiteY13748"/>
                </a:cxn>
                <a:cxn ang="0">
                  <a:pos x="connsiteX13749" y="connsiteY13749"/>
                </a:cxn>
                <a:cxn ang="0">
                  <a:pos x="connsiteX13750" y="connsiteY13750"/>
                </a:cxn>
                <a:cxn ang="0">
                  <a:pos x="connsiteX13751" y="connsiteY13751"/>
                </a:cxn>
                <a:cxn ang="0">
                  <a:pos x="connsiteX13752" y="connsiteY13752"/>
                </a:cxn>
                <a:cxn ang="0">
                  <a:pos x="connsiteX13753" y="connsiteY13753"/>
                </a:cxn>
                <a:cxn ang="0">
                  <a:pos x="connsiteX13754" y="connsiteY13754"/>
                </a:cxn>
                <a:cxn ang="0">
                  <a:pos x="connsiteX13755" y="connsiteY13755"/>
                </a:cxn>
                <a:cxn ang="0">
                  <a:pos x="connsiteX13756" y="connsiteY13756"/>
                </a:cxn>
                <a:cxn ang="0">
                  <a:pos x="connsiteX13757" y="connsiteY13757"/>
                </a:cxn>
                <a:cxn ang="0">
                  <a:pos x="connsiteX13758" y="connsiteY13758"/>
                </a:cxn>
                <a:cxn ang="0">
                  <a:pos x="connsiteX13759" y="connsiteY13759"/>
                </a:cxn>
                <a:cxn ang="0">
                  <a:pos x="connsiteX13760" y="connsiteY13760"/>
                </a:cxn>
                <a:cxn ang="0">
                  <a:pos x="connsiteX13761" y="connsiteY13761"/>
                </a:cxn>
                <a:cxn ang="0">
                  <a:pos x="connsiteX13762" y="connsiteY13762"/>
                </a:cxn>
                <a:cxn ang="0">
                  <a:pos x="connsiteX13763" y="connsiteY13763"/>
                </a:cxn>
                <a:cxn ang="0">
                  <a:pos x="connsiteX13764" y="connsiteY13764"/>
                </a:cxn>
                <a:cxn ang="0">
                  <a:pos x="connsiteX13765" y="connsiteY13765"/>
                </a:cxn>
                <a:cxn ang="0">
                  <a:pos x="connsiteX13766" y="connsiteY13766"/>
                </a:cxn>
                <a:cxn ang="0">
                  <a:pos x="connsiteX13767" y="connsiteY13767"/>
                </a:cxn>
                <a:cxn ang="0">
                  <a:pos x="connsiteX13768" y="connsiteY13768"/>
                </a:cxn>
                <a:cxn ang="0">
                  <a:pos x="connsiteX13769" y="connsiteY13769"/>
                </a:cxn>
                <a:cxn ang="0">
                  <a:pos x="connsiteX13770" y="connsiteY13770"/>
                </a:cxn>
                <a:cxn ang="0">
                  <a:pos x="connsiteX13771" y="connsiteY13771"/>
                </a:cxn>
                <a:cxn ang="0">
                  <a:pos x="connsiteX13772" y="connsiteY13772"/>
                </a:cxn>
                <a:cxn ang="0">
                  <a:pos x="connsiteX13773" y="connsiteY13773"/>
                </a:cxn>
                <a:cxn ang="0">
                  <a:pos x="connsiteX13774" y="connsiteY13774"/>
                </a:cxn>
                <a:cxn ang="0">
                  <a:pos x="connsiteX13775" y="connsiteY13775"/>
                </a:cxn>
                <a:cxn ang="0">
                  <a:pos x="connsiteX13776" y="connsiteY13776"/>
                </a:cxn>
                <a:cxn ang="0">
                  <a:pos x="connsiteX13777" y="connsiteY13777"/>
                </a:cxn>
                <a:cxn ang="0">
                  <a:pos x="connsiteX13778" y="connsiteY13778"/>
                </a:cxn>
                <a:cxn ang="0">
                  <a:pos x="connsiteX13779" y="connsiteY13779"/>
                </a:cxn>
                <a:cxn ang="0">
                  <a:pos x="connsiteX13780" y="connsiteY13780"/>
                </a:cxn>
                <a:cxn ang="0">
                  <a:pos x="connsiteX13781" y="connsiteY13781"/>
                </a:cxn>
                <a:cxn ang="0">
                  <a:pos x="connsiteX13782" y="connsiteY13782"/>
                </a:cxn>
                <a:cxn ang="0">
                  <a:pos x="connsiteX13783" y="connsiteY13783"/>
                </a:cxn>
                <a:cxn ang="0">
                  <a:pos x="connsiteX13784" y="connsiteY13784"/>
                </a:cxn>
                <a:cxn ang="0">
                  <a:pos x="connsiteX13785" y="connsiteY13785"/>
                </a:cxn>
                <a:cxn ang="0">
                  <a:pos x="connsiteX13786" y="connsiteY13786"/>
                </a:cxn>
                <a:cxn ang="0">
                  <a:pos x="connsiteX13787" y="connsiteY13787"/>
                </a:cxn>
                <a:cxn ang="0">
                  <a:pos x="connsiteX13788" y="connsiteY13788"/>
                </a:cxn>
                <a:cxn ang="0">
                  <a:pos x="connsiteX13789" y="connsiteY13789"/>
                </a:cxn>
                <a:cxn ang="0">
                  <a:pos x="connsiteX13790" y="connsiteY13790"/>
                </a:cxn>
                <a:cxn ang="0">
                  <a:pos x="connsiteX13791" y="connsiteY13791"/>
                </a:cxn>
                <a:cxn ang="0">
                  <a:pos x="connsiteX13792" y="connsiteY13792"/>
                </a:cxn>
                <a:cxn ang="0">
                  <a:pos x="connsiteX13793" y="connsiteY13793"/>
                </a:cxn>
                <a:cxn ang="0">
                  <a:pos x="connsiteX13794" y="connsiteY13794"/>
                </a:cxn>
                <a:cxn ang="0">
                  <a:pos x="connsiteX13795" y="connsiteY13795"/>
                </a:cxn>
                <a:cxn ang="0">
                  <a:pos x="connsiteX13796" y="connsiteY13796"/>
                </a:cxn>
                <a:cxn ang="0">
                  <a:pos x="connsiteX13797" y="connsiteY13797"/>
                </a:cxn>
                <a:cxn ang="0">
                  <a:pos x="connsiteX13798" y="connsiteY13798"/>
                </a:cxn>
                <a:cxn ang="0">
                  <a:pos x="connsiteX13799" y="connsiteY13799"/>
                </a:cxn>
                <a:cxn ang="0">
                  <a:pos x="connsiteX13800" y="connsiteY13800"/>
                </a:cxn>
                <a:cxn ang="0">
                  <a:pos x="connsiteX13801" y="connsiteY13801"/>
                </a:cxn>
                <a:cxn ang="0">
                  <a:pos x="connsiteX13802" y="connsiteY13802"/>
                </a:cxn>
                <a:cxn ang="0">
                  <a:pos x="connsiteX13803" y="connsiteY13803"/>
                </a:cxn>
                <a:cxn ang="0">
                  <a:pos x="connsiteX13804" y="connsiteY13804"/>
                </a:cxn>
                <a:cxn ang="0">
                  <a:pos x="connsiteX13805" y="connsiteY13805"/>
                </a:cxn>
                <a:cxn ang="0">
                  <a:pos x="connsiteX13806" y="connsiteY13806"/>
                </a:cxn>
                <a:cxn ang="0">
                  <a:pos x="connsiteX13807" y="connsiteY13807"/>
                </a:cxn>
                <a:cxn ang="0">
                  <a:pos x="connsiteX13808" y="connsiteY13808"/>
                </a:cxn>
                <a:cxn ang="0">
                  <a:pos x="connsiteX13809" y="connsiteY13809"/>
                </a:cxn>
                <a:cxn ang="0">
                  <a:pos x="connsiteX13810" y="connsiteY13810"/>
                </a:cxn>
                <a:cxn ang="0">
                  <a:pos x="connsiteX13811" y="connsiteY13811"/>
                </a:cxn>
                <a:cxn ang="0">
                  <a:pos x="connsiteX13812" y="connsiteY13812"/>
                </a:cxn>
                <a:cxn ang="0">
                  <a:pos x="connsiteX13813" y="connsiteY13813"/>
                </a:cxn>
                <a:cxn ang="0">
                  <a:pos x="connsiteX13814" y="connsiteY13814"/>
                </a:cxn>
                <a:cxn ang="0">
                  <a:pos x="connsiteX13815" y="connsiteY13815"/>
                </a:cxn>
                <a:cxn ang="0">
                  <a:pos x="connsiteX13816" y="connsiteY13816"/>
                </a:cxn>
                <a:cxn ang="0">
                  <a:pos x="connsiteX13817" y="connsiteY13817"/>
                </a:cxn>
                <a:cxn ang="0">
                  <a:pos x="connsiteX13818" y="connsiteY13818"/>
                </a:cxn>
                <a:cxn ang="0">
                  <a:pos x="connsiteX13819" y="connsiteY13819"/>
                </a:cxn>
                <a:cxn ang="0">
                  <a:pos x="connsiteX13820" y="connsiteY13820"/>
                </a:cxn>
                <a:cxn ang="0">
                  <a:pos x="connsiteX13821" y="connsiteY13821"/>
                </a:cxn>
                <a:cxn ang="0">
                  <a:pos x="connsiteX13822" y="connsiteY13822"/>
                </a:cxn>
                <a:cxn ang="0">
                  <a:pos x="connsiteX13823" y="connsiteY13823"/>
                </a:cxn>
                <a:cxn ang="0">
                  <a:pos x="connsiteX13824" y="connsiteY13824"/>
                </a:cxn>
                <a:cxn ang="0">
                  <a:pos x="connsiteX13825" y="connsiteY13825"/>
                </a:cxn>
                <a:cxn ang="0">
                  <a:pos x="connsiteX13826" y="connsiteY13826"/>
                </a:cxn>
                <a:cxn ang="0">
                  <a:pos x="connsiteX13827" y="connsiteY13827"/>
                </a:cxn>
                <a:cxn ang="0">
                  <a:pos x="connsiteX13828" y="connsiteY13828"/>
                </a:cxn>
                <a:cxn ang="0">
                  <a:pos x="connsiteX13829" y="connsiteY13829"/>
                </a:cxn>
                <a:cxn ang="0">
                  <a:pos x="connsiteX13830" y="connsiteY13830"/>
                </a:cxn>
                <a:cxn ang="0">
                  <a:pos x="connsiteX13831" y="connsiteY13831"/>
                </a:cxn>
                <a:cxn ang="0">
                  <a:pos x="connsiteX13832" y="connsiteY13832"/>
                </a:cxn>
                <a:cxn ang="0">
                  <a:pos x="connsiteX13833" y="connsiteY13833"/>
                </a:cxn>
                <a:cxn ang="0">
                  <a:pos x="connsiteX13834" y="connsiteY13834"/>
                </a:cxn>
                <a:cxn ang="0">
                  <a:pos x="connsiteX13835" y="connsiteY13835"/>
                </a:cxn>
                <a:cxn ang="0">
                  <a:pos x="connsiteX13836" y="connsiteY13836"/>
                </a:cxn>
                <a:cxn ang="0">
                  <a:pos x="connsiteX13837" y="connsiteY13837"/>
                </a:cxn>
                <a:cxn ang="0">
                  <a:pos x="connsiteX13838" y="connsiteY13838"/>
                </a:cxn>
                <a:cxn ang="0">
                  <a:pos x="connsiteX13839" y="connsiteY13839"/>
                </a:cxn>
                <a:cxn ang="0">
                  <a:pos x="connsiteX13840" y="connsiteY13840"/>
                </a:cxn>
                <a:cxn ang="0">
                  <a:pos x="connsiteX13841" y="connsiteY13841"/>
                </a:cxn>
                <a:cxn ang="0">
                  <a:pos x="connsiteX13842" y="connsiteY13842"/>
                </a:cxn>
                <a:cxn ang="0">
                  <a:pos x="connsiteX13843" y="connsiteY13843"/>
                </a:cxn>
                <a:cxn ang="0">
                  <a:pos x="connsiteX13844" y="connsiteY13844"/>
                </a:cxn>
                <a:cxn ang="0">
                  <a:pos x="connsiteX13845" y="connsiteY13845"/>
                </a:cxn>
                <a:cxn ang="0">
                  <a:pos x="connsiteX13846" y="connsiteY13846"/>
                </a:cxn>
                <a:cxn ang="0">
                  <a:pos x="connsiteX13847" y="connsiteY13847"/>
                </a:cxn>
                <a:cxn ang="0">
                  <a:pos x="connsiteX13848" y="connsiteY13848"/>
                </a:cxn>
                <a:cxn ang="0">
                  <a:pos x="connsiteX13849" y="connsiteY13849"/>
                </a:cxn>
                <a:cxn ang="0">
                  <a:pos x="connsiteX13850" y="connsiteY13850"/>
                </a:cxn>
                <a:cxn ang="0">
                  <a:pos x="connsiteX13851" y="connsiteY13851"/>
                </a:cxn>
                <a:cxn ang="0">
                  <a:pos x="connsiteX13852" y="connsiteY13852"/>
                </a:cxn>
                <a:cxn ang="0">
                  <a:pos x="connsiteX13853" y="connsiteY13853"/>
                </a:cxn>
                <a:cxn ang="0">
                  <a:pos x="connsiteX13854" y="connsiteY13854"/>
                </a:cxn>
                <a:cxn ang="0">
                  <a:pos x="connsiteX13855" y="connsiteY13855"/>
                </a:cxn>
                <a:cxn ang="0">
                  <a:pos x="connsiteX13856" y="connsiteY13856"/>
                </a:cxn>
                <a:cxn ang="0">
                  <a:pos x="connsiteX13857" y="connsiteY13857"/>
                </a:cxn>
                <a:cxn ang="0">
                  <a:pos x="connsiteX13858" y="connsiteY13858"/>
                </a:cxn>
                <a:cxn ang="0">
                  <a:pos x="connsiteX13859" y="connsiteY13859"/>
                </a:cxn>
                <a:cxn ang="0">
                  <a:pos x="connsiteX13860" y="connsiteY13860"/>
                </a:cxn>
                <a:cxn ang="0">
                  <a:pos x="connsiteX13861" y="connsiteY13861"/>
                </a:cxn>
                <a:cxn ang="0">
                  <a:pos x="connsiteX13862" y="connsiteY13862"/>
                </a:cxn>
                <a:cxn ang="0">
                  <a:pos x="connsiteX13863" y="connsiteY13863"/>
                </a:cxn>
                <a:cxn ang="0">
                  <a:pos x="connsiteX13864" y="connsiteY13864"/>
                </a:cxn>
                <a:cxn ang="0">
                  <a:pos x="connsiteX13865" y="connsiteY13865"/>
                </a:cxn>
                <a:cxn ang="0">
                  <a:pos x="connsiteX13866" y="connsiteY13866"/>
                </a:cxn>
                <a:cxn ang="0">
                  <a:pos x="connsiteX13867" y="connsiteY13867"/>
                </a:cxn>
                <a:cxn ang="0">
                  <a:pos x="connsiteX13868" y="connsiteY13868"/>
                </a:cxn>
                <a:cxn ang="0">
                  <a:pos x="connsiteX13869" y="connsiteY13869"/>
                </a:cxn>
                <a:cxn ang="0">
                  <a:pos x="connsiteX13870" y="connsiteY13870"/>
                </a:cxn>
                <a:cxn ang="0">
                  <a:pos x="connsiteX13871" y="connsiteY13871"/>
                </a:cxn>
                <a:cxn ang="0">
                  <a:pos x="connsiteX13872" y="connsiteY13872"/>
                </a:cxn>
                <a:cxn ang="0">
                  <a:pos x="connsiteX13873" y="connsiteY13873"/>
                </a:cxn>
                <a:cxn ang="0">
                  <a:pos x="connsiteX13874" y="connsiteY13874"/>
                </a:cxn>
                <a:cxn ang="0">
                  <a:pos x="connsiteX13875" y="connsiteY13875"/>
                </a:cxn>
                <a:cxn ang="0">
                  <a:pos x="connsiteX13876" y="connsiteY13876"/>
                </a:cxn>
                <a:cxn ang="0">
                  <a:pos x="connsiteX13877" y="connsiteY13877"/>
                </a:cxn>
                <a:cxn ang="0">
                  <a:pos x="connsiteX13878" y="connsiteY13878"/>
                </a:cxn>
                <a:cxn ang="0">
                  <a:pos x="connsiteX13879" y="connsiteY13879"/>
                </a:cxn>
                <a:cxn ang="0">
                  <a:pos x="connsiteX13880" y="connsiteY13880"/>
                </a:cxn>
                <a:cxn ang="0">
                  <a:pos x="connsiteX13881" y="connsiteY13881"/>
                </a:cxn>
                <a:cxn ang="0">
                  <a:pos x="connsiteX13882" y="connsiteY13882"/>
                </a:cxn>
                <a:cxn ang="0">
                  <a:pos x="connsiteX13883" y="connsiteY13883"/>
                </a:cxn>
                <a:cxn ang="0">
                  <a:pos x="connsiteX13884" y="connsiteY13884"/>
                </a:cxn>
                <a:cxn ang="0">
                  <a:pos x="connsiteX13885" y="connsiteY13885"/>
                </a:cxn>
                <a:cxn ang="0">
                  <a:pos x="connsiteX13886" y="connsiteY13886"/>
                </a:cxn>
                <a:cxn ang="0">
                  <a:pos x="connsiteX13887" y="connsiteY13887"/>
                </a:cxn>
                <a:cxn ang="0">
                  <a:pos x="connsiteX13888" y="connsiteY13888"/>
                </a:cxn>
                <a:cxn ang="0">
                  <a:pos x="connsiteX13889" y="connsiteY13889"/>
                </a:cxn>
                <a:cxn ang="0">
                  <a:pos x="connsiteX13890" y="connsiteY13890"/>
                </a:cxn>
                <a:cxn ang="0">
                  <a:pos x="connsiteX13891" y="connsiteY13891"/>
                </a:cxn>
                <a:cxn ang="0">
                  <a:pos x="connsiteX13892" y="connsiteY13892"/>
                </a:cxn>
                <a:cxn ang="0">
                  <a:pos x="connsiteX13893" y="connsiteY13893"/>
                </a:cxn>
                <a:cxn ang="0">
                  <a:pos x="connsiteX13894" y="connsiteY13894"/>
                </a:cxn>
                <a:cxn ang="0">
                  <a:pos x="connsiteX13895" y="connsiteY13895"/>
                </a:cxn>
                <a:cxn ang="0">
                  <a:pos x="connsiteX13896" y="connsiteY13896"/>
                </a:cxn>
                <a:cxn ang="0">
                  <a:pos x="connsiteX13897" y="connsiteY13897"/>
                </a:cxn>
                <a:cxn ang="0">
                  <a:pos x="connsiteX13898" y="connsiteY13898"/>
                </a:cxn>
                <a:cxn ang="0">
                  <a:pos x="connsiteX13899" y="connsiteY13899"/>
                </a:cxn>
                <a:cxn ang="0">
                  <a:pos x="connsiteX13900" y="connsiteY13900"/>
                </a:cxn>
                <a:cxn ang="0">
                  <a:pos x="connsiteX13901" y="connsiteY13901"/>
                </a:cxn>
                <a:cxn ang="0">
                  <a:pos x="connsiteX13902" y="connsiteY13902"/>
                </a:cxn>
                <a:cxn ang="0">
                  <a:pos x="connsiteX13903" y="connsiteY13903"/>
                </a:cxn>
                <a:cxn ang="0">
                  <a:pos x="connsiteX13904" y="connsiteY13904"/>
                </a:cxn>
                <a:cxn ang="0">
                  <a:pos x="connsiteX13905" y="connsiteY13905"/>
                </a:cxn>
                <a:cxn ang="0">
                  <a:pos x="connsiteX13906" y="connsiteY13906"/>
                </a:cxn>
                <a:cxn ang="0">
                  <a:pos x="connsiteX13907" y="connsiteY13907"/>
                </a:cxn>
                <a:cxn ang="0">
                  <a:pos x="connsiteX13908" y="connsiteY13908"/>
                </a:cxn>
                <a:cxn ang="0">
                  <a:pos x="connsiteX13909" y="connsiteY13909"/>
                </a:cxn>
                <a:cxn ang="0">
                  <a:pos x="connsiteX13910" y="connsiteY13910"/>
                </a:cxn>
                <a:cxn ang="0">
                  <a:pos x="connsiteX13911" y="connsiteY13911"/>
                </a:cxn>
                <a:cxn ang="0">
                  <a:pos x="connsiteX13912" y="connsiteY13912"/>
                </a:cxn>
                <a:cxn ang="0">
                  <a:pos x="connsiteX13913" y="connsiteY13913"/>
                </a:cxn>
                <a:cxn ang="0">
                  <a:pos x="connsiteX13914" y="connsiteY13914"/>
                </a:cxn>
                <a:cxn ang="0">
                  <a:pos x="connsiteX13915" y="connsiteY13915"/>
                </a:cxn>
                <a:cxn ang="0">
                  <a:pos x="connsiteX13916" y="connsiteY13916"/>
                </a:cxn>
                <a:cxn ang="0">
                  <a:pos x="connsiteX13917" y="connsiteY13917"/>
                </a:cxn>
                <a:cxn ang="0">
                  <a:pos x="connsiteX13918" y="connsiteY13918"/>
                </a:cxn>
                <a:cxn ang="0">
                  <a:pos x="connsiteX13919" y="connsiteY13919"/>
                </a:cxn>
                <a:cxn ang="0">
                  <a:pos x="connsiteX13920" y="connsiteY13920"/>
                </a:cxn>
                <a:cxn ang="0">
                  <a:pos x="connsiteX13921" y="connsiteY13921"/>
                </a:cxn>
                <a:cxn ang="0">
                  <a:pos x="connsiteX13922" y="connsiteY13922"/>
                </a:cxn>
                <a:cxn ang="0">
                  <a:pos x="connsiteX13923" y="connsiteY13923"/>
                </a:cxn>
                <a:cxn ang="0">
                  <a:pos x="connsiteX13924" y="connsiteY13924"/>
                </a:cxn>
                <a:cxn ang="0">
                  <a:pos x="connsiteX13925" y="connsiteY13925"/>
                </a:cxn>
                <a:cxn ang="0">
                  <a:pos x="connsiteX13926" y="connsiteY13926"/>
                </a:cxn>
                <a:cxn ang="0">
                  <a:pos x="connsiteX13927" y="connsiteY13927"/>
                </a:cxn>
                <a:cxn ang="0">
                  <a:pos x="connsiteX13928" y="connsiteY13928"/>
                </a:cxn>
                <a:cxn ang="0">
                  <a:pos x="connsiteX13929" y="connsiteY13929"/>
                </a:cxn>
                <a:cxn ang="0">
                  <a:pos x="connsiteX13930" y="connsiteY13930"/>
                </a:cxn>
                <a:cxn ang="0">
                  <a:pos x="connsiteX13931" y="connsiteY13931"/>
                </a:cxn>
                <a:cxn ang="0">
                  <a:pos x="connsiteX13932" y="connsiteY13932"/>
                </a:cxn>
                <a:cxn ang="0">
                  <a:pos x="connsiteX13933" y="connsiteY13933"/>
                </a:cxn>
                <a:cxn ang="0">
                  <a:pos x="connsiteX13934" y="connsiteY13934"/>
                </a:cxn>
                <a:cxn ang="0">
                  <a:pos x="connsiteX13935" y="connsiteY13935"/>
                </a:cxn>
                <a:cxn ang="0">
                  <a:pos x="connsiteX13936" y="connsiteY13936"/>
                </a:cxn>
                <a:cxn ang="0">
                  <a:pos x="connsiteX13937" y="connsiteY13937"/>
                </a:cxn>
                <a:cxn ang="0">
                  <a:pos x="connsiteX13938" y="connsiteY13938"/>
                </a:cxn>
                <a:cxn ang="0">
                  <a:pos x="connsiteX13939" y="connsiteY13939"/>
                </a:cxn>
                <a:cxn ang="0">
                  <a:pos x="connsiteX13940" y="connsiteY13940"/>
                </a:cxn>
                <a:cxn ang="0">
                  <a:pos x="connsiteX13941" y="connsiteY13941"/>
                </a:cxn>
                <a:cxn ang="0">
                  <a:pos x="connsiteX13942" y="connsiteY13942"/>
                </a:cxn>
                <a:cxn ang="0">
                  <a:pos x="connsiteX13943" y="connsiteY13943"/>
                </a:cxn>
                <a:cxn ang="0">
                  <a:pos x="connsiteX13944" y="connsiteY13944"/>
                </a:cxn>
                <a:cxn ang="0">
                  <a:pos x="connsiteX13945" y="connsiteY13945"/>
                </a:cxn>
                <a:cxn ang="0">
                  <a:pos x="connsiteX13946" y="connsiteY13946"/>
                </a:cxn>
                <a:cxn ang="0">
                  <a:pos x="connsiteX13947" y="connsiteY13947"/>
                </a:cxn>
                <a:cxn ang="0">
                  <a:pos x="connsiteX13948" y="connsiteY13948"/>
                </a:cxn>
                <a:cxn ang="0">
                  <a:pos x="connsiteX13949" y="connsiteY13949"/>
                </a:cxn>
                <a:cxn ang="0">
                  <a:pos x="connsiteX13950" y="connsiteY13950"/>
                </a:cxn>
                <a:cxn ang="0">
                  <a:pos x="connsiteX13951" y="connsiteY13951"/>
                </a:cxn>
                <a:cxn ang="0">
                  <a:pos x="connsiteX13952" y="connsiteY13952"/>
                </a:cxn>
                <a:cxn ang="0">
                  <a:pos x="connsiteX13953" y="connsiteY13953"/>
                </a:cxn>
                <a:cxn ang="0">
                  <a:pos x="connsiteX13954" y="connsiteY13954"/>
                </a:cxn>
                <a:cxn ang="0">
                  <a:pos x="connsiteX13955" y="connsiteY13955"/>
                </a:cxn>
                <a:cxn ang="0">
                  <a:pos x="connsiteX13956" y="connsiteY13956"/>
                </a:cxn>
                <a:cxn ang="0">
                  <a:pos x="connsiteX13957" y="connsiteY13957"/>
                </a:cxn>
                <a:cxn ang="0">
                  <a:pos x="connsiteX13958" y="connsiteY13958"/>
                </a:cxn>
                <a:cxn ang="0">
                  <a:pos x="connsiteX13959" y="connsiteY13959"/>
                </a:cxn>
                <a:cxn ang="0">
                  <a:pos x="connsiteX13960" y="connsiteY13960"/>
                </a:cxn>
                <a:cxn ang="0">
                  <a:pos x="connsiteX13961" y="connsiteY13961"/>
                </a:cxn>
                <a:cxn ang="0">
                  <a:pos x="connsiteX13962" y="connsiteY13962"/>
                </a:cxn>
                <a:cxn ang="0">
                  <a:pos x="connsiteX13963" y="connsiteY13963"/>
                </a:cxn>
                <a:cxn ang="0">
                  <a:pos x="connsiteX13964" y="connsiteY13964"/>
                </a:cxn>
                <a:cxn ang="0">
                  <a:pos x="connsiteX13965" y="connsiteY13965"/>
                </a:cxn>
                <a:cxn ang="0">
                  <a:pos x="connsiteX13966" y="connsiteY13966"/>
                </a:cxn>
                <a:cxn ang="0">
                  <a:pos x="connsiteX13967" y="connsiteY13967"/>
                </a:cxn>
                <a:cxn ang="0">
                  <a:pos x="connsiteX13968" y="connsiteY13968"/>
                </a:cxn>
                <a:cxn ang="0">
                  <a:pos x="connsiteX13969" y="connsiteY13969"/>
                </a:cxn>
                <a:cxn ang="0">
                  <a:pos x="connsiteX13970" y="connsiteY13970"/>
                </a:cxn>
                <a:cxn ang="0">
                  <a:pos x="connsiteX13971" y="connsiteY13971"/>
                </a:cxn>
                <a:cxn ang="0">
                  <a:pos x="connsiteX13972" y="connsiteY13972"/>
                </a:cxn>
                <a:cxn ang="0">
                  <a:pos x="connsiteX13973" y="connsiteY13973"/>
                </a:cxn>
                <a:cxn ang="0">
                  <a:pos x="connsiteX13974" y="connsiteY13974"/>
                </a:cxn>
                <a:cxn ang="0">
                  <a:pos x="connsiteX13975" y="connsiteY13975"/>
                </a:cxn>
                <a:cxn ang="0">
                  <a:pos x="connsiteX13976" y="connsiteY13976"/>
                </a:cxn>
                <a:cxn ang="0">
                  <a:pos x="connsiteX13977" y="connsiteY13977"/>
                </a:cxn>
                <a:cxn ang="0">
                  <a:pos x="connsiteX13978" y="connsiteY13978"/>
                </a:cxn>
                <a:cxn ang="0">
                  <a:pos x="connsiteX13979" y="connsiteY13979"/>
                </a:cxn>
                <a:cxn ang="0">
                  <a:pos x="connsiteX13980" y="connsiteY13980"/>
                </a:cxn>
                <a:cxn ang="0">
                  <a:pos x="connsiteX13981" y="connsiteY13981"/>
                </a:cxn>
                <a:cxn ang="0">
                  <a:pos x="connsiteX13982" y="connsiteY13982"/>
                </a:cxn>
                <a:cxn ang="0">
                  <a:pos x="connsiteX13983" y="connsiteY13983"/>
                </a:cxn>
                <a:cxn ang="0">
                  <a:pos x="connsiteX13984" y="connsiteY13984"/>
                </a:cxn>
                <a:cxn ang="0">
                  <a:pos x="connsiteX13985" y="connsiteY13985"/>
                </a:cxn>
                <a:cxn ang="0">
                  <a:pos x="connsiteX13986" y="connsiteY13986"/>
                </a:cxn>
                <a:cxn ang="0">
                  <a:pos x="connsiteX13987" y="connsiteY13987"/>
                </a:cxn>
                <a:cxn ang="0">
                  <a:pos x="connsiteX13988" y="connsiteY13988"/>
                </a:cxn>
                <a:cxn ang="0">
                  <a:pos x="connsiteX13989" y="connsiteY13989"/>
                </a:cxn>
                <a:cxn ang="0">
                  <a:pos x="connsiteX13990" y="connsiteY13990"/>
                </a:cxn>
                <a:cxn ang="0">
                  <a:pos x="connsiteX13991" y="connsiteY13991"/>
                </a:cxn>
                <a:cxn ang="0">
                  <a:pos x="connsiteX13992" y="connsiteY13992"/>
                </a:cxn>
                <a:cxn ang="0">
                  <a:pos x="connsiteX13993" y="connsiteY13993"/>
                </a:cxn>
                <a:cxn ang="0">
                  <a:pos x="connsiteX13994" y="connsiteY13994"/>
                </a:cxn>
                <a:cxn ang="0">
                  <a:pos x="connsiteX13995" y="connsiteY13995"/>
                </a:cxn>
                <a:cxn ang="0">
                  <a:pos x="connsiteX13996" y="connsiteY13996"/>
                </a:cxn>
                <a:cxn ang="0">
                  <a:pos x="connsiteX13997" y="connsiteY13997"/>
                </a:cxn>
                <a:cxn ang="0">
                  <a:pos x="connsiteX13998" y="connsiteY13998"/>
                </a:cxn>
                <a:cxn ang="0">
                  <a:pos x="connsiteX13999" y="connsiteY13999"/>
                </a:cxn>
                <a:cxn ang="0">
                  <a:pos x="connsiteX14000" y="connsiteY14000"/>
                </a:cxn>
                <a:cxn ang="0">
                  <a:pos x="connsiteX14001" y="connsiteY14001"/>
                </a:cxn>
                <a:cxn ang="0">
                  <a:pos x="connsiteX14002" y="connsiteY14002"/>
                </a:cxn>
                <a:cxn ang="0">
                  <a:pos x="connsiteX14003" y="connsiteY14003"/>
                </a:cxn>
                <a:cxn ang="0">
                  <a:pos x="connsiteX14004" y="connsiteY14004"/>
                </a:cxn>
                <a:cxn ang="0">
                  <a:pos x="connsiteX14005" y="connsiteY14005"/>
                </a:cxn>
                <a:cxn ang="0">
                  <a:pos x="connsiteX14006" y="connsiteY14006"/>
                </a:cxn>
                <a:cxn ang="0">
                  <a:pos x="connsiteX14007" y="connsiteY14007"/>
                </a:cxn>
                <a:cxn ang="0">
                  <a:pos x="connsiteX14008" y="connsiteY14008"/>
                </a:cxn>
                <a:cxn ang="0">
                  <a:pos x="connsiteX14009" y="connsiteY14009"/>
                </a:cxn>
                <a:cxn ang="0">
                  <a:pos x="connsiteX14010" y="connsiteY14010"/>
                </a:cxn>
                <a:cxn ang="0">
                  <a:pos x="connsiteX14011" y="connsiteY14011"/>
                </a:cxn>
                <a:cxn ang="0">
                  <a:pos x="connsiteX14012" y="connsiteY14012"/>
                </a:cxn>
                <a:cxn ang="0">
                  <a:pos x="connsiteX14013" y="connsiteY14013"/>
                </a:cxn>
                <a:cxn ang="0">
                  <a:pos x="connsiteX14014" y="connsiteY14014"/>
                </a:cxn>
                <a:cxn ang="0">
                  <a:pos x="connsiteX14015" y="connsiteY14015"/>
                </a:cxn>
                <a:cxn ang="0">
                  <a:pos x="connsiteX14016" y="connsiteY14016"/>
                </a:cxn>
                <a:cxn ang="0">
                  <a:pos x="connsiteX14017" y="connsiteY14017"/>
                </a:cxn>
                <a:cxn ang="0">
                  <a:pos x="connsiteX14018" y="connsiteY14018"/>
                </a:cxn>
                <a:cxn ang="0">
                  <a:pos x="connsiteX14019" y="connsiteY14019"/>
                </a:cxn>
                <a:cxn ang="0">
                  <a:pos x="connsiteX14020" y="connsiteY14020"/>
                </a:cxn>
                <a:cxn ang="0">
                  <a:pos x="connsiteX14021" y="connsiteY14021"/>
                </a:cxn>
                <a:cxn ang="0">
                  <a:pos x="connsiteX14022" y="connsiteY14022"/>
                </a:cxn>
                <a:cxn ang="0">
                  <a:pos x="connsiteX14023" y="connsiteY14023"/>
                </a:cxn>
                <a:cxn ang="0">
                  <a:pos x="connsiteX14024" y="connsiteY14024"/>
                </a:cxn>
                <a:cxn ang="0">
                  <a:pos x="connsiteX14025" y="connsiteY14025"/>
                </a:cxn>
                <a:cxn ang="0">
                  <a:pos x="connsiteX14026" y="connsiteY14026"/>
                </a:cxn>
                <a:cxn ang="0">
                  <a:pos x="connsiteX14027" y="connsiteY14027"/>
                </a:cxn>
                <a:cxn ang="0">
                  <a:pos x="connsiteX14028" y="connsiteY14028"/>
                </a:cxn>
                <a:cxn ang="0">
                  <a:pos x="connsiteX14029" y="connsiteY14029"/>
                </a:cxn>
                <a:cxn ang="0">
                  <a:pos x="connsiteX14030" y="connsiteY14030"/>
                </a:cxn>
                <a:cxn ang="0">
                  <a:pos x="connsiteX14031" y="connsiteY14031"/>
                </a:cxn>
                <a:cxn ang="0">
                  <a:pos x="connsiteX14032" y="connsiteY14032"/>
                </a:cxn>
                <a:cxn ang="0">
                  <a:pos x="connsiteX14033" y="connsiteY14033"/>
                </a:cxn>
                <a:cxn ang="0">
                  <a:pos x="connsiteX14034" y="connsiteY14034"/>
                </a:cxn>
                <a:cxn ang="0">
                  <a:pos x="connsiteX14035" y="connsiteY14035"/>
                </a:cxn>
                <a:cxn ang="0">
                  <a:pos x="connsiteX14036" y="connsiteY14036"/>
                </a:cxn>
                <a:cxn ang="0">
                  <a:pos x="connsiteX14037" y="connsiteY14037"/>
                </a:cxn>
                <a:cxn ang="0">
                  <a:pos x="connsiteX14038" y="connsiteY14038"/>
                </a:cxn>
                <a:cxn ang="0">
                  <a:pos x="connsiteX14039" y="connsiteY14039"/>
                </a:cxn>
                <a:cxn ang="0">
                  <a:pos x="connsiteX14040" y="connsiteY14040"/>
                </a:cxn>
                <a:cxn ang="0">
                  <a:pos x="connsiteX14041" y="connsiteY14041"/>
                </a:cxn>
                <a:cxn ang="0">
                  <a:pos x="connsiteX14042" y="connsiteY14042"/>
                </a:cxn>
                <a:cxn ang="0">
                  <a:pos x="connsiteX14043" y="connsiteY14043"/>
                </a:cxn>
                <a:cxn ang="0">
                  <a:pos x="connsiteX14044" y="connsiteY14044"/>
                </a:cxn>
                <a:cxn ang="0">
                  <a:pos x="connsiteX14045" y="connsiteY14045"/>
                </a:cxn>
                <a:cxn ang="0">
                  <a:pos x="connsiteX14046" y="connsiteY14046"/>
                </a:cxn>
                <a:cxn ang="0">
                  <a:pos x="connsiteX14047" y="connsiteY14047"/>
                </a:cxn>
                <a:cxn ang="0">
                  <a:pos x="connsiteX14048" y="connsiteY14048"/>
                </a:cxn>
                <a:cxn ang="0">
                  <a:pos x="connsiteX14049" y="connsiteY14049"/>
                </a:cxn>
                <a:cxn ang="0">
                  <a:pos x="connsiteX14050" y="connsiteY14050"/>
                </a:cxn>
                <a:cxn ang="0">
                  <a:pos x="connsiteX14051" y="connsiteY14051"/>
                </a:cxn>
                <a:cxn ang="0">
                  <a:pos x="connsiteX14052" y="connsiteY14052"/>
                </a:cxn>
                <a:cxn ang="0">
                  <a:pos x="connsiteX14053" y="connsiteY14053"/>
                </a:cxn>
                <a:cxn ang="0">
                  <a:pos x="connsiteX14054" y="connsiteY14054"/>
                </a:cxn>
                <a:cxn ang="0">
                  <a:pos x="connsiteX14055" y="connsiteY14055"/>
                </a:cxn>
                <a:cxn ang="0">
                  <a:pos x="connsiteX14056" y="connsiteY14056"/>
                </a:cxn>
                <a:cxn ang="0">
                  <a:pos x="connsiteX14057" y="connsiteY14057"/>
                </a:cxn>
                <a:cxn ang="0">
                  <a:pos x="connsiteX14058" y="connsiteY14058"/>
                </a:cxn>
                <a:cxn ang="0">
                  <a:pos x="connsiteX14059" y="connsiteY14059"/>
                </a:cxn>
                <a:cxn ang="0">
                  <a:pos x="connsiteX14060" y="connsiteY14060"/>
                </a:cxn>
                <a:cxn ang="0">
                  <a:pos x="connsiteX14061" y="connsiteY14061"/>
                </a:cxn>
                <a:cxn ang="0">
                  <a:pos x="connsiteX14062" y="connsiteY14062"/>
                </a:cxn>
                <a:cxn ang="0">
                  <a:pos x="connsiteX14063" y="connsiteY14063"/>
                </a:cxn>
                <a:cxn ang="0">
                  <a:pos x="connsiteX14064" y="connsiteY14064"/>
                </a:cxn>
                <a:cxn ang="0">
                  <a:pos x="connsiteX14065" y="connsiteY14065"/>
                </a:cxn>
                <a:cxn ang="0">
                  <a:pos x="connsiteX14066" y="connsiteY14066"/>
                </a:cxn>
                <a:cxn ang="0">
                  <a:pos x="connsiteX14067" y="connsiteY14067"/>
                </a:cxn>
                <a:cxn ang="0">
                  <a:pos x="connsiteX14068" y="connsiteY14068"/>
                </a:cxn>
                <a:cxn ang="0">
                  <a:pos x="connsiteX14069" y="connsiteY14069"/>
                </a:cxn>
                <a:cxn ang="0">
                  <a:pos x="connsiteX14070" y="connsiteY14070"/>
                </a:cxn>
                <a:cxn ang="0">
                  <a:pos x="connsiteX14071" y="connsiteY14071"/>
                </a:cxn>
                <a:cxn ang="0">
                  <a:pos x="connsiteX14072" y="connsiteY14072"/>
                </a:cxn>
                <a:cxn ang="0">
                  <a:pos x="connsiteX14073" y="connsiteY14073"/>
                </a:cxn>
                <a:cxn ang="0">
                  <a:pos x="connsiteX14074" y="connsiteY14074"/>
                </a:cxn>
                <a:cxn ang="0">
                  <a:pos x="connsiteX14075" y="connsiteY14075"/>
                </a:cxn>
                <a:cxn ang="0">
                  <a:pos x="connsiteX14076" y="connsiteY14076"/>
                </a:cxn>
                <a:cxn ang="0">
                  <a:pos x="connsiteX14077" y="connsiteY14077"/>
                </a:cxn>
                <a:cxn ang="0">
                  <a:pos x="connsiteX14078" y="connsiteY14078"/>
                </a:cxn>
                <a:cxn ang="0">
                  <a:pos x="connsiteX14079" y="connsiteY14079"/>
                </a:cxn>
                <a:cxn ang="0">
                  <a:pos x="connsiteX14080" y="connsiteY14080"/>
                </a:cxn>
                <a:cxn ang="0">
                  <a:pos x="connsiteX14081" y="connsiteY14081"/>
                </a:cxn>
                <a:cxn ang="0">
                  <a:pos x="connsiteX14082" y="connsiteY14082"/>
                </a:cxn>
                <a:cxn ang="0">
                  <a:pos x="connsiteX14083" y="connsiteY14083"/>
                </a:cxn>
                <a:cxn ang="0">
                  <a:pos x="connsiteX14084" y="connsiteY14084"/>
                </a:cxn>
                <a:cxn ang="0">
                  <a:pos x="connsiteX14085" y="connsiteY14085"/>
                </a:cxn>
                <a:cxn ang="0">
                  <a:pos x="connsiteX14086" y="connsiteY14086"/>
                </a:cxn>
                <a:cxn ang="0">
                  <a:pos x="connsiteX14087" y="connsiteY14087"/>
                </a:cxn>
                <a:cxn ang="0">
                  <a:pos x="connsiteX14088" y="connsiteY14088"/>
                </a:cxn>
                <a:cxn ang="0">
                  <a:pos x="connsiteX14089" y="connsiteY14089"/>
                </a:cxn>
                <a:cxn ang="0">
                  <a:pos x="connsiteX14090" y="connsiteY14090"/>
                </a:cxn>
                <a:cxn ang="0">
                  <a:pos x="connsiteX14091" y="connsiteY14091"/>
                </a:cxn>
                <a:cxn ang="0">
                  <a:pos x="connsiteX14092" y="connsiteY14092"/>
                </a:cxn>
                <a:cxn ang="0">
                  <a:pos x="connsiteX14093" y="connsiteY14093"/>
                </a:cxn>
                <a:cxn ang="0">
                  <a:pos x="connsiteX14094" y="connsiteY14094"/>
                </a:cxn>
                <a:cxn ang="0">
                  <a:pos x="connsiteX14095" y="connsiteY14095"/>
                </a:cxn>
                <a:cxn ang="0">
                  <a:pos x="connsiteX14096" y="connsiteY14096"/>
                </a:cxn>
                <a:cxn ang="0">
                  <a:pos x="connsiteX14097" y="connsiteY14097"/>
                </a:cxn>
                <a:cxn ang="0">
                  <a:pos x="connsiteX14098" y="connsiteY14098"/>
                </a:cxn>
                <a:cxn ang="0">
                  <a:pos x="connsiteX14099" y="connsiteY14099"/>
                </a:cxn>
                <a:cxn ang="0">
                  <a:pos x="connsiteX14100" y="connsiteY14100"/>
                </a:cxn>
                <a:cxn ang="0">
                  <a:pos x="connsiteX14101" y="connsiteY14101"/>
                </a:cxn>
                <a:cxn ang="0">
                  <a:pos x="connsiteX14102" y="connsiteY14102"/>
                </a:cxn>
                <a:cxn ang="0">
                  <a:pos x="connsiteX14103" y="connsiteY14103"/>
                </a:cxn>
                <a:cxn ang="0">
                  <a:pos x="connsiteX14104" y="connsiteY14104"/>
                </a:cxn>
                <a:cxn ang="0">
                  <a:pos x="connsiteX14105" y="connsiteY14105"/>
                </a:cxn>
                <a:cxn ang="0">
                  <a:pos x="connsiteX14106" y="connsiteY14106"/>
                </a:cxn>
                <a:cxn ang="0">
                  <a:pos x="connsiteX14107" y="connsiteY14107"/>
                </a:cxn>
                <a:cxn ang="0">
                  <a:pos x="connsiteX14108" y="connsiteY14108"/>
                </a:cxn>
                <a:cxn ang="0">
                  <a:pos x="connsiteX14109" y="connsiteY14109"/>
                </a:cxn>
                <a:cxn ang="0">
                  <a:pos x="connsiteX14110" y="connsiteY14110"/>
                </a:cxn>
                <a:cxn ang="0">
                  <a:pos x="connsiteX14111" y="connsiteY14111"/>
                </a:cxn>
                <a:cxn ang="0">
                  <a:pos x="connsiteX14112" y="connsiteY14112"/>
                </a:cxn>
                <a:cxn ang="0">
                  <a:pos x="connsiteX14113" y="connsiteY14113"/>
                </a:cxn>
                <a:cxn ang="0">
                  <a:pos x="connsiteX14114" y="connsiteY14114"/>
                </a:cxn>
                <a:cxn ang="0">
                  <a:pos x="connsiteX14115" y="connsiteY14115"/>
                </a:cxn>
                <a:cxn ang="0">
                  <a:pos x="connsiteX14116" y="connsiteY14116"/>
                </a:cxn>
                <a:cxn ang="0">
                  <a:pos x="connsiteX14117" y="connsiteY14117"/>
                </a:cxn>
                <a:cxn ang="0">
                  <a:pos x="connsiteX14118" y="connsiteY14118"/>
                </a:cxn>
                <a:cxn ang="0">
                  <a:pos x="connsiteX14119" y="connsiteY14119"/>
                </a:cxn>
                <a:cxn ang="0">
                  <a:pos x="connsiteX14120" y="connsiteY14120"/>
                </a:cxn>
                <a:cxn ang="0">
                  <a:pos x="connsiteX14121" y="connsiteY14121"/>
                </a:cxn>
                <a:cxn ang="0">
                  <a:pos x="connsiteX14122" y="connsiteY14122"/>
                </a:cxn>
                <a:cxn ang="0">
                  <a:pos x="connsiteX14123" y="connsiteY14123"/>
                </a:cxn>
                <a:cxn ang="0">
                  <a:pos x="connsiteX14124" y="connsiteY14124"/>
                </a:cxn>
                <a:cxn ang="0">
                  <a:pos x="connsiteX14125" y="connsiteY14125"/>
                </a:cxn>
                <a:cxn ang="0">
                  <a:pos x="connsiteX14126" y="connsiteY14126"/>
                </a:cxn>
                <a:cxn ang="0">
                  <a:pos x="connsiteX14127" y="connsiteY14127"/>
                </a:cxn>
                <a:cxn ang="0">
                  <a:pos x="connsiteX14128" y="connsiteY14128"/>
                </a:cxn>
                <a:cxn ang="0">
                  <a:pos x="connsiteX14129" y="connsiteY14129"/>
                </a:cxn>
                <a:cxn ang="0">
                  <a:pos x="connsiteX14130" y="connsiteY14130"/>
                </a:cxn>
                <a:cxn ang="0">
                  <a:pos x="connsiteX14131" y="connsiteY14131"/>
                </a:cxn>
                <a:cxn ang="0">
                  <a:pos x="connsiteX14132" y="connsiteY14132"/>
                </a:cxn>
                <a:cxn ang="0">
                  <a:pos x="connsiteX14133" y="connsiteY14133"/>
                </a:cxn>
                <a:cxn ang="0">
                  <a:pos x="connsiteX14134" y="connsiteY14134"/>
                </a:cxn>
                <a:cxn ang="0">
                  <a:pos x="connsiteX14135" y="connsiteY14135"/>
                </a:cxn>
                <a:cxn ang="0">
                  <a:pos x="connsiteX14136" y="connsiteY14136"/>
                </a:cxn>
                <a:cxn ang="0">
                  <a:pos x="connsiteX14137" y="connsiteY14137"/>
                </a:cxn>
                <a:cxn ang="0">
                  <a:pos x="connsiteX14138" y="connsiteY14138"/>
                </a:cxn>
                <a:cxn ang="0">
                  <a:pos x="connsiteX14139" y="connsiteY14139"/>
                </a:cxn>
                <a:cxn ang="0">
                  <a:pos x="connsiteX14140" y="connsiteY14140"/>
                </a:cxn>
                <a:cxn ang="0">
                  <a:pos x="connsiteX14141" y="connsiteY14141"/>
                </a:cxn>
                <a:cxn ang="0">
                  <a:pos x="connsiteX14142" y="connsiteY14142"/>
                </a:cxn>
                <a:cxn ang="0">
                  <a:pos x="connsiteX14143" y="connsiteY14143"/>
                </a:cxn>
                <a:cxn ang="0">
                  <a:pos x="connsiteX14144" y="connsiteY14144"/>
                </a:cxn>
                <a:cxn ang="0">
                  <a:pos x="connsiteX14145" y="connsiteY14145"/>
                </a:cxn>
                <a:cxn ang="0">
                  <a:pos x="connsiteX14146" y="connsiteY14146"/>
                </a:cxn>
                <a:cxn ang="0">
                  <a:pos x="connsiteX14147" y="connsiteY14147"/>
                </a:cxn>
                <a:cxn ang="0">
                  <a:pos x="connsiteX14148" y="connsiteY14148"/>
                </a:cxn>
                <a:cxn ang="0">
                  <a:pos x="connsiteX14149" y="connsiteY14149"/>
                </a:cxn>
                <a:cxn ang="0">
                  <a:pos x="connsiteX14150" y="connsiteY14150"/>
                </a:cxn>
                <a:cxn ang="0">
                  <a:pos x="connsiteX14151" y="connsiteY14151"/>
                </a:cxn>
                <a:cxn ang="0">
                  <a:pos x="connsiteX14152" y="connsiteY14152"/>
                </a:cxn>
                <a:cxn ang="0">
                  <a:pos x="connsiteX14153" y="connsiteY14153"/>
                </a:cxn>
                <a:cxn ang="0">
                  <a:pos x="connsiteX14154" y="connsiteY14154"/>
                </a:cxn>
                <a:cxn ang="0">
                  <a:pos x="connsiteX14155" y="connsiteY14155"/>
                </a:cxn>
                <a:cxn ang="0">
                  <a:pos x="connsiteX14156" y="connsiteY14156"/>
                </a:cxn>
                <a:cxn ang="0">
                  <a:pos x="connsiteX14157" y="connsiteY14157"/>
                </a:cxn>
                <a:cxn ang="0">
                  <a:pos x="connsiteX14158" y="connsiteY14158"/>
                </a:cxn>
                <a:cxn ang="0">
                  <a:pos x="connsiteX14159" y="connsiteY14159"/>
                </a:cxn>
                <a:cxn ang="0">
                  <a:pos x="connsiteX14160" y="connsiteY14160"/>
                </a:cxn>
                <a:cxn ang="0">
                  <a:pos x="connsiteX14161" y="connsiteY14161"/>
                </a:cxn>
                <a:cxn ang="0">
                  <a:pos x="connsiteX14162" y="connsiteY14162"/>
                </a:cxn>
                <a:cxn ang="0">
                  <a:pos x="connsiteX14163" y="connsiteY14163"/>
                </a:cxn>
                <a:cxn ang="0">
                  <a:pos x="connsiteX14164" y="connsiteY14164"/>
                </a:cxn>
                <a:cxn ang="0">
                  <a:pos x="connsiteX14165" y="connsiteY14165"/>
                </a:cxn>
                <a:cxn ang="0">
                  <a:pos x="connsiteX14166" y="connsiteY14166"/>
                </a:cxn>
                <a:cxn ang="0">
                  <a:pos x="connsiteX14167" y="connsiteY14167"/>
                </a:cxn>
                <a:cxn ang="0">
                  <a:pos x="connsiteX14168" y="connsiteY14168"/>
                </a:cxn>
                <a:cxn ang="0">
                  <a:pos x="connsiteX14169" y="connsiteY14169"/>
                </a:cxn>
                <a:cxn ang="0">
                  <a:pos x="connsiteX14170" y="connsiteY14170"/>
                </a:cxn>
                <a:cxn ang="0">
                  <a:pos x="connsiteX14171" y="connsiteY14171"/>
                </a:cxn>
                <a:cxn ang="0">
                  <a:pos x="connsiteX14172" y="connsiteY14172"/>
                </a:cxn>
                <a:cxn ang="0">
                  <a:pos x="connsiteX14173" y="connsiteY14173"/>
                </a:cxn>
                <a:cxn ang="0">
                  <a:pos x="connsiteX14174" y="connsiteY14174"/>
                </a:cxn>
                <a:cxn ang="0">
                  <a:pos x="connsiteX14175" y="connsiteY14175"/>
                </a:cxn>
                <a:cxn ang="0">
                  <a:pos x="connsiteX14176" y="connsiteY14176"/>
                </a:cxn>
                <a:cxn ang="0">
                  <a:pos x="connsiteX14177" y="connsiteY14177"/>
                </a:cxn>
                <a:cxn ang="0">
                  <a:pos x="connsiteX14178" y="connsiteY14178"/>
                </a:cxn>
                <a:cxn ang="0">
                  <a:pos x="connsiteX14179" y="connsiteY14179"/>
                </a:cxn>
                <a:cxn ang="0">
                  <a:pos x="connsiteX14180" y="connsiteY14180"/>
                </a:cxn>
                <a:cxn ang="0">
                  <a:pos x="connsiteX14181" y="connsiteY14181"/>
                </a:cxn>
                <a:cxn ang="0">
                  <a:pos x="connsiteX14182" y="connsiteY14182"/>
                </a:cxn>
                <a:cxn ang="0">
                  <a:pos x="connsiteX14183" y="connsiteY14183"/>
                </a:cxn>
                <a:cxn ang="0">
                  <a:pos x="connsiteX14184" y="connsiteY14184"/>
                </a:cxn>
                <a:cxn ang="0">
                  <a:pos x="connsiteX14185" y="connsiteY14185"/>
                </a:cxn>
                <a:cxn ang="0">
                  <a:pos x="connsiteX14186" y="connsiteY14186"/>
                </a:cxn>
                <a:cxn ang="0">
                  <a:pos x="connsiteX14187" y="connsiteY14187"/>
                </a:cxn>
                <a:cxn ang="0">
                  <a:pos x="connsiteX14188" y="connsiteY14188"/>
                </a:cxn>
                <a:cxn ang="0">
                  <a:pos x="connsiteX14189" y="connsiteY14189"/>
                </a:cxn>
                <a:cxn ang="0">
                  <a:pos x="connsiteX14190" y="connsiteY14190"/>
                </a:cxn>
                <a:cxn ang="0">
                  <a:pos x="connsiteX14191" y="connsiteY14191"/>
                </a:cxn>
                <a:cxn ang="0">
                  <a:pos x="connsiteX14192" y="connsiteY14192"/>
                </a:cxn>
                <a:cxn ang="0">
                  <a:pos x="connsiteX14193" y="connsiteY14193"/>
                </a:cxn>
                <a:cxn ang="0">
                  <a:pos x="connsiteX14194" y="connsiteY14194"/>
                </a:cxn>
                <a:cxn ang="0">
                  <a:pos x="connsiteX14195" y="connsiteY14195"/>
                </a:cxn>
                <a:cxn ang="0">
                  <a:pos x="connsiteX14196" y="connsiteY14196"/>
                </a:cxn>
                <a:cxn ang="0">
                  <a:pos x="connsiteX14197" y="connsiteY14197"/>
                </a:cxn>
                <a:cxn ang="0">
                  <a:pos x="connsiteX14198" y="connsiteY14198"/>
                </a:cxn>
                <a:cxn ang="0">
                  <a:pos x="connsiteX14199" y="connsiteY14199"/>
                </a:cxn>
                <a:cxn ang="0">
                  <a:pos x="connsiteX14200" y="connsiteY14200"/>
                </a:cxn>
                <a:cxn ang="0">
                  <a:pos x="connsiteX14201" y="connsiteY14201"/>
                </a:cxn>
                <a:cxn ang="0">
                  <a:pos x="connsiteX14202" y="connsiteY14202"/>
                </a:cxn>
                <a:cxn ang="0">
                  <a:pos x="connsiteX14203" y="connsiteY14203"/>
                </a:cxn>
                <a:cxn ang="0">
                  <a:pos x="connsiteX14204" y="connsiteY14204"/>
                </a:cxn>
                <a:cxn ang="0">
                  <a:pos x="connsiteX14205" y="connsiteY14205"/>
                </a:cxn>
                <a:cxn ang="0">
                  <a:pos x="connsiteX14206" y="connsiteY14206"/>
                </a:cxn>
                <a:cxn ang="0">
                  <a:pos x="connsiteX14207" y="connsiteY14207"/>
                </a:cxn>
                <a:cxn ang="0">
                  <a:pos x="connsiteX14208" y="connsiteY14208"/>
                </a:cxn>
                <a:cxn ang="0">
                  <a:pos x="connsiteX14209" y="connsiteY14209"/>
                </a:cxn>
                <a:cxn ang="0">
                  <a:pos x="connsiteX14210" y="connsiteY14210"/>
                </a:cxn>
                <a:cxn ang="0">
                  <a:pos x="connsiteX14211" y="connsiteY14211"/>
                </a:cxn>
                <a:cxn ang="0">
                  <a:pos x="connsiteX14212" y="connsiteY14212"/>
                </a:cxn>
                <a:cxn ang="0">
                  <a:pos x="connsiteX14213" y="connsiteY14213"/>
                </a:cxn>
                <a:cxn ang="0">
                  <a:pos x="connsiteX14214" y="connsiteY14214"/>
                </a:cxn>
                <a:cxn ang="0">
                  <a:pos x="connsiteX14215" y="connsiteY14215"/>
                </a:cxn>
                <a:cxn ang="0">
                  <a:pos x="connsiteX14216" y="connsiteY14216"/>
                </a:cxn>
                <a:cxn ang="0">
                  <a:pos x="connsiteX14217" y="connsiteY14217"/>
                </a:cxn>
                <a:cxn ang="0">
                  <a:pos x="connsiteX14218" y="connsiteY14218"/>
                </a:cxn>
                <a:cxn ang="0">
                  <a:pos x="connsiteX14219" y="connsiteY14219"/>
                </a:cxn>
                <a:cxn ang="0">
                  <a:pos x="connsiteX14220" y="connsiteY14220"/>
                </a:cxn>
                <a:cxn ang="0">
                  <a:pos x="connsiteX14221" y="connsiteY14221"/>
                </a:cxn>
                <a:cxn ang="0">
                  <a:pos x="connsiteX14222" y="connsiteY14222"/>
                </a:cxn>
                <a:cxn ang="0">
                  <a:pos x="connsiteX14223" y="connsiteY14223"/>
                </a:cxn>
                <a:cxn ang="0">
                  <a:pos x="connsiteX14224" y="connsiteY14224"/>
                </a:cxn>
                <a:cxn ang="0">
                  <a:pos x="connsiteX14225" y="connsiteY14225"/>
                </a:cxn>
                <a:cxn ang="0">
                  <a:pos x="connsiteX14226" y="connsiteY14226"/>
                </a:cxn>
                <a:cxn ang="0">
                  <a:pos x="connsiteX14227" y="connsiteY14227"/>
                </a:cxn>
                <a:cxn ang="0">
                  <a:pos x="connsiteX14228" y="connsiteY14228"/>
                </a:cxn>
                <a:cxn ang="0">
                  <a:pos x="connsiteX14229" y="connsiteY14229"/>
                </a:cxn>
                <a:cxn ang="0">
                  <a:pos x="connsiteX14230" y="connsiteY14230"/>
                </a:cxn>
                <a:cxn ang="0">
                  <a:pos x="connsiteX14231" y="connsiteY14231"/>
                </a:cxn>
                <a:cxn ang="0">
                  <a:pos x="connsiteX14232" y="connsiteY14232"/>
                </a:cxn>
                <a:cxn ang="0">
                  <a:pos x="connsiteX14233" y="connsiteY14233"/>
                </a:cxn>
                <a:cxn ang="0">
                  <a:pos x="connsiteX14234" y="connsiteY14234"/>
                </a:cxn>
                <a:cxn ang="0">
                  <a:pos x="connsiteX14235" y="connsiteY14235"/>
                </a:cxn>
                <a:cxn ang="0">
                  <a:pos x="connsiteX14236" y="connsiteY14236"/>
                </a:cxn>
                <a:cxn ang="0">
                  <a:pos x="connsiteX14237" y="connsiteY14237"/>
                </a:cxn>
                <a:cxn ang="0">
                  <a:pos x="connsiteX14238" y="connsiteY14238"/>
                </a:cxn>
                <a:cxn ang="0">
                  <a:pos x="connsiteX14239" y="connsiteY14239"/>
                </a:cxn>
                <a:cxn ang="0">
                  <a:pos x="connsiteX14240" y="connsiteY14240"/>
                </a:cxn>
                <a:cxn ang="0">
                  <a:pos x="connsiteX14241" y="connsiteY14241"/>
                </a:cxn>
                <a:cxn ang="0">
                  <a:pos x="connsiteX14242" y="connsiteY14242"/>
                </a:cxn>
                <a:cxn ang="0">
                  <a:pos x="connsiteX14243" y="connsiteY14243"/>
                </a:cxn>
                <a:cxn ang="0">
                  <a:pos x="connsiteX14244" y="connsiteY14244"/>
                </a:cxn>
                <a:cxn ang="0">
                  <a:pos x="connsiteX14245" y="connsiteY14245"/>
                </a:cxn>
                <a:cxn ang="0">
                  <a:pos x="connsiteX14246" y="connsiteY14246"/>
                </a:cxn>
                <a:cxn ang="0">
                  <a:pos x="connsiteX14247" y="connsiteY14247"/>
                </a:cxn>
                <a:cxn ang="0">
                  <a:pos x="connsiteX14248" y="connsiteY14248"/>
                </a:cxn>
                <a:cxn ang="0">
                  <a:pos x="connsiteX14249" y="connsiteY14249"/>
                </a:cxn>
                <a:cxn ang="0">
                  <a:pos x="connsiteX14250" y="connsiteY14250"/>
                </a:cxn>
                <a:cxn ang="0">
                  <a:pos x="connsiteX14251" y="connsiteY14251"/>
                </a:cxn>
                <a:cxn ang="0">
                  <a:pos x="connsiteX14252" y="connsiteY14252"/>
                </a:cxn>
                <a:cxn ang="0">
                  <a:pos x="connsiteX14253" y="connsiteY14253"/>
                </a:cxn>
                <a:cxn ang="0">
                  <a:pos x="connsiteX14254" y="connsiteY14254"/>
                </a:cxn>
                <a:cxn ang="0">
                  <a:pos x="connsiteX14255" y="connsiteY14255"/>
                </a:cxn>
                <a:cxn ang="0">
                  <a:pos x="connsiteX14256" y="connsiteY14256"/>
                </a:cxn>
                <a:cxn ang="0">
                  <a:pos x="connsiteX14257" y="connsiteY14257"/>
                </a:cxn>
                <a:cxn ang="0">
                  <a:pos x="connsiteX14258" y="connsiteY14258"/>
                </a:cxn>
                <a:cxn ang="0">
                  <a:pos x="connsiteX14259" y="connsiteY14259"/>
                </a:cxn>
                <a:cxn ang="0">
                  <a:pos x="connsiteX14260" y="connsiteY14260"/>
                </a:cxn>
                <a:cxn ang="0">
                  <a:pos x="connsiteX14261" y="connsiteY14261"/>
                </a:cxn>
                <a:cxn ang="0">
                  <a:pos x="connsiteX14262" y="connsiteY14262"/>
                </a:cxn>
                <a:cxn ang="0">
                  <a:pos x="connsiteX14263" y="connsiteY14263"/>
                </a:cxn>
                <a:cxn ang="0">
                  <a:pos x="connsiteX14264" y="connsiteY14264"/>
                </a:cxn>
                <a:cxn ang="0">
                  <a:pos x="connsiteX14265" y="connsiteY14265"/>
                </a:cxn>
                <a:cxn ang="0">
                  <a:pos x="connsiteX14266" y="connsiteY14266"/>
                </a:cxn>
                <a:cxn ang="0">
                  <a:pos x="connsiteX14267" y="connsiteY14267"/>
                </a:cxn>
                <a:cxn ang="0">
                  <a:pos x="connsiteX14268" y="connsiteY14268"/>
                </a:cxn>
                <a:cxn ang="0">
                  <a:pos x="connsiteX14269" y="connsiteY14269"/>
                </a:cxn>
                <a:cxn ang="0">
                  <a:pos x="connsiteX14270" y="connsiteY14270"/>
                </a:cxn>
                <a:cxn ang="0">
                  <a:pos x="connsiteX14271" y="connsiteY14271"/>
                </a:cxn>
                <a:cxn ang="0">
                  <a:pos x="connsiteX14272" y="connsiteY14272"/>
                </a:cxn>
                <a:cxn ang="0">
                  <a:pos x="connsiteX14273" y="connsiteY14273"/>
                </a:cxn>
                <a:cxn ang="0">
                  <a:pos x="connsiteX14274" y="connsiteY14274"/>
                </a:cxn>
                <a:cxn ang="0">
                  <a:pos x="connsiteX14275" y="connsiteY14275"/>
                </a:cxn>
                <a:cxn ang="0">
                  <a:pos x="connsiteX14276" y="connsiteY14276"/>
                </a:cxn>
                <a:cxn ang="0">
                  <a:pos x="connsiteX14277" y="connsiteY14277"/>
                </a:cxn>
                <a:cxn ang="0">
                  <a:pos x="connsiteX14278" y="connsiteY14278"/>
                </a:cxn>
                <a:cxn ang="0">
                  <a:pos x="connsiteX14279" y="connsiteY14279"/>
                </a:cxn>
                <a:cxn ang="0">
                  <a:pos x="connsiteX14280" y="connsiteY14280"/>
                </a:cxn>
                <a:cxn ang="0">
                  <a:pos x="connsiteX14281" y="connsiteY14281"/>
                </a:cxn>
                <a:cxn ang="0">
                  <a:pos x="connsiteX14282" y="connsiteY14282"/>
                </a:cxn>
                <a:cxn ang="0">
                  <a:pos x="connsiteX14283" y="connsiteY14283"/>
                </a:cxn>
                <a:cxn ang="0">
                  <a:pos x="connsiteX14284" y="connsiteY14284"/>
                </a:cxn>
                <a:cxn ang="0">
                  <a:pos x="connsiteX14285" y="connsiteY14285"/>
                </a:cxn>
                <a:cxn ang="0">
                  <a:pos x="connsiteX14286" y="connsiteY14286"/>
                </a:cxn>
                <a:cxn ang="0">
                  <a:pos x="connsiteX14287" y="connsiteY14287"/>
                </a:cxn>
                <a:cxn ang="0">
                  <a:pos x="connsiteX14288" y="connsiteY14288"/>
                </a:cxn>
                <a:cxn ang="0">
                  <a:pos x="connsiteX14289" y="connsiteY14289"/>
                </a:cxn>
                <a:cxn ang="0">
                  <a:pos x="connsiteX14290" y="connsiteY14290"/>
                </a:cxn>
                <a:cxn ang="0">
                  <a:pos x="connsiteX14291" y="connsiteY14291"/>
                </a:cxn>
                <a:cxn ang="0">
                  <a:pos x="connsiteX14292" y="connsiteY14292"/>
                </a:cxn>
                <a:cxn ang="0">
                  <a:pos x="connsiteX14293" y="connsiteY14293"/>
                </a:cxn>
                <a:cxn ang="0">
                  <a:pos x="connsiteX14294" y="connsiteY14294"/>
                </a:cxn>
                <a:cxn ang="0">
                  <a:pos x="connsiteX14295" y="connsiteY14295"/>
                </a:cxn>
                <a:cxn ang="0">
                  <a:pos x="connsiteX14296" y="connsiteY14296"/>
                </a:cxn>
                <a:cxn ang="0">
                  <a:pos x="connsiteX14297" y="connsiteY14297"/>
                </a:cxn>
                <a:cxn ang="0">
                  <a:pos x="connsiteX14298" y="connsiteY14298"/>
                </a:cxn>
                <a:cxn ang="0">
                  <a:pos x="connsiteX14299" y="connsiteY14299"/>
                </a:cxn>
                <a:cxn ang="0">
                  <a:pos x="connsiteX14300" y="connsiteY14300"/>
                </a:cxn>
                <a:cxn ang="0">
                  <a:pos x="connsiteX14301" y="connsiteY14301"/>
                </a:cxn>
                <a:cxn ang="0">
                  <a:pos x="connsiteX14302" y="connsiteY14302"/>
                </a:cxn>
                <a:cxn ang="0">
                  <a:pos x="connsiteX14303" y="connsiteY14303"/>
                </a:cxn>
                <a:cxn ang="0">
                  <a:pos x="connsiteX14304" y="connsiteY14304"/>
                </a:cxn>
                <a:cxn ang="0">
                  <a:pos x="connsiteX14305" y="connsiteY14305"/>
                </a:cxn>
                <a:cxn ang="0">
                  <a:pos x="connsiteX14306" y="connsiteY14306"/>
                </a:cxn>
                <a:cxn ang="0">
                  <a:pos x="connsiteX14307" y="connsiteY14307"/>
                </a:cxn>
                <a:cxn ang="0">
                  <a:pos x="connsiteX14308" y="connsiteY14308"/>
                </a:cxn>
                <a:cxn ang="0">
                  <a:pos x="connsiteX14309" y="connsiteY14309"/>
                </a:cxn>
                <a:cxn ang="0">
                  <a:pos x="connsiteX14310" y="connsiteY14310"/>
                </a:cxn>
                <a:cxn ang="0">
                  <a:pos x="connsiteX14311" y="connsiteY14311"/>
                </a:cxn>
                <a:cxn ang="0">
                  <a:pos x="connsiteX14312" y="connsiteY14312"/>
                </a:cxn>
                <a:cxn ang="0">
                  <a:pos x="connsiteX14313" y="connsiteY14313"/>
                </a:cxn>
                <a:cxn ang="0">
                  <a:pos x="connsiteX14314" y="connsiteY14314"/>
                </a:cxn>
                <a:cxn ang="0">
                  <a:pos x="connsiteX14315" y="connsiteY14315"/>
                </a:cxn>
                <a:cxn ang="0">
                  <a:pos x="connsiteX14316" y="connsiteY14316"/>
                </a:cxn>
                <a:cxn ang="0">
                  <a:pos x="connsiteX14317" y="connsiteY14317"/>
                </a:cxn>
                <a:cxn ang="0">
                  <a:pos x="connsiteX14318" y="connsiteY14318"/>
                </a:cxn>
                <a:cxn ang="0">
                  <a:pos x="connsiteX14319" y="connsiteY14319"/>
                </a:cxn>
                <a:cxn ang="0">
                  <a:pos x="connsiteX14320" y="connsiteY14320"/>
                </a:cxn>
                <a:cxn ang="0">
                  <a:pos x="connsiteX14321" y="connsiteY14321"/>
                </a:cxn>
                <a:cxn ang="0">
                  <a:pos x="connsiteX14322" y="connsiteY14322"/>
                </a:cxn>
                <a:cxn ang="0">
                  <a:pos x="connsiteX14323" y="connsiteY14323"/>
                </a:cxn>
                <a:cxn ang="0">
                  <a:pos x="connsiteX14324" y="connsiteY14324"/>
                </a:cxn>
                <a:cxn ang="0">
                  <a:pos x="connsiteX14325" y="connsiteY14325"/>
                </a:cxn>
                <a:cxn ang="0">
                  <a:pos x="connsiteX14326" y="connsiteY14326"/>
                </a:cxn>
                <a:cxn ang="0">
                  <a:pos x="connsiteX14327" y="connsiteY14327"/>
                </a:cxn>
                <a:cxn ang="0">
                  <a:pos x="connsiteX14328" y="connsiteY14328"/>
                </a:cxn>
                <a:cxn ang="0">
                  <a:pos x="connsiteX14329" y="connsiteY14329"/>
                </a:cxn>
                <a:cxn ang="0">
                  <a:pos x="connsiteX14330" y="connsiteY14330"/>
                </a:cxn>
                <a:cxn ang="0">
                  <a:pos x="connsiteX14331" y="connsiteY14331"/>
                </a:cxn>
                <a:cxn ang="0">
                  <a:pos x="connsiteX14332" y="connsiteY14332"/>
                </a:cxn>
                <a:cxn ang="0">
                  <a:pos x="connsiteX14333" y="connsiteY14333"/>
                </a:cxn>
                <a:cxn ang="0">
                  <a:pos x="connsiteX14334" y="connsiteY14334"/>
                </a:cxn>
                <a:cxn ang="0">
                  <a:pos x="connsiteX14335" y="connsiteY14335"/>
                </a:cxn>
                <a:cxn ang="0">
                  <a:pos x="connsiteX14336" y="connsiteY14336"/>
                </a:cxn>
                <a:cxn ang="0">
                  <a:pos x="connsiteX14337" y="connsiteY14337"/>
                </a:cxn>
                <a:cxn ang="0">
                  <a:pos x="connsiteX14338" y="connsiteY14338"/>
                </a:cxn>
                <a:cxn ang="0">
                  <a:pos x="connsiteX14339" y="connsiteY14339"/>
                </a:cxn>
                <a:cxn ang="0">
                  <a:pos x="connsiteX14340" y="connsiteY14340"/>
                </a:cxn>
                <a:cxn ang="0">
                  <a:pos x="connsiteX14341" y="connsiteY14341"/>
                </a:cxn>
                <a:cxn ang="0">
                  <a:pos x="connsiteX14342" y="connsiteY14342"/>
                </a:cxn>
                <a:cxn ang="0">
                  <a:pos x="connsiteX14343" y="connsiteY14343"/>
                </a:cxn>
                <a:cxn ang="0">
                  <a:pos x="connsiteX14344" y="connsiteY14344"/>
                </a:cxn>
                <a:cxn ang="0">
                  <a:pos x="connsiteX14345" y="connsiteY14345"/>
                </a:cxn>
                <a:cxn ang="0">
                  <a:pos x="connsiteX14346" y="connsiteY14346"/>
                </a:cxn>
                <a:cxn ang="0">
                  <a:pos x="connsiteX14347" y="connsiteY14347"/>
                </a:cxn>
                <a:cxn ang="0">
                  <a:pos x="connsiteX14348" y="connsiteY14348"/>
                </a:cxn>
                <a:cxn ang="0">
                  <a:pos x="connsiteX14349" y="connsiteY14349"/>
                </a:cxn>
                <a:cxn ang="0">
                  <a:pos x="connsiteX14350" y="connsiteY14350"/>
                </a:cxn>
                <a:cxn ang="0">
                  <a:pos x="connsiteX14351" y="connsiteY14351"/>
                </a:cxn>
                <a:cxn ang="0">
                  <a:pos x="connsiteX14352" y="connsiteY14352"/>
                </a:cxn>
                <a:cxn ang="0">
                  <a:pos x="connsiteX14353" y="connsiteY14353"/>
                </a:cxn>
                <a:cxn ang="0">
                  <a:pos x="connsiteX14354" y="connsiteY14354"/>
                </a:cxn>
                <a:cxn ang="0">
                  <a:pos x="connsiteX14355" y="connsiteY14355"/>
                </a:cxn>
                <a:cxn ang="0">
                  <a:pos x="connsiteX14356" y="connsiteY14356"/>
                </a:cxn>
                <a:cxn ang="0">
                  <a:pos x="connsiteX14357" y="connsiteY14357"/>
                </a:cxn>
                <a:cxn ang="0">
                  <a:pos x="connsiteX14358" y="connsiteY14358"/>
                </a:cxn>
                <a:cxn ang="0">
                  <a:pos x="connsiteX14359" y="connsiteY14359"/>
                </a:cxn>
                <a:cxn ang="0">
                  <a:pos x="connsiteX14360" y="connsiteY14360"/>
                </a:cxn>
                <a:cxn ang="0">
                  <a:pos x="connsiteX14361" y="connsiteY14361"/>
                </a:cxn>
                <a:cxn ang="0">
                  <a:pos x="connsiteX14362" y="connsiteY14362"/>
                </a:cxn>
                <a:cxn ang="0">
                  <a:pos x="connsiteX14363" y="connsiteY14363"/>
                </a:cxn>
                <a:cxn ang="0">
                  <a:pos x="connsiteX14364" y="connsiteY14364"/>
                </a:cxn>
                <a:cxn ang="0">
                  <a:pos x="connsiteX14365" y="connsiteY14365"/>
                </a:cxn>
                <a:cxn ang="0">
                  <a:pos x="connsiteX14366" y="connsiteY14366"/>
                </a:cxn>
                <a:cxn ang="0">
                  <a:pos x="connsiteX14367" y="connsiteY14367"/>
                </a:cxn>
                <a:cxn ang="0">
                  <a:pos x="connsiteX14368" y="connsiteY14368"/>
                </a:cxn>
                <a:cxn ang="0">
                  <a:pos x="connsiteX14369" y="connsiteY14369"/>
                </a:cxn>
                <a:cxn ang="0">
                  <a:pos x="connsiteX14370" y="connsiteY14370"/>
                </a:cxn>
                <a:cxn ang="0">
                  <a:pos x="connsiteX14371" y="connsiteY14371"/>
                </a:cxn>
                <a:cxn ang="0">
                  <a:pos x="connsiteX14372" y="connsiteY14372"/>
                </a:cxn>
                <a:cxn ang="0">
                  <a:pos x="connsiteX14373" y="connsiteY14373"/>
                </a:cxn>
                <a:cxn ang="0">
                  <a:pos x="connsiteX14374" y="connsiteY14374"/>
                </a:cxn>
                <a:cxn ang="0">
                  <a:pos x="connsiteX14375" y="connsiteY14375"/>
                </a:cxn>
                <a:cxn ang="0">
                  <a:pos x="connsiteX14376" y="connsiteY14376"/>
                </a:cxn>
                <a:cxn ang="0">
                  <a:pos x="connsiteX14377" y="connsiteY14377"/>
                </a:cxn>
                <a:cxn ang="0">
                  <a:pos x="connsiteX14378" y="connsiteY14378"/>
                </a:cxn>
                <a:cxn ang="0">
                  <a:pos x="connsiteX14379" y="connsiteY14379"/>
                </a:cxn>
                <a:cxn ang="0">
                  <a:pos x="connsiteX14380" y="connsiteY14380"/>
                </a:cxn>
                <a:cxn ang="0">
                  <a:pos x="connsiteX14381" y="connsiteY14381"/>
                </a:cxn>
                <a:cxn ang="0">
                  <a:pos x="connsiteX14382" y="connsiteY14382"/>
                </a:cxn>
                <a:cxn ang="0">
                  <a:pos x="connsiteX14383" y="connsiteY14383"/>
                </a:cxn>
                <a:cxn ang="0">
                  <a:pos x="connsiteX14384" y="connsiteY14384"/>
                </a:cxn>
                <a:cxn ang="0">
                  <a:pos x="connsiteX14385" y="connsiteY14385"/>
                </a:cxn>
                <a:cxn ang="0">
                  <a:pos x="connsiteX14386" y="connsiteY14386"/>
                </a:cxn>
                <a:cxn ang="0">
                  <a:pos x="connsiteX14387" y="connsiteY14387"/>
                </a:cxn>
                <a:cxn ang="0">
                  <a:pos x="connsiteX14388" y="connsiteY14388"/>
                </a:cxn>
                <a:cxn ang="0">
                  <a:pos x="connsiteX14389" y="connsiteY14389"/>
                </a:cxn>
                <a:cxn ang="0">
                  <a:pos x="connsiteX14390" y="connsiteY14390"/>
                </a:cxn>
                <a:cxn ang="0">
                  <a:pos x="connsiteX14391" y="connsiteY14391"/>
                </a:cxn>
                <a:cxn ang="0">
                  <a:pos x="connsiteX14392" y="connsiteY14392"/>
                </a:cxn>
                <a:cxn ang="0">
                  <a:pos x="connsiteX14393" y="connsiteY14393"/>
                </a:cxn>
                <a:cxn ang="0">
                  <a:pos x="connsiteX14394" y="connsiteY14394"/>
                </a:cxn>
                <a:cxn ang="0">
                  <a:pos x="connsiteX14395" y="connsiteY14395"/>
                </a:cxn>
                <a:cxn ang="0">
                  <a:pos x="connsiteX14396" y="connsiteY14396"/>
                </a:cxn>
                <a:cxn ang="0">
                  <a:pos x="connsiteX14397" y="connsiteY14397"/>
                </a:cxn>
                <a:cxn ang="0">
                  <a:pos x="connsiteX14398" y="connsiteY14398"/>
                </a:cxn>
                <a:cxn ang="0">
                  <a:pos x="connsiteX14399" y="connsiteY14399"/>
                </a:cxn>
                <a:cxn ang="0">
                  <a:pos x="connsiteX14400" y="connsiteY14400"/>
                </a:cxn>
                <a:cxn ang="0">
                  <a:pos x="connsiteX14401" y="connsiteY14401"/>
                </a:cxn>
                <a:cxn ang="0">
                  <a:pos x="connsiteX14402" y="connsiteY14402"/>
                </a:cxn>
                <a:cxn ang="0">
                  <a:pos x="connsiteX14403" y="connsiteY14403"/>
                </a:cxn>
                <a:cxn ang="0">
                  <a:pos x="connsiteX14404" y="connsiteY14404"/>
                </a:cxn>
                <a:cxn ang="0">
                  <a:pos x="connsiteX14405" y="connsiteY14405"/>
                </a:cxn>
                <a:cxn ang="0">
                  <a:pos x="connsiteX14406" y="connsiteY14406"/>
                </a:cxn>
                <a:cxn ang="0">
                  <a:pos x="connsiteX14407" y="connsiteY14407"/>
                </a:cxn>
                <a:cxn ang="0">
                  <a:pos x="connsiteX14408" y="connsiteY14408"/>
                </a:cxn>
                <a:cxn ang="0">
                  <a:pos x="connsiteX14409" y="connsiteY14409"/>
                </a:cxn>
                <a:cxn ang="0">
                  <a:pos x="connsiteX14410" y="connsiteY14410"/>
                </a:cxn>
                <a:cxn ang="0">
                  <a:pos x="connsiteX14411" y="connsiteY14411"/>
                </a:cxn>
                <a:cxn ang="0">
                  <a:pos x="connsiteX14412" y="connsiteY14412"/>
                </a:cxn>
                <a:cxn ang="0">
                  <a:pos x="connsiteX14413" y="connsiteY14413"/>
                </a:cxn>
                <a:cxn ang="0">
                  <a:pos x="connsiteX14414" y="connsiteY14414"/>
                </a:cxn>
                <a:cxn ang="0">
                  <a:pos x="connsiteX14415" y="connsiteY14415"/>
                </a:cxn>
                <a:cxn ang="0">
                  <a:pos x="connsiteX14416" y="connsiteY14416"/>
                </a:cxn>
                <a:cxn ang="0">
                  <a:pos x="connsiteX14417" y="connsiteY14417"/>
                </a:cxn>
                <a:cxn ang="0">
                  <a:pos x="connsiteX14418" y="connsiteY14418"/>
                </a:cxn>
                <a:cxn ang="0">
                  <a:pos x="connsiteX14419" y="connsiteY14419"/>
                </a:cxn>
                <a:cxn ang="0">
                  <a:pos x="connsiteX14420" y="connsiteY14420"/>
                </a:cxn>
                <a:cxn ang="0">
                  <a:pos x="connsiteX14421" y="connsiteY14421"/>
                </a:cxn>
                <a:cxn ang="0">
                  <a:pos x="connsiteX14422" y="connsiteY14422"/>
                </a:cxn>
                <a:cxn ang="0">
                  <a:pos x="connsiteX14423" y="connsiteY14423"/>
                </a:cxn>
                <a:cxn ang="0">
                  <a:pos x="connsiteX14424" y="connsiteY14424"/>
                </a:cxn>
                <a:cxn ang="0">
                  <a:pos x="connsiteX14425" y="connsiteY14425"/>
                </a:cxn>
                <a:cxn ang="0">
                  <a:pos x="connsiteX14426" y="connsiteY14426"/>
                </a:cxn>
                <a:cxn ang="0">
                  <a:pos x="connsiteX14427" y="connsiteY14427"/>
                </a:cxn>
                <a:cxn ang="0">
                  <a:pos x="connsiteX14428" y="connsiteY14428"/>
                </a:cxn>
                <a:cxn ang="0">
                  <a:pos x="connsiteX14429" y="connsiteY14429"/>
                </a:cxn>
                <a:cxn ang="0">
                  <a:pos x="connsiteX14430" y="connsiteY14430"/>
                </a:cxn>
                <a:cxn ang="0">
                  <a:pos x="connsiteX14431" y="connsiteY14431"/>
                </a:cxn>
                <a:cxn ang="0">
                  <a:pos x="connsiteX14432" y="connsiteY14432"/>
                </a:cxn>
                <a:cxn ang="0">
                  <a:pos x="connsiteX14433" y="connsiteY14433"/>
                </a:cxn>
                <a:cxn ang="0">
                  <a:pos x="connsiteX14434" y="connsiteY14434"/>
                </a:cxn>
                <a:cxn ang="0">
                  <a:pos x="connsiteX14435" y="connsiteY14435"/>
                </a:cxn>
                <a:cxn ang="0">
                  <a:pos x="connsiteX14436" y="connsiteY14436"/>
                </a:cxn>
                <a:cxn ang="0">
                  <a:pos x="connsiteX14437" y="connsiteY14437"/>
                </a:cxn>
                <a:cxn ang="0">
                  <a:pos x="connsiteX14438" y="connsiteY14438"/>
                </a:cxn>
                <a:cxn ang="0">
                  <a:pos x="connsiteX14439" y="connsiteY14439"/>
                </a:cxn>
                <a:cxn ang="0">
                  <a:pos x="connsiteX14440" y="connsiteY14440"/>
                </a:cxn>
                <a:cxn ang="0">
                  <a:pos x="connsiteX14441" y="connsiteY14441"/>
                </a:cxn>
                <a:cxn ang="0">
                  <a:pos x="connsiteX14442" y="connsiteY14442"/>
                </a:cxn>
                <a:cxn ang="0">
                  <a:pos x="connsiteX14443" y="connsiteY14443"/>
                </a:cxn>
                <a:cxn ang="0">
                  <a:pos x="connsiteX14444" y="connsiteY14444"/>
                </a:cxn>
                <a:cxn ang="0">
                  <a:pos x="connsiteX14445" y="connsiteY14445"/>
                </a:cxn>
                <a:cxn ang="0">
                  <a:pos x="connsiteX14446" y="connsiteY14446"/>
                </a:cxn>
                <a:cxn ang="0">
                  <a:pos x="connsiteX14447" y="connsiteY14447"/>
                </a:cxn>
                <a:cxn ang="0">
                  <a:pos x="connsiteX14448" y="connsiteY14448"/>
                </a:cxn>
                <a:cxn ang="0">
                  <a:pos x="connsiteX14449" y="connsiteY14449"/>
                </a:cxn>
                <a:cxn ang="0">
                  <a:pos x="connsiteX14450" y="connsiteY14450"/>
                </a:cxn>
                <a:cxn ang="0">
                  <a:pos x="connsiteX14451" y="connsiteY14451"/>
                </a:cxn>
                <a:cxn ang="0">
                  <a:pos x="connsiteX14452" y="connsiteY14452"/>
                </a:cxn>
                <a:cxn ang="0">
                  <a:pos x="connsiteX14453" y="connsiteY14453"/>
                </a:cxn>
                <a:cxn ang="0">
                  <a:pos x="connsiteX14454" y="connsiteY14454"/>
                </a:cxn>
                <a:cxn ang="0">
                  <a:pos x="connsiteX14455" y="connsiteY14455"/>
                </a:cxn>
                <a:cxn ang="0">
                  <a:pos x="connsiteX14456" y="connsiteY14456"/>
                </a:cxn>
                <a:cxn ang="0">
                  <a:pos x="connsiteX14457" y="connsiteY14457"/>
                </a:cxn>
                <a:cxn ang="0">
                  <a:pos x="connsiteX14458" y="connsiteY14458"/>
                </a:cxn>
                <a:cxn ang="0">
                  <a:pos x="connsiteX14459" y="connsiteY14459"/>
                </a:cxn>
                <a:cxn ang="0">
                  <a:pos x="connsiteX14460" y="connsiteY14460"/>
                </a:cxn>
                <a:cxn ang="0">
                  <a:pos x="connsiteX14461" y="connsiteY14461"/>
                </a:cxn>
                <a:cxn ang="0">
                  <a:pos x="connsiteX14462" y="connsiteY14462"/>
                </a:cxn>
                <a:cxn ang="0">
                  <a:pos x="connsiteX14463" y="connsiteY14463"/>
                </a:cxn>
                <a:cxn ang="0">
                  <a:pos x="connsiteX14464" y="connsiteY14464"/>
                </a:cxn>
                <a:cxn ang="0">
                  <a:pos x="connsiteX14465" y="connsiteY14465"/>
                </a:cxn>
                <a:cxn ang="0">
                  <a:pos x="connsiteX14466" y="connsiteY14466"/>
                </a:cxn>
                <a:cxn ang="0">
                  <a:pos x="connsiteX14467" y="connsiteY14467"/>
                </a:cxn>
                <a:cxn ang="0">
                  <a:pos x="connsiteX14468" y="connsiteY14468"/>
                </a:cxn>
                <a:cxn ang="0">
                  <a:pos x="connsiteX14469" y="connsiteY14469"/>
                </a:cxn>
                <a:cxn ang="0">
                  <a:pos x="connsiteX14470" y="connsiteY14470"/>
                </a:cxn>
                <a:cxn ang="0">
                  <a:pos x="connsiteX14471" y="connsiteY14471"/>
                </a:cxn>
                <a:cxn ang="0">
                  <a:pos x="connsiteX14472" y="connsiteY14472"/>
                </a:cxn>
                <a:cxn ang="0">
                  <a:pos x="connsiteX14473" y="connsiteY14473"/>
                </a:cxn>
                <a:cxn ang="0">
                  <a:pos x="connsiteX14474" y="connsiteY14474"/>
                </a:cxn>
                <a:cxn ang="0">
                  <a:pos x="connsiteX14475" y="connsiteY14475"/>
                </a:cxn>
                <a:cxn ang="0">
                  <a:pos x="connsiteX14476" y="connsiteY14476"/>
                </a:cxn>
                <a:cxn ang="0">
                  <a:pos x="connsiteX14477" y="connsiteY14477"/>
                </a:cxn>
                <a:cxn ang="0">
                  <a:pos x="connsiteX14478" y="connsiteY14478"/>
                </a:cxn>
                <a:cxn ang="0">
                  <a:pos x="connsiteX14479" y="connsiteY14479"/>
                </a:cxn>
                <a:cxn ang="0">
                  <a:pos x="connsiteX14480" y="connsiteY14480"/>
                </a:cxn>
                <a:cxn ang="0">
                  <a:pos x="connsiteX14481" y="connsiteY14481"/>
                </a:cxn>
                <a:cxn ang="0">
                  <a:pos x="connsiteX14482" y="connsiteY14482"/>
                </a:cxn>
                <a:cxn ang="0">
                  <a:pos x="connsiteX14483" y="connsiteY14483"/>
                </a:cxn>
                <a:cxn ang="0">
                  <a:pos x="connsiteX14484" y="connsiteY14484"/>
                </a:cxn>
                <a:cxn ang="0">
                  <a:pos x="connsiteX14485" y="connsiteY14485"/>
                </a:cxn>
                <a:cxn ang="0">
                  <a:pos x="connsiteX14486" y="connsiteY14486"/>
                </a:cxn>
                <a:cxn ang="0">
                  <a:pos x="connsiteX14487" y="connsiteY14487"/>
                </a:cxn>
                <a:cxn ang="0">
                  <a:pos x="connsiteX14488" y="connsiteY14488"/>
                </a:cxn>
                <a:cxn ang="0">
                  <a:pos x="connsiteX14489" y="connsiteY14489"/>
                </a:cxn>
                <a:cxn ang="0">
                  <a:pos x="connsiteX14490" y="connsiteY14490"/>
                </a:cxn>
                <a:cxn ang="0">
                  <a:pos x="connsiteX14491" y="connsiteY14491"/>
                </a:cxn>
                <a:cxn ang="0">
                  <a:pos x="connsiteX14492" y="connsiteY14492"/>
                </a:cxn>
                <a:cxn ang="0">
                  <a:pos x="connsiteX14493" y="connsiteY14493"/>
                </a:cxn>
                <a:cxn ang="0">
                  <a:pos x="connsiteX14494" y="connsiteY14494"/>
                </a:cxn>
                <a:cxn ang="0">
                  <a:pos x="connsiteX14495" y="connsiteY14495"/>
                </a:cxn>
                <a:cxn ang="0">
                  <a:pos x="connsiteX14496" y="connsiteY14496"/>
                </a:cxn>
                <a:cxn ang="0">
                  <a:pos x="connsiteX14497" y="connsiteY14497"/>
                </a:cxn>
                <a:cxn ang="0">
                  <a:pos x="connsiteX14498" y="connsiteY14498"/>
                </a:cxn>
                <a:cxn ang="0">
                  <a:pos x="connsiteX14499" y="connsiteY14499"/>
                </a:cxn>
                <a:cxn ang="0">
                  <a:pos x="connsiteX14500" y="connsiteY14500"/>
                </a:cxn>
                <a:cxn ang="0">
                  <a:pos x="connsiteX14501" y="connsiteY14501"/>
                </a:cxn>
                <a:cxn ang="0">
                  <a:pos x="connsiteX14502" y="connsiteY14502"/>
                </a:cxn>
                <a:cxn ang="0">
                  <a:pos x="connsiteX14503" y="connsiteY14503"/>
                </a:cxn>
                <a:cxn ang="0">
                  <a:pos x="connsiteX14504" y="connsiteY14504"/>
                </a:cxn>
                <a:cxn ang="0">
                  <a:pos x="connsiteX14505" y="connsiteY14505"/>
                </a:cxn>
                <a:cxn ang="0">
                  <a:pos x="connsiteX14506" y="connsiteY14506"/>
                </a:cxn>
                <a:cxn ang="0">
                  <a:pos x="connsiteX14507" y="connsiteY14507"/>
                </a:cxn>
                <a:cxn ang="0">
                  <a:pos x="connsiteX14508" y="connsiteY14508"/>
                </a:cxn>
                <a:cxn ang="0">
                  <a:pos x="connsiteX14509" y="connsiteY14509"/>
                </a:cxn>
                <a:cxn ang="0">
                  <a:pos x="connsiteX14510" y="connsiteY14510"/>
                </a:cxn>
                <a:cxn ang="0">
                  <a:pos x="connsiteX14511" y="connsiteY14511"/>
                </a:cxn>
                <a:cxn ang="0">
                  <a:pos x="connsiteX14512" y="connsiteY14512"/>
                </a:cxn>
                <a:cxn ang="0">
                  <a:pos x="connsiteX14513" y="connsiteY14513"/>
                </a:cxn>
                <a:cxn ang="0">
                  <a:pos x="connsiteX14514" y="connsiteY14514"/>
                </a:cxn>
                <a:cxn ang="0">
                  <a:pos x="connsiteX14515" y="connsiteY14515"/>
                </a:cxn>
                <a:cxn ang="0">
                  <a:pos x="connsiteX14516" y="connsiteY14516"/>
                </a:cxn>
                <a:cxn ang="0">
                  <a:pos x="connsiteX14517" y="connsiteY14517"/>
                </a:cxn>
                <a:cxn ang="0">
                  <a:pos x="connsiteX14518" y="connsiteY14518"/>
                </a:cxn>
                <a:cxn ang="0">
                  <a:pos x="connsiteX14519" y="connsiteY14519"/>
                </a:cxn>
                <a:cxn ang="0">
                  <a:pos x="connsiteX14520" y="connsiteY14520"/>
                </a:cxn>
                <a:cxn ang="0">
                  <a:pos x="connsiteX14521" y="connsiteY14521"/>
                </a:cxn>
                <a:cxn ang="0">
                  <a:pos x="connsiteX14522" y="connsiteY14522"/>
                </a:cxn>
                <a:cxn ang="0">
                  <a:pos x="connsiteX14523" y="connsiteY14523"/>
                </a:cxn>
                <a:cxn ang="0">
                  <a:pos x="connsiteX14524" y="connsiteY14524"/>
                </a:cxn>
                <a:cxn ang="0">
                  <a:pos x="connsiteX14525" y="connsiteY14525"/>
                </a:cxn>
                <a:cxn ang="0">
                  <a:pos x="connsiteX14526" y="connsiteY14526"/>
                </a:cxn>
                <a:cxn ang="0">
                  <a:pos x="connsiteX14527" y="connsiteY14527"/>
                </a:cxn>
                <a:cxn ang="0">
                  <a:pos x="connsiteX14528" y="connsiteY14528"/>
                </a:cxn>
                <a:cxn ang="0">
                  <a:pos x="connsiteX14529" y="connsiteY14529"/>
                </a:cxn>
                <a:cxn ang="0">
                  <a:pos x="connsiteX14530" y="connsiteY14530"/>
                </a:cxn>
                <a:cxn ang="0">
                  <a:pos x="connsiteX14531" y="connsiteY14531"/>
                </a:cxn>
                <a:cxn ang="0">
                  <a:pos x="connsiteX14532" y="connsiteY14532"/>
                </a:cxn>
                <a:cxn ang="0">
                  <a:pos x="connsiteX14533" y="connsiteY14533"/>
                </a:cxn>
                <a:cxn ang="0">
                  <a:pos x="connsiteX14534" y="connsiteY14534"/>
                </a:cxn>
                <a:cxn ang="0">
                  <a:pos x="connsiteX14535" y="connsiteY14535"/>
                </a:cxn>
                <a:cxn ang="0">
                  <a:pos x="connsiteX14536" y="connsiteY14536"/>
                </a:cxn>
                <a:cxn ang="0">
                  <a:pos x="connsiteX14537" y="connsiteY14537"/>
                </a:cxn>
                <a:cxn ang="0">
                  <a:pos x="connsiteX14538" y="connsiteY14538"/>
                </a:cxn>
                <a:cxn ang="0">
                  <a:pos x="connsiteX14539" y="connsiteY14539"/>
                </a:cxn>
                <a:cxn ang="0">
                  <a:pos x="connsiteX14540" y="connsiteY14540"/>
                </a:cxn>
                <a:cxn ang="0">
                  <a:pos x="connsiteX14541" y="connsiteY14541"/>
                </a:cxn>
                <a:cxn ang="0">
                  <a:pos x="connsiteX14542" y="connsiteY14542"/>
                </a:cxn>
                <a:cxn ang="0">
                  <a:pos x="connsiteX14543" y="connsiteY14543"/>
                </a:cxn>
                <a:cxn ang="0">
                  <a:pos x="connsiteX14544" y="connsiteY14544"/>
                </a:cxn>
                <a:cxn ang="0">
                  <a:pos x="connsiteX14545" y="connsiteY14545"/>
                </a:cxn>
                <a:cxn ang="0">
                  <a:pos x="connsiteX14546" y="connsiteY14546"/>
                </a:cxn>
                <a:cxn ang="0">
                  <a:pos x="connsiteX14547" y="connsiteY14547"/>
                </a:cxn>
                <a:cxn ang="0">
                  <a:pos x="connsiteX14548" y="connsiteY14548"/>
                </a:cxn>
                <a:cxn ang="0">
                  <a:pos x="connsiteX14549" y="connsiteY14549"/>
                </a:cxn>
                <a:cxn ang="0">
                  <a:pos x="connsiteX14550" y="connsiteY14550"/>
                </a:cxn>
                <a:cxn ang="0">
                  <a:pos x="connsiteX14551" y="connsiteY14551"/>
                </a:cxn>
                <a:cxn ang="0">
                  <a:pos x="connsiteX14552" y="connsiteY14552"/>
                </a:cxn>
                <a:cxn ang="0">
                  <a:pos x="connsiteX14553" y="connsiteY14553"/>
                </a:cxn>
                <a:cxn ang="0">
                  <a:pos x="connsiteX14554" y="connsiteY14554"/>
                </a:cxn>
                <a:cxn ang="0">
                  <a:pos x="connsiteX14555" y="connsiteY14555"/>
                </a:cxn>
                <a:cxn ang="0">
                  <a:pos x="connsiteX14556" y="connsiteY14556"/>
                </a:cxn>
                <a:cxn ang="0">
                  <a:pos x="connsiteX14557" y="connsiteY14557"/>
                </a:cxn>
                <a:cxn ang="0">
                  <a:pos x="connsiteX14558" y="connsiteY14558"/>
                </a:cxn>
                <a:cxn ang="0">
                  <a:pos x="connsiteX14559" y="connsiteY14559"/>
                </a:cxn>
                <a:cxn ang="0">
                  <a:pos x="connsiteX14560" y="connsiteY14560"/>
                </a:cxn>
                <a:cxn ang="0">
                  <a:pos x="connsiteX14561" y="connsiteY14561"/>
                </a:cxn>
                <a:cxn ang="0">
                  <a:pos x="connsiteX14562" y="connsiteY14562"/>
                </a:cxn>
                <a:cxn ang="0">
                  <a:pos x="connsiteX14563" y="connsiteY14563"/>
                </a:cxn>
                <a:cxn ang="0">
                  <a:pos x="connsiteX14564" y="connsiteY14564"/>
                </a:cxn>
                <a:cxn ang="0">
                  <a:pos x="connsiteX14565" y="connsiteY14565"/>
                </a:cxn>
                <a:cxn ang="0">
                  <a:pos x="connsiteX14566" y="connsiteY14566"/>
                </a:cxn>
                <a:cxn ang="0">
                  <a:pos x="connsiteX14567" y="connsiteY14567"/>
                </a:cxn>
                <a:cxn ang="0">
                  <a:pos x="connsiteX14568" y="connsiteY14568"/>
                </a:cxn>
                <a:cxn ang="0">
                  <a:pos x="connsiteX14569" y="connsiteY14569"/>
                </a:cxn>
                <a:cxn ang="0">
                  <a:pos x="connsiteX14570" y="connsiteY14570"/>
                </a:cxn>
                <a:cxn ang="0">
                  <a:pos x="connsiteX14571" y="connsiteY14571"/>
                </a:cxn>
                <a:cxn ang="0">
                  <a:pos x="connsiteX14572" y="connsiteY14572"/>
                </a:cxn>
                <a:cxn ang="0">
                  <a:pos x="connsiteX14573" y="connsiteY14573"/>
                </a:cxn>
                <a:cxn ang="0">
                  <a:pos x="connsiteX14574" y="connsiteY14574"/>
                </a:cxn>
                <a:cxn ang="0">
                  <a:pos x="connsiteX14575" y="connsiteY14575"/>
                </a:cxn>
                <a:cxn ang="0">
                  <a:pos x="connsiteX14576" y="connsiteY14576"/>
                </a:cxn>
                <a:cxn ang="0">
                  <a:pos x="connsiteX14577" y="connsiteY14577"/>
                </a:cxn>
                <a:cxn ang="0">
                  <a:pos x="connsiteX14578" y="connsiteY14578"/>
                </a:cxn>
                <a:cxn ang="0">
                  <a:pos x="connsiteX14579" y="connsiteY14579"/>
                </a:cxn>
                <a:cxn ang="0">
                  <a:pos x="connsiteX14580" y="connsiteY14580"/>
                </a:cxn>
                <a:cxn ang="0">
                  <a:pos x="connsiteX14581" y="connsiteY14581"/>
                </a:cxn>
                <a:cxn ang="0">
                  <a:pos x="connsiteX14582" y="connsiteY14582"/>
                </a:cxn>
                <a:cxn ang="0">
                  <a:pos x="connsiteX14583" y="connsiteY14583"/>
                </a:cxn>
                <a:cxn ang="0">
                  <a:pos x="connsiteX14584" y="connsiteY14584"/>
                </a:cxn>
                <a:cxn ang="0">
                  <a:pos x="connsiteX14585" y="connsiteY14585"/>
                </a:cxn>
                <a:cxn ang="0">
                  <a:pos x="connsiteX14586" y="connsiteY14586"/>
                </a:cxn>
                <a:cxn ang="0">
                  <a:pos x="connsiteX14587" y="connsiteY14587"/>
                </a:cxn>
                <a:cxn ang="0">
                  <a:pos x="connsiteX14588" y="connsiteY14588"/>
                </a:cxn>
                <a:cxn ang="0">
                  <a:pos x="connsiteX14589" y="connsiteY14589"/>
                </a:cxn>
                <a:cxn ang="0">
                  <a:pos x="connsiteX14590" y="connsiteY14590"/>
                </a:cxn>
                <a:cxn ang="0">
                  <a:pos x="connsiteX14591" y="connsiteY14591"/>
                </a:cxn>
                <a:cxn ang="0">
                  <a:pos x="connsiteX14592" y="connsiteY14592"/>
                </a:cxn>
                <a:cxn ang="0">
                  <a:pos x="connsiteX14593" y="connsiteY14593"/>
                </a:cxn>
                <a:cxn ang="0">
                  <a:pos x="connsiteX14594" y="connsiteY14594"/>
                </a:cxn>
                <a:cxn ang="0">
                  <a:pos x="connsiteX14595" y="connsiteY14595"/>
                </a:cxn>
                <a:cxn ang="0">
                  <a:pos x="connsiteX14596" y="connsiteY14596"/>
                </a:cxn>
                <a:cxn ang="0">
                  <a:pos x="connsiteX14597" y="connsiteY14597"/>
                </a:cxn>
                <a:cxn ang="0">
                  <a:pos x="connsiteX14598" y="connsiteY14598"/>
                </a:cxn>
                <a:cxn ang="0">
                  <a:pos x="connsiteX14599" y="connsiteY14599"/>
                </a:cxn>
                <a:cxn ang="0">
                  <a:pos x="connsiteX14600" y="connsiteY14600"/>
                </a:cxn>
                <a:cxn ang="0">
                  <a:pos x="connsiteX14601" y="connsiteY14601"/>
                </a:cxn>
                <a:cxn ang="0">
                  <a:pos x="connsiteX14602" y="connsiteY14602"/>
                </a:cxn>
                <a:cxn ang="0">
                  <a:pos x="connsiteX14603" y="connsiteY14603"/>
                </a:cxn>
                <a:cxn ang="0">
                  <a:pos x="connsiteX14604" y="connsiteY14604"/>
                </a:cxn>
                <a:cxn ang="0">
                  <a:pos x="connsiteX14605" y="connsiteY14605"/>
                </a:cxn>
                <a:cxn ang="0">
                  <a:pos x="connsiteX14606" y="connsiteY14606"/>
                </a:cxn>
                <a:cxn ang="0">
                  <a:pos x="connsiteX14607" y="connsiteY14607"/>
                </a:cxn>
                <a:cxn ang="0">
                  <a:pos x="connsiteX14608" y="connsiteY14608"/>
                </a:cxn>
                <a:cxn ang="0">
                  <a:pos x="connsiteX14609" y="connsiteY14609"/>
                </a:cxn>
                <a:cxn ang="0">
                  <a:pos x="connsiteX14610" y="connsiteY14610"/>
                </a:cxn>
                <a:cxn ang="0">
                  <a:pos x="connsiteX14611" y="connsiteY14611"/>
                </a:cxn>
                <a:cxn ang="0">
                  <a:pos x="connsiteX14612" y="connsiteY14612"/>
                </a:cxn>
                <a:cxn ang="0">
                  <a:pos x="connsiteX14613" y="connsiteY14613"/>
                </a:cxn>
                <a:cxn ang="0">
                  <a:pos x="connsiteX14614" y="connsiteY14614"/>
                </a:cxn>
                <a:cxn ang="0">
                  <a:pos x="connsiteX14615" y="connsiteY14615"/>
                </a:cxn>
                <a:cxn ang="0">
                  <a:pos x="connsiteX14616" y="connsiteY14616"/>
                </a:cxn>
                <a:cxn ang="0">
                  <a:pos x="connsiteX14617" y="connsiteY14617"/>
                </a:cxn>
                <a:cxn ang="0">
                  <a:pos x="connsiteX14618" y="connsiteY14618"/>
                </a:cxn>
                <a:cxn ang="0">
                  <a:pos x="connsiteX14619" y="connsiteY14619"/>
                </a:cxn>
                <a:cxn ang="0">
                  <a:pos x="connsiteX14620" y="connsiteY14620"/>
                </a:cxn>
                <a:cxn ang="0">
                  <a:pos x="connsiteX14621" y="connsiteY14621"/>
                </a:cxn>
                <a:cxn ang="0">
                  <a:pos x="connsiteX14622" y="connsiteY14622"/>
                </a:cxn>
                <a:cxn ang="0">
                  <a:pos x="connsiteX14623" y="connsiteY14623"/>
                </a:cxn>
                <a:cxn ang="0">
                  <a:pos x="connsiteX14624" y="connsiteY14624"/>
                </a:cxn>
                <a:cxn ang="0">
                  <a:pos x="connsiteX14625" y="connsiteY14625"/>
                </a:cxn>
                <a:cxn ang="0">
                  <a:pos x="connsiteX14626" y="connsiteY14626"/>
                </a:cxn>
                <a:cxn ang="0">
                  <a:pos x="connsiteX14627" y="connsiteY14627"/>
                </a:cxn>
                <a:cxn ang="0">
                  <a:pos x="connsiteX14628" y="connsiteY14628"/>
                </a:cxn>
                <a:cxn ang="0">
                  <a:pos x="connsiteX14629" y="connsiteY14629"/>
                </a:cxn>
                <a:cxn ang="0">
                  <a:pos x="connsiteX14630" y="connsiteY14630"/>
                </a:cxn>
                <a:cxn ang="0">
                  <a:pos x="connsiteX14631" y="connsiteY14631"/>
                </a:cxn>
                <a:cxn ang="0">
                  <a:pos x="connsiteX14632" y="connsiteY14632"/>
                </a:cxn>
                <a:cxn ang="0">
                  <a:pos x="connsiteX14633" y="connsiteY14633"/>
                </a:cxn>
                <a:cxn ang="0">
                  <a:pos x="connsiteX14634" y="connsiteY14634"/>
                </a:cxn>
                <a:cxn ang="0">
                  <a:pos x="connsiteX14635" y="connsiteY14635"/>
                </a:cxn>
                <a:cxn ang="0">
                  <a:pos x="connsiteX14636" y="connsiteY14636"/>
                </a:cxn>
                <a:cxn ang="0">
                  <a:pos x="connsiteX14637" y="connsiteY14637"/>
                </a:cxn>
                <a:cxn ang="0">
                  <a:pos x="connsiteX14638" y="connsiteY14638"/>
                </a:cxn>
                <a:cxn ang="0">
                  <a:pos x="connsiteX14639" y="connsiteY14639"/>
                </a:cxn>
                <a:cxn ang="0">
                  <a:pos x="connsiteX14640" y="connsiteY14640"/>
                </a:cxn>
                <a:cxn ang="0">
                  <a:pos x="connsiteX14641" y="connsiteY14641"/>
                </a:cxn>
                <a:cxn ang="0">
                  <a:pos x="connsiteX14642" y="connsiteY14642"/>
                </a:cxn>
                <a:cxn ang="0">
                  <a:pos x="connsiteX14643" y="connsiteY14643"/>
                </a:cxn>
                <a:cxn ang="0">
                  <a:pos x="connsiteX14644" y="connsiteY14644"/>
                </a:cxn>
                <a:cxn ang="0">
                  <a:pos x="connsiteX14645" y="connsiteY14645"/>
                </a:cxn>
                <a:cxn ang="0">
                  <a:pos x="connsiteX14646" y="connsiteY14646"/>
                </a:cxn>
                <a:cxn ang="0">
                  <a:pos x="connsiteX14647" y="connsiteY14647"/>
                </a:cxn>
                <a:cxn ang="0">
                  <a:pos x="connsiteX14648" y="connsiteY14648"/>
                </a:cxn>
                <a:cxn ang="0">
                  <a:pos x="connsiteX14649" y="connsiteY14649"/>
                </a:cxn>
                <a:cxn ang="0">
                  <a:pos x="connsiteX14650" y="connsiteY14650"/>
                </a:cxn>
                <a:cxn ang="0">
                  <a:pos x="connsiteX14651" y="connsiteY14651"/>
                </a:cxn>
                <a:cxn ang="0">
                  <a:pos x="connsiteX14652" y="connsiteY14652"/>
                </a:cxn>
                <a:cxn ang="0">
                  <a:pos x="connsiteX14653" y="connsiteY14653"/>
                </a:cxn>
                <a:cxn ang="0">
                  <a:pos x="connsiteX14654" y="connsiteY14654"/>
                </a:cxn>
                <a:cxn ang="0">
                  <a:pos x="connsiteX14655" y="connsiteY14655"/>
                </a:cxn>
                <a:cxn ang="0">
                  <a:pos x="connsiteX14656" y="connsiteY14656"/>
                </a:cxn>
                <a:cxn ang="0">
                  <a:pos x="connsiteX14657" y="connsiteY14657"/>
                </a:cxn>
                <a:cxn ang="0">
                  <a:pos x="connsiteX14658" y="connsiteY14658"/>
                </a:cxn>
                <a:cxn ang="0">
                  <a:pos x="connsiteX14659" y="connsiteY14659"/>
                </a:cxn>
                <a:cxn ang="0">
                  <a:pos x="connsiteX14660" y="connsiteY14660"/>
                </a:cxn>
                <a:cxn ang="0">
                  <a:pos x="connsiteX14661" y="connsiteY14661"/>
                </a:cxn>
                <a:cxn ang="0">
                  <a:pos x="connsiteX14662" y="connsiteY14662"/>
                </a:cxn>
                <a:cxn ang="0">
                  <a:pos x="connsiteX14663" y="connsiteY14663"/>
                </a:cxn>
                <a:cxn ang="0">
                  <a:pos x="connsiteX14664" y="connsiteY14664"/>
                </a:cxn>
                <a:cxn ang="0">
                  <a:pos x="connsiteX14665" y="connsiteY14665"/>
                </a:cxn>
                <a:cxn ang="0">
                  <a:pos x="connsiteX14666" y="connsiteY14666"/>
                </a:cxn>
                <a:cxn ang="0">
                  <a:pos x="connsiteX14667" y="connsiteY14667"/>
                </a:cxn>
                <a:cxn ang="0">
                  <a:pos x="connsiteX14668" y="connsiteY14668"/>
                </a:cxn>
                <a:cxn ang="0">
                  <a:pos x="connsiteX14669" y="connsiteY14669"/>
                </a:cxn>
                <a:cxn ang="0">
                  <a:pos x="connsiteX14670" y="connsiteY14670"/>
                </a:cxn>
                <a:cxn ang="0">
                  <a:pos x="connsiteX14671" y="connsiteY14671"/>
                </a:cxn>
                <a:cxn ang="0">
                  <a:pos x="connsiteX14672" y="connsiteY14672"/>
                </a:cxn>
                <a:cxn ang="0">
                  <a:pos x="connsiteX14673" y="connsiteY14673"/>
                </a:cxn>
                <a:cxn ang="0">
                  <a:pos x="connsiteX14674" y="connsiteY14674"/>
                </a:cxn>
                <a:cxn ang="0">
                  <a:pos x="connsiteX14675" y="connsiteY14675"/>
                </a:cxn>
                <a:cxn ang="0">
                  <a:pos x="connsiteX14676" y="connsiteY14676"/>
                </a:cxn>
                <a:cxn ang="0">
                  <a:pos x="connsiteX14677" y="connsiteY14677"/>
                </a:cxn>
                <a:cxn ang="0">
                  <a:pos x="connsiteX14678" y="connsiteY14678"/>
                </a:cxn>
                <a:cxn ang="0">
                  <a:pos x="connsiteX14679" y="connsiteY14679"/>
                </a:cxn>
                <a:cxn ang="0">
                  <a:pos x="connsiteX14680" y="connsiteY14680"/>
                </a:cxn>
                <a:cxn ang="0">
                  <a:pos x="connsiteX14681" y="connsiteY14681"/>
                </a:cxn>
                <a:cxn ang="0">
                  <a:pos x="connsiteX14682" y="connsiteY14682"/>
                </a:cxn>
                <a:cxn ang="0">
                  <a:pos x="connsiteX14683" y="connsiteY14683"/>
                </a:cxn>
                <a:cxn ang="0">
                  <a:pos x="connsiteX14684" y="connsiteY14684"/>
                </a:cxn>
                <a:cxn ang="0">
                  <a:pos x="connsiteX14685" y="connsiteY14685"/>
                </a:cxn>
                <a:cxn ang="0">
                  <a:pos x="connsiteX14686" y="connsiteY14686"/>
                </a:cxn>
                <a:cxn ang="0">
                  <a:pos x="connsiteX14687" y="connsiteY14687"/>
                </a:cxn>
                <a:cxn ang="0">
                  <a:pos x="connsiteX14688" y="connsiteY14688"/>
                </a:cxn>
                <a:cxn ang="0">
                  <a:pos x="connsiteX14689" y="connsiteY14689"/>
                </a:cxn>
                <a:cxn ang="0">
                  <a:pos x="connsiteX14690" y="connsiteY14690"/>
                </a:cxn>
                <a:cxn ang="0">
                  <a:pos x="connsiteX14691" y="connsiteY14691"/>
                </a:cxn>
                <a:cxn ang="0">
                  <a:pos x="connsiteX14692" y="connsiteY14692"/>
                </a:cxn>
                <a:cxn ang="0">
                  <a:pos x="connsiteX14693" y="connsiteY14693"/>
                </a:cxn>
                <a:cxn ang="0">
                  <a:pos x="connsiteX14694" y="connsiteY14694"/>
                </a:cxn>
                <a:cxn ang="0">
                  <a:pos x="connsiteX14695" y="connsiteY14695"/>
                </a:cxn>
                <a:cxn ang="0">
                  <a:pos x="connsiteX14696" y="connsiteY14696"/>
                </a:cxn>
                <a:cxn ang="0">
                  <a:pos x="connsiteX14697" y="connsiteY14697"/>
                </a:cxn>
                <a:cxn ang="0">
                  <a:pos x="connsiteX14698" y="connsiteY14698"/>
                </a:cxn>
                <a:cxn ang="0">
                  <a:pos x="connsiteX14699" y="connsiteY14699"/>
                </a:cxn>
                <a:cxn ang="0">
                  <a:pos x="connsiteX14700" y="connsiteY14700"/>
                </a:cxn>
                <a:cxn ang="0">
                  <a:pos x="connsiteX14701" y="connsiteY14701"/>
                </a:cxn>
                <a:cxn ang="0">
                  <a:pos x="connsiteX14702" y="connsiteY14702"/>
                </a:cxn>
                <a:cxn ang="0">
                  <a:pos x="connsiteX14703" y="connsiteY14703"/>
                </a:cxn>
                <a:cxn ang="0">
                  <a:pos x="connsiteX14704" y="connsiteY14704"/>
                </a:cxn>
                <a:cxn ang="0">
                  <a:pos x="connsiteX14705" y="connsiteY14705"/>
                </a:cxn>
                <a:cxn ang="0">
                  <a:pos x="connsiteX14706" y="connsiteY14706"/>
                </a:cxn>
                <a:cxn ang="0">
                  <a:pos x="connsiteX14707" y="connsiteY14707"/>
                </a:cxn>
                <a:cxn ang="0">
                  <a:pos x="connsiteX14708" y="connsiteY14708"/>
                </a:cxn>
                <a:cxn ang="0">
                  <a:pos x="connsiteX14709" y="connsiteY14709"/>
                </a:cxn>
                <a:cxn ang="0">
                  <a:pos x="connsiteX14710" y="connsiteY14710"/>
                </a:cxn>
                <a:cxn ang="0">
                  <a:pos x="connsiteX14711" y="connsiteY14711"/>
                </a:cxn>
                <a:cxn ang="0">
                  <a:pos x="connsiteX14712" y="connsiteY14712"/>
                </a:cxn>
                <a:cxn ang="0">
                  <a:pos x="connsiteX14713" y="connsiteY14713"/>
                </a:cxn>
                <a:cxn ang="0">
                  <a:pos x="connsiteX14714" y="connsiteY14714"/>
                </a:cxn>
                <a:cxn ang="0">
                  <a:pos x="connsiteX14715" y="connsiteY14715"/>
                </a:cxn>
                <a:cxn ang="0">
                  <a:pos x="connsiteX14716" y="connsiteY14716"/>
                </a:cxn>
                <a:cxn ang="0">
                  <a:pos x="connsiteX14717" y="connsiteY14717"/>
                </a:cxn>
                <a:cxn ang="0">
                  <a:pos x="connsiteX14718" y="connsiteY14718"/>
                </a:cxn>
                <a:cxn ang="0">
                  <a:pos x="connsiteX14719" y="connsiteY14719"/>
                </a:cxn>
                <a:cxn ang="0">
                  <a:pos x="connsiteX14720" y="connsiteY14720"/>
                </a:cxn>
                <a:cxn ang="0">
                  <a:pos x="connsiteX14721" y="connsiteY14721"/>
                </a:cxn>
                <a:cxn ang="0">
                  <a:pos x="connsiteX14722" y="connsiteY14722"/>
                </a:cxn>
                <a:cxn ang="0">
                  <a:pos x="connsiteX14723" y="connsiteY14723"/>
                </a:cxn>
                <a:cxn ang="0">
                  <a:pos x="connsiteX14724" y="connsiteY14724"/>
                </a:cxn>
                <a:cxn ang="0">
                  <a:pos x="connsiteX14725" y="connsiteY14725"/>
                </a:cxn>
                <a:cxn ang="0">
                  <a:pos x="connsiteX14726" y="connsiteY14726"/>
                </a:cxn>
                <a:cxn ang="0">
                  <a:pos x="connsiteX14727" y="connsiteY14727"/>
                </a:cxn>
                <a:cxn ang="0">
                  <a:pos x="connsiteX14728" y="connsiteY14728"/>
                </a:cxn>
                <a:cxn ang="0">
                  <a:pos x="connsiteX14729" y="connsiteY14729"/>
                </a:cxn>
                <a:cxn ang="0">
                  <a:pos x="connsiteX14730" y="connsiteY14730"/>
                </a:cxn>
                <a:cxn ang="0">
                  <a:pos x="connsiteX14731" y="connsiteY14731"/>
                </a:cxn>
                <a:cxn ang="0">
                  <a:pos x="connsiteX14732" y="connsiteY14732"/>
                </a:cxn>
                <a:cxn ang="0">
                  <a:pos x="connsiteX14733" y="connsiteY14733"/>
                </a:cxn>
                <a:cxn ang="0">
                  <a:pos x="connsiteX14734" y="connsiteY14734"/>
                </a:cxn>
                <a:cxn ang="0">
                  <a:pos x="connsiteX14735" y="connsiteY14735"/>
                </a:cxn>
                <a:cxn ang="0">
                  <a:pos x="connsiteX14736" y="connsiteY14736"/>
                </a:cxn>
                <a:cxn ang="0">
                  <a:pos x="connsiteX14737" y="connsiteY14737"/>
                </a:cxn>
                <a:cxn ang="0">
                  <a:pos x="connsiteX14738" y="connsiteY14738"/>
                </a:cxn>
                <a:cxn ang="0">
                  <a:pos x="connsiteX14739" y="connsiteY14739"/>
                </a:cxn>
                <a:cxn ang="0">
                  <a:pos x="connsiteX14740" y="connsiteY14740"/>
                </a:cxn>
                <a:cxn ang="0">
                  <a:pos x="connsiteX14741" y="connsiteY14741"/>
                </a:cxn>
                <a:cxn ang="0">
                  <a:pos x="connsiteX14742" y="connsiteY14742"/>
                </a:cxn>
                <a:cxn ang="0">
                  <a:pos x="connsiteX14743" y="connsiteY14743"/>
                </a:cxn>
                <a:cxn ang="0">
                  <a:pos x="connsiteX14744" y="connsiteY14744"/>
                </a:cxn>
                <a:cxn ang="0">
                  <a:pos x="connsiteX14745" y="connsiteY14745"/>
                </a:cxn>
                <a:cxn ang="0">
                  <a:pos x="connsiteX14746" y="connsiteY14746"/>
                </a:cxn>
                <a:cxn ang="0">
                  <a:pos x="connsiteX14747" y="connsiteY14747"/>
                </a:cxn>
                <a:cxn ang="0">
                  <a:pos x="connsiteX14748" y="connsiteY14748"/>
                </a:cxn>
                <a:cxn ang="0">
                  <a:pos x="connsiteX14749" y="connsiteY14749"/>
                </a:cxn>
                <a:cxn ang="0">
                  <a:pos x="connsiteX14750" y="connsiteY14750"/>
                </a:cxn>
                <a:cxn ang="0">
                  <a:pos x="connsiteX14751" y="connsiteY14751"/>
                </a:cxn>
                <a:cxn ang="0">
                  <a:pos x="connsiteX14752" y="connsiteY14752"/>
                </a:cxn>
                <a:cxn ang="0">
                  <a:pos x="connsiteX14753" y="connsiteY14753"/>
                </a:cxn>
                <a:cxn ang="0">
                  <a:pos x="connsiteX14754" y="connsiteY14754"/>
                </a:cxn>
                <a:cxn ang="0">
                  <a:pos x="connsiteX14755" y="connsiteY14755"/>
                </a:cxn>
                <a:cxn ang="0">
                  <a:pos x="connsiteX14756" y="connsiteY14756"/>
                </a:cxn>
                <a:cxn ang="0">
                  <a:pos x="connsiteX14757" y="connsiteY14757"/>
                </a:cxn>
                <a:cxn ang="0">
                  <a:pos x="connsiteX14758" y="connsiteY14758"/>
                </a:cxn>
                <a:cxn ang="0">
                  <a:pos x="connsiteX14759" y="connsiteY14759"/>
                </a:cxn>
                <a:cxn ang="0">
                  <a:pos x="connsiteX14760" y="connsiteY14760"/>
                </a:cxn>
                <a:cxn ang="0">
                  <a:pos x="connsiteX14761" y="connsiteY14761"/>
                </a:cxn>
                <a:cxn ang="0">
                  <a:pos x="connsiteX14762" y="connsiteY14762"/>
                </a:cxn>
                <a:cxn ang="0">
                  <a:pos x="connsiteX14763" y="connsiteY14763"/>
                </a:cxn>
                <a:cxn ang="0">
                  <a:pos x="connsiteX14764" y="connsiteY14764"/>
                </a:cxn>
                <a:cxn ang="0">
                  <a:pos x="connsiteX14765" y="connsiteY14765"/>
                </a:cxn>
                <a:cxn ang="0">
                  <a:pos x="connsiteX14766" y="connsiteY14766"/>
                </a:cxn>
                <a:cxn ang="0">
                  <a:pos x="connsiteX14767" y="connsiteY14767"/>
                </a:cxn>
                <a:cxn ang="0">
                  <a:pos x="connsiteX14768" y="connsiteY14768"/>
                </a:cxn>
                <a:cxn ang="0">
                  <a:pos x="connsiteX14769" y="connsiteY14769"/>
                </a:cxn>
                <a:cxn ang="0">
                  <a:pos x="connsiteX14770" y="connsiteY14770"/>
                </a:cxn>
                <a:cxn ang="0">
                  <a:pos x="connsiteX14771" y="connsiteY14771"/>
                </a:cxn>
                <a:cxn ang="0">
                  <a:pos x="connsiteX14772" y="connsiteY14772"/>
                </a:cxn>
                <a:cxn ang="0">
                  <a:pos x="connsiteX14773" y="connsiteY14773"/>
                </a:cxn>
                <a:cxn ang="0">
                  <a:pos x="connsiteX14774" y="connsiteY14774"/>
                </a:cxn>
                <a:cxn ang="0">
                  <a:pos x="connsiteX14775" y="connsiteY14775"/>
                </a:cxn>
                <a:cxn ang="0">
                  <a:pos x="connsiteX14776" y="connsiteY14776"/>
                </a:cxn>
                <a:cxn ang="0">
                  <a:pos x="connsiteX14777" y="connsiteY14777"/>
                </a:cxn>
                <a:cxn ang="0">
                  <a:pos x="connsiteX14778" y="connsiteY14778"/>
                </a:cxn>
                <a:cxn ang="0">
                  <a:pos x="connsiteX14779" y="connsiteY14779"/>
                </a:cxn>
                <a:cxn ang="0">
                  <a:pos x="connsiteX14780" y="connsiteY14780"/>
                </a:cxn>
                <a:cxn ang="0">
                  <a:pos x="connsiteX14781" y="connsiteY14781"/>
                </a:cxn>
                <a:cxn ang="0">
                  <a:pos x="connsiteX14782" y="connsiteY14782"/>
                </a:cxn>
                <a:cxn ang="0">
                  <a:pos x="connsiteX14783" y="connsiteY14783"/>
                </a:cxn>
                <a:cxn ang="0">
                  <a:pos x="connsiteX14784" y="connsiteY14784"/>
                </a:cxn>
                <a:cxn ang="0">
                  <a:pos x="connsiteX14785" y="connsiteY14785"/>
                </a:cxn>
                <a:cxn ang="0">
                  <a:pos x="connsiteX14786" y="connsiteY14786"/>
                </a:cxn>
                <a:cxn ang="0">
                  <a:pos x="connsiteX14787" y="connsiteY14787"/>
                </a:cxn>
                <a:cxn ang="0">
                  <a:pos x="connsiteX14788" y="connsiteY14788"/>
                </a:cxn>
                <a:cxn ang="0">
                  <a:pos x="connsiteX14789" y="connsiteY14789"/>
                </a:cxn>
                <a:cxn ang="0">
                  <a:pos x="connsiteX14790" y="connsiteY14790"/>
                </a:cxn>
                <a:cxn ang="0">
                  <a:pos x="connsiteX14791" y="connsiteY14791"/>
                </a:cxn>
                <a:cxn ang="0">
                  <a:pos x="connsiteX14792" y="connsiteY14792"/>
                </a:cxn>
                <a:cxn ang="0">
                  <a:pos x="connsiteX14793" y="connsiteY14793"/>
                </a:cxn>
                <a:cxn ang="0">
                  <a:pos x="connsiteX14794" y="connsiteY14794"/>
                </a:cxn>
                <a:cxn ang="0">
                  <a:pos x="connsiteX14795" y="connsiteY14795"/>
                </a:cxn>
                <a:cxn ang="0">
                  <a:pos x="connsiteX14796" y="connsiteY14796"/>
                </a:cxn>
                <a:cxn ang="0">
                  <a:pos x="connsiteX14797" y="connsiteY14797"/>
                </a:cxn>
                <a:cxn ang="0">
                  <a:pos x="connsiteX14798" y="connsiteY14798"/>
                </a:cxn>
                <a:cxn ang="0">
                  <a:pos x="connsiteX14799" y="connsiteY14799"/>
                </a:cxn>
                <a:cxn ang="0">
                  <a:pos x="connsiteX14800" y="connsiteY14800"/>
                </a:cxn>
                <a:cxn ang="0">
                  <a:pos x="connsiteX14801" y="connsiteY14801"/>
                </a:cxn>
                <a:cxn ang="0">
                  <a:pos x="connsiteX14802" y="connsiteY14802"/>
                </a:cxn>
                <a:cxn ang="0">
                  <a:pos x="connsiteX14803" y="connsiteY14803"/>
                </a:cxn>
                <a:cxn ang="0">
                  <a:pos x="connsiteX14804" y="connsiteY14804"/>
                </a:cxn>
                <a:cxn ang="0">
                  <a:pos x="connsiteX14805" y="connsiteY14805"/>
                </a:cxn>
                <a:cxn ang="0">
                  <a:pos x="connsiteX14806" y="connsiteY14806"/>
                </a:cxn>
                <a:cxn ang="0">
                  <a:pos x="connsiteX14807" y="connsiteY14807"/>
                </a:cxn>
                <a:cxn ang="0">
                  <a:pos x="connsiteX14808" y="connsiteY14808"/>
                </a:cxn>
                <a:cxn ang="0">
                  <a:pos x="connsiteX14809" y="connsiteY14809"/>
                </a:cxn>
                <a:cxn ang="0">
                  <a:pos x="connsiteX14810" y="connsiteY14810"/>
                </a:cxn>
                <a:cxn ang="0">
                  <a:pos x="connsiteX14811" y="connsiteY14811"/>
                </a:cxn>
                <a:cxn ang="0">
                  <a:pos x="connsiteX14812" y="connsiteY14812"/>
                </a:cxn>
                <a:cxn ang="0">
                  <a:pos x="connsiteX14813" y="connsiteY14813"/>
                </a:cxn>
                <a:cxn ang="0">
                  <a:pos x="connsiteX14814" y="connsiteY14814"/>
                </a:cxn>
                <a:cxn ang="0">
                  <a:pos x="connsiteX14815" y="connsiteY14815"/>
                </a:cxn>
                <a:cxn ang="0">
                  <a:pos x="connsiteX14816" y="connsiteY14816"/>
                </a:cxn>
                <a:cxn ang="0">
                  <a:pos x="connsiteX14817" y="connsiteY14817"/>
                </a:cxn>
                <a:cxn ang="0">
                  <a:pos x="connsiteX14818" y="connsiteY14818"/>
                </a:cxn>
                <a:cxn ang="0">
                  <a:pos x="connsiteX14819" y="connsiteY14819"/>
                </a:cxn>
                <a:cxn ang="0">
                  <a:pos x="connsiteX14820" y="connsiteY14820"/>
                </a:cxn>
                <a:cxn ang="0">
                  <a:pos x="connsiteX14821" y="connsiteY14821"/>
                </a:cxn>
                <a:cxn ang="0">
                  <a:pos x="connsiteX14822" y="connsiteY14822"/>
                </a:cxn>
                <a:cxn ang="0">
                  <a:pos x="connsiteX14823" y="connsiteY14823"/>
                </a:cxn>
                <a:cxn ang="0">
                  <a:pos x="connsiteX14824" y="connsiteY14824"/>
                </a:cxn>
                <a:cxn ang="0">
                  <a:pos x="connsiteX14825" y="connsiteY14825"/>
                </a:cxn>
                <a:cxn ang="0">
                  <a:pos x="connsiteX14826" y="connsiteY14826"/>
                </a:cxn>
                <a:cxn ang="0">
                  <a:pos x="connsiteX14827" y="connsiteY14827"/>
                </a:cxn>
                <a:cxn ang="0">
                  <a:pos x="connsiteX14828" y="connsiteY14828"/>
                </a:cxn>
                <a:cxn ang="0">
                  <a:pos x="connsiteX14829" y="connsiteY14829"/>
                </a:cxn>
                <a:cxn ang="0">
                  <a:pos x="connsiteX14830" y="connsiteY14830"/>
                </a:cxn>
                <a:cxn ang="0">
                  <a:pos x="connsiteX14831" y="connsiteY14831"/>
                </a:cxn>
                <a:cxn ang="0">
                  <a:pos x="connsiteX14832" y="connsiteY14832"/>
                </a:cxn>
                <a:cxn ang="0">
                  <a:pos x="connsiteX14833" y="connsiteY14833"/>
                </a:cxn>
                <a:cxn ang="0">
                  <a:pos x="connsiteX14834" y="connsiteY14834"/>
                </a:cxn>
                <a:cxn ang="0">
                  <a:pos x="connsiteX14835" y="connsiteY14835"/>
                </a:cxn>
                <a:cxn ang="0">
                  <a:pos x="connsiteX14836" y="connsiteY14836"/>
                </a:cxn>
                <a:cxn ang="0">
                  <a:pos x="connsiteX14837" y="connsiteY14837"/>
                </a:cxn>
                <a:cxn ang="0">
                  <a:pos x="connsiteX14838" y="connsiteY14838"/>
                </a:cxn>
                <a:cxn ang="0">
                  <a:pos x="connsiteX14839" y="connsiteY14839"/>
                </a:cxn>
                <a:cxn ang="0">
                  <a:pos x="connsiteX14840" y="connsiteY14840"/>
                </a:cxn>
                <a:cxn ang="0">
                  <a:pos x="connsiteX14841" y="connsiteY14841"/>
                </a:cxn>
                <a:cxn ang="0">
                  <a:pos x="connsiteX14842" y="connsiteY14842"/>
                </a:cxn>
                <a:cxn ang="0">
                  <a:pos x="connsiteX14843" y="connsiteY14843"/>
                </a:cxn>
                <a:cxn ang="0">
                  <a:pos x="connsiteX14844" y="connsiteY14844"/>
                </a:cxn>
                <a:cxn ang="0">
                  <a:pos x="connsiteX14845" y="connsiteY14845"/>
                </a:cxn>
                <a:cxn ang="0">
                  <a:pos x="connsiteX14846" y="connsiteY14846"/>
                </a:cxn>
                <a:cxn ang="0">
                  <a:pos x="connsiteX14847" y="connsiteY14847"/>
                </a:cxn>
                <a:cxn ang="0">
                  <a:pos x="connsiteX14848" y="connsiteY14848"/>
                </a:cxn>
                <a:cxn ang="0">
                  <a:pos x="connsiteX14849" y="connsiteY14849"/>
                </a:cxn>
                <a:cxn ang="0">
                  <a:pos x="connsiteX14850" y="connsiteY14850"/>
                </a:cxn>
                <a:cxn ang="0">
                  <a:pos x="connsiteX14851" y="connsiteY14851"/>
                </a:cxn>
                <a:cxn ang="0">
                  <a:pos x="connsiteX14852" y="connsiteY14852"/>
                </a:cxn>
                <a:cxn ang="0">
                  <a:pos x="connsiteX14853" y="connsiteY14853"/>
                </a:cxn>
                <a:cxn ang="0">
                  <a:pos x="connsiteX14854" y="connsiteY14854"/>
                </a:cxn>
                <a:cxn ang="0">
                  <a:pos x="connsiteX14855" y="connsiteY14855"/>
                </a:cxn>
                <a:cxn ang="0">
                  <a:pos x="connsiteX14856" y="connsiteY14856"/>
                </a:cxn>
                <a:cxn ang="0">
                  <a:pos x="connsiteX14857" y="connsiteY14857"/>
                </a:cxn>
                <a:cxn ang="0">
                  <a:pos x="connsiteX14858" y="connsiteY14858"/>
                </a:cxn>
                <a:cxn ang="0">
                  <a:pos x="connsiteX14859" y="connsiteY14859"/>
                </a:cxn>
                <a:cxn ang="0">
                  <a:pos x="connsiteX14860" y="connsiteY14860"/>
                </a:cxn>
                <a:cxn ang="0">
                  <a:pos x="connsiteX14861" y="connsiteY14861"/>
                </a:cxn>
                <a:cxn ang="0">
                  <a:pos x="connsiteX14862" y="connsiteY14862"/>
                </a:cxn>
                <a:cxn ang="0">
                  <a:pos x="connsiteX14863" y="connsiteY14863"/>
                </a:cxn>
                <a:cxn ang="0">
                  <a:pos x="connsiteX14864" y="connsiteY14864"/>
                </a:cxn>
                <a:cxn ang="0">
                  <a:pos x="connsiteX14865" y="connsiteY14865"/>
                </a:cxn>
                <a:cxn ang="0">
                  <a:pos x="connsiteX14866" y="connsiteY14866"/>
                </a:cxn>
                <a:cxn ang="0">
                  <a:pos x="connsiteX14867" y="connsiteY14867"/>
                </a:cxn>
                <a:cxn ang="0">
                  <a:pos x="connsiteX14868" y="connsiteY14868"/>
                </a:cxn>
                <a:cxn ang="0">
                  <a:pos x="connsiteX14869" y="connsiteY14869"/>
                </a:cxn>
                <a:cxn ang="0">
                  <a:pos x="connsiteX14870" y="connsiteY14870"/>
                </a:cxn>
                <a:cxn ang="0">
                  <a:pos x="connsiteX14871" y="connsiteY14871"/>
                </a:cxn>
                <a:cxn ang="0">
                  <a:pos x="connsiteX14872" y="connsiteY14872"/>
                </a:cxn>
                <a:cxn ang="0">
                  <a:pos x="connsiteX14873" y="connsiteY14873"/>
                </a:cxn>
                <a:cxn ang="0">
                  <a:pos x="connsiteX14874" y="connsiteY14874"/>
                </a:cxn>
                <a:cxn ang="0">
                  <a:pos x="connsiteX14875" y="connsiteY14875"/>
                </a:cxn>
                <a:cxn ang="0">
                  <a:pos x="connsiteX14876" y="connsiteY14876"/>
                </a:cxn>
                <a:cxn ang="0">
                  <a:pos x="connsiteX14877" y="connsiteY14877"/>
                </a:cxn>
                <a:cxn ang="0">
                  <a:pos x="connsiteX14878" y="connsiteY14878"/>
                </a:cxn>
                <a:cxn ang="0">
                  <a:pos x="connsiteX14879" y="connsiteY14879"/>
                </a:cxn>
                <a:cxn ang="0">
                  <a:pos x="connsiteX14880" y="connsiteY14880"/>
                </a:cxn>
                <a:cxn ang="0">
                  <a:pos x="connsiteX14881" y="connsiteY14881"/>
                </a:cxn>
                <a:cxn ang="0">
                  <a:pos x="connsiteX14882" y="connsiteY14882"/>
                </a:cxn>
                <a:cxn ang="0">
                  <a:pos x="connsiteX14883" y="connsiteY14883"/>
                </a:cxn>
                <a:cxn ang="0">
                  <a:pos x="connsiteX14884" y="connsiteY14884"/>
                </a:cxn>
                <a:cxn ang="0">
                  <a:pos x="connsiteX14885" y="connsiteY14885"/>
                </a:cxn>
                <a:cxn ang="0">
                  <a:pos x="connsiteX14886" y="connsiteY14886"/>
                </a:cxn>
                <a:cxn ang="0">
                  <a:pos x="connsiteX14887" y="connsiteY14887"/>
                </a:cxn>
                <a:cxn ang="0">
                  <a:pos x="connsiteX14888" y="connsiteY14888"/>
                </a:cxn>
                <a:cxn ang="0">
                  <a:pos x="connsiteX14889" y="connsiteY14889"/>
                </a:cxn>
                <a:cxn ang="0">
                  <a:pos x="connsiteX14890" y="connsiteY14890"/>
                </a:cxn>
                <a:cxn ang="0">
                  <a:pos x="connsiteX14891" y="connsiteY14891"/>
                </a:cxn>
                <a:cxn ang="0">
                  <a:pos x="connsiteX14892" y="connsiteY14892"/>
                </a:cxn>
                <a:cxn ang="0">
                  <a:pos x="connsiteX14893" y="connsiteY14893"/>
                </a:cxn>
                <a:cxn ang="0">
                  <a:pos x="connsiteX14894" y="connsiteY14894"/>
                </a:cxn>
                <a:cxn ang="0">
                  <a:pos x="connsiteX14895" y="connsiteY14895"/>
                </a:cxn>
                <a:cxn ang="0">
                  <a:pos x="connsiteX14896" y="connsiteY14896"/>
                </a:cxn>
                <a:cxn ang="0">
                  <a:pos x="connsiteX14897" y="connsiteY14897"/>
                </a:cxn>
                <a:cxn ang="0">
                  <a:pos x="connsiteX14898" y="connsiteY14898"/>
                </a:cxn>
                <a:cxn ang="0">
                  <a:pos x="connsiteX14899" y="connsiteY14899"/>
                </a:cxn>
                <a:cxn ang="0">
                  <a:pos x="connsiteX14900" y="connsiteY14900"/>
                </a:cxn>
                <a:cxn ang="0">
                  <a:pos x="connsiteX14901" y="connsiteY14901"/>
                </a:cxn>
                <a:cxn ang="0">
                  <a:pos x="connsiteX14902" y="connsiteY14902"/>
                </a:cxn>
                <a:cxn ang="0">
                  <a:pos x="connsiteX14903" y="connsiteY14903"/>
                </a:cxn>
                <a:cxn ang="0">
                  <a:pos x="connsiteX14904" y="connsiteY14904"/>
                </a:cxn>
                <a:cxn ang="0">
                  <a:pos x="connsiteX14905" y="connsiteY14905"/>
                </a:cxn>
                <a:cxn ang="0">
                  <a:pos x="connsiteX14906" y="connsiteY14906"/>
                </a:cxn>
                <a:cxn ang="0">
                  <a:pos x="connsiteX14907" y="connsiteY14907"/>
                </a:cxn>
                <a:cxn ang="0">
                  <a:pos x="connsiteX14908" y="connsiteY14908"/>
                </a:cxn>
                <a:cxn ang="0">
                  <a:pos x="connsiteX14909" y="connsiteY14909"/>
                </a:cxn>
                <a:cxn ang="0">
                  <a:pos x="connsiteX14910" y="connsiteY14910"/>
                </a:cxn>
                <a:cxn ang="0">
                  <a:pos x="connsiteX14911" y="connsiteY14911"/>
                </a:cxn>
                <a:cxn ang="0">
                  <a:pos x="connsiteX14912" y="connsiteY14912"/>
                </a:cxn>
                <a:cxn ang="0">
                  <a:pos x="connsiteX14913" y="connsiteY14913"/>
                </a:cxn>
                <a:cxn ang="0">
                  <a:pos x="connsiteX14914" y="connsiteY14914"/>
                </a:cxn>
                <a:cxn ang="0">
                  <a:pos x="connsiteX14915" y="connsiteY14915"/>
                </a:cxn>
                <a:cxn ang="0">
                  <a:pos x="connsiteX14916" y="connsiteY14916"/>
                </a:cxn>
                <a:cxn ang="0">
                  <a:pos x="connsiteX14917" y="connsiteY14917"/>
                </a:cxn>
                <a:cxn ang="0">
                  <a:pos x="connsiteX14918" y="connsiteY14918"/>
                </a:cxn>
                <a:cxn ang="0">
                  <a:pos x="connsiteX14919" y="connsiteY14919"/>
                </a:cxn>
                <a:cxn ang="0">
                  <a:pos x="connsiteX14920" y="connsiteY14920"/>
                </a:cxn>
                <a:cxn ang="0">
                  <a:pos x="connsiteX14921" y="connsiteY14921"/>
                </a:cxn>
                <a:cxn ang="0">
                  <a:pos x="connsiteX14922" y="connsiteY14922"/>
                </a:cxn>
                <a:cxn ang="0">
                  <a:pos x="connsiteX14923" y="connsiteY14923"/>
                </a:cxn>
                <a:cxn ang="0">
                  <a:pos x="connsiteX14924" y="connsiteY14924"/>
                </a:cxn>
                <a:cxn ang="0">
                  <a:pos x="connsiteX14925" y="connsiteY14925"/>
                </a:cxn>
                <a:cxn ang="0">
                  <a:pos x="connsiteX14926" y="connsiteY14926"/>
                </a:cxn>
                <a:cxn ang="0">
                  <a:pos x="connsiteX14927" y="connsiteY14927"/>
                </a:cxn>
                <a:cxn ang="0">
                  <a:pos x="connsiteX14928" y="connsiteY14928"/>
                </a:cxn>
                <a:cxn ang="0">
                  <a:pos x="connsiteX14929" y="connsiteY14929"/>
                </a:cxn>
                <a:cxn ang="0">
                  <a:pos x="connsiteX14930" y="connsiteY14930"/>
                </a:cxn>
                <a:cxn ang="0">
                  <a:pos x="connsiteX14931" y="connsiteY14931"/>
                </a:cxn>
                <a:cxn ang="0">
                  <a:pos x="connsiteX14932" y="connsiteY14932"/>
                </a:cxn>
                <a:cxn ang="0">
                  <a:pos x="connsiteX14933" y="connsiteY14933"/>
                </a:cxn>
                <a:cxn ang="0">
                  <a:pos x="connsiteX14934" y="connsiteY14934"/>
                </a:cxn>
                <a:cxn ang="0">
                  <a:pos x="connsiteX14935" y="connsiteY14935"/>
                </a:cxn>
                <a:cxn ang="0">
                  <a:pos x="connsiteX14936" y="connsiteY14936"/>
                </a:cxn>
                <a:cxn ang="0">
                  <a:pos x="connsiteX14937" y="connsiteY14937"/>
                </a:cxn>
                <a:cxn ang="0">
                  <a:pos x="connsiteX14938" y="connsiteY14938"/>
                </a:cxn>
                <a:cxn ang="0">
                  <a:pos x="connsiteX14939" y="connsiteY14939"/>
                </a:cxn>
                <a:cxn ang="0">
                  <a:pos x="connsiteX14940" y="connsiteY14940"/>
                </a:cxn>
                <a:cxn ang="0">
                  <a:pos x="connsiteX14941" y="connsiteY14941"/>
                </a:cxn>
                <a:cxn ang="0">
                  <a:pos x="connsiteX14942" y="connsiteY14942"/>
                </a:cxn>
                <a:cxn ang="0">
                  <a:pos x="connsiteX14943" y="connsiteY14943"/>
                </a:cxn>
                <a:cxn ang="0">
                  <a:pos x="connsiteX14944" y="connsiteY14944"/>
                </a:cxn>
                <a:cxn ang="0">
                  <a:pos x="connsiteX14945" y="connsiteY14945"/>
                </a:cxn>
                <a:cxn ang="0">
                  <a:pos x="connsiteX14946" y="connsiteY14946"/>
                </a:cxn>
                <a:cxn ang="0">
                  <a:pos x="connsiteX14947" y="connsiteY14947"/>
                </a:cxn>
                <a:cxn ang="0">
                  <a:pos x="connsiteX14948" y="connsiteY14948"/>
                </a:cxn>
                <a:cxn ang="0">
                  <a:pos x="connsiteX14949" y="connsiteY14949"/>
                </a:cxn>
                <a:cxn ang="0">
                  <a:pos x="connsiteX14950" y="connsiteY14950"/>
                </a:cxn>
                <a:cxn ang="0">
                  <a:pos x="connsiteX14951" y="connsiteY14951"/>
                </a:cxn>
                <a:cxn ang="0">
                  <a:pos x="connsiteX14952" y="connsiteY14952"/>
                </a:cxn>
                <a:cxn ang="0">
                  <a:pos x="connsiteX14953" y="connsiteY14953"/>
                </a:cxn>
                <a:cxn ang="0">
                  <a:pos x="connsiteX14954" y="connsiteY14954"/>
                </a:cxn>
                <a:cxn ang="0">
                  <a:pos x="connsiteX14955" y="connsiteY14955"/>
                </a:cxn>
                <a:cxn ang="0">
                  <a:pos x="connsiteX14956" y="connsiteY14956"/>
                </a:cxn>
                <a:cxn ang="0">
                  <a:pos x="connsiteX14957" y="connsiteY14957"/>
                </a:cxn>
                <a:cxn ang="0">
                  <a:pos x="connsiteX14958" y="connsiteY14958"/>
                </a:cxn>
                <a:cxn ang="0">
                  <a:pos x="connsiteX14959" y="connsiteY14959"/>
                </a:cxn>
                <a:cxn ang="0">
                  <a:pos x="connsiteX14960" y="connsiteY14960"/>
                </a:cxn>
                <a:cxn ang="0">
                  <a:pos x="connsiteX14961" y="connsiteY14961"/>
                </a:cxn>
                <a:cxn ang="0">
                  <a:pos x="connsiteX14962" y="connsiteY14962"/>
                </a:cxn>
                <a:cxn ang="0">
                  <a:pos x="connsiteX14963" y="connsiteY14963"/>
                </a:cxn>
                <a:cxn ang="0">
                  <a:pos x="connsiteX14964" y="connsiteY14964"/>
                </a:cxn>
                <a:cxn ang="0">
                  <a:pos x="connsiteX14965" y="connsiteY14965"/>
                </a:cxn>
                <a:cxn ang="0">
                  <a:pos x="connsiteX14966" y="connsiteY14966"/>
                </a:cxn>
                <a:cxn ang="0">
                  <a:pos x="connsiteX14967" y="connsiteY14967"/>
                </a:cxn>
                <a:cxn ang="0">
                  <a:pos x="connsiteX14968" y="connsiteY14968"/>
                </a:cxn>
                <a:cxn ang="0">
                  <a:pos x="connsiteX14969" y="connsiteY14969"/>
                </a:cxn>
                <a:cxn ang="0">
                  <a:pos x="connsiteX14970" y="connsiteY14970"/>
                </a:cxn>
                <a:cxn ang="0">
                  <a:pos x="connsiteX14971" y="connsiteY14971"/>
                </a:cxn>
                <a:cxn ang="0">
                  <a:pos x="connsiteX14972" y="connsiteY14972"/>
                </a:cxn>
                <a:cxn ang="0">
                  <a:pos x="connsiteX14973" y="connsiteY14973"/>
                </a:cxn>
                <a:cxn ang="0">
                  <a:pos x="connsiteX14974" y="connsiteY14974"/>
                </a:cxn>
                <a:cxn ang="0">
                  <a:pos x="connsiteX14975" y="connsiteY14975"/>
                </a:cxn>
                <a:cxn ang="0">
                  <a:pos x="connsiteX14976" y="connsiteY14976"/>
                </a:cxn>
                <a:cxn ang="0">
                  <a:pos x="connsiteX14977" y="connsiteY14977"/>
                </a:cxn>
                <a:cxn ang="0">
                  <a:pos x="connsiteX14978" y="connsiteY14978"/>
                </a:cxn>
                <a:cxn ang="0">
                  <a:pos x="connsiteX14979" y="connsiteY14979"/>
                </a:cxn>
                <a:cxn ang="0">
                  <a:pos x="connsiteX14980" y="connsiteY14980"/>
                </a:cxn>
                <a:cxn ang="0">
                  <a:pos x="connsiteX14981" y="connsiteY14981"/>
                </a:cxn>
                <a:cxn ang="0">
                  <a:pos x="connsiteX14982" y="connsiteY14982"/>
                </a:cxn>
                <a:cxn ang="0">
                  <a:pos x="connsiteX14983" y="connsiteY14983"/>
                </a:cxn>
                <a:cxn ang="0">
                  <a:pos x="connsiteX14984" y="connsiteY14984"/>
                </a:cxn>
                <a:cxn ang="0">
                  <a:pos x="connsiteX14985" y="connsiteY14985"/>
                </a:cxn>
                <a:cxn ang="0">
                  <a:pos x="connsiteX14986" y="connsiteY14986"/>
                </a:cxn>
                <a:cxn ang="0">
                  <a:pos x="connsiteX14987" y="connsiteY14987"/>
                </a:cxn>
                <a:cxn ang="0">
                  <a:pos x="connsiteX14988" y="connsiteY14988"/>
                </a:cxn>
                <a:cxn ang="0">
                  <a:pos x="connsiteX14989" y="connsiteY14989"/>
                </a:cxn>
                <a:cxn ang="0">
                  <a:pos x="connsiteX14990" y="connsiteY14990"/>
                </a:cxn>
                <a:cxn ang="0">
                  <a:pos x="connsiteX14991" y="connsiteY14991"/>
                </a:cxn>
                <a:cxn ang="0">
                  <a:pos x="connsiteX14992" y="connsiteY14992"/>
                </a:cxn>
                <a:cxn ang="0">
                  <a:pos x="connsiteX14993" y="connsiteY14993"/>
                </a:cxn>
                <a:cxn ang="0">
                  <a:pos x="connsiteX14994" y="connsiteY14994"/>
                </a:cxn>
                <a:cxn ang="0">
                  <a:pos x="connsiteX14995" y="connsiteY14995"/>
                </a:cxn>
                <a:cxn ang="0">
                  <a:pos x="connsiteX14996" y="connsiteY14996"/>
                </a:cxn>
                <a:cxn ang="0">
                  <a:pos x="connsiteX14997" y="connsiteY14997"/>
                </a:cxn>
                <a:cxn ang="0">
                  <a:pos x="connsiteX14998" y="connsiteY14998"/>
                </a:cxn>
                <a:cxn ang="0">
                  <a:pos x="connsiteX14999" y="connsiteY14999"/>
                </a:cxn>
                <a:cxn ang="0">
                  <a:pos x="connsiteX15000" y="connsiteY15000"/>
                </a:cxn>
                <a:cxn ang="0">
                  <a:pos x="connsiteX15001" y="connsiteY15001"/>
                </a:cxn>
                <a:cxn ang="0">
                  <a:pos x="connsiteX15002" y="connsiteY15002"/>
                </a:cxn>
                <a:cxn ang="0">
                  <a:pos x="connsiteX15003" y="connsiteY15003"/>
                </a:cxn>
                <a:cxn ang="0">
                  <a:pos x="connsiteX15004" y="connsiteY15004"/>
                </a:cxn>
                <a:cxn ang="0">
                  <a:pos x="connsiteX15005" y="connsiteY15005"/>
                </a:cxn>
                <a:cxn ang="0">
                  <a:pos x="connsiteX15006" y="connsiteY15006"/>
                </a:cxn>
                <a:cxn ang="0">
                  <a:pos x="connsiteX15007" y="connsiteY15007"/>
                </a:cxn>
                <a:cxn ang="0">
                  <a:pos x="connsiteX15008" y="connsiteY15008"/>
                </a:cxn>
                <a:cxn ang="0">
                  <a:pos x="connsiteX15009" y="connsiteY15009"/>
                </a:cxn>
                <a:cxn ang="0">
                  <a:pos x="connsiteX15010" y="connsiteY15010"/>
                </a:cxn>
                <a:cxn ang="0">
                  <a:pos x="connsiteX15011" y="connsiteY15011"/>
                </a:cxn>
                <a:cxn ang="0">
                  <a:pos x="connsiteX15012" y="connsiteY15012"/>
                </a:cxn>
                <a:cxn ang="0">
                  <a:pos x="connsiteX15013" y="connsiteY15013"/>
                </a:cxn>
                <a:cxn ang="0">
                  <a:pos x="connsiteX15014" y="connsiteY15014"/>
                </a:cxn>
                <a:cxn ang="0">
                  <a:pos x="connsiteX15015" y="connsiteY15015"/>
                </a:cxn>
                <a:cxn ang="0">
                  <a:pos x="connsiteX15016" y="connsiteY15016"/>
                </a:cxn>
                <a:cxn ang="0">
                  <a:pos x="connsiteX15017" y="connsiteY15017"/>
                </a:cxn>
                <a:cxn ang="0">
                  <a:pos x="connsiteX15018" y="connsiteY15018"/>
                </a:cxn>
                <a:cxn ang="0">
                  <a:pos x="connsiteX15019" y="connsiteY15019"/>
                </a:cxn>
                <a:cxn ang="0">
                  <a:pos x="connsiteX15020" y="connsiteY15020"/>
                </a:cxn>
                <a:cxn ang="0">
                  <a:pos x="connsiteX15021" y="connsiteY15021"/>
                </a:cxn>
                <a:cxn ang="0">
                  <a:pos x="connsiteX15022" y="connsiteY15022"/>
                </a:cxn>
                <a:cxn ang="0">
                  <a:pos x="connsiteX15023" y="connsiteY15023"/>
                </a:cxn>
                <a:cxn ang="0">
                  <a:pos x="connsiteX15024" y="connsiteY15024"/>
                </a:cxn>
                <a:cxn ang="0">
                  <a:pos x="connsiteX15025" y="connsiteY15025"/>
                </a:cxn>
                <a:cxn ang="0">
                  <a:pos x="connsiteX15026" y="connsiteY15026"/>
                </a:cxn>
                <a:cxn ang="0">
                  <a:pos x="connsiteX15027" y="connsiteY15027"/>
                </a:cxn>
                <a:cxn ang="0">
                  <a:pos x="connsiteX15028" y="connsiteY15028"/>
                </a:cxn>
                <a:cxn ang="0">
                  <a:pos x="connsiteX15029" y="connsiteY15029"/>
                </a:cxn>
                <a:cxn ang="0">
                  <a:pos x="connsiteX15030" y="connsiteY15030"/>
                </a:cxn>
                <a:cxn ang="0">
                  <a:pos x="connsiteX15031" y="connsiteY15031"/>
                </a:cxn>
                <a:cxn ang="0">
                  <a:pos x="connsiteX15032" y="connsiteY15032"/>
                </a:cxn>
                <a:cxn ang="0">
                  <a:pos x="connsiteX15033" y="connsiteY15033"/>
                </a:cxn>
                <a:cxn ang="0">
                  <a:pos x="connsiteX15034" y="connsiteY15034"/>
                </a:cxn>
                <a:cxn ang="0">
                  <a:pos x="connsiteX15035" y="connsiteY15035"/>
                </a:cxn>
                <a:cxn ang="0">
                  <a:pos x="connsiteX15036" y="connsiteY15036"/>
                </a:cxn>
                <a:cxn ang="0">
                  <a:pos x="connsiteX15037" y="connsiteY15037"/>
                </a:cxn>
                <a:cxn ang="0">
                  <a:pos x="connsiteX15038" y="connsiteY15038"/>
                </a:cxn>
                <a:cxn ang="0">
                  <a:pos x="connsiteX15039" y="connsiteY15039"/>
                </a:cxn>
                <a:cxn ang="0">
                  <a:pos x="connsiteX15040" y="connsiteY15040"/>
                </a:cxn>
                <a:cxn ang="0">
                  <a:pos x="connsiteX15041" y="connsiteY15041"/>
                </a:cxn>
                <a:cxn ang="0">
                  <a:pos x="connsiteX15042" y="connsiteY15042"/>
                </a:cxn>
                <a:cxn ang="0">
                  <a:pos x="connsiteX15043" y="connsiteY15043"/>
                </a:cxn>
                <a:cxn ang="0">
                  <a:pos x="connsiteX15044" y="connsiteY15044"/>
                </a:cxn>
                <a:cxn ang="0">
                  <a:pos x="connsiteX15045" y="connsiteY15045"/>
                </a:cxn>
                <a:cxn ang="0">
                  <a:pos x="connsiteX15046" y="connsiteY15046"/>
                </a:cxn>
                <a:cxn ang="0">
                  <a:pos x="connsiteX15047" y="connsiteY15047"/>
                </a:cxn>
                <a:cxn ang="0">
                  <a:pos x="connsiteX15048" y="connsiteY15048"/>
                </a:cxn>
                <a:cxn ang="0">
                  <a:pos x="connsiteX15049" y="connsiteY15049"/>
                </a:cxn>
                <a:cxn ang="0">
                  <a:pos x="connsiteX15050" y="connsiteY15050"/>
                </a:cxn>
                <a:cxn ang="0">
                  <a:pos x="connsiteX15051" y="connsiteY15051"/>
                </a:cxn>
                <a:cxn ang="0">
                  <a:pos x="connsiteX15052" y="connsiteY15052"/>
                </a:cxn>
                <a:cxn ang="0">
                  <a:pos x="connsiteX15053" y="connsiteY15053"/>
                </a:cxn>
                <a:cxn ang="0">
                  <a:pos x="connsiteX15054" y="connsiteY15054"/>
                </a:cxn>
                <a:cxn ang="0">
                  <a:pos x="connsiteX15055" y="connsiteY15055"/>
                </a:cxn>
                <a:cxn ang="0">
                  <a:pos x="connsiteX15056" y="connsiteY15056"/>
                </a:cxn>
                <a:cxn ang="0">
                  <a:pos x="connsiteX15057" y="connsiteY15057"/>
                </a:cxn>
                <a:cxn ang="0">
                  <a:pos x="connsiteX15058" y="connsiteY15058"/>
                </a:cxn>
                <a:cxn ang="0">
                  <a:pos x="connsiteX15059" y="connsiteY15059"/>
                </a:cxn>
                <a:cxn ang="0">
                  <a:pos x="connsiteX15060" y="connsiteY15060"/>
                </a:cxn>
                <a:cxn ang="0">
                  <a:pos x="connsiteX15061" y="connsiteY15061"/>
                </a:cxn>
                <a:cxn ang="0">
                  <a:pos x="connsiteX15062" y="connsiteY15062"/>
                </a:cxn>
                <a:cxn ang="0">
                  <a:pos x="connsiteX15063" y="connsiteY15063"/>
                </a:cxn>
                <a:cxn ang="0">
                  <a:pos x="connsiteX15064" y="connsiteY15064"/>
                </a:cxn>
                <a:cxn ang="0">
                  <a:pos x="connsiteX15065" y="connsiteY15065"/>
                </a:cxn>
                <a:cxn ang="0">
                  <a:pos x="connsiteX15066" y="connsiteY15066"/>
                </a:cxn>
                <a:cxn ang="0">
                  <a:pos x="connsiteX15067" y="connsiteY15067"/>
                </a:cxn>
                <a:cxn ang="0">
                  <a:pos x="connsiteX15068" y="connsiteY15068"/>
                </a:cxn>
                <a:cxn ang="0">
                  <a:pos x="connsiteX15069" y="connsiteY15069"/>
                </a:cxn>
                <a:cxn ang="0">
                  <a:pos x="connsiteX15070" y="connsiteY15070"/>
                </a:cxn>
                <a:cxn ang="0">
                  <a:pos x="connsiteX15071" y="connsiteY15071"/>
                </a:cxn>
                <a:cxn ang="0">
                  <a:pos x="connsiteX15072" y="connsiteY15072"/>
                </a:cxn>
                <a:cxn ang="0">
                  <a:pos x="connsiteX15073" y="connsiteY15073"/>
                </a:cxn>
                <a:cxn ang="0">
                  <a:pos x="connsiteX15074" y="connsiteY15074"/>
                </a:cxn>
                <a:cxn ang="0">
                  <a:pos x="connsiteX15075" y="connsiteY15075"/>
                </a:cxn>
                <a:cxn ang="0">
                  <a:pos x="connsiteX15076" y="connsiteY15076"/>
                </a:cxn>
                <a:cxn ang="0">
                  <a:pos x="connsiteX15077" y="connsiteY15077"/>
                </a:cxn>
                <a:cxn ang="0">
                  <a:pos x="connsiteX15078" y="connsiteY15078"/>
                </a:cxn>
                <a:cxn ang="0">
                  <a:pos x="connsiteX15079" y="connsiteY15079"/>
                </a:cxn>
                <a:cxn ang="0">
                  <a:pos x="connsiteX15080" y="connsiteY15080"/>
                </a:cxn>
                <a:cxn ang="0">
                  <a:pos x="connsiteX15081" y="connsiteY15081"/>
                </a:cxn>
                <a:cxn ang="0">
                  <a:pos x="connsiteX15082" y="connsiteY15082"/>
                </a:cxn>
                <a:cxn ang="0">
                  <a:pos x="connsiteX15083" y="connsiteY15083"/>
                </a:cxn>
                <a:cxn ang="0">
                  <a:pos x="connsiteX15084" y="connsiteY15084"/>
                </a:cxn>
                <a:cxn ang="0">
                  <a:pos x="connsiteX15085" y="connsiteY15085"/>
                </a:cxn>
                <a:cxn ang="0">
                  <a:pos x="connsiteX15086" y="connsiteY15086"/>
                </a:cxn>
                <a:cxn ang="0">
                  <a:pos x="connsiteX15087" y="connsiteY15087"/>
                </a:cxn>
                <a:cxn ang="0">
                  <a:pos x="connsiteX15088" y="connsiteY15088"/>
                </a:cxn>
                <a:cxn ang="0">
                  <a:pos x="connsiteX15089" y="connsiteY15089"/>
                </a:cxn>
                <a:cxn ang="0">
                  <a:pos x="connsiteX15090" y="connsiteY15090"/>
                </a:cxn>
                <a:cxn ang="0">
                  <a:pos x="connsiteX15091" y="connsiteY15091"/>
                </a:cxn>
                <a:cxn ang="0">
                  <a:pos x="connsiteX15092" y="connsiteY15092"/>
                </a:cxn>
                <a:cxn ang="0">
                  <a:pos x="connsiteX15093" y="connsiteY15093"/>
                </a:cxn>
                <a:cxn ang="0">
                  <a:pos x="connsiteX15094" y="connsiteY15094"/>
                </a:cxn>
                <a:cxn ang="0">
                  <a:pos x="connsiteX15095" y="connsiteY15095"/>
                </a:cxn>
                <a:cxn ang="0">
                  <a:pos x="connsiteX15096" y="connsiteY15096"/>
                </a:cxn>
                <a:cxn ang="0">
                  <a:pos x="connsiteX15097" y="connsiteY15097"/>
                </a:cxn>
                <a:cxn ang="0">
                  <a:pos x="connsiteX15098" y="connsiteY15098"/>
                </a:cxn>
                <a:cxn ang="0">
                  <a:pos x="connsiteX15099" y="connsiteY15099"/>
                </a:cxn>
                <a:cxn ang="0">
                  <a:pos x="connsiteX15100" y="connsiteY15100"/>
                </a:cxn>
                <a:cxn ang="0">
                  <a:pos x="connsiteX15101" y="connsiteY15101"/>
                </a:cxn>
                <a:cxn ang="0">
                  <a:pos x="connsiteX15102" y="connsiteY15102"/>
                </a:cxn>
                <a:cxn ang="0">
                  <a:pos x="connsiteX15103" y="connsiteY15103"/>
                </a:cxn>
                <a:cxn ang="0">
                  <a:pos x="connsiteX15104" y="connsiteY15104"/>
                </a:cxn>
                <a:cxn ang="0">
                  <a:pos x="connsiteX15105" y="connsiteY15105"/>
                </a:cxn>
                <a:cxn ang="0">
                  <a:pos x="connsiteX15106" y="connsiteY15106"/>
                </a:cxn>
                <a:cxn ang="0">
                  <a:pos x="connsiteX15107" y="connsiteY15107"/>
                </a:cxn>
                <a:cxn ang="0">
                  <a:pos x="connsiteX15108" y="connsiteY15108"/>
                </a:cxn>
                <a:cxn ang="0">
                  <a:pos x="connsiteX15109" y="connsiteY15109"/>
                </a:cxn>
                <a:cxn ang="0">
                  <a:pos x="connsiteX15110" y="connsiteY15110"/>
                </a:cxn>
                <a:cxn ang="0">
                  <a:pos x="connsiteX15111" y="connsiteY15111"/>
                </a:cxn>
                <a:cxn ang="0">
                  <a:pos x="connsiteX15112" y="connsiteY15112"/>
                </a:cxn>
                <a:cxn ang="0">
                  <a:pos x="connsiteX15113" y="connsiteY15113"/>
                </a:cxn>
                <a:cxn ang="0">
                  <a:pos x="connsiteX15114" y="connsiteY15114"/>
                </a:cxn>
                <a:cxn ang="0">
                  <a:pos x="connsiteX15115" y="connsiteY15115"/>
                </a:cxn>
                <a:cxn ang="0">
                  <a:pos x="connsiteX15116" y="connsiteY15116"/>
                </a:cxn>
                <a:cxn ang="0">
                  <a:pos x="connsiteX15117" y="connsiteY15117"/>
                </a:cxn>
                <a:cxn ang="0">
                  <a:pos x="connsiteX15118" y="connsiteY15118"/>
                </a:cxn>
                <a:cxn ang="0">
                  <a:pos x="connsiteX15119" y="connsiteY15119"/>
                </a:cxn>
                <a:cxn ang="0">
                  <a:pos x="connsiteX15120" y="connsiteY15120"/>
                </a:cxn>
                <a:cxn ang="0">
                  <a:pos x="connsiteX15121" y="connsiteY15121"/>
                </a:cxn>
                <a:cxn ang="0">
                  <a:pos x="connsiteX15122" y="connsiteY15122"/>
                </a:cxn>
                <a:cxn ang="0">
                  <a:pos x="connsiteX15123" y="connsiteY15123"/>
                </a:cxn>
                <a:cxn ang="0">
                  <a:pos x="connsiteX15124" y="connsiteY15124"/>
                </a:cxn>
                <a:cxn ang="0">
                  <a:pos x="connsiteX15125" y="connsiteY15125"/>
                </a:cxn>
                <a:cxn ang="0">
                  <a:pos x="connsiteX15126" y="connsiteY15126"/>
                </a:cxn>
                <a:cxn ang="0">
                  <a:pos x="connsiteX15127" y="connsiteY15127"/>
                </a:cxn>
                <a:cxn ang="0">
                  <a:pos x="connsiteX15128" y="connsiteY15128"/>
                </a:cxn>
                <a:cxn ang="0">
                  <a:pos x="connsiteX15129" y="connsiteY15129"/>
                </a:cxn>
                <a:cxn ang="0">
                  <a:pos x="connsiteX15130" y="connsiteY15130"/>
                </a:cxn>
                <a:cxn ang="0">
                  <a:pos x="connsiteX15131" y="connsiteY15131"/>
                </a:cxn>
                <a:cxn ang="0">
                  <a:pos x="connsiteX15132" y="connsiteY15132"/>
                </a:cxn>
                <a:cxn ang="0">
                  <a:pos x="connsiteX15133" y="connsiteY15133"/>
                </a:cxn>
                <a:cxn ang="0">
                  <a:pos x="connsiteX15134" y="connsiteY15134"/>
                </a:cxn>
                <a:cxn ang="0">
                  <a:pos x="connsiteX15135" y="connsiteY15135"/>
                </a:cxn>
                <a:cxn ang="0">
                  <a:pos x="connsiteX15136" y="connsiteY15136"/>
                </a:cxn>
                <a:cxn ang="0">
                  <a:pos x="connsiteX15137" y="connsiteY15137"/>
                </a:cxn>
                <a:cxn ang="0">
                  <a:pos x="connsiteX15138" y="connsiteY15138"/>
                </a:cxn>
                <a:cxn ang="0">
                  <a:pos x="connsiteX15139" y="connsiteY15139"/>
                </a:cxn>
                <a:cxn ang="0">
                  <a:pos x="connsiteX15140" y="connsiteY15140"/>
                </a:cxn>
                <a:cxn ang="0">
                  <a:pos x="connsiteX15141" y="connsiteY15141"/>
                </a:cxn>
                <a:cxn ang="0">
                  <a:pos x="connsiteX15142" y="connsiteY15142"/>
                </a:cxn>
                <a:cxn ang="0">
                  <a:pos x="connsiteX15143" y="connsiteY15143"/>
                </a:cxn>
                <a:cxn ang="0">
                  <a:pos x="connsiteX15144" y="connsiteY15144"/>
                </a:cxn>
                <a:cxn ang="0">
                  <a:pos x="connsiteX15145" y="connsiteY15145"/>
                </a:cxn>
                <a:cxn ang="0">
                  <a:pos x="connsiteX15146" y="connsiteY15146"/>
                </a:cxn>
                <a:cxn ang="0">
                  <a:pos x="connsiteX15147" y="connsiteY15147"/>
                </a:cxn>
                <a:cxn ang="0">
                  <a:pos x="connsiteX15148" y="connsiteY15148"/>
                </a:cxn>
                <a:cxn ang="0">
                  <a:pos x="connsiteX15149" y="connsiteY15149"/>
                </a:cxn>
                <a:cxn ang="0">
                  <a:pos x="connsiteX15150" y="connsiteY15150"/>
                </a:cxn>
                <a:cxn ang="0">
                  <a:pos x="connsiteX15151" y="connsiteY15151"/>
                </a:cxn>
                <a:cxn ang="0">
                  <a:pos x="connsiteX15152" y="connsiteY15152"/>
                </a:cxn>
                <a:cxn ang="0">
                  <a:pos x="connsiteX15153" y="connsiteY15153"/>
                </a:cxn>
                <a:cxn ang="0">
                  <a:pos x="connsiteX15154" y="connsiteY15154"/>
                </a:cxn>
                <a:cxn ang="0">
                  <a:pos x="connsiteX15155" y="connsiteY15155"/>
                </a:cxn>
                <a:cxn ang="0">
                  <a:pos x="connsiteX15156" y="connsiteY15156"/>
                </a:cxn>
                <a:cxn ang="0">
                  <a:pos x="connsiteX15157" y="connsiteY15157"/>
                </a:cxn>
                <a:cxn ang="0">
                  <a:pos x="connsiteX15158" y="connsiteY15158"/>
                </a:cxn>
                <a:cxn ang="0">
                  <a:pos x="connsiteX15159" y="connsiteY15159"/>
                </a:cxn>
                <a:cxn ang="0">
                  <a:pos x="connsiteX15160" y="connsiteY15160"/>
                </a:cxn>
                <a:cxn ang="0">
                  <a:pos x="connsiteX15161" y="connsiteY15161"/>
                </a:cxn>
                <a:cxn ang="0">
                  <a:pos x="connsiteX15162" y="connsiteY15162"/>
                </a:cxn>
                <a:cxn ang="0">
                  <a:pos x="connsiteX15163" y="connsiteY15163"/>
                </a:cxn>
                <a:cxn ang="0">
                  <a:pos x="connsiteX15164" y="connsiteY15164"/>
                </a:cxn>
                <a:cxn ang="0">
                  <a:pos x="connsiteX15165" y="connsiteY15165"/>
                </a:cxn>
                <a:cxn ang="0">
                  <a:pos x="connsiteX15166" y="connsiteY15166"/>
                </a:cxn>
                <a:cxn ang="0">
                  <a:pos x="connsiteX15167" y="connsiteY15167"/>
                </a:cxn>
                <a:cxn ang="0">
                  <a:pos x="connsiteX15168" y="connsiteY15168"/>
                </a:cxn>
                <a:cxn ang="0">
                  <a:pos x="connsiteX15169" y="connsiteY15169"/>
                </a:cxn>
                <a:cxn ang="0">
                  <a:pos x="connsiteX15170" y="connsiteY15170"/>
                </a:cxn>
                <a:cxn ang="0">
                  <a:pos x="connsiteX15171" y="connsiteY15171"/>
                </a:cxn>
                <a:cxn ang="0">
                  <a:pos x="connsiteX15172" y="connsiteY15172"/>
                </a:cxn>
                <a:cxn ang="0">
                  <a:pos x="connsiteX15173" y="connsiteY15173"/>
                </a:cxn>
                <a:cxn ang="0">
                  <a:pos x="connsiteX15174" y="connsiteY15174"/>
                </a:cxn>
                <a:cxn ang="0">
                  <a:pos x="connsiteX15175" y="connsiteY15175"/>
                </a:cxn>
                <a:cxn ang="0">
                  <a:pos x="connsiteX15176" y="connsiteY15176"/>
                </a:cxn>
                <a:cxn ang="0">
                  <a:pos x="connsiteX15177" y="connsiteY15177"/>
                </a:cxn>
                <a:cxn ang="0">
                  <a:pos x="connsiteX15178" y="connsiteY15178"/>
                </a:cxn>
                <a:cxn ang="0">
                  <a:pos x="connsiteX15179" y="connsiteY15179"/>
                </a:cxn>
                <a:cxn ang="0">
                  <a:pos x="connsiteX15180" y="connsiteY15180"/>
                </a:cxn>
                <a:cxn ang="0">
                  <a:pos x="connsiteX15181" y="connsiteY15181"/>
                </a:cxn>
                <a:cxn ang="0">
                  <a:pos x="connsiteX15182" y="connsiteY15182"/>
                </a:cxn>
                <a:cxn ang="0">
                  <a:pos x="connsiteX15183" y="connsiteY15183"/>
                </a:cxn>
                <a:cxn ang="0">
                  <a:pos x="connsiteX15184" y="connsiteY15184"/>
                </a:cxn>
                <a:cxn ang="0">
                  <a:pos x="connsiteX15185" y="connsiteY15185"/>
                </a:cxn>
                <a:cxn ang="0">
                  <a:pos x="connsiteX15186" y="connsiteY15186"/>
                </a:cxn>
                <a:cxn ang="0">
                  <a:pos x="connsiteX15187" y="connsiteY15187"/>
                </a:cxn>
                <a:cxn ang="0">
                  <a:pos x="connsiteX15188" y="connsiteY15188"/>
                </a:cxn>
                <a:cxn ang="0">
                  <a:pos x="connsiteX15189" y="connsiteY15189"/>
                </a:cxn>
                <a:cxn ang="0">
                  <a:pos x="connsiteX15190" y="connsiteY15190"/>
                </a:cxn>
                <a:cxn ang="0">
                  <a:pos x="connsiteX15191" y="connsiteY15191"/>
                </a:cxn>
                <a:cxn ang="0">
                  <a:pos x="connsiteX15192" y="connsiteY15192"/>
                </a:cxn>
                <a:cxn ang="0">
                  <a:pos x="connsiteX15193" y="connsiteY15193"/>
                </a:cxn>
                <a:cxn ang="0">
                  <a:pos x="connsiteX15194" y="connsiteY15194"/>
                </a:cxn>
                <a:cxn ang="0">
                  <a:pos x="connsiteX15195" y="connsiteY15195"/>
                </a:cxn>
                <a:cxn ang="0">
                  <a:pos x="connsiteX15196" y="connsiteY15196"/>
                </a:cxn>
                <a:cxn ang="0">
                  <a:pos x="connsiteX15197" y="connsiteY15197"/>
                </a:cxn>
                <a:cxn ang="0">
                  <a:pos x="connsiteX15198" y="connsiteY15198"/>
                </a:cxn>
                <a:cxn ang="0">
                  <a:pos x="connsiteX15199" y="connsiteY15199"/>
                </a:cxn>
                <a:cxn ang="0">
                  <a:pos x="connsiteX15200" y="connsiteY15200"/>
                </a:cxn>
                <a:cxn ang="0">
                  <a:pos x="connsiteX15201" y="connsiteY15201"/>
                </a:cxn>
                <a:cxn ang="0">
                  <a:pos x="connsiteX15202" y="connsiteY15202"/>
                </a:cxn>
                <a:cxn ang="0">
                  <a:pos x="connsiteX15203" y="connsiteY15203"/>
                </a:cxn>
                <a:cxn ang="0">
                  <a:pos x="connsiteX15204" y="connsiteY15204"/>
                </a:cxn>
                <a:cxn ang="0">
                  <a:pos x="connsiteX15205" y="connsiteY15205"/>
                </a:cxn>
                <a:cxn ang="0">
                  <a:pos x="connsiteX15206" y="connsiteY15206"/>
                </a:cxn>
                <a:cxn ang="0">
                  <a:pos x="connsiteX15207" y="connsiteY15207"/>
                </a:cxn>
                <a:cxn ang="0">
                  <a:pos x="connsiteX15208" y="connsiteY15208"/>
                </a:cxn>
                <a:cxn ang="0">
                  <a:pos x="connsiteX15209" y="connsiteY15209"/>
                </a:cxn>
                <a:cxn ang="0">
                  <a:pos x="connsiteX15210" y="connsiteY15210"/>
                </a:cxn>
                <a:cxn ang="0">
                  <a:pos x="connsiteX15211" y="connsiteY15211"/>
                </a:cxn>
                <a:cxn ang="0">
                  <a:pos x="connsiteX15212" y="connsiteY15212"/>
                </a:cxn>
                <a:cxn ang="0">
                  <a:pos x="connsiteX15213" y="connsiteY15213"/>
                </a:cxn>
                <a:cxn ang="0">
                  <a:pos x="connsiteX15214" y="connsiteY15214"/>
                </a:cxn>
                <a:cxn ang="0">
                  <a:pos x="connsiteX15215" y="connsiteY15215"/>
                </a:cxn>
                <a:cxn ang="0">
                  <a:pos x="connsiteX15216" y="connsiteY15216"/>
                </a:cxn>
                <a:cxn ang="0">
                  <a:pos x="connsiteX15217" y="connsiteY15217"/>
                </a:cxn>
                <a:cxn ang="0">
                  <a:pos x="connsiteX15218" y="connsiteY15218"/>
                </a:cxn>
                <a:cxn ang="0">
                  <a:pos x="connsiteX15219" y="connsiteY15219"/>
                </a:cxn>
                <a:cxn ang="0">
                  <a:pos x="connsiteX15220" y="connsiteY15220"/>
                </a:cxn>
                <a:cxn ang="0">
                  <a:pos x="connsiteX15221" y="connsiteY15221"/>
                </a:cxn>
                <a:cxn ang="0">
                  <a:pos x="connsiteX15222" y="connsiteY15222"/>
                </a:cxn>
                <a:cxn ang="0">
                  <a:pos x="connsiteX15223" y="connsiteY15223"/>
                </a:cxn>
                <a:cxn ang="0">
                  <a:pos x="connsiteX15224" y="connsiteY15224"/>
                </a:cxn>
                <a:cxn ang="0">
                  <a:pos x="connsiteX15225" y="connsiteY15225"/>
                </a:cxn>
                <a:cxn ang="0">
                  <a:pos x="connsiteX15226" y="connsiteY15226"/>
                </a:cxn>
                <a:cxn ang="0">
                  <a:pos x="connsiteX15227" y="connsiteY15227"/>
                </a:cxn>
                <a:cxn ang="0">
                  <a:pos x="connsiteX15228" y="connsiteY15228"/>
                </a:cxn>
                <a:cxn ang="0">
                  <a:pos x="connsiteX15229" y="connsiteY15229"/>
                </a:cxn>
                <a:cxn ang="0">
                  <a:pos x="connsiteX15230" y="connsiteY15230"/>
                </a:cxn>
                <a:cxn ang="0">
                  <a:pos x="connsiteX15231" y="connsiteY15231"/>
                </a:cxn>
                <a:cxn ang="0">
                  <a:pos x="connsiteX15232" y="connsiteY15232"/>
                </a:cxn>
                <a:cxn ang="0">
                  <a:pos x="connsiteX15233" y="connsiteY15233"/>
                </a:cxn>
                <a:cxn ang="0">
                  <a:pos x="connsiteX15234" y="connsiteY15234"/>
                </a:cxn>
                <a:cxn ang="0">
                  <a:pos x="connsiteX15235" y="connsiteY15235"/>
                </a:cxn>
                <a:cxn ang="0">
                  <a:pos x="connsiteX15236" y="connsiteY15236"/>
                </a:cxn>
                <a:cxn ang="0">
                  <a:pos x="connsiteX15237" y="connsiteY15237"/>
                </a:cxn>
                <a:cxn ang="0">
                  <a:pos x="connsiteX15238" y="connsiteY15238"/>
                </a:cxn>
                <a:cxn ang="0">
                  <a:pos x="connsiteX15239" y="connsiteY15239"/>
                </a:cxn>
                <a:cxn ang="0">
                  <a:pos x="connsiteX15240" y="connsiteY15240"/>
                </a:cxn>
                <a:cxn ang="0">
                  <a:pos x="connsiteX15241" y="connsiteY15241"/>
                </a:cxn>
                <a:cxn ang="0">
                  <a:pos x="connsiteX15242" y="connsiteY15242"/>
                </a:cxn>
                <a:cxn ang="0">
                  <a:pos x="connsiteX15243" y="connsiteY15243"/>
                </a:cxn>
                <a:cxn ang="0">
                  <a:pos x="connsiteX15244" y="connsiteY15244"/>
                </a:cxn>
                <a:cxn ang="0">
                  <a:pos x="connsiteX15245" y="connsiteY15245"/>
                </a:cxn>
                <a:cxn ang="0">
                  <a:pos x="connsiteX15246" y="connsiteY15246"/>
                </a:cxn>
                <a:cxn ang="0">
                  <a:pos x="connsiteX15247" y="connsiteY15247"/>
                </a:cxn>
                <a:cxn ang="0">
                  <a:pos x="connsiteX15248" y="connsiteY15248"/>
                </a:cxn>
                <a:cxn ang="0">
                  <a:pos x="connsiteX15249" y="connsiteY15249"/>
                </a:cxn>
                <a:cxn ang="0">
                  <a:pos x="connsiteX15250" y="connsiteY15250"/>
                </a:cxn>
                <a:cxn ang="0">
                  <a:pos x="connsiteX15251" y="connsiteY15251"/>
                </a:cxn>
                <a:cxn ang="0">
                  <a:pos x="connsiteX15252" y="connsiteY15252"/>
                </a:cxn>
                <a:cxn ang="0">
                  <a:pos x="connsiteX15253" y="connsiteY15253"/>
                </a:cxn>
                <a:cxn ang="0">
                  <a:pos x="connsiteX15254" y="connsiteY15254"/>
                </a:cxn>
                <a:cxn ang="0">
                  <a:pos x="connsiteX15255" y="connsiteY15255"/>
                </a:cxn>
                <a:cxn ang="0">
                  <a:pos x="connsiteX15256" y="connsiteY15256"/>
                </a:cxn>
                <a:cxn ang="0">
                  <a:pos x="connsiteX15257" y="connsiteY15257"/>
                </a:cxn>
                <a:cxn ang="0">
                  <a:pos x="connsiteX15258" y="connsiteY15258"/>
                </a:cxn>
                <a:cxn ang="0">
                  <a:pos x="connsiteX15259" y="connsiteY15259"/>
                </a:cxn>
                <a:cxn ang="0">
                  <a:pos x="connsiteX15260" y="connsiteY15260"/>
                </a:cxn>
                <a:cxn ang="0">
                  <a:pos x="connsiteX15261" y="connsiteY15261"/>
                </a:cxn>
                <a:cxn ang="0">
                  <a:pos x="connsiteX15262" y="connsiteY15262"/>
                </a:cxn>
                <a:cxn ang="0">
                  <a:pos x="connsiteX15263" y="connsiteY15263"/>
                </a:cxn>
                <a:cxn ang="0">
                  <a:pos x="connsiteX15264" y="connsiteY15264"/>
                </a:cxn>
                <a:cxn ang="0">
                  <a:pos x="connsiteX15265" y="connsiteY15265"/>
                </a:cxn>
                <a:cxn ang="0">
                  <a:pos x="connsiteX15266" y="connsiteY15266"/>
                </a:cxn>
                <a:cxn ang="0">
                  <a:pos x="connsiteX15267" y="connsiteY15267"/>
                </a:cxn>
                <a:cxn ang="0">
                  <a:pos x="connsiteX15268" y="connsiteY15268"/>
                </a:cxn>
                <a:cxn ang="0">
                  <a:pos x="connsiteX15269" y="connsiteY15269"/>
                </a:cxn>
                <a:cxn ang="0">
                  <a:pos x="connsiteX15270" y="connsiteY15270"/>
                </a:cxn>
                <a:cxn ang="0">
                  <a:pos x="connsiteX15271" y="connsiteY15271"/>
                </a:cxn>
                <a:cxn ang="0">
                  <a:pos x="connsiteX15272" y="connsiteY15272"/>
                </a:cxn>
                <a:cxn ang="0">
                  <a:pos x="connsiteX15273" y="connsiteY15273"/>
                </a:cxn>
                <a:cxn ang="0">
                  <a:pos x="connsiteX15274" y="connsiteY15274"/>
                </a:cxn>
                <a:cxn ang="0">
                  <a:pos x="connsiteX15275" y="connsiteY15275"/>
                </a:cxn>
                <a:cxn ang="0">
                  <a:pos x="connsiteX15276" y="connsiteY15276"/>
                </a:cxn>
                <a:cxn ang="0">
                  <a:pos x="connsiteX15277" y="connsiteY15277"/>
                </a:cxn>
                <a:cxn ang="0">
                  <a:pos x="connsiteX15278" y="connsiteY15278"/>
                </a:cxn>
                <a:cxn ang="0">
                  <a:pos x="connsiteX15279" y="connsiteY15279"/>
                </a:cxn>
                <a:cxn ang="0">
                  <a:pos x="connsiteX15280" y="connsiteY15280"/>
                </a:cxn>
                <a:cxn ang="0">
                  <a:pos x="connsiteX15281" y="connsiteY15281"/>
                </a:cxn>
                <a:cxn ang="0">
                  <a:pos x="connsiteX15282" y="connsiteY15282"/>
                </a:cxn>
                <a:cxn ang="0">
                  <a:pos x="connsiteX15283" y="connsiteY15283"/>
                </a:cxn>
                <a:cxn ang="0">
                  <a:pos x="connsiteX15284" y="connsiteY15284"/>
                </a:cxn>
                <a:cxn ang="0">
                  <a:pos x="connsiteX15285" y="connsiteY15285"/>
                </a:cxn>
                <a:cxn ang="0">
                  <a:pos x="connsiteX15286" y="connsiteY15286"/>
                </a:cxn>
                <a:cxn ang="0">
                  <a:pos x="connsiteX15287" y="connsiteY15287"/>
                </a:cxn>
                <a:cxn ang="0">
                  <a:pos x="connsiteX15288" y="connsiteY15288"/>
                </a:cxn>
                <a:cxn ang="0">
                  <a:pos x="connsiteX15289" y="connsiteY15289"/>
                </a:cxn>
                <a:cxn ang="0">
                  <a:pos x="connsiteX15290" y="connsiteY15290"/>
                </a:cxn>
                <a:cxn ang="0">
                  <a:pos x="connsiteX15291" y="connsiteY15291"/>
                </a:cxn>
                <a:cxn ang="0">
                  <a:pos x="connsiteX15292" y="connsiteY15292"/>
                </a:cxn>
                <a:cxn ang="0">
                  <a:pos x="connsiteX15293" y="connsiteY15293"/>
                </a:cxn>
                <a:cxn ang="0">
                  <a:pos x="connsiteX15294" y="connsiteY15294"/>
                </a:cxn>
                <a:cxn ang="0">
                  <a:pos x="connsiteX15295" y="connsiteY15295"/>
                </a:cxn>
                <a:cxn ang="0">
                  <a:pos x="connsiteX15296" y="connsiteY15296"/>
                </a:cxn>
                <a:cxn ang="0">
                  <a:pos x="connsiteX15297" y="connsiteY15297"/>
                </a:cxn>
                <a:cxn ang="0">
                  <a:pos x="connsiteX15298" y="connsiteY15298"/>
                </a:cxn>
                <a:cxn ang="0">
                  <a:pos x="connsiteX15299" y="connsiteY15299"/>
                </a:cxn>
                <a:cxn ang="0">
                  <a:pos x="connsiteX15300" y="connsiteY15300"/>
                </a:cxn>
                <a:cxn ang="0">
                  <a:pos x="connsiteX15301" y="connsiteY15301"/>
                </a:cxn>
                <a:cxn ang="0">
                  <a:pos x="connsiteX15302" y="connsiteY15302"/>
                </a:cxn>
                <a:cxn ang="0">
                  <a:pos x="connsiteX15303" y="connsiteY15303"/>
                </a:cxn>
                <a:cxn ang="0">
                  <a:pos x="connsiteX15304" y="connsiteY15304"/>
                </a:cxn>
                <a:cxn ang="0">
                  <a:pos x="connsiteX15305" y="connsiteY15305"/>
                </a:cxn>
                <a:cxn ang="0">
                  <a:pos x="connsiteX15306" y="connsiteY15306"/>
                </a:cxn>
                <a:cxn ang="0">
                  <a:pos x="connsiteX15307" y="connsiteY15307"/>
                </a:cxn>
                <a:cxn ang="0">
                  <a:pos x="connsiteX15308" y="connsiteY15308"/>
                </a:cxn>
                <a:cxn ang="0">
                  <a:pos x="connsiteX15309" y="connsiteY15309"/>
                </a:cxn>
                <a:cxn ang="0">
                  <a:pos x="connsiteX15310" y="connsiteY15310"/>
                </a:cxn>
                <a:cxn ang="0">
                  <a:pos x="connsiteX15311" y="connsiteY15311"/>
                </a:cxn>
                <a:cxn ang="0">
                  <a:pos x="connsiteX15312" y="connsiteY15312"/>
                </a:cxn>
                <a:cxn ang="0">
                  <a:pos x="connsiteX15313" y="connsiteY15313"/>
                </a:cxn>
                <a:cxn ang="0">
                  <a:pos x="connsiteX15314" y="connsiteY15314"/>
                </a:cxn>
                <a:cxn ang="0">
                  <a:pos x="connsiteX15315" y="connsiteY15315"/>
                </a:cxn>
                <a:cxn ang="0">
                  <a:pos x="connsiteX15316" y="connsiteY15316"/>
                </a:cxn>
                <a:cxn ang="0">
                  <a:pos x="connsiteX15317" y="connsiteY15317"/>
                </a:cxn>
                <a:cxn ang="0">
                  <a:pos x="connsiteX15318" y="connsiteY15318"/>
                </a:cxn>
                <a:cxn ang="0">
                  <a:pos x="connsiteX15319" y="connsiteY15319"/>
                </a:cxn>
                <a:cxn ang="0">
                  <a:pos x="connsiteX15320" y="connsiteY15320"/>
                </a:cxn>
                <a:cxn ang="0">
                  <a:pos x="connsiteX15321" y="connsiteY15321"/>
                </a:cxn>
                <a:cxn ang="0">
                  <a:pos x="connsiteX15322" y="connsiteY15322"/>
                </a:cxn>
                <a:cxn ang="0">
                  <a:pos x="connsiteX15323" y="connsiteY15323"/>
                </a:cxn>
                <a:cxn ang="0">
                  <a:pos x="connsiteX15324" y="connsiteY15324"/>
                </a:cxn>
                <a:cxn ang="0">
                  <a:pos x="connsiteX15325" y="connsiteY15325"/>
                </a:cxn>
                <a:cxn ang="0">
                  <a:pos x="connsiteX15326" y="connsiteY15326"/>
                </a:cxn>
                <a:cxn ang="0">
                  <a:pos x="connsiteX15327" y="connsiteY15327"/>
                </a:cxn>
                <a:cxn ang="0">
                  <a:pos x="connsiteX15328" y="connsiteY15328"/>
                </a:cxn>
                <a:cxn ang="0">
                  <a:pos x="connsiteX15329" y="connsiteY15329"/>
                </a:cxn>
                <a:cxn ang="0">
                  <a:pos x="connsiteX15330" y="connsiteY15330"/>
                </a:cxn>
                <a:cxn ang="0">
                  <a:pos x="connsiteX15331" y="connsiteY15331"/>
                </a:cxn>
                <a:cxn ang="0">
                  <a:pos x="connsiteX15332" y="connsiteY15332"/>
                </a:cxn>
                <a:cxn ang="0">
                  <a:pos x="connsiteX15333" y="connsiteY15333"/>
                </a:cxn>
                <a:cxn ang="0">
                  <a:pos x="connsiteX15334" y="connsiteY15334"/>
                </a:cxn>
                <a:cxn ang="0">
                  <a:pos x="connsiteX15335" y="connsiteY15335"/>
                </a:cxn>
                <a:cxn ang="0">
                  <a:pos x="connsiteX15336" y="connsiteY15336"/>
                </a:cxn>
                <a:cxn ang="0">
                  <a:pos x="connsiteX15337" y="connsiteY15337"/>
                </a:cxn>
                <a:cxn ang="0">
                  <a:pos x="connsiteX15338" y="connsiteY15338"/>
                </a:cxn>
                <a:cxn ang="0">
                  <a:pos x="connsiteX15339" y="connsiteY15339"/>
                </a:cxn>
                <a:cxn ang="0">
                  <a:pos x="connsiteX15340" y="connsiteY15340"/>
                </a:cxn>
                <a:cxn ang="0">
                  <a:pos x="connsiteX15341" y="connsiteY15341"/>
                </a:cxn>
                <a:cxn ang="0">
                  <a:pos x="connsiteX15342" y="connsiteY15342"/>
                </a:cxn>
                <a:cxn ang="0">
                  <a:pos x="connsiteX15343" y="connsiteY15343"/>
                </a:cxn>
                <a:cxn ang="0">
                  <a:pos x="connsiteX15344" y="connsiteY15344"/>
                </a:cxn>
                <a:cxn ang="0">
                  <a:pos x="connsiteX15345" y="connsiteY15345"/>
                </a:cxn>
                <a:cxn ang="0">
                  <a:pos x="connsiteX15346" y="connsiteY15346"/>
                </a:cxn>
                <a:cxn ang="0">
                  <a:pos x="connsiteX15347" y="connsiteY15347"/>
                </a:cxn>
                <a:cxn ang="0">
                  <a:pos x="connsiteX15348" y="connsiteY15348"/>
                </a:cxn>
                <a:cxn ang="0">
                  <a:pos x="connsiteX15349" y="connsiteY15349"/>
                </a:cxn>
                <a:cxn ang="0">
                  <a:pos x="connsiteX15350" y="connsiteY15350"/>
                </a:cxn>
                <a:cxn ang="0">
                  <a:pos x="connsiteX15351" y="connsiteY15351"/>
                </a:cxn>
                <a:cxn ang="0">
                  <a:pos x="connsiteX15352" y="connsiteY15352"/>
                </a:cxn>
                <a:cxn ang="0">
                  <a:pos x="connsiteX15353" y="connsiteY15353"/>
                </a:cxn>
                <a:cxn ang="0">
                  <a:pos x="connsiteX15354" y="connsiteY15354"/>
                </a:cxn>
                <a:cxn ang="0">
                  <a:pos x="connsiteX15355" y="connsiteY15355"/>
                </a:cxn>
                <a:cxn ang="0">
                  <a:pos x="connsiteX15356" y="connsiteY15356"/>
                </a:cxn>
                <a:cxn ang="0">
                  <a:pos x="connsiteX15357" y="connsiteY15357"/>
                </a:cxn>
                <a:cxn ang="0">
                  <a:pos x="connsiteX15358" y="connsiteY15358"/>
                </a:cxn>
                <a:cxn ang="0">
                  <a:pos x="connsiteX15359" y="connsiteY15359"/>
                </a:cxn>
                <a:cxn ang="0">
                  <a:pos x="connsiteX15360" y="connsiteY15360"/>
                </a:cxn>
                <a:cxn ang="0">
                  <a:pos x="connsiteX15361" y="connsiteY15361"/>
                </a:cxn>
                <a:cxn ang="0">
                  <a:pos x="connsiteX15362" y="connsiteY15362"/>
                </a:cxn>
                <a:cxn ang="0">
                  <a:pos x="connsiteX15363" y="connsiteY15363"/>
                </a:cxn>
                <a:cxn ang="0">
                  <a:pos x="connsiteX15364" y="connsiteY15364"/>
                </a:cxn>
                <a:cxn ang="0">
                  <a:pos x="connsiteX15365" y="connsiteY15365"/>
                </a:cxn>
                <a:cxn ang="0">
                  <a:pos x="connsiteX15366" y="connsiteY15366"/>
                </a:cxn>
                <a:cxn ang="0">
                  <a:pos x="connsiteX15367" y="connsiteY15367"/>
                </a:cxn>
                <a:cxn ang="0">
                  <a:pos x="connsiteX15368" y="connsiteY15368"/>
                </a:cxn>
                <a:cxn ang="0">
                  <a:pos x="connsiteX15369" y="connsiteY15369"/>
                </a:cxn>
                <a:cxn ang="0">
                  <a:pos x="connsiteX15370" y="connsiteY15370"/>
                </a:cxn>
                <a:cxn ang="0">
                  <a:pos x="connsiteX15371" y="connsiteY15371"/>
                </a:cxn>
                <a:cxn ang="0">
                  <a:pos x="connsiteX15372" y="connsiteY15372"/>
                </a:cxn>
                <a:cxn ang="0">
                  <a:pos x="connsiteX15373" y="connsiteY15373"/>
                </a:cxn>
                <a:cxn ang="0">
                  <a:pos x="connsiteX15374" y="connsiteY15374"/>
                </a:cxn>
                <a:cxn ang="0">
                  <a:pos x="connsiteX15375" y="connsiteY15375"/>
                </a:cxn>
                <a:cxn ang="0">
                  <a:pos x="connsiteX15376" y="connsiteY15376"/>
                </a:cxn>
                <a:cxn ang="0">
                  <a:pos x="connsiteX15377" y="connsiteY15377"/>
                </a:cxn>
                <a:cxn ang="0">
                  <a:pos x="connsiteX15378" y="connsiteY15378"/>
                </a:cxn>
                <a:cxn ang="0">
                  <a:pos x="connsiteX15379" y="connsiteY15379"/>
                </a:cxn>
                <a:cxn ang="0">
                  <a:pos x="connsiteX15380" y="connsiteY15380"/>
                </a:cxn>
                <a:cxn ang="0">
                  <a:pos x="connsiteX15381" y="connsiteY15381"/>
                </a:cxn>
                <a:cxn ang="0">
                  <a:pos x="connsiteX15382" y="connsiteY15382"/>
                </a:cxn>
                <a:cxn ang="0">
                  <a:pos x="connsiteX15383" y="connsiteY15383"/>
                </a:cxn>
                <a:cxn ang="0">
                  <a:pos x="connsiteX15384" y="connsiteY15384"/>
                </a:cxn>
                <a:cxn ang="0">
                  <a:pos x="connsiteX15385" y="connsiteY15385"/>
                </a:cxn>
                <a:cxn ang="0">
                  <a:pos x="connsiteX15386" y="connsiteY15386"/>
                </a:cxn>
                <a:cxn ang="0">
                  <a:pos x="connsiteX15387" y="connsiteY15387"/>
                </a:cxn>
                <a:cxn ang="0">
                  <a:pos x="connsiteX15388" y="connsiteY15388"/>
                </a:cxn>
                <a:cxn ang="0">
                  <a:pos x="connsiteX15389" y="connsiteY15389"/>
                </a:cxn>
                <a:cxn ang="0">
                  <a:pos x="connsiteX15390" y="connsiteY15390"/>
                </a:cxn>
                <a:cxn ang="0">
                  <a:pos x="connsiteX15391" y="connsiteY15391"/>
                </a:cxn>
                <a:cxn ang="0">
                  <a:pos x="connsiteX15392" y="connsiteY15392"/>
                </a:cxn>
                <a:cxn ang="0">
                  <a:pos x="connsiteX15393" y="connsiteY15393"/>
                </a:cxn>
                <a:cxn ang="0">
                  <a:pos x="connsiteX15394" y="connsiteY15394"/>
                </a:cxn>
                <a:cxn ang="0">
                  <a:pos x="connsiteX15395" y="connsiteY15395"/>
                </a:cxn>
                <a:cxn ang="0">
                  <a:pos x="connsiteX15396" y="connsiteY15396"/>
                </a:cxn>
                <a:cxn ang="0">
                  <a:pos x="connsiteX15397" y="connsiteY15397"/>
                </a:cxn>
                <a:cxn ang="0">
                  <a:pos x="connsiteX15398" y="connsiteY15398"/>
                </a:cxn>
                <a:cxn ang="0">
                  <a:pos x="connsiteX15399" y="connsiteY15399"/>
                </a:cxn>
                <a:cxn ang="0">
                  <a:pos x="connsiteX15400" y="connsiteY15400"/>
                </a:cxn>
                <a:cxn ang="0">
                  <a:pos x="connsiteX15401" y="connsiteY15401"/>
                </a:cxn>
                <a:cxn ang="0">
                  <a:pos x="connsiteX15402" y="connsiteY15402"/>
                </a:cxn>
                <a:cxn ang="0">
                  <a:pos x="connsiteX15403" y="connsiteY15403"/>
                </a:cxn>
                <a:cxn ang="0">
                  <a:pos x="connsiteX15404" y="connsiteY15404"/>
                </a:cxn>
                <a:cxn ang="0">
                  <a:pos x="connsiteX15405" y="connsiteY15405"/>
                </a:cxn>
                <a:cxn ang="0">
                  <a:pos x="connsiteX15406" y="connsiteY15406"/>
                </a:cxn>
                <a:cxn ang="0">
                  <a:pos x="connsiteX15407" y="connsiteY15407"/>
                </a:cxn>
                <a:cxn ang="0">
                  <a:pos x="connsiteX15408" y="connsiteY15408"/>
                </a:cxn>
                <a:cxn ang="0">
                  <a:pos x="connsiteX15409" y="connsiteY15409"/>
                </a:cxn>
                <a:cxn ang="0">
                  <a:pos x="connsiteX15410" y="connsiteY15410"/>
                </a:cxn>
                <a:cxn ang="0">
                  <a:pos x="connsiteX15411" y="connsiteY15411"/>
                </a:cxn>
                <a:cxn ang="0">
                  <a:pos x="connsiteX15412" y="connsiteY15412"/>
                </a:cxn>
                <a:cxn ang="0">
                  <a:pos x="connsiteX15413" y="connsiteY15413"/>
                </a:cxn>
                <a:cxn ang="0">
                  <a:pos x="connsiteX15414" y="connsiteY15414"/>
                </a:cxn>
                <a:cxn ang="0">
                  <a:pos x="connsiteX15415" y="connsiteY15415"/>
                </a:cxn>
                <a:cxn ang="0">
                  <a:pos x="connsiteX15416" y="connsiteY15416"/>
                </a:cxn>
                <a:cxn ang="0">
                  <a:pos x="connsiteX15417" y="connsiteY15417"/>
                </a:cxn>
                <a:cxn ang="0">
                  <a:pos x="connsiteX15418" y="connsiteY15418"/>
                </a:cxn>
                <a:cxn ang="0">
                  <a:pos x="connsiteX15419" y="connsiteY15419"/>
                </a:cxn>
                <a:cxn ang="0">
                  <a:pos x="connsiteX15420" y="connsiteY15420"/>
                </a:cxn>
                <a:cxn ang="0">
                  <a:pos x="connsiteX15421" y="connsiteY15421"/>
                </a:cxn>
                <a:cxn ang="0">
                  <a:pos x="connsiteX15422" y="connsiteY15422"/>
                </a:cxn>
                <a:cxn ang="0">
                  <a:pos x="connsiteX15423" y="connsiteY15423"/>
                </a:cxn>
                <a:cxn ang="0">
                  <a:pos x="connsiteX15424" y="connsiteY15424"/>
                </a:cxn>
                <a:cxn ang="0">
                  <a:pos x="connsiteX15425" y="connsiteY15425"/>
                </a:cxn>
                <a:cxn ang="0">
                  <a:pos x="connsiteX15426" y="connsiteY15426"/>
                </a:cxn>
                <a:cxn ang="0">
                  <a:pos x="connsiteX15427" y="connsiteY15427"/>
                </a:cxn>
                <a:cxn ang="0">
                  <a:pos x="connsiteX15428" y="connsiteY15428"/>
                </a:cxn>
                <a:cxn ang="0">
                  <a:pos x="connsiteX15429" y="connsiteY15429"/>
                </a:cxn>
                <a:cxn ang="0">
                  <a:pos x="connsiteX15430" y="connsiteY15430"/>
                </a:cxn>
                <a:cxn ang="0">
                  <a:pos x="connsiteX15431" y="connsiteY15431"/>
                </a:cxn>
                <a:cxn ang="0">
                  <a:pos x="connsiteX15432" y="connsiteY15432"/>
                </a:cxn>
                <a:cxn ang="0">
                  <a:pos x="connsiteX15433" y="connsiteY15433"/>
                </a:cxn>
                <a:cxn ang="0">
                  <a:pos x="connsiteX15434" y="connsiteY15434"/>
                </a:cxn>
                <a:cxn ang="0">
                  <a:pos x="connsiteX15435" y="connsiteY15435"/>
                </a:cxn>
                <a:cxn ang="0">
                  <a:pos x="connsiteX15436" y="connsiteY15436"/>
                </a:cxn>
                <a:cxn ang="0">
                  <a:pos x="connsiteX15437" y="connsiteY15437"/>
                </a:cxn>
                <a:cxn ang="0">
                  <a:pos x="connsiteX15438" y="connsiteY15438"/>
                </a:cxn>
                <a:cxn ang="0">
                  <a:pos x="connsiteX15439" y="connsiteY15439"/>
                </a:cxn>
                <a:cxn ang="0">
                  <a:pos x="connsiteX15440" y="connsiteY15440"/>
                </a:cxn>
                <a:cxn ang="0">
                  <a:pos x="connsiteX15441" y="connsiteY15441"/>
                </a:cxn>
                <a:cxn ang="0">
                  <a:pos x="connsiteX15442" y="connsiteY15442"/>
                </a:cxn>
                <a:cxn ang="0">
                  <a:pos x="connsiteX15443" y="connsiteY15443"/>
                </a:cxn>
                <a:cxn ang="0">
                  <a:pos x="connsiteX15444" y="connsiteY15444"/>
                </a:cxn>
                <a:cxn ang="0">
                  <a:pos x="connsiteX15445" y="connsiteY15445"/>
                </a:cxn>
                <a:cxn ang="0">
                  <a:pos x="connsiteX15446" y="connsiteY15446"/>
                </a:cxn>
                <a:cxn ang="0">
                  <a:pos x="connsiteX15447" y="connsiteY15447"/>
                </a:cxn>
                <a:cxn ang="0">
                  <a:pos x="connsiteX15448" y="connsiteY15448"/>
                </a:cxn>
                <a:cxn ang="0">
                  <a:pos x="connsiteX15449" y="connsiteY15449"/>
                </a:cxn>
                <a:cxn ang="0">
                  <a:pos x="connsiteX15450" y="connsiteY15450"/>
                </a:cxn>
                <a:cxn ang="0">
                  <a:pos x="connsiteX15451" y="connsiteY15451"/>
                </a:cxn>
                <a:cxn ang="0">
                  <a:pos x="connsiteX15452" y="connsiteY15452"/>
                </a:cxn>
                <a:cxn ang="0">
                  <a:pos x="connsiteX15453" y="connsiteY15453"/>
                </a:cxn>
                <a:cxn ang="0">
                  <a:pos x="connsiteX15454" y="connsiteY15454"/>
                </a:cxn>
                <a:cxn ang="0">
                  <a:pos x="connsiteX15455" y="connsiteY15455"/>
                </a:cxn>
                <a:cxn ang="0">
                  <a:pos x="connsiteX15456" y="connsiteY15456"/>
                </a:cxn>
                <a:cxn ang="0">
                  <a:pos x="connsiteX15457" y="connsiteY15457"/>
                </a:cxn>
                <a:cxn ang="0">
                  <a:pos x="connsiteX15458" y="connsiteY15458"/>
                </a:cxn>
                <a:cxn ang="0">
                  <a:pos x="connsiteX15459" y="connsiteY15459"/>
                </a:cxn>
                <a:cxn ang="0">
                  <a:pos x="connsiteX15460" y="connsiteY15460"/>
                </a:cxn>
                <a:cxn ang="0">
                  <a:pos x="connsiteX15461" y="connsiteY15461"/>
                </a:cxn>
                <a:cxn ang="0">
                  <a:pos x="connsiteX15462" y="connsiteY15462"/>
                </a:cxn>
                <a:cxn ang="0">
                  <a:pos x="connsiteX15463" y="connsiteY15463"/>
                </a:cxn>
                <a:cxn ang="0">
                  <a:pos x="connsiteX15464" y="connsiteY15464"/>
                </a:cxn>
                <a:cxn ang="0">
                  <a:pos x="connsiteX15465" y="connsiteY15465"/>
                </a:cxn>
                <a:cxn ang="0">
                  <a:pos x="connsiteX15466" y="connsiteY15466"/>
                </a:cxn>
                <a:cxn ang="0">
                  <a:pos x="connsiteX15467" y="connsiteY15467"/>
                </a:cxn>
                <a:cxn ang="0">
                  <a:pos x="connsiteX15468" y="connsiteY15468"/>
                </a:cxn>
                <a:cxn ang="0">
                  <a:pos x="connsiteX15469" y="connsiteY15469"/>
                </a:cxn>
                <a:cxn ang="0">
                  <a:pos x="connsiteX15470" y="connsiteY15470"/>
                </a:cxn>
                <a:cxn ang="0">
                  <a:pos x="connsiteX15471" y="connsiteY15471"/>
                </a:cxn>
                <a:cxn ang="0">
                  <a:pos x="connsiteX15472" y="connsiteY15472"/>
                </a:cxn>
                <a:cxn ang="0">
                  <a:pos x="connsiteX15473" y="connsiteY15473"/>
                </a:cxn>
                <a:cxn ang="0">
                  <a:pos x="connsiteX15474" y="connsiteY15474"/>
                </a:cxn>
                <a:cxn ang="0">
                  <a:pos x="connsiteX15475" y="connsiteY15475"/>
                </a:cxn>
                <a:cxn ang="0">
                  <a:pos x="connsiteX15476" y="connsiteY15476"/>
                </a:cxn>
                <a:cxn ang="0">
                  <a:pos x="connsiteX15477" y="connsiteY15477"/>
                </a:cxn>
                <a:cxn ang="0">
                  <a:pos x="connsiteX15478" y="connsiteY15478"/>
                </a:cxn>
                <a:cxn ang="0">
                  <a:pos x="connsiteX15479" y="connsiteY15479"/>
                </a:cxn>
                <a:cxn ang="0">
                  <a:pos x="connsiteX15480" y="connsiteY15480"/>
                </a:cxn>
                <a:cxn ang="0">
                  <a:pos x="connsiteX15481" y="connsiteY15481"/>
                </a:cxn>
                <a:cxn ang="0">
                  <a:pos x="connsiteX15482" y="connsiteY15482"/>
                </a:cxn>
                <a:cxn ang="0">
                  <a:pos x="connsiteX15483" y="connsiteY15483"/>
                </a:cxn>
                <a:cxn ang="0">
                  <a:pos x="connsiteX15484" y="connsiteY15484"/>
                </a:cxn>
                <a:cxn ang="0">
                  <a:pos x="connsiteX15485" y="connsiteY15485"/>
                </a:cxn>
                <a:cxn ang="0">
                  <a:pos x="connsiteX15486" y="connsiteY15486"/>
                </a:cxn>
                <a:cxn ang="0">
                  <a:pos x="connsiteX15487" y="connsiteY15487"/>
                </a:cxn>
                <a:cxn ang="0">
                  <a:pos x="connsiteX15488" y="connsiteY15488"/>
                </a:cxn>
                <a:cxn ang="0">
                  <a:pos x="connsiteX15489" y="connsiteY15489"/>
                </a:cxn>
                <a:cxn ang="0">
                  <a:pos x="connsiteX15490" y="connsiteY15490"/>
                </a:cxn>
                <a:cxn ang="0">
                  <a:pos x="connsiteX15491" y="connsiteY15491"/>
                </a:cxn>
                <a:cxn ang="0">
                  <a:pos x="connsiteX15492" y="connsiteY15492"/>
                </a:cxn>
                <a:cxn ang="0">
                  <a:pos x="connsiteX15493" y="connsiteY15493"/>
                </a:cxn>
                <a:cxn ang="0">
                  <a:pos x="connsiteX15494" y="connsiteY15494"/>
                </a:cxn>
                <a:cxn ang="0">
                  <a:pos x="connsiteX15495" y="connsiteY15495"/>
                </a:cxn>
                <a:cxn ang="0">
                  <a:pos x="connsiteX15496" y="connsiteY15496"/>
                </a:cxn>
                <a:cxn ang="0">
                  <a:pos x="connsiteX15497" y="connsiteY15497"/>
                </a:cxn>
                <a:cxn ang="0">
                  <a:pos x="connsiteX15498" y="connsiteY15498"/>
                </a:cxn>
                <a:cxn ang="0">
                  <a:pos x="connsiteX15499" y="connsiteY15499"/>
                </a:cxn>
                <a:cxn ang="0">
                  <a:pos x="connsiteX15500" y="connsiteY15500"/>
                </a:cxn>
                <a:cxn ang="0">
                  <a:pos x="connsiteX15501" y="connsiteY15501"/>
                </a:cxn>
                <a:cxn ang="0">
                  <a:pos x="connsiteX15502" y="connsiteY15502"/>
                </a:cxn>
                <a:cxn ang="0">
                  <a:pos x="connsiteX15503" y="connsiteY15503"/>
                </a:cxn>
                <a:cxn ang="0">
                  <a:pos x="connsiteX15504" y="connsiteY15504"/>
                </a:cxn>
                <a:cxn ang="0">
                  <a:pos x="connsiteX15505" y="connsiteY15505"/>
                </a:cxn>
                <a:cxn ang="0">
                  <a:pos x="connsiteX15506" y="connsiteY15506"/>
                </a:cxn>
                <a:cxn ang="0">
                  <a:pos x="connsiteX15507" y="connsiteY15507"/>
                </a:cxn>
                <a:cxn ang="0">
                  <a:pos x="connsiteX15508" y="connsiteY15508"/>
                </a:cxn>
                <a:cxn ang="0">
                  <a:pos x="connsiteX15509" y="connsiteY15509"/>
                </a:cxn>
                <a:cxn ang="0">
                  <a:pos x="connsiteX15510" y="connsiteY15510"/>
                </a:cxn>
                <a:cxn ang="0">
                  <a:pos x="connsiteX15511" y="connsiteY15511"/>
                </a:cxn>
                <a:cxn ang="0">
                  <a:pos x="connsiteX15512" y="connsiteY15512"/>
                </a:cxn>
                <a:cxn ang="0">
                  <a:pos x="connsiteX15513" y="connsiteY15513"/>
                </a:cxn>
                <a:cxn ang="0">
                  <a:pos x="connsiteX15514" y="connsiteY15514"/>
                </a:cxn>
                <a:cxn ang="0">
                  <a:pos x="connsiteX15515" y="connsiteY15515"/>
                </a:cxn>
                <a:cxn ang="0">
                  <a:pos x="connsiteX15516" y="connsiteY15516"/>
                </a:cxn>
                <a:cxn ang="0">
                  <a:pos x="connsiteX15517" y="connsiteY15517"/>
                </a:cxn>
                <a:cxn ang="0">
                  <a:pos x="connsiteX15518" y="connsiteY15518"/>
                </a:cxn>
                <a:cxn ang="0">
                  <a:pos x="connsiteX15519" y="connsiteY15519"/>
                </a:cxn>
                <a:cxn ang="0">
                  <a:pos x="connsiteX15520" y="connsiteY15520"/>
                </a:cxn>
                <a:cxn ang="0">
                  <a:pos x="connsiteX15521" y="connsiteY15521"/>
                </a:cxn>
                <a:cxn ang="0">
                  <a:pos x="connsiteX15522" y="connsiteY15522"/>
                </a:cxn>
                <a:cxn ang="0">
                  <a:pos x="connsiteX15523" y="connsiteY15523"/>
                </a:cxn>
                <a:cxn ang="0">
                  <a:pos x="connsiteX15524" y="connsiteY15524"/>
                </a:cxn>
                <a:cxn ang="0">
                  <a:pos x="connsiteX15525" y="connsiteY15525"/>
                </a:cxn>
                <a:cxn ang="0">
                  <a:pos x="connsiteX15526" y="connsiteY15526"/>
                </a:cxn>
                <a:cxn ang="0">
                  <a:pos x="connsiteX15527" y="connsiteY15527"/>
                </a:cxn>
                <a:cxn ang="0">
                  <a:pos x="connsiteX15528" y="connsiteY15528"/>
                </a:cxn>
                <a:cxn ang="0">
                  <a:pos x="connsiteX15529" y="connsiteY15529"/>
                </a:cxn>
                <a:cxn ang="0">
                  <a:pos x="connsiteX15530" y="connsiteY15530"/>
                </a:cxn>
                <a:cxn ang="0">
                  <a:pos x="connsiteX15531" y="connsiteY15531"/>
                </a:cxn>
                <a:cxn ang="0">
                  <a:pos x="connsiteX15532" y="connsiteY15532"/>
                </a:cxn>
                <a:cxn ang="0">
                  <a:pos x="connsiteX15533" y="connsiteY15533"/>
                </a:cxn>
                <a:cxn ang="0">
                  <a:pos x="connsiteX15534" y="connsiteY15534"/>
                </a:cxn>
                <a:cxn ang="0">
                  <a:pos x="connsiteX15535" y="connsiteY15535"/>
                </a:cxn>
                <a:cxn ang="0">
                  <a:pos x="connsiteX15536" y="connsiteY15536"/>
                </a:cxn>
                <a:cxn ang="0">
                  <a:pos x="connsiteX15537" y="connsiteY15537"/>
                </a:cxn>
                <a:cxn ang="0">
                  <a:pos x="connsiteX15538" y="connsiteY15538"/>
                </a:cxn>
                <a:cxn ang="0">
                  <a:pos x="connsiteX15539" y="connsiteY15539"/>
                </a:cxn>
                <a:cxn ang="0">
                  <a:pos x="connsiteX15540" y="connsiteY15540"/>
                </a:cxn>
                <a:cxn ang="0">
                  <a:pos x="connsiteX15541" y="connsiteY15541"/>
                </a:cxn>
                <a:cxn ang="0">
                  <a:pos x="connsiteX15542" y="connsiteY15542"/>
                </a:cxn>
                <a:cxn ang="0">
                  <a:pos x="connsiteX15543" y="connsiteY15543"/>
                </a:cxn>
                <a:cxn ang="0">
                  <a:pos x="connsiteX15544" y="connsiteY15544"/>
                </a:cxn>
                <a:cxn ang="0">
                  <a:pos x="connsiteX15545" y="connsiteY15545"/>
                </a:cxn>
                <a:cxn ang="0">
                  <a:pos x="connsiteX15546" y="connsiteY15546"/>
                </a:cxn>
                <a:cxn ang="0">
                  <a:pos x="connsiteX15547" y="connsiteY15547"/>
                </a:cxn>
                <a:cxn ang="0">
                  <a:pos x="connsiteX15548" y="connsiteY15548"/>
                </a:cxn>
                <a:cxn ang="0">
                  <a:pos x="connsiteX15549" y="connsiteY15549"/>
                </a:cxn>
                <a:cxn ang="0">
                  <a:pos x="connsiteX15550" y="connsiteY15550"/>
                </a:cxn>
                <a:cxn ang="0">
                  <a:pos x="connsiteX15551" y="connsiteY15551"/>
                </a:cxn>
                <a:cxn ang="0">
                  <a:pos x="connsiteX15552" y="connsiteY15552"/>
                </a:cxn>
                <a:cxn ang="0">
                  <a:pos x="connsiteX15553" y="connsiteY15553"/>
                </a:cxn>
                <a:cxn ang="0">
                  <a:pos x="connsiteX15554" y="connsiteY15554"/>
                </a:cxn>
                <a:cxn ang="0">
                  <a:pos x="connsiteX15555" y="connsiteY15555"/>
                </a:cxn>
                <a:cxn ang="0">
                  <a:pos x="connsiteX15556" y="connsiteY15556"/>
                </a:cxn>
                <a:cxn ang="0">
                  <a:pos x="connsiteX15557" y="connsiteY15557"/>
                </a:cxn>
                <a:cxn ang="0">
                  <a:pos x="connsiteX15558" y="connsiteY15558"/>
                </a:cxn>
                <a:cxn ang="0">
                  <a:pos x="connsiteX15559" y="connsiteY15559"/>
                </a:cxn>
                <a:cxn ang="0">
                  <a:pos x="connsiteX15560" y="connsiteY15560"/>
                </a:cxn>
                <a:cxn ang="0">
                  <a:pos x="connsiteX15561" y="connsiteY15561"/>
                </a:cxn>
                <a:cxn ang="0">
                  <a:pos x="connsiteX15562" y="connsiteY15562"/>
                </a:cxn>
                <a:cxn ang="0">
                  <a:pos x="connsiteX15563" y="connsiteY15563"/>
                </a:cxn>
                <a:cxn ang="0">
                  <a:pos x="connsiteX15564" y="connsiteY15564"/>
                </a:cxn>
                <a:cxn ang="0">
                  <a:pos x="connsiteX15565" y="connsiteY15565"/>
                </a:cxn>
                <a:cxn ang="0">
                  <a:pos x="connsiteX15566" y="connsiteY15566"/>
                </a:cxn>
                <a:cxn ang="0">
                  <a:pos x="connsiteX15567" y="connsiteY15567"/>
                </a:cxn>
                <a:cxn ang="0">
                  <a:pos x="connsiteX15568" y="connsiteY15568"/>
                </a:cxn>
                <a:cxn ang="0">
                  <a:pos x="connsiteX15569" y="connsiteY15569"/>
                </a:cxn>
                <a:cxn ang="0">
                  <a:pos x="connsiteX15570" y="connsiteY15570"/>
                </a:cxn>
                <a:cxn ang="0">
                  <a:pos x="connsiteX15571" y="connsiteY15571"/>
                </a:cxn>
                <a:cxn ang="0">
                  <a:pos x="connsiteX15572" y="connsiteY15572"/>
                </a:cxn>
                <a:cxn ang="0">
                  <a:pos x="connsiteX15573" y="connsiteY15573"/>
                </a:cxn>
                <a:cxn ang="0">
                  <a:pos x="connsiteX15574" y="connsiteY15574"/>
                </a:cxn>
                <a:cxn ang="0">
                  <a:pos x="connsiteX15575" y="connsiteY15575"/>
                </a:cxn>
                <a:cxn ang="0">
                  <a:pos x="connsiteX15576" y="connsiteY15576"/>
                </a:cxn>
                <a:cxn ang="0">
                  <a:pos x="connsiteX15577" y="connsiteY15577"/>
                </a:cxn>
                <a:cxn ang="0">
                  <a:pos x="connsiteX15578" y="connsiteY15578"/>
                </a:cxn>
                <a:cxn ang="0">
                  <a:pos x="connsiteX15579" y="connsiteY15579"/>
                </a:cxn>
                <a:cxn ang="0">
                  <a:pos x="connsiteX15580" y="connsiteY15580"/>
                </a:cxn>
                <a:cxn ang="0">
                  <a:pos x="connsiteX15581" y="connsiteY15581"/>
                </a:cxn>
                <a:cxn ang="0">
                  <a:pos x="connsiteX15582" y="connsiteY15582"/>
                </a:cxn>
                <a:cxn ang="0">
                  <a:pos x="connsiteX15583" y="connsiteY15583"/>
                </a:cxn>
                <a:cxn ang="0">
                  <a:pos x="connsiteX15584" y="connsiteY15584"/>
                </a:cxn>
                <a:cxn ang="0">
                  <a:pos x="connsiteX15585" y="connsiteY15585"/>
                </a:cxn>
                <a:cxn ang="0">
                  <a:pos x="connsiteX15586" y="connsiteY15586"/>
                </a:cxn>
                <a:cxn ang="0">
                  <a:pos x="connsiteX15587" y="connsiteY15587"/>
                </a:cxn>
                <a:cxn ang="0">
                  <a:pos x="connsiteX15588" y="connsiteY15588"/>
                </a:cxn>
                <a:cxn ang="0">
                  <a:pos x="connsiteX15589" y="connsiteY15589"/>
                </a:cxn>
                <a:cxn ang="0">
                  <a:pos x="connsiteX15590" y="connsiteY15590"/>
                </a:cxn>
                <a:cxn ang="0">
                  <a:pos x="connsiteX15591" y="connsiteY15591"/>
                </a:cxn>
                <a:cxn ang="0">
                  <a:pos x="connsiteX15592" y="connsiteY15592"/>
                </a:cxn>
                <a:cxn ang="0">
                  <a:pos x="connsiteX15593" y="connsiteY15593"/>
                </a:cxn>
                <a:cxn ang="0">
                  <a:pos x="connsiteX15594" y="connsiteY15594"/>
                </a:cxn>
                <a:cxn ang="0">
                  <a:pos x="connsiteX15595" y="connsiteY15595"/>
                </a:cxn>
                <a:cxn ang="0">
                  <a:pos x="connsiteX15596" y="connsiteY15596"/>
                </a:cxn>
                <a:cxn ang="0">
                  <a:pos x="connsiteX15597" y="connsiteY15597"/>
                </a:cxn>
                <a:cxn ang="0">
                  <a:pos x="connsiteX15598" y="connsiteY15598"/>
                </a:cxn>
                <a:cxn ang="0">
                  <a:pos x="connsiteX15599" y="connsiteY15599"/>
                </a:cxn>
                <a:cxn ang="0">
                  <a:pos x="connsiteX15600" y="connsiteY15600"/>
                </a:cxn>
                <a:cxn ang="0">
                  <a:pos x="connsiteX15601" y="connsiteY15601"/>
                </a:cxn>
                <a:cxn ang="0">
                  <a:pos x="connsiteX15602" y="connsiteY15602"/>
                </a:cxn>
                <a:cxn ang="0">
                  <a:pos x="connsiteX15603" y="connsiteY15603"/>
                </a:cxn>
                <a:cxn ang="0">
                  <a:pos x="connsiteX15604" y="connsiteY15604"/>
                </a:cxn>
                <a:cxn ang="0">
                  <a:pos x="connsiteX15605" y="connsiteY15605"/>
                </a:cxn>
                <a:cxn ang="0">
                  <a:pos x="connsiteX15606" y="connsiteY15606"/>
                </a:cxn>
                <a:cxn ang="0">
                  <a:pos x="connsiteX15607" y="connsiteY15607"/>
                </a:cxn>
                <a:cxn ang="0">
                  <a:pos x="connsiteX15608" y="connsiteY15608"/>
                </a:cxn>
                <a:cxn ang="0">
                  <a:pos x="connsiteX15609" y="connsiteY15609"/>
                </a:cxn>
                <a:cxn ang="0">
                  <a:pos x="connsiteX15610" y="connsiteY15610"/>
                </a:cxn>
                <a:cxn ang="0">
                  <a:pos x="connsiteX15611" y="connsiteY15611"/>
                </a:cxn>
                <a:cxn ang="0">
                  <a:pos x="connsiteX15612" y="connsiteY15612"/>
                </a:cxn>
                <a:cxn ang="0">
                  <a:pos x="connsiteX15613" y="connsiteY15613"/>
                </a:cxn>
                <a:cxn ang="0">
                  <a:pos x="connsiteX15614" y="connsiteY15614"/>
                </a:cxn>
                <a:cxn ang="0">
                  <a:pos x="connsiteX15615" y="connsiteY15615"/>
                </a:cxn>
                <a:cxn ang="0">
                  <a:pos x="connsiteX15616" y="connsiteY15616"/>
                </a:cxn>
                <a:cxn ang="0">
                  <a:pos x="connsiteX15617" y="connsiteY15617"/>
                </a:cxn>
                <a:cxn ang="0">
                  <a:pos x="connsiteX15618" y="connsiteY15618"/>
                </a:cxn>
                <a:cxn ang="0">
                  <a:pos x="connsiteX15619" y="connsiteY15619"/>
                </a:cxn>
                <a:cxn ang="0">
                  <a:pos x="connsiteX15620" y="connsiteY15620"/>
                </a:cxn>
                <a:cxn ang="0">
                  <a:pos x="connsiteX15621" y="connsiteY15621"/>
                </a:cxn>
                <a:cxn ang="0">
                  <a:pos x="connsiteX15622" y="connsiteY15622"/>
                </a:cxn>
                <a:cxn ang="0">
                  <a:pos x="connsiteX15623" y="connsiteY15623"/>
                </a:cxn>
                <a:cxn ang="0">
                  <a:pos x="connsiteX15624" y="connsiteY15624"/>
                </a:cxn>
                <a:cxn ang="0">
                  <a:pos x="connsiteX15625" y="connsiteY15625"/>
                </a:cxn>
                <a:cxn ang="0">
                  <a:pos x="connsiteX15626" y="connsiteY15626"/>
                </a:cxn>
                <a:cxn ang="0">
                  <a:pos x="connsiteX15627" y="connsiteY15627"/>
                </a:cxn>
                <a:cxn ang="0">
                  <a:pos x="connsiteX15628" y="connsiteY15628"/>
                </a:cxn>
                <a:cxn ang="0">
                  <a:pos x="connsiteX15629" y="connsiteY15629"/>
                </a:cxn>
                <a:cxn ang="0">
                  <a:pos x="connsiteX15630" y="connsiteY15630"/>
                </a:cxn>
                <a:cxn ang="0">
                  <a:pos x="connsiteX15631" y="connsiteY15631"/>
                </a:cxn>
                <a:cxn ang="0">
                  <a:pos x="connsiteX15632" y="connsiteY15632"/>
                </a:cxn>
                <a:cxn ang="0">
                  <a:pos x="connsiteX15633" y="connsiteY15633"/>
                </a:cxn>
                <a:cxn ang="0">
                  <a:pos x="connsiteX15634" y="connsiteY15634"/>
                </a:cxn>
                <a:cxn ang="0">
                  <a:pos x="connsiteX15635" y="connsiteY15635"/>
                </a:cxn>
                <a:cxn ang="0">
                  <a:pos x="connsiteX15636" y="connsiteY15636"/>
                </a:cxn>
                <a:cxn ang="0">
                  <a:pos x="connsiteX15637" y="connsiteY15637"/>
                </a:cxn>
                <a:cxn ang="0">
                  <a:pos x="connsiteX15638" y="connsiteY15638"/>
                </a:cxn>
                <a:cxn ang="0">
                  <a:pos x="connsiteX15639" y="connsiteY15639"/>
                </a:cxn>
                <a:cxn ang="0">
                  <a:pos x="connsiteX15640" y="connsiteY15640"/>
                </a:cxn>
                <a:cxn ang="0">
                  <a:pos x="connsiteX15641" y="connsiteY15641"/>
                </a:cxn>
                <a:cxn ang="0">
                  <a:pos x="connsiteX15642" y="connsiteY15642"/>
                </a:cxn>
                <a:cxn ang="0">
                  <a:pos x="connsiteX15643" y="connsiteY15643"/>
                </a:cxn>
                <a:cxn ang="0">
                  <a:pos x="connsiteX15644" y="connsiteY15644"/>
                </a:cxn>
                <a:cxn ang="0">
                  <a:pos x="connsiteX15645" y="connsiteY15645"/>
                </a:cxn>
                <a:cxn ang="0">
                  <a:pos x="connsiteX15646" y="connsiteY15646"/>
                </a:cxn>
                <a:cxn ang="0">
                  <a:pos x="connsiteX15647" y="connsiteY15647"/>
                </a:cxn>
                <a:cxn ang="0">
                  <a:pos x="connsiteX15648" y="connsiteY15648"/>
                </a:cxn>
                <a:cxn ang="0">
                  <a:pos x="connsiteX15649" y="connsiteY15649"/>
                </a:cxn>
                <a:cxn ang="0">
                  <a:pos x="connsiteX15650" y="connsiteY15650"/>
                </a:cxn>
                <a:cxn ang="0">
                  <a:pos x="connsiteX15651" y="connsiteY15651"/>
                </a:cxn>
                <a:cxn ang="0">
                  <a:pos x="connsiteX15652" y="connsiteY15652"/>
                </a:cxn>
                <a:cxn ang="0">
                  <a:pos x="connsiteX15653" y="connsiteY15653"/>
                </a:cxn>
                <a:cxn ang="0">
                  <a:pos x="connsiteX15654" y="connsiteY15654"/>
                </a:cxn>
                <a:cxn ang="0">
                  <a:pos x="connsiteX15655" y="connsiteY15655"/>
                </a:cxn>
                <a:cxn ang="0">
                  <a:pos x="connsiteX15656" y="connsiteY15656"/>
                </a:cxn>
                <a:cxn ang="0">
                  <a:pos x="connsiteX15657" y="connsiteY15657"/>
                </a:cxn>
                <a:cxn ang="0">
                  <a:pos x="connsiteX15658" y="connsiteY15658"/>
                </a:cxn>
                <a:cxn ang="0">
                  <a:pos x="connsiteX15659" y="connsiteY15659"/>
                </a:cxn>
                <a:cxn ang="0">
                  <a:pos x="connsiteX15660" y="connsiteY15660"/>
                </a:cxn>
                <a:cxn ang="0">
                  <a:pos x="connsiteX15661" y="connsiteY15661"/>
                </a:cxn>
                <a:cxn ang="0">
                  <a:pos x="connsiteX15662" y="connsiteY15662"/>
                </a:cxn>
                <a:cxn ang="0">
                  <a:pos x="connsiteX15663" y="connsiteY15663"/>
                </a:cxn>
                <a:cxn ang="0">
                  <a:pos x="connsiteX15664" y="connsiteY15664"/>
                </a:cxn>
                <a:cxn ang="0">
                  <a:pos x="connsiteX15665" y="connsiteY15665"/>
                </a:cxn>
                <a:cxn ang="0">
                  <a:pos x="connsiteX15666" y="connsiteY15666"/>
                </a:cxn>
                <a:cxn ang="0">
                  <a:pos x="connsiteX15667" y="connsiteY15667"/>
                </a:cxn>
                <a:cxn ang="0">
                  <a:pos x="connsiteX15668" y="connsiteY15668"/>
                </a:cxn>
                <a:cxn ang="0">
                  <a:pos x="connsiteX15669" y="connsiteY15669"/>
                </a:cxn>
                <a:cxn ang="0">
                  <a:pos x="connsiteX15670" y="connsiteY15670"/>
                </a:cxn>
                <a:cxn ang="0">
                  <a:pos x="connsiteX15671" y="connsiteY15671"/>
                </a:cxn>
                <a:cxn ang="0">
                  <a:pos x="connsiteX15672" y="connsiteY15672"/>
                </a:cxn>
                <a:cxn ang="0">
                  <a:pos x="connsiteX15673" y="connsiteY15673"/>
                </a:cxn>
                <a:cxn ang="0">
                  <a:pos x="connsiteX15674" y="connsiteY15674"/>
                </a:cxn>
                <a:cxn ang="0">
                  <a:pos x="connsiteX15675" y="connsiteY15675"/>
                </a:cxn>
                <a:cxn ang="0">
                  <a:pos x="connsiteX15676" y="connsiteY15676"/>
                </a:cxn>
                <a:cxn ang="0">
                  <a:pos x="connsiteX15677" y="connsiteY15677"/>
                </a:cxn>
                <a:cxn ang="0">
                  <a:pos x="connsiteX15678" y="connsiteY15678"/>
                </a:cxn>
                <a:cxn ang="0">
                  <a:pos x="connsiteX15679" y="connsiteY15679"/>
                </a:cxn>
                <a:cxn ang="0">
                  <a:pos x="connsiteX15680" y="connsiteY15680"/>
                </a:cxn>
                <a:cxn ang="0">
                  <a:pos x="connsiteX15681" y="connsiteY15681"/>
                </a:cxn>
                <a:cxn ang="0">
                  <a:pos x="connsiteX15682" y="connsiteY15682"/>
                </a:cxn>
                <a:cxn ang="0">
                  <a:pos x="connsiteX15683" y="connsiteY15683"/>
                </a:cxn>
                <a:cxn ang="0">
                  <a:pos x="connsiteX15684" y="connsiteY15684"/>
                </a:cxn>
                <a:cxn ang="0">
                  <a:pos x="connsiteX15685" y="connsiteY15685"/>
                </a:cxn>
                <a:cxn ang="0">
                  <a:pos x="connsiteX15686" y="connsiteY15686"/>
                </a:cxn>
                <a:cxn ang="0">
                  <a:pos x="connsiteX15687" y="connsiteY15687"/>
                </a:cxn>
                <a:cxn ang="0">
                  <a:pos x="connsiteX15688" y="connsiteY15688"/>
                </a:cxn>
                <a:cxn ang="0">
                  <a:pos x="connsiteX15689" y="connsiteY15689"/>
                </a:cxn>
                <a:cxn ang="0">
                  <a:pos x="connsiteX15690" y="connsiteY15690"/>
                </a:cxn>
                <a:cxn ang="0">
                  <a:pos x="connsiteX15691" y="connsiteY15691"/>
                </a:cxn>
                <a:cxn ang="0">
                  <a:pos x="connsiteX15692" y="connsiteY15692"/>
                </a:cxn>
                <a:cxn ang="0">
                  <a:pos x="connsiteX15693" y="connsiteY15693"/>
                </a:cxn>
                <a:cxn ang="0">
                  <a:pos x="connsiteX15694" y="connsiteY15694"/>
                </a:cxn>
                <a:cxn ang="0">
                  <a:pos x="connsiteX15695" y="connsiteY15695"/>
                </a:cxn>
                <a:cxn ang="0">
                  <a:pos x="connsiteX15696" y="connsiteY15696"/>
                </a:cxn>
                <a:cxn ang="0">
                  <a:pos x="connsiteX15697" y="connsiteY15697"/>
                </a:cxn>
                <a:cxn ang="0">
                  <a:pos x="connsiteX15698" y="connsiteY15698"/>
                </a:cxn>
                <a:cxn ang="0">
                  <a:pos x="connsiteX15699" y="connsiteY15699"/>
                </a:cxn>
                <a:cxn ang="0">
                  <a:pos x="connsiteX15700" y="connsiteY15700"/>
                </a:cxn>
                <a:cxn ang="0">
                  <a:pos x="connsiteX15701" y="connsiteY15701"/>
                </a:cxn>
                <a:cxn ang="0">
                  <a:pos x="connsiteX15702" y="connsiteY15702"/>
                </a:cxn>
                <a:cxn ang="0">
                  <a:pos x="connsiteX15703" y="connsiteY15703"/>
                </a:cxn>
                <a:cxn ang="0">
                  <a:pos x="connsiteX15704" y="connsiteY15704"/>
                </a:cxn>
                <a:cxn ang="0">
                  <a:pos x="connsiteX15705" y="connsiteY15705"/>
                </a:cxn>
                <a:cxn ang="0">
                  <a:pos x="connsiteX15706" y="connsiteY15706"/>
                </a:cxn>
                <a:cxn ang="0">
                  <a:pos x="connsiteX15707" y="connsiteY15707"/>
                </a:cxn>
                <a:cxn ang="0">
                  <a:pos x="connsiteX15708" y="connsiteY15708"/>
                </a:cxn>
                <a:cxn ang="0">
                  <a:pos x="connsiteX15709" y="connsiteY15709"/>
                </a:cxn>
                <a:cxn ang="0">
                  <a:pos x="connsiteX15710" y="connsiteY15710"/>
                </a:cxn>
                <a:cxn ang="0">
                  <a:pos x="connsiteX15711" y="connsiteY15711"/>
                </a:cxn>
                <a:cxn ang="0">
                  <a:pos x="connsiteX15712" y="connsiteY15712"/>
                </a:cxn>
                <a:cxn ang="0">
                  <a:pos x="connsiteX15713" y="connsiteY15713"/>
                </a:cxn>
                <a:cxn ang="0">
                  <a:pos x="connsiteX15714" y="connsiteY15714"/>
                </a:cxn>
                <a:cxn ang="0">
                  <a:pos x="connsiteX15715" y="connsiteY15715"/>
                </a:cxn>
                <a:cxn ang="0">
                  <a:pos x="connsiteX15716" y="connsiteY15716"/>
                </a:cxn>
                <a:cxn ang="0">
                  <a:pos x="connsiteX15717" y="connsiteY15717"/>
                </a:cxn>
                <a:cxn ang="0">
                  <a:pos x="connsiteX15718" y="connsiteY15718"/>
                </a:cxn>
                <a:cxn ang="0">
                  <a:pos x="connsiteX15719" y="connsiteY15719"/>
                </a:cxn>
                <a:cxn ang="0">
                  <a:pos x="connsiteX15720" y="connsiteY15720"/>
                </a:cxn>
                <a:cxn ang="0">
                  <a:pos x="connsiteX15721" y="connsiteY15721"/>
                </a:cxn>
                <a:cxn ang="0">
                  <a:pos x="connsiteX15722" y="connsiteY15722"/>
                </a:cxn>
                <a:cxn ang="0">
                  <a:pos x="connsiteX15723" y="connsiteY15723"/>
                </a:cxn>
                <a:cxn ang="0">
                  <a:pos x="connsiteX15724" y="connsiteY15724"/>
                </a:cxn>
                <a:cxn ang="0">
                  <a:pos x="connsiteX15725" y="connsiteY15725"/>
                </a:cxn>
                <a:cxn ang="0">
                  <a:pos x="connsiteX15726" y="connsiteY15726"/>
                </a:cxn>
                <a:cxn ang="0">
                  <a:pos x="connsiteX15727" y="connsiteY15727"/>
                </a:cxn>
                <a:cxn ang="0">
                  <a:pos x="connsiteX15728" y="connsiteY15728"/>
                </a:cxn>
                <a:cxn ang="0">
                  <a:pos x="connsiteX15729" y="connsiteY15729"/>
                </a:cxn>
                <a:cxn ang="0">
                  <a:pos x="connsiteX15730" y="connsiteY15730"/>
                </a:cxn>
                <a:cxn ang="0">
                  <a:pos x="connsiteX15731" y="connsiteY15731"/>
                </a:cxn>
                <a:cxn ang="0">
                  <a:pos x="connsiteX15732" y="connsiteY15732"/>
                </a:cxn>
                <a:cxn ang="0">
                  <a:pos x="connsiteX15733" y="connsiteY15733"/>
                </a:cxn>
                <a:cxn ang="0">
                  <a:pos x="connsiteX15734" y="connsiteY15734"/>
                </a:cxn>
                <a:cxn ang="0">
                  <a:pos x="connsiteX15735" y="connsiteY15735"/>
                </a:cxn>
                <a:cxn ang="0">
                  <a:pos x="connsiteX15736" y="connsiteY15736"/>
                </a:cxn>
                <a:cxn ang="0">
                  <a:pos x="connsiteX15737" y="connsiteY15737"/>
                </a:cxn>
                <a:cxn ang="0">
                  <a:pos x="connsiteX15738" y="connsiteY15738"/>
                </a:cxn>
                <a:cxn ang="0">
                  <a:pos x="connsiteX15739" y="connsiteY15739"/>
                </a:cxn>
                <a:cxn ang="0">
                  <a:pos x="connsiteX15740" y="connsiteY15740"/>
                </a:cxn>
                <a:cxn ang="0">
                  <a:pos x="connsiteX15741" y="connsiteY15741"/>
                </a:cxn>
                <a:cxn ang="0">
                  <a:pos x="connsiteX15742" y="connsiteY15742"/>
                </a:cxn>
                <a:cxn ang="0">
                  <a:pos x="connsiteX15743" y="connsiteY15743"/>
                </a:cxn>
                <a:cxn ang="0">
                  <a:pos x="connsiteX15744" y="connsiteY15744"/>
                </a:cxn>
                <a:cxn ang="0">
                  <a:pos x="connsiteX15745" y="connsiteY15745"/>
                </a:cxn>
                <a:cxn ang="0">
                  <a:pos x="connsiteX15746" y="connsiteY15746"/>
                </a:cxn>
                <a:cxn ang="0">
                  <a:pos x="connsiteX15747" y="connsiteY15747"/>
                </a:cxn>
                <a:cxn ang="0">
                  <a:pos x="connsiteX15748" y="connsiteY15748"/>
                </a:cxn>
                <a:cxn ang="0">
                  <a:pos x="connsiteX15749" y="connsiteY15749"/>
                </a:cxn>
                <a:cxn ang="0">
                  <a:pos x="connsiteX15750" y="connsiteY15750"/>
                </a:cxn>
                <a:cxn ang="0">
                  <a:pos x="connsiteX15751" y="connsiteY15751"/>
                </a:cxn>
                <a:cxn ang="0">
                  <a:pos x="connsiteX15752" y="connsiteY15752"/>
                </a:cxn>
                <a:cxn ang="0">
                  <a:pos x="connsiteX15753" y="connsiteY15753"/>
                </a:cxn>
                <a:cxn ang="0">
                  <a:pos x="connsiteX15754" y="connsiteY15754"/>
                </a:cxn>
                <a:cxn ang="0">
                  <a:pos x="connsiteX15755" y="connsiteY15755"/>
                </a:cxn>
                <a:cxn ang="0">
                  <a:pos x="connsiteX15756" y="connsiteY15756"/>
                </a:cxn>
                <a:cxn ang="0">
                  <a:pos x="connsiteX15757" y="connsiteY15757"/>
                </a:cxn>
                <a:cxn ang="0">
                  <a:pos x="connsiteX15758" y="connsiteY15758"/>
                </a:cxn>
                <a:cxn ang="0">
                  <a:pos x="connsiteX15759" y="connsiteY15759"/>
                </a:cxn>
                <a:cxn ang="0">
                  <a:pos x="connsiteX15760" y="connsiteY15760"/>
                </a:cxn>
                <a:cxn ang="0">
                  <a:pos x="connsiteX15761" y="connsiteY15761"/>
                </a:cxn>
                <a:cxn ang="0">
                  <a:pos x="connsiteX15762" y="connsiteY15762"/>
                </a:cxn>
                <a:cxn ang="0">
                  <a:pos x="connsiteX15763" y="connsiteY15763"/>
                </a:cxn>
                <a:cxn ang="0">
                  <a:pos x="connsiteX15764" y="connsiteY15764"/>
                </a:cxn>
                <a:cxn ang="0">
                  <a:pos x="connsiteX15765" y="connsiteY15765"/>
                </a:cxn>
                <a:cxn ang="0">
                  <a:pos x="connsiteX15766" y="connsiteY15766"/>
                </a:cxn>
                <a:cxn ang="0">
                  <a:pos x="connsiteX15767" y="connsiteY15767"/>
                </a:cxn>
                <a:cxn ang="0">
                  <a:pos x="connsiteX15768" y="connsiteY15768"/>
                </a:cxn>
                <a:cxn ang="0">
                  <a:pos x="connsiteX15769" y="connsiteY15769"/>
                </a:cxn>
                <a:cxn ang="0">
                  <a:pos x="connsiteX15770" y="connsiteY15770"/>
                </a:cxn>
                <a:cxn ang="0">
                  <a:pos x="connsiteX15771" y="connsiteY15771"/>
                </a:cxn>
                <a:cxn ang="0">
                  <a:pos x="connsiteX15772" y="connsiteY15772"/>
                </a:cxn>
                <a:cxn ang="0">
                  <a:pos x="connsiteX15773" y="connsiteY15773"/>
                </a:cxn>
                <a:cxn ang="0">
                  <a:pos x="connsiteX15774" y="connsiteY15774"/>
                </a:cxn>
                <a:cxn ang="0">
                  <a:pos x="connsiteX15775" y="connsiteY15775"/>
                </a:cxn>
                <a:cxn ang="0">
                  <a:pos x="connsiteX15776" y="connsiteY15776"/>
                </a:cxn>
                <a:cxn ang="0">
                  <a:pos x="connsiteX15777" y="connsiteY15777"/>
                </a:cxn>
                <a:cxn ang="0">
                  <a:pos x="connsiteX15778" y="connsiteY15778"/>
                </a:cxn>
                <a:cxn ang="0">
                  <a:pos x="connsiteX15779" y="connsiteY15779"/>
                </a:cxn>
                <a:cxn ang="0">
                  <a:pos x="connsiteX15780" y="connsiteY15780"/>
                </a:cxn>
                <a:cxn ang="0">
                  <a:pos x="connsiteX15781" y="connsiteY15781"/>
                </a:cxn>
                <a:cxn ang="0">
                  <a:pos x="connsiteX15782" y="connsiteY15782"/>
                </a:cxn>
                <a:cxn ang="0">
                  <a:pos x="connsiteX15783" y="connsiteY15783"/>
                </a:cxn>
                <a:cxn ang="0">
                  <a:pos x="connsiteX15784" y="connsiteY15784"/>
                </a:cxn>
                <a:cxn ang="0">
                  <a:pos x="connsiteX15785" y="connsiteY15785"/>
                </a:cxn>
                <a:cxn ang="0">
                  <a:pos x="connsiteX15786" y="connsiteY15786"/>
                </a:cxn>
                <a:cxn ang="0">
                  <a:pos x="connsiteX15787" y="connsiteY15787"/>
                </a:cxn>
                <a:cxn ang="0">
                  <a:pos x="connsiteX15788" y="connsiteY15788"/>
                </a:cxn>
                <a:cxn ang="0">
                  <a:pos x="connsiteX15789" y="connsiteY15789"/>
                </a:cxn>
                <a:cxn ang="0">
                  <a:pos x="connsiteX15790" y="connsiteY15790"/>
                </a:cxn>
                <a:cxn ang="0">
                  <a:pos x="connsiteX15791" y="connsiteY15791"/>
                </a:cxn>
                <a:cxn ang="0">
                  <a:pos x="connsiteX15792" y="connsiteY15792"/>
                </a:cxn>
                <a:cxn ang="0">
                  <a:pos x="connsiteX15793" y="connsiteY15793"/>
                </a:cxn>
                <a:cxn ang="0">
                  <a:pos x="connsiteX15794" y="connsiteY15794"/>
                </a:cxn>
                <a:cxn ang="0">
                  <a:pos x="connsiteX15795" y="connsiteY15795"/>
                </a:cxn>
                <a:cxn ang="0">
                  <a:pos x="connsiteX15796" y="connsiteY15796"/>
                </a:cxn>
                <a:cxn ang="0">
                  <a:pos x="connsiteX15797" y="connsiteY15797"/>
                </a:cxn>
                <a:cxn ang="0">
                  <a:pos x="connsiteX15798" y="connsiteY15798"/>
                </a:cxn>
                <a:cxn ang="0">
                  <a:pos x="connsiteX15799" y="connsiteY15799"/>
                </a:cxn>
                <a:cxn ang="0">
                  <a:pos x="connsiteX15800" y="connsiteY15800"/>
                </a:cxn>
                <a:cxn ang="0">
                  <a:pos x="connsiteX15801" y="connsiteY15801"/>
                </a:cxn>
                <a:cxn ang="0">
                  <a:pos x="connsiteX15802" y="connsiteY15802"/>
                </a:cxn>
                <a:cxn ang="0">
                  <a:pos x="connsiteX15803" y="connsiteY15803"/>
                </a:cxn>
                <a:cxn ang="0">
                  <a:pos x="connsiteX15804" y="connsiteY15804"/>
                </a:cxn>
                <a:cxn ang="0">
                  <a:pos x="connsiteX15805" y="connsiteY15805"/>
                </a:cxn>
                <a:cxn ang="0">
                  <a:pos x="connsiteX15806" y="connsiteY15806"/>
                </a:cxn>
                <a:cxn ang="0">
                  <a:pos x="connsiteX15807" y="connsiteY15807"/>
                </a:cxn>
                <a:cxn ang="0">
                  <a:pos x="connsiteX15808" y="connsiteY15808"/>
                </a:cxn>
                <a:cxn ang="0">
                  <a:pos x="connsiteX15809" y="connsiteY15809"/>
                </a:cxn>
                <a:cxn ang="0">
                  <a:pos x="connsiteX15810" y="connsiteY15810"/>
                </a:cxn>
                <a:cxn ang="0">
                  <a:pos x="connsiteX15811" y="connsiteY15811"/>
                </a:cxn>
                <a:cxn ang="0">
                  <a:pos x="connsiteX15812" y="connsiteY15812"/>
                </a:cxn>
                <a:cxn ang="0">
                  <a:pos x="connsiteX15813" y="connsiteY15813"/>
                </a:cxn>
                <a:cxn ang="0">
                  <a:pos x="connsiteX15814" y="connsiteY15814"/>
                </a:cxn>
                <a:cxn ang="0">
                  <a:pos x="connsiteX15815" y="connsiteY15815"/>
                </a:cxn>
                <a:cxn ang="0">
                  <a:pos x="connsiteX15816" y="connsiteY15816"/>
                </a:cxn>
                <a:cxn ang="0">
                  <a:pos x="connsiteX15817" y="connsiteY15817"/>
                </a:cxn>
                <a:cxn ang="0">
                  <a:pos x="connsiteX15818" y="connsiteY15818"/>
                </a:cxn>
                <a:cxn ang="0">
                  <a:pos x="connsiteX15819" y="connsiteY15819"/>
                </a:cxn>
                <a:cxn ang="0">
                  <a:pos x="connsiteX15820" y="connsiteY15820"/>
                </a:cxn>
                <a:cxn ang="0">
                  <a:pos x="connsiteX15821" y="connsiteY15821"/>
                </a:cxn>
                <a:cxn ang="0">
                  <a:pos x="connsiteX15822" y="connsiteY15822"/>
                </a:cxn>
                <a:cxn ang="0">
                  <a:pos x="connsiteX15823" y="connsiteY15823"/>
                </a:cxn>
                <a:cxn ang="0">
                  <a:pos x="connsiteX15824" y="connsiteY15824"/>
                </a:cxn>
                <a:cxn ang="0">
                  <a:pos x="connsiteX15825" y="connsiteY15825"/>
                </a:cxn>
                <a:cxn ang="0">
                  <a:pos x="connsiteX15826" y="connsiteY15826"/>
                </a:cxn>
                <a:cxn ang="0">
                  <a:pos x="connsiteX15827" y="connsiteY15827"/>
                </a:cxn>
                <a:cxn ang="0">
                  <a:pos x="connsiteX15828" y="connsiteY15828"/>
                </a:cxn>
                <a:cxn ang="0">
                  <a:pos x="connsiteX15829" y="connsiteY15829"/>
                </a:cxn>
                <a:cxn ang="0">
                  <a:pos x="connsiteX15830" y="connsiteY15830"/>
                </a:cxn>
                <a:cxn ang="0">
                  <a:pos x="connsiteX15831" y="connsiteY15831"/>
                </a:cxn>
                <a:cxn ang="0">
                  <a:pos x="connsiteX15832" y="connsiteY15832"/>
                </a:cxn>
                <a:cxn ang="0">
                  <a:pos x="connsiteX15833" y="connsiteY15833"/>
                </a:cxn>
                <a:cxn ang="0">
                  <a:pos x="connsiteX15834" y="connsiteY15834"/>
                </a:cxn>
                <a:cxn ang="0">
                  <a:pos x="connsiteX15835" y="connsiteY15835"/>
                </a:cxn>
                <a:cxn ang="0">
                  <a:pos x="connsiteX15836" y="connsiteY15836"/>
                </a:cxn>
                <a:cxn ang="0">
                  <a:pos x="connsiteX15837" y="connsiteY15837"/>
                </a:cxn>
                <a:cxn ang="0">
                  <a:pos x="connsiteX15838" y="connsiteY15838"/>
                </a:cxn>
                <a:cxn ang="0">
                  <a:pos x="connsiteX15839" y="connsiteY15839"/>
                </a:cxn>
                <a:cxn ang="0">
                  <a:pos x="connsiteX15840" y="connsiteY15840"/>
                </a:cxn>
                <a:cxn ang="0">
                  <a:pos x="connsiteX15841" y="connsiteY15841"/>
                </a:cxn>
                <a:cxn ang="0">
                  <a:pos x="connsiteX15842" y="connsiteY15842"/>
                </a:cxn>
                <a:cxn ang="0">
                  <a:pos x="connsiteX15843" y="connsiteY15843"/>
                </a:cxn>
                <a:cxn ang="0">
                  <a:pos x="connsiteX15844" y="connsiteY15844"/>
                </a:cxn>
                <a:cxn ang="0">
                  <a:pos x="connsiteX15845" y="connsiteY15845"/>
                </a:cxn>
                <a:cxn ang="0">
                  <a:pos x="connsiteX15846" y="connsiteY15846"/>
                </a:cxn>
                <a:cxn ang="0">
                  <a:pos x="connsiteX15847" y="connsiteY15847"/>
                </a:cxn>
                <a:cxn ang="0">
                  <a:pos x="connsiteX15848" y="connsiteY15848"/>
                </a:cxn>
                <a:cxn ang="0">
                  <a:pos x="connsiteX15849" y="connsiteY15849"/>
                </a:cxn>
                <a:cxn ang="0">
                  <a:pos x="connsiteX15850" y="connsiteY15850"/>
                </a:cxn>
                <a:cxn ang="0">
                  <a:pos x="connsiteX15851" y="connsiteY15851"/>
                </a:cxn>
                <a:cxn ang="0">
                  <a:pos x="connsiteX15852" y="connsiteY15852"/>
                </a:cxn>
                <a:cxn ang="0">
                  <a:pos x="connsiteX15853" y="connsiteY15853"/>
                </a:cxn>
                <a:cxn ang="0">
                  <a:pos x="connsiteX15854" y="connsiteY15854"/>
                </a:cxn>
                <a:cxn ang="0">
                  <a:pos x="connsiteX15855" y="connsiteY15855"/>
                </a:cxn>
                <a:cxn ang="0">
                  <a:pos x="connsiteX15856" y="connsiteY15856"/>
                </a:cxn>
                <a:cxn ang="0">
                  <a:pos x="connsiteX15857" y="connsiteY15857"/>
                </a:cxn>
                <a:cxn ang="0">
                  <a:pos x="connsiteX15858" y="connsiteY15858"/>
                </a:cxn>
                <a:cxn ang="0">
                  <a:pos x="connsiteX15859" y="connsiteY15859"/>
                </a:cxn>
                <a:cxn ang="0">
                  <a:pos x="connsiteX15860" y="connsiteY15860"/>
                </a:cxn>
                <a:cxn ang="0">
                  <a:pos x="connsiteX15861" y="connsiteY15861"/>
                </a:cxn>
                <a:cxn ang="0">
                  <a:pos x="connsiteX15862" y="connsiteY15862"/>
                </a:cxn>
                <a:cxn ang="0">
                  <a:pos x="connsiteX15863" y="connsiteY15863"/>
                </a:cxn>
                <a:cxn ang="0">
                  <a:pos x="connsiteX15864" y="connsiteY15864"/>
                </a:cxn>
                <a:cxn ang="0">
                  <a:pos x="connsiteX15865" y="connsiteY15865"/>
                </a:cxn>
                <a:cxn ang="0">
                  <a:pos x="connsiteX15866" y="connsiteY15866"/>
                </a:cxn>
                <a:cxn ang="0">
                  <a:pos x="connsiteX15867" y="connsiteY15867"/>
                </a:cxn>
                <a:cxn ang="0">
                  <a:pos x="connsiteX15868" y="connsiteY15868"/>
                </a:cxn>
                <a:cxn ang="0">
                  <a:pos x="connsiteX15869" y="connsiteY15869"/>
                </a:cxn>
                <a:cxn ang="0">
                  <a:pos x="connsiteX15870" y="connsiteY15870"/>
                </a:cxn>
                <a:cxn ang="0">
                  <a:pos x="connsiteX15871" y="connsiteY15871"/>
                </a:cxn>
                <a:cxn ang="0">
                  <a:pos x="connsiteX15872" y="connsiteY15872"/>
                </a:cxn>
                <a:cxn ang="0">
                  <a:pos x="connsiteX15873" y="connsiteY15873"/>
                </a:cxn>
                <a:cxn ang="0">
                  <a:pos x="connsiteX15874" y="connsiteY15874"/>
                </a:cxn>
                <a:cxn ang="0">
                  <a:pos x="connsiteX15875" y="connsiteY15875"/>
                </a:cxn>
                <a:cxn ang="0">
                  <a:pos x="connsiteX15876" y="connsiteY15876"/>
                </a:cxn>
                <a:cxn ang="0">
                  <a:pos x="connsiteX15877" y="connsiteY15877"/>
                </a:cxn>
                <a:cxn ang="0">
                  <a:pos x="connsiteX15878" y="connsiteY15878"/>
                </a:cxn>
                <a:cxn ang="0">
                  <a:pos x="connsiteX15879" y="connsiteY15879"/>
                </a:cxn>
                <a:cxn ang="0">
                  <a:pos x="connsiteX15880" y="connsiteY15880"/>
                </a:cxn>
                <a:cxn ang="0">
                  <a:pos x="connsiteX15881" y="connsiteY15881"/>
                </a:cxn>
                <a:cxn ang="0">
                  <a:pos x="connsiteX15882" y="connsiteY15882"/>
                </a:cxn>
                <a:cxn ang="0">
                  <a:pos x="connsiteX15883" y="connsiteY15883"/>
                </a:cxn>
                <a:cxn ang="0">
                  <a:pos x="connsiteX15884" y="connsiteY15884"/>
                </a:cxn>
                <a:cxn ang="0">
                  <a:pos x="connsiteX15885" y="connsiteY15885"/>
                </a:cxn>
                <a:cxn ang="0">
                  <a:pos x="connsiteX15886" y="connsiteY15886"/>
                </a:cxn>
                <a:cxn ang="0">
                  <a:pos x="connsiteX15887" y="connsiteY15887"/>
                </a:cxn>
                <a:cxn ang="0">
                  <a:pos x="connsiteX15888" y="connsiteY15888"/>
                </a:cxn>
                <a:cxn ang="0">
                  <a:pos x="connsiteX15889" y="connsiteY15889"/>
                </a:cxn>
                <a:cxn ang="0">
                  <a:pos x="connsiteX15890" y="connsiteY15890"/>
                </a:cxn>
                <a:cxn ang="0">
                  <a:pos x="connsiteX15891" y="connsiteY15891"/>
                </a:cxn>
                <a:cxn ang="0">
                  <a:pos x="connsiteX15892" y="connsiteY15892"/>
                </a:cxn>
                <a:cxn ang="0">
                  <a:pos x="connsiteX15893" y="connsiteY15893"/>
                </a:cxn>
                <a:cxn ang="0">
                  <a:pos x="connsiteX15894" y="connsiteY15894"/>
                </a:cxn>
                <a:cxn ang="0">
                  <a:pos x="connsiteX15895" y="connsiteY15895"/>
                </a:cxn>
                <a:cxn ang="0">
                  <a:pos x="connsiteX15896" y="connsiteY15896"/>
                </a:cxn>
                <a:cxn ang="0">
                  <a:pos x="connsiteX15897" y="connsiteY15897"/>
                </a:cxn>
                <a:cxn ang="0">
                  <a:pos x="connsiteX15898" y="connsiteY15898"/>
                </a:cxn>
                <a:cxn ang="0">
                  <a:pos x="connsiteX15899" y="connsiteY15899"/>
                </a:cxn>
                <a:cxn ang="0">
                  <a:pos x="connsiteX15900" y="connsiteY15900"/>
                </a:cxn>
                <a:cxn ang="0">
                  <a:pos x="connsiteX15901" y="connsiteY15901"/>
                </a:cxn>
                <a:cxn ang="0">
                  <a:pos x="connsiteX15902" y="connsiteY15902"/>
                </a:cxn>
                <a:cxn ang="0">
                  <a:pos x="connsiteX15903" y="connsiteY15903"/>
                </a:cxn>
                <a:cxn ang="0">
                  <a:pos x="connsiteX15904" y="connsiteY15904"/>
                </a:cxn>
                <a:cxn ang="0">
                  <a:pos x="connsiteX15905" y="connsiteY15905"/>
                </a:cxn>
                <a:cxn ang="0">
                  <a:pos x="connsiteX15906" y="connsiteY15906"/>
                </a:cxn>
                <a:cxn ang="0">
                  <a:pos x="connsiteX15907" y="connsiteY15907"/>
                </a:cxn>
                <a:cxn ang="0">
                  <a:pos x="connsiteX15908" y="connsiteY15908"/>
                </a:cxn>
                <a:cxn ang="0">
                  <a:pos x="connsiteX15909" y="connsiteY15909"/>
                </a:cxn>
                <a:cxn ang="0">
                  <a:pos x="connsiteX15910" y="connsiteY15910"/>
                </a:cxn>
                <a:cxn ang="0">
                  <a:pos x="connsiteX15911" y="connsiteY15911"/>
                </a:cxn>
                <a:cxn ang="0">
                  <a:pos x="connsiteX15912" y="connsiteY15912"/>
                </a:cxn>
                <a:cxn ang="0">
                  <a:pos x="connsiteX15913" y="connsiteY15913"/>
                </a:cxn>
                <a:cxn ang="0">
                  <a:pos x="connsiteX15914" y="connsiteY15914"/>
                </a:cxn>
                <a:cxn ang="0">
                  <a:pos x="connsiteX15915" y="connsiteY15915"/>
                </a:cxn>
                <a:cxn ang="0">
                  <a:pos x="connsiteX15916" y="connsiteY15916"/>
                </a:cxn>
                <a:cxn ang="0">
                  <a:pos x="connsiteX15917" y="connsiteY15917"/>
                </a:cxn>
                <a:cxn ang="0">
                  <a:pos x="connsiteX15918" y="connsiteY15918"/>
                </a:cxn>
                <a:cxn ang="0">
                  <a:pos x="connsiteX15919" y="connsiteY15919"/>
                </a:cxn>
                <a:cxn ang="0">
                  <a:pos x="connsiteX15920" y="connsiteY15920"/>
                </a:cxn>
                <a:cxn ang="0">
                  <a:pos x="connsiteX15921" y="connsiteY15921"/>
                </a:cxn>
                <a:cxn ang="0">
                  <a:pos x="connsiteX15922" y="connsiteY15922"/>
                </a:cxn>
                <a:cxn ang="0">
                  <a:pos x="connsiteX15923" y="connsiteY15923"/>
                </a:cxn>
                <a:cxn ang="0">
                  <a:pos x="connsiteX15924" y="connsiteY15924"/>
                </a:cxn>
                <a:cxn ang="0">
                  <a:pos x="connsiteX15925" y="connsiteY15925"/>
                </a:cxn>
                <a:cxn ang="0">
                  <a:pos x="connsiteX15926" y="connsiteY15926"/>
                </a:cxn>
                <a:cxn ang="0">
                  <a:pos x="connsiteX15927" y="connsiteY15927"/>
                </a:cxn>
                <a:cxn ang="0">
                  <a:pos x="connsiteX15928" y="connsiteY15928"/>
                </a:cxn>
                <a:cxn ang="0">
                  <a:pos x="connsiteX15929" y="connsiteY15929"/>
                </a:cxn>
                <a:cxn ang="0">
                  <a:pos x="connsiteX15930" y="connsiteY15930"/>
                </a:cxn>
                <a:cxn ang="0">
                  <a:pos x="connsiteX15931" y="connsiteY15931"/>
                </a:cxn>
                <a:cxn ang="0">
                  <a:pos x="connsiteX15932" y="connsiteY15932"/>
                </a:cxn>
                <a:cxn ang="0">
                  <a:pos x="connsiteX15933" y="connsiteY15933"/>
                </a:cxn>
                <a:cxn ang="0">
                  <a:pos x="connsiteX15934" y="connsiteY15934"/>
                </a:cxn>
                <a:cxn ang="0">
                  <a:pos x="connsiteX15935" y="connsiteY15935"/>
                </a:cxn>
                <a:cxn ang="0">
                  <a:pos x="connsiteX15936" y="connsiteY15936"/>
                </a:cxn>
                <a:cxn ang="0">
                  <a:pos x="connsiteX15937" y="connsiteY15937"/>
                </a:cxn>
                <a:cxn ang="0">
                  <a:pos x="connsiteX15938" y="connsiteY15938"/>
                </a:cxn>
                <a:cxn ang="0">
                  <a:pos x="connsiteX15939" y="connsiteY15939"/>
                </a:cxn>
                <a:cxn ang="0">
                  <a:pos x="connsiteX15940" y="connsiteY15940"/>
                </a:cxn>
                <a:cxn ang="0">
                  <a:pos x="connsiteX15941" y="connsiteY15941"/>
                </a:cxn>
                <a:cxn ang="0">
                  <a:pos x="connsiteX15942" y="connsiteY15942"/>
                </a:cxn>
                <a:cxn ang="0">
                  <a:pos x="connsiteX15943" y="connsiteY15943"/>
                </a:cxn>
                <a:cxn ang="0">
                  <a:pos x="connsiteX15944" y="connsiteY15944"/>
                </a:cxn>
                <a:cxn ang="0">
                  <a:pos x="connsiteX15945" y="connsiteY15945"/>
                </a:cxn>
                <a:cxn ang="0">
                  <a:pos x="connsiteX15946" y="connsiteY15946"/>
                </a:cxn>
                <a:cxn ang="0">
                  <a:pos x="connsiteX15947" y="connsiteY15947"/>
                </a:cxn>
                <a:cxn ang="0">
                  <a:pos x="connsiteX15948" y="connsiteY15948"/>
                </a:cxn>
                <a:cxn ang="0">
                  <a:pos x="connsiteX15949" y="connsiteY15949"/>
                </a:cxn>
                <a:cxn ang="0">
                  <a:pos x="connsiteX15950" y="connsiteY15950"/>
                </a:cxn>
                <a:cxn ang="0">
                  <a:pos x="connsiteX15951" y="connsiteY15951"/>
                </a:cxn>
                <a:cxn ang="0">
                  <a:pos x="connsiteX15952" y="connsiteY15952"/>
                </a:cxn>
                <a:cxn ang="0">
                  <a:pos x="connsiteX15953" y="connsiteY15953"/>
                </a:cxn>
                <a:cxn ang="0">
                  <a:pos x="connsiteX15954" y="connsiteY15954"/>
                </a:cxn>
                <a:cxn ang="0">
                  <a:pos x="connsiteX15955" y="connsiteY15955"/>
                </a:cxn>
                <a:cxn ang="0">
                  <a:pos x="connsiteX15956" y="connsiteY15956"/>
                </a:cxn>
                <a:cxn ang="0">
                  <a:pos x="connsiteX15957" y="connsiteY15957"/>
                </a:cxn>
                <a:cxn ang="0">
                  <a:pos x="connsiteX15958" y="connsiteY15958"/>
                </a:cxn>
                <a:cxn ang="0">
                  <a:pos x="connsiteX15959" y="connsiteY15959"/>
                </a:cxn>
                <a:cxn ang="0">
                  <a:pos x="connsiteX15960" y="connsiteY15960"/>
                </a:cxn>
                <a:cxn ang="0">
                  <a:pos x="connsiteX15961" y="connsiteY15961"/>
                </a:cxn>
                <a:cxn ang="0">
                  <a:pos x="connsiteX15962" y="connsiteY15962"/>
                </a:cxn>
                <a:cxn ang="0">
                  <a:pos x="connsiteX15963" y="connsiteY15963"/>
                </a:cxn>
                <a:cxn ang="0">
                  <a:pos x="connsiteX15964" y="connsiteY15964"/>
                </a:cxn>
                <a:cxn ang="0">
                  <a:pos x="connsiteX15965" y="connsiteY15965"/>
                </a:cxn>
                <a:cxn ang="0">
                  <a:pos x="connsiteX15966" y="connsiteY15966"/>
                </a:cxn>
                <a:cxn ang="0">
                  <a:pos x="connsiteX15967" y="connsiteY15967"/>
                </a:cxn>
                <a:cxn ang="0">
                  <a:pos x="connsiteX15968" y="connsiteY15968"/>
                </a:cxn>
                <a:cxn ang="0">
                  <a:pos x="connsiteX15969" y="connsiteY15969"/>
                </a:cxn>
                <a:cxn ang="0">
                  <a:pos x="connsiteX15970" y="connsiteY15970"/>
                </a:cxn>
                <a:cxn ang="0">
                  <a:pos x="connsiteX15971" y="connsiteY15971"/>
                </a:cxn>
                <a:cxn ang="0">
                  <a:pos x="connsiteX15972" y="connsiteY15972"/>
                </a:cxn>
                <a:cxn ang="0">
                  <a:pos x="connsiteX15973" y="connsiteY15973"/>
                </a:cxn>
                <a:cxn ang="0">
                  <a:pos x="connsiteX15974" y="connsiteY15974"/>
                </a:cxn>
                <a:cxn ang="0">
                  <a:pos x="connsiteX15975" y="connsiteY15975"/>
                </a:cxn>
                <a:cxn ang="0">
                  <a:pos x="connsiteX15976" y="connsiteY15976"/>
                </a:cxn>
                <a:cxn ang="0">
                  <a:pos x="connsiteX15977" y="connsiteY15977"/>
                </a:cxn>
                <a:cxn ang="0">
                  <a:pos x="connsiteX15978" y="connsiteY15978"/>
                </a:cxn>
                <a:cxn ang="0">
                  <a:pos x="connsiteX15979" y="connsiteY15979"/>
                </a:cxn>
                <a:cxn ang="0">
                  <a:pos x="connsiteX15980" y="connsiteY15980"/>
                </a:cxn>
                <a:cxn ang="0">
                  <a:pos x="connsiteX15981" y="connsiteY15981"/>
                </a:cxn>
                <a:cxn ang="0">
                  <a:pos x="connsiteX15982" y="connsiteY15982"/>
                </a:cxn>
                <a:cxn ang="0">
                  <a:pos x="connsiteX15983" y="connsiteY15983"/>
                </a:cxn>
                <a:cxn ang="0">
                  <a:pos x="connsiteX15984" y="connsiteY15984"/>
                </a:cxn>
                <a:cxn ang="0">
                  <a:pos x="connsiteX15985" y="connsiteY15985"/>
                </a:cxn>
                <a:cxn ang="0">
                  <a:pos x="connsiteX15986" y="connsiteY15986"/>
                </a:cxn>
                <a:cxn ang="0">
                  <a:pos x="connsiteX15987" y="connsiteY15987"/>
                </a:cxn>
                <a:cxn ang="0">
                  <a:pos x="connsiteX15988" y="connsiteY15988"/>
                </a:cxn>
                <a:cxn ang="0">
                  <a:pos x="connsiteX15989" y="connsiteY15989"/>
                </a:cxn>
                <a:cxn ang="0">
                  <a:pos x="connsiteX15990" y="connsiteY15990"/>
                </a:cxn>
                <a:cxn ang="0">
                  <a:pos x="connsiteX15991" y="connsiteY15991"/>
                </a:cxn>
                <a:cxn ang="0">
                  <a:pos x="connsiteX15992" y="connsiteY15992"/>
                </a:cxn>
                <a:cxn ang="0">
                  <a:pos x="connsiteX15993" y="connsiteY15993"/>
                </a:cxn>
                <a:cxn ang="0">
                  <a:pos x="connsiteX15994" y="connsiteY15994"/>
                </a:cxn>
                <a:cxn ang="0">
                  <a:pos x="connsiteX15995" y="connsiteY15995"/>
                </a:cxn>
                <a:cxn ang="0">
                  <a:pos x="connsiteX15996" y="connsiteY15996"/>
                </a:cxn>
                <a:cxn ang="0">
                  <a:pos x="connsiteX15997" y="connsiteY15997"/>
                </a:cxn>
                <a:cxn ang="0">
                  <a:pos x="connsiteX15998" y="connsiteY15998"/>
                </a:cxn>
                <a:cxn ang="0">
                  <a:pos x="connsiteX15999" y="connsiteY15999"/>
                </a:cxn>
                <a:cxn ang="0">
                  <a:pos x="connsiteX16000" y="connsiteY16000"/>
                </a:cxn>
                <a:cxn ang="0">
                  <a:pos x="connsiteX16001" y="connsiteY16001"/>
                </a:cxn>
                <a:cxn ang="0">
                  <a:pos x="connsiteX16002" y="connsiteY16002"/>
                </a:cxn>
                <a:cxn ang="0">
                  <a:pos x="connsiteX16003" y="connsiteY16003"/>
                </a:cxn>
                <a:cxn ang="0">
                  <a:pos x="connsiteX16004" y="connsiteY16004"/>
                </a:cxn>
                <a:cxn ang="0">
                  <a:pos x="connsiteX16005" y="connsiteY16005"/>
                </a:cxn>
                <a:cxn ang="0">
                  <a:pos x="connsiteX16006" y="connsiteY16006"/>
                </a:cxn>
                <a:cxn ang="0">
                  <a:pos x="connsiteX16007" y="connsiteY16007"/>
                </a:cxn>
                <a:cxn ang="0">
                  <a:pos x="connsiteX16008" y="connsiteY16008"/>
                </a:cxn>
                <a:cxn ang="0">
                  <a:pos x="connsiteX16009" y="connsiteY16009"/>
                </a:cxn>
                <a:cxn ang="0">
                  <a:pos x="connsiteX16010" y="connsiteY16010"/>
                </a:cxn>
                <a:cxn ang="0">
                  <a:pos x="connsiteX16011" y="connsiteY16011"/>
                </a:cxn>
                <a:cxn ang="0">
                  <a:pos x="connsiteX16012" y="connsiteY16012"/>
                </a:cxn>
                <a:cxn ang="0">
                  <a:pos x="connsiteX16013" y="connsiteY16013"/>
                </a:cxn>
                <a:cxn ang="0">
                  <a:pos x="connsiteX16014" y="connsiteY16014"/>
                </a:cxn>
                <a:cxn ang="0">
                  <a:pos x="connsiteX16015" y="connsiteY16015"/>
                </a:cxn>
                <a:cxn ang="0">
                  <a:pos x="connsiteX16016" y="connsiteY16016"/>
                </a:cxn>
                <a:cxn ang="0">
                  <a:pos x="connsiteX16017" y="connsiteY16017"/>
                </a:cxn>
                <a:cxn ang="0">
                  <a:pos x="connsiteX16018" y="connsiteY16018"/>
                </a:cxn>
                <a:cxn ang="0">
                  <a:pos x="connsiteX16019" y="connsiteY16019"/>
                </a:cxn>
                <a:cxn ang="0">
                  <a:pos x="connsiteX16020" y="connsiteY16020"/>
                </a:cxn>
                <a:cxn ang="0">
                  <a:pos x="connsiteX16021" y="connsiteY16021"/>
                </a:cxn>
                <a:cxn ang="0">
                  <a:pos x="connsiteX16022" y="connsiteY16022"/>
                </a:cxn>
                <a:cxn ang="0">
                  <a:pos x="connsiteX16023" y="connsiteY16023"/>
                </a:cxn>
                <a:cxn ang="0">
                  <a:pos x="connsiteX16024" y="connsiteY16024"/>
                </a:cxn>
                <a:cxn ang="0">
                  <a:pos x="connsiteX16025" y="connsiteY16025"/>
                </a:cxn>
                <a:cxn ang="0">
                  <a:pos x="connsiteX16026" y="connsiteY16026"/>
                </a:cxn>
                <a:cxn ang="0">
                  <a:pos x="connsiteX16027" y="connsiteY16027"/>
                </a:cxn>
                <a:cxn ang="0">
                  <a:pos x="connsiteX16028" y="connsiteY16028"/>
                </a:cxn>
                <a:cxn ang="0">
                  <a:pos x="connsiteX16029" y="connsiteY16029"/>
                </a:cxn>
                <a:cxn ang="0">
                  <a:pos x="connsiteX16030" y="connsiteY16030"/>
                </a:cxn>
                <a:cxn ang="0">
                  <a:pos x="connsiteX16031" y="connsiteY16031"/>
                </a:cxn>
                <a:cxn ang="0">
                  <a:pos x="connsiteX16032" y="connsiteY16032"/>
                </a:cxn>
                <a:cxn ang="0">
                  <a:pos x="connsiteX16033" y="connsiteY16033"/>
                </a:cxn>
                <a:cxn ang="0">
                  <a:pos x="connsiteX16034" y="connsiteY16034"/>
                </a:cxn>
                <a:cxn ang="0">
                  <a:pos x="connsiteX16035" y="connsiteY16035"/>
                </a:cxn>
                <a:cxn ang="0">
                  <a:pos x="connsiteX16036" y="connsiteY16036"/>
                </a:cxn>
                <a:cxn ang="0">
                  <a:pos x="connsiteX16037" y="connsiteY16037"/>
                </a:cxn>
                <a:cxn ang="0">
                  <a:pos x="connsiteX16038" y="connsiteY16038"/>
                </a:cxn>
                <a:cxn ang="0">
                  <a:pos x="connsiteX16039" y="connsiteY16039"/>
                </a:cxn>
                <a:cxn ang="0">
                  <a:pos x="connsiteX16040" y="connsiteY16040"/>
                </a:cxn>
                <a:cxn ang="0">
                  <a:pos x="connsiteX16041" y="connsiteY16041"/>
                </a:cxn>
                <a:cxn ang="0">
                  <a:pos x="connsiteX16042" y="connsiteY16042"/>
                </a:cxn>
                <a:cxn ang="0">
                  <a:pos x="connsiteX16043" y="connsiteY16043"/>
                </a:cxn>
                <a:cxn ang="0">
                  <a:pos x="connsiteX16044" y="connsiteY16044"/>
                </a:cxn>
                <a:cxn ang="0">
                  <a:pos x="connsiteX16045" y="connsiteY16045"/>
                </a:cxn>
                <a:cxn ang="0">
                  <a:pos x="connsiteX16046" y="connsiteY16046"/>
                </a:cxn>
                <a:cxn ang="0">
                  <a:pos x="connsiteX16047" y="connsiteY16047"/>
                </a:cxn>
                <a:cxn ang="0">
                  <a:pos x="connsiteX16048" y="connsiteY16048"/>
                </a:cxn>
                <a:cxn ang="0">
                  <a:pos x="connsiteX16049" y="connsiteY16049"/>
                </a:cxn>
                <a:cxn ang="0">
                  <a:pos x="connsiteX16050" y="connsiteY16050"/>
                </a:cxn>
                <a:cxn ang="0">
                  <a:pos x="connsiteX16051" y="connsiteY16051"/>
                </a:cxn>
                <a:cxn ang="0">
                  <a:pos x="connsiteX16052" y="connsiteY16052"/>
                </a:cxn>
                <a:cxn ang="0">
                  <a:pos x="connsiteX16053" y="connsiteY16053"/>
                </a:cxn>
                <a:cxn ang="0">
                  <a:pos x="connsiteX16054" y="connsiteY16054"/>
                </a:cxn>
                <a:cxn ang="0">
                  <a:pos x="connsiteX16055" y="connsiteY16055"/>
                </a:cxn>
                <a:cxn ang="0">
                  <a:pos x="connsiteX16056" y="connsiteY16056"/>
                </a:cxn>
                <a:cxn ang="0">
                  <a:pos x="connsiteX16057" y="connsiteY16057"/>
                </a:cxn>
                <a:cxn ang="0">
                  <a:pos x="connsiteX16058" y="connsiteY16058"/>
                </a:cxn>
                <a:cxn ang="0">
                  <a:pos x="connsiteX16059" y="connsiteY16059"/>
                </a:cxn>
                <a:cxn ang="0">
                  <a:pos x="connsiteX16060" y="connsiteY16060"/>
                </a:cxn>
                <a:cxn ang="0">
                  <a:pos x="connsiteX16061" y="connsiteY16061"/>
                </a:cxn>
                <a:cxn ang="0">
                  <a:pos x="connsiteX16062" y="connsiteY16062"/>
                </a:cxn>
                <a:cxn ang="0">
                  <a:pos x="connsiteX16063" y="connsiteY16063"/>
                </a:cxn>
                <a:cxn ang="0">
                  <a:pos x="connsiteX16064" y="connsiteY16064"/>
                </a:cxn>
                <a:cxn ang="0">
                  <a:pos x="connsiteX16065" y="connsiteY16065"/>
                </a:cxn>
                <a:cxn ang="0">
                  <a:pos x="connsiteX16066" y="connsiteY16066"/>
                </a:cxn>
                <a:cxn ang="0">
                  <a:pos x="connsiteX16067" y="connsiteY16067"/>
                </a:cxn>
                <a:cxn ang="0">
                  <a:pos x="connsiteX16068" y="connsiteY16068"/>
                </a:cxn>
                <a:cxn ang="0">
                  <a:pos x="connsiteX16069" y="connsiteY16069"/>
                </a:cxn>
                <a:cxn ang="0">
                  <a:pos x="connsiteX16070" y="connsiteY16070"/>
                </a:cxn>
                <a:cxn ang="0">
                  <a:pos x="connsiteX16071" y="connsiteY16071"/>
                </a:cxn>
                <a:cxn ang="0">
                  <a:pos x="connsiteX16072" y="connsiteY16072"/>
                </a:cxn>
                <a:cxn ang="0">
                  <a:pos x="connsiteX16073" y="connsiteY16073"/>
                </a:cxn>
                <a:cxn ang="0">
                  <a:pos x="connsiteX16074" y="connsiteY16074"/>
                </a:cxn>
                <a:cxn ang="0">
                  <a:pos x="connsiteX16075" y="connsiteY16075"/>
                </a:cxn>
                <a:cxn ang="0">
                  <a:pos x="connsiteX16076" y="connsiteY16076"/>
                </a:cxn>
                <a:cxn ang="0">
                  <a:pos x="connsiteX16077" y="connsiteY16077"/>
                </a:cxn>
                <a:cxn ang="0">
                  <a:pos x="connsiteX16078" y="connsiteY16078"/>
                </a:cxn>
                <a:cxn ang="0">
                  <a:pos x="connsiteX16079" y="connsiteY16079"/>
                </a:cxn>
                <a:cxn ang="0">
                  <a:pos x="connsiteX16080" y="connsiteY16080"/>
                </a:cxn>
                <a:cxn ang="0">
                  <a:pos x="connsiteX16081" y="connsiteY16081"/>
                </a:cxn>
                <a:cxn ang="0">
                  <a:pos x="connsiteX16082" y="connsiteY16082"/>
                </a:cxn>
                <a:cxn ang="0">
                  <a:pos x="connsiteX16083" y="connsiteY16083"/>
                </a:cxn>
                <a:cxn ang="0">
                  <a:pos x="connsiteX16084" y="connsiteY16084"/>
                </a:cxn>
                <a:cxn ang="0">
                  <a:pos x="connsiteX16085" y="connsiteY16085"/>
                </a:cxn>
                <a:cxn ang="0">
                  <a:pos x="connsiteX16086" y="connsiteY16086"/>
                </a:cxn>
                <a:cxn ang="0">
                  <a:pos x="connsiteX16087" y="connsiteY16087"/>
                </a:cxn>
                <a:cxn ang="0">
                  <a:pos x="connsiteX16088" y="connsiteY16088"/>
                </a:cxn>
                <a:cxn ang="0">
                  <a:pos x="connsiteX16089" y="connsiteY16089"/>
                </a:cxn>
                <a:cxn ang="0">
                  <a:pos x="connsiteX16090" y="connsiteY16090"/>
                </a:cxn>
                <a:cxn ang="0">
                  <a:pos x="connsiteX16091" y="connsiteY16091"/>
                </a:cxn>
                <a:cxn ang="0">
                  <a:pos x="connsiteX16092" y="connsiteY16092"/>
                </a:cxn>
                <a:cxn ang="0">
                  <a:pos x="connsiteX16093" y="connsiteY16093"/>
                </a:cxn>
                <a:cxn ang="0">
                  <a:pos x="connsiteX16094" y="connsiteY16094"/>
                </a:cxn>
                <a:cxn ang="0">
                  <a:pos x="connsiteX16095" y="connsiteY16095"/>
                </a:cxn>
                <a:cxn ang="0">
                  <a:pos x="connsiteX16096" y="connsiteY16096"/>
                </a:cxn>
                <a:cxn ang="0">
                  <a:pos x="connsiteX16097" y="connsiteY16097"/>
                </a:cxn>
                <a:cxn ang="0">
                  <a:pos x="connsiteX16098" y="connsiteY16098"/>
                </a:cxn>
                <a:cxn ang="0">
                  <a:pos x="connsiteX16099" y="connsiteY16099"/>
                </a:cxn>
                <a:cxn ang="0">
                  <a:pos x="connsiteX16100" y="connsiteY16100"/>
                </a:cxn>
                <a:cxn ang="0">
                  <a:pos x="connsiteX16101" y="connsiteY16101"/>
                </a:cxn>
                <a:cxn ang="0">
                  <a:pos x="connsiteX16102" y="connsiteY16102"/>
                </a:cxn>
                <a:cxn ang="0">
                  <a:pos x="connsiteX16103" y="connsiteY16103"/>
                </a:cxn>
                <a:cxn ang="0">
                  <a:pos x="connsiteX16104" y="connsiteY16104"/>
                </a:cxn>
                <a:cxn ang="0">
                  <a:pos x="connsiteX16105" y="connsiteY16105"/>
                </a:cxn>
                <a:cxn ang="0">
                  <a:pos x="connsiteX16106" y="connsiteY16106"/>
                </a:cxn>
                <a:cxn ang="0">
                  <a:pos x="connsiteX16107" y="connsiteY16107"/>
                </a:cxn>
                <a:cxn ang="0">
                  <a:pos x="connsiteX16108" y="connsiteY16108"/>
                </a:cxn>
                <a:cxn ang="0">
                  <a:pos x="connsiteX16109" y="connsiteY16109"/>
                </a:cxn>
                <a:cxn ang="0">
                  <a:pos x="connsiteX16110" y="connsiteY16110"/>
                </a:cxn>
                <a:cxn ang="0">
                  <a:pos x="connsiteX16111" y="connsiteY16111"/>
                </a:cxn>
                <a:cxn ang="0">
                  <a:pos x="connsiteX16112" y="connsiteY16112"/>
                </a:cxn>
                <a:cxn ang="0">
                  <a:pos x="connsiteX16113" y="connsiteY16113"/>
                </a:cxn>
                <a:cxn ang="0">
                  <a:pos x="connsiteX16114" y="connsiteY16114"/>
                </a:cxn>
                <a:cxn ang="0">
                  <a:pos x="connsiteX16115" y="connsiteY16115"/>
                </a:cxn>
                <a:cxn ang="0">
                  <a:pos x="connsiteX16116" y="connsiteY16116"/>
                </a:cxn>
                <a:cxn ang="0">
                  <a:pos x="connsiteX16117" y="connsiteY16117"/>
                </a:cxn>
                <a:cxn ang="0">
                  <a:pos x="connsiteX16118" y="connsiteY16118"/>
                </a:cxn>
                <a:cxn ang="0">
                  <a:pos x="connsiteX16119" y="connsiteY16119"/>
                </a:cxn>
                <a:cxn ang="0">
                  <a:pos x="connsiteX16120" y="connsiteY16120"/>
                </a:cxn>
                <a:cxn ang="0">
                  <a:pos x="connsiteX16121" y="connsiteY16121"/>
                </a:cxn>
                <a:cxn ang="0">
                  <a:pos x="connsiteX16122" y="connsiteY16122"/>
                </a:cxn>
                <a:cxn ang="0">
                  <a:pos x="connsiteX16123" y="connsiteY16123"/>
                </a:cxn>
                <a:cxn ang="0">
                  <a:pos x="connsiteX16124" y="connsiteY16124"/>
                </a:cxn>
                <a:cxn ang="0">
                  <a:pos x="connsiteX16125" y="connsiteY16125"/>
                </a:cxn>
                <a:cxn ang="0">
                  <a:pos x="connsiteX16126" y="connsiteY16126"/>
                </a:cxn>
                <a:cxn ang="0">
                  <a:pos x="connsiteX16127" y="connsiteY16127"/>
                </a:cxn>
                <a:cxn ang="0">
                  <a:pos x="connsiteX16128" y="connsiteY16128"/>
                </a:cxn>
                <a:cxn ang="0">
                  <a:pos x="connsiteX16129" y="connsiteY16129"/>
                </a:cxn>
                <a:cxn ang="0">
                  <a:pos x="connsiteX16130" y="connsiteY16130"/>
                </a:cxn>
                <a:cxn ang="0">
                  <a:pos x="connsiteX16131" y="connsiteY16131"/>
                </a:cxn>
                <a:cxn ang="0">
                  <a:pos x="connsiteX16132" y="connsiteY16132"/>
                </a:cxn>
                <a:cxn ang="0">
                  <a:pos x="connsiteX16133" y="connsiteY16133"/>
                </a:cxn>
                <a:cxn ang="0">
                  <a:pos x="connsiteX16134" y="connsiteY16134"/>
                </a:cxn>
                <a:cxn ang="0">
                  <a:pos x="connsiteX16135" y="connsiteY16135"/>
                </a:cxn>
                <a:cxn ang="0">
                  <a:pos x="connsiteX16136" y="connsiteY16136"/>
                </a:cxn>
                <a:cxn ang="0">
                  <a:pos x="connsiteX16137" y="connsiteY16137"/>
                </a:cxn>
                <a:cxn ang="0">
                  <a:pos x="connsiteX16138" y="connsiteY16138"/>
                </a:cxn>
                <a:cxn ang="0">
                  <a:pos x="connsiteX16139" y="connsiteY16139"/>
                </a:cxn>
                <a:cxn ang="0">
                  <a:pos x="connsiteX16140" y="connsiteY16140"/>
                </a:cxn>
                <a:cxn ang="0">
                  <a:pos x="connsiteX16141" y="connsiteY16141"/>
                </a:cxn>
                <a:cxn ang="0">
                  <a:pos x="connsiteX16142" y="connsiteY16142"/>
                </a:cxn>
                <a:cxn ang="0">
                  <a:pos x="connsiteX16143" y="connsiteY16143"/>
                </a:cxn>
                <a:cxn ang="0">
                  <a:pos x="connsiteX16144" y="connsiteY16144"/>
                </a:cxn>
                <a:cxn ang="0">
                  <a:pos x="connsiteX16145" y="connsiteY16145"/>
                </a:cxn>
                <a:cxn ang="0">
                  <a:pos x="connsiteX16146" y="connsiteY16146"/>
                </a:cxn>
                <a:cxn ang="0">
                  <a:pos x="connsiteX16147" y="connsiteY16147"/>
                </a:cxn>
                <a:cxn ang="0">
                  <a:pos x="connsiteX16148" y="connsiteY16148"/>
                </a:cxn>
                <a:cxn ang="0">
                  <a:pos x="connsiteX16149" y="connsiteY16149"/>
                </a:cxn>
                <a:cxn ang="0">
                  <a:pos x="connsiteX16150" y="connsiteY16150"/>
                </a:cxn>
                <a:cxn ang="0">
                  <a:pos x="connsiteX16151" y="connsiteY16151"/>
                </a:cxn>
                <a:cxn ang="0">
                  <a:pos x="connsiteX16152" y="connsiteY16152"/>
                </a:cxn>
                <a:cxn ang="0">
                  <a:pos x="connsiteX16153" y="connsiteY16153"/>
                </a:cxn>
                <a:cxn ang="0">
                  <a:pos x="connsiteX16154" y="connsiteY16154"/>
                </a:cxn>
                <a:cxn ang="0">
                  <a:pos x="connsiteX16155" y="connsiteY16155"/>
                </a:cxn>
                <a:cxn ang="0">
                  <a:pos x="connsiteX16156" y="connsiteY16156"/>
                </a:cxn>
                <a:cxn ang="0">
                  <a:pos x="connsiteX16157" y="connsiteY16157"/>
                </a:cxn>
                <a:cxn ang="0">
                  <a:pos x="connsiteX16158" y="connsiteY16158"/>
                </a:cxn>
                <a:cxn ang="0">
                  <a:pos x="connsiteX16159" y="connsiteY16159"/>
                </a:cxn>
                <a:cxn ang="0">
                  <a:pos x="connsiteX16160" y="connsiteY16160"/>
                </a:cxn>
                <a:cxn ang="0">
                  <a:pos x="connsiteX16161" y="connsiteY16161"/>
                </a:cxn>
                <a:cxn ang="0">
                  <a:pos x="connsiteX16162" y="connsiteY16162"/>
                </a:cxn>
                <a:cxn ang="0">
                  <a:pos x="connsiteX16163" y="connsiteY16163"/>
                </a:cxn>
                <a:cxn ang="0">
                  <a:pos x="connsiteX16164" y="connsiteY16164"/>
                </a:cxn>
                <a:cxn ang="0">
                  <a:pos x="connsiteX16165" y="connsiteY16165"/>
                </a:cxn>
                <a:cxn ang="0">
                  <a:pos x="connsiteX16166" y="connsiteY16166"/>
                </a:cxn>
                <a:cxn ang="0">
                  <a:pos x="connsiteX16167" y="connsiteY16167"/>
                </a:cxn>
                <a:cxn ang="0">
                  <a:pos x="connsiteX16168" y="connsiteY16168"/>
                </a:cxn>
                <a:cxn ang="0">
                  <a:pos x="connsiteX16169" y="connsiteY16169"/>
                </a:cxn>
                <a:cxn ang="0">
                  <a:pos x="connsiteX16170" y="connsiteY16170"/>
                </a:cxn>
                <a:cxn ang="0">
                  <a:pos x="connsiteX16171" y="connsiteY16171"/>
                </a:cxn>
                <a:cxn ang="0">
                  <a:pos x="connsiteX16172" y="connsiteY16172"/>
                </a:cxn>
                <a:cxn ang="0">
                  <a:pos x="connsiteX16173" y="connsiteY16173"/>
                </a:cxn>
                <a:cxn ang="0">
                  <a:pos x="connsiteX16174" y="connsiteY16174"/>
                </a:cxn>
                <a:cxn ang="0">
                  <a:pos x="connsiteX16175" y="connsiteY16175"/>
                </a:cxn>
                <a:cxn ang="0">
                  <a:pos x="connsiteX16176" y="connsiteY16176"/>
                </a:cxn>
                <a:cxn ang="0">
                  <a:pos x="connsiteX16177" y="connsiteY16177"/>
                </a:cxn>
                <a:cxn ang="0">
                  <a:pos x="connsiteX16178" y="connsiteY16178"/>
                </a:cxn>
                <a:cxn ang="0">
                  <a:pos x="connsiteX16179" y="connsiteY16179"/>
                </a:cxn>
                <a:cxn ang="0">
                  <a:pos x="connsiteX16180" y="connsiteY16180"/>
                </a:cxn>
                <a:cxn ang="0">
                  <a:pos x="connsiteX16181" y="connsiteY16181"/>
                </a:cxn>
                <a:cxn ang="0">
                  <a:pos x="connsiteX16182" y="connsiteY16182"/>
                </a:cxn>
                <a:cxn ang="0">
                  <a:pos x="connsiteX16183" y="connsiteY16183"/>
                </a:cxn>
                <a:cxn ang="0">
                  <a:pos x="connsiteX16184" y="connsiteY16184"/>
                </a:cxn>
                <a:cxn ang="0">
                  <a:pos x="connsiteX16185" y="connsiteY16185"/>
                </a:cxn>
                <a:cxn ang="0">
                  <a:pos x="connsiteX16186" y="connsiteY16186"/>
                </a:cxn>
                <a:cxn ang="0">
                  <a:pos x="connsiteX16187" y="connsiteY16187"/>
                </a:cxn>
                <a:cxn ang="0">
                  <a:pos x="connsiteX16188" y="connsiteY16188"/>
                </a:cxn>
                <a:cxn ang="0">
                  <a:pos x="connsiteX16189" y="connsiteY16189"/>
                </a:cxn>
                <a:cxn ang="0">
                  <a:pos x="connsiteX16190" y="connsiteY16190"/>
                </a:cxn>
                <a:cxn ang="0">
                  <a:pos x="connsiteX16191" y="connsiteY16191"/>
                </a:cxn>
                <a:cxn ang="0">
                  <a:pos x="connsiteX16192" y="connsiteY16192"/>
                </a:cxn>
                <a:cxn ang="0">
                  <a:pos x="connsiteX16193" y="connsiteY16193"/>
                </a:cxn>
                <a:cxn ang="0">
                  <a:pos x="connsiteX16194" y="connsiteY16194"/>
                </a:cxn>
                <a:cxn ang="0">
                  <a:pos x="connsiteX16195" y="connsiteY16195"/>
                </a:cxn>
                <a:cxn ang="0">
                  <a:pos x="connsiteX16196" y="connsiteY16196"/>
                </a:cxn>
                <a:cxn ang="0">
                  <a:pos x="connsiteX16197" y="connsiteY16197"/>
                </a:cxn>
                <a:cxn ang="0">
                  <a:pos x="connsiteX16198" y="connsiteY16198"/>
                </a:cxn>
                <a:cxn ang="0">
                  <a:pos x="connsiteX16199" y="connsiteY16199"/>
                </a:cxn>
                <a:cxn ang="0">
                  <a:pos x="connsiteX16200" y="connsiteY16200"/>
                </a:cxn>
                <a:cxn ang="0">
                  <a:pos x="connsiteX16201" y="connsiteY16201"/>
                </a:cxn>
                <a:cxn ang="0">
                  <a:pos x="connsiteX16202" y="connsiteY16202"/>
                </a:cxn>
                <a:cxn ang="0">
                  <a:pos x="connsiteX16203" y="connsiteY16203"/>
                </a:cxn>
                <a:cxn ang="0">
                  <a:pos x="connsiteX16204" y="connsiteY16204"/>
                </a:cxn>
                <a:cxn ang="0">
                  <a:pos x="connsiteX16205" y="connsiteY16205"/>
                </a:cxn>
                <a:cxn ang="0">
                  <a:pos x="connsiteX16206" y="connsiteY16206"/>
                </a:cxn>
                <a:cxn ang="0">
                  <a:pos x="connsiteX16207" y="connsiteY16207"/>
                </a:cxn>
                <a:cxn ang="0">
                  <a:pos x="connsiteX16208" y="connsiteY16208"/>
                </a:cxn>
                <a:cxn ang="0">
                  <a:pos x="connsiteX16209" y="connsiteY16209"/>
                </a:cxn>
                <a:cxn ang="0">
                  <a:pos x="connsiteX16210" y="connsiteY16210"/>
                </a:cxn>
                <a:cxn ang="0">
                  <a:pos x="connsiteX16211" y="connsiteY16211"/>
                </a:cxn>
                <a:cxn ang="0">
                  <a:pos x="connsiteX16212" y="connsiteY16212"/>
                </a:cxn>
                <a:cxn ang="0">
                  <a:pos x="connsiteX16213" y="connsiteY16213"/>
                </a:cxn>
                <a:cxn ang="0">
                  <a:pos x="connsiteX16214" y="connsiteY16214"/>
                </a:cxn>
                <a:cxn ang="0">
                  <a:pos x="connsiteX16215" y="connsiteY16215"/>
                </a:cxn>
                <a:cxn ang="0">
                  <a:pos x="connsiteX16216" y="connsiteY16216"/>
                </a:cxn>
                <a:cxn ang="0">
                  <a:pos x="connsiteX16217" y="connsiteY16217"/>
                </a:cxn>
                <a:cxn ang="0">
                  <a:pos x="connsiteX16218" y="connsiteY16218"/>
                </a:cxn>
                <a:cxn ang="0">
                  <a:pos x="connsiteX16219" y="connsiteY16219"/>
                </a:cxn>
                <a:cxn ang="0">
                  <a:pos x="connsiteX16220" y="connsiteY16220"/>
                </a:cxn>
                <a:cxn ang="0">
                  <a:pos x="connsiteX16221" y="connsiteY16221"/>
                </a:cxn>
                <a:cxn ang="0">
                  <a:pos x="connsiteX16222" y="connsiteY16222"/>
                </a:cxn>
                <a:cxn ang="0">
                  <a:pos x="connsiteX16223" y="connsiteY16223"/>
                </a:cxn>
                <a:cxn ang="0">
                  <a:pos x="connsiteX16224" y="connsiteY16224"/>
                </a:cxn>
                <a:cxn ang="0">
                  <a:pos x="connsiteX16225" y="connsiteY16225"/>
                </a:cxn>
                <a:cxn ang="0">
                  <a:pos x="connsiteX16226" y="connsiteY16226"/>
                </a:cxn>
                <a:cxn ang="0">
                  <a:pos x="connsiteX16227" y="connsiteY16227"/>
                </a:cxn>
                <a:cxn ang="0">
                  <a:pos x="connsiteX16228" y="connsiteY16228"/>
                </a:cxn>
                <a:cxn ang="0">
                  <a:pos x="connsiteX16229" y="connsiteY16229"/>
                </a:cxn>
                <a:cxn ang="0">
                  <a:pos x="connsiteX16230" y="connsiteY16230"/>
                </a:cxn>
                <a:cxn ang="0">
                  <a:pos x="connsiteX16231" y="connsiteY16231"/>
                </a:cxn>
                <a:cxn ang="0">
                  <a:pos x="connsiteX16232" y="connsiteY16232"/>
                </a:cxn>
                <a:cxn ang="0">
                  <a:pos x="connsiteX16233" y="connsiteY16233"/>
                </a:cxn>
                <a:cxn ang="0">
                  <a:pos x="connsiteX16234" y="connsiteY16234"/>
                </a:cxn>
                <a:cxn ang="0">
                  <a:pos x="connsiteX16235" y="connsiteY16235"/>
                </a:cxn>
                <a:cxn ang="0">
                  <a:pos x="connsiteX16236" y="connsiteY16236"/>
                </a:cxn>
                <a:cxn ang="0">
                  <a:pos x="connsiteX16237" y="connsiteY16237"/>
                </a:cxn>
                <a:cxn ang="0">
                  <a:pos x="connsiteX16238" y="connsiteY16238"/>
                </a:cxn>
                <a:cxn ang="0">
                  <a:pos x="connsiteX16239" y="connsiteY16239"/>
                </a:cxn>
                <a:cxn ang="0">
                  <a:pos x="connsiteX16240" y="connsiteY16240"/>
                </a:cxn>
                <a:cxn ang="0">
                  <a:pos x="connsiteX16241" y="connsiteY16241"/>
                </a:cxn>
                <a:cxn ang="0">
                  <a:pos x="connsiteX16242" y="connsiteY16242"/>
                </a:cxn>
                <a:cxn ang="0">
                  <a:pos x="connsiteX16243" y="connsiteY16243"/>
                </a:cxn>
                <a:cxn ang="0">
                  <a:pos x="connsiteX16244" y="connsiteY16244"/>
                </a:cxn>
                <a:cxn ang="0">
                  <a:pos x="connsiteX16245" y="connsiteY16245"/>
                </a:cxn>
                <a:cxn ang="0">
                  <a:pos x="connsiteX16246" y="connsiteY16246"/>
                </a:cxn>
                <a:cxn ang="0">
                  <a:pos x="connsiteX16247" y="connsiteY16247"/>
                </a:cxn>
                <a:cxn ang="0">
                  <a:pos x="connsiteX16248" y="connsiteY16248"/>
                </a:cxn>
                <a:cxn ang="0">
                  <a:pos x="connsiteX16249" y="connsiteY16249"/>
                </a:cxn>
                <a:cxn ang="0">
                  <a:pos x="connsiteX16250" y="connsiteY16250"/>
                </a:cxn>
                <a:cxn ang="0">
                  <a:pos x="connsiteX16251" y="connsiteY16251"/>
                </a:cxn>
                <a:cxn ang="0">
                  <a:pos x="connsiteX16252" y="connsiteY16252"/>
                </a:cxn>
                <a:cxn ang="0">
                  <a:pos x="connsiteX16253" y="connsiteY16253"/>
                </a:cxn>
                <a:cxn ang="0">
                  <a:pos x="connsiteX16254" y="connsiteY16254"/>
                </a:cxn>
                <a:cxn ang="0">
                  <a:pos x="connsiteX16255" y="connsiteY16255"/>
                </a:cxn>
                <a:cxn ang="0">
                  <a:pos x="connsiteX16256" y="connsiteY16256"/>
                </a:cxn>
                <a:cxn ang="0">
                  <a:pos x="connsiteX16257" y="connsiteY16257"/>
                </a:cxn>
                <a:cxn ang="0">
                  <a:pos x="connsiteX16258" y="connsiteY16258"/>
                </a:cxn>
                <a:cxn ang="0">
                  <a:pos x="connsiteX16259" y="connsiteY16259"/>
                </a:cxn>
                <a:cxn ang="0">
                  <a:pos x="connsiteX16260" y="connsiteY16260"/>
                </a:cxn>
                <a:cxn ang="0">
                  <a:pos x="connsiteX16261" y="connsiteY16261"/>
                </a:cxn>
                <a:cxn ang="0">
                  <a:pos x="connsiteX16262" y="connsiteY16262"/>
                </a:cxn>
                <a:cxn ang="0">
                  <a:pos x="connsiteX16263" y="connsiteY16263"/>
                </a:cxn>
                <a:cxn ang="0">
                  <a:pos x="connsiteX16264" y="connsiteY16264"/>
                </a:cxn>
                <a:cxn ang="0">
                  <a:pos x="connsiteX16265" y="connsiteY16265"/>
                </a:cxn>
                <a:cxn ang="0">
                  <a:pos x="connsiteX16266" y="connsiteY16266"/>
                </a:cxn>
                <a:cxn ang="0">
                  <a:pos x="connsiteX16267" y="connsiteY16267"/>
                </a:cxn>
                <a:cxn ang="0">
                  <a:pos x="connsiteX16268" y="connsiteY16268"/>
                </a:cxn>
                <a:cxn ang="0">
                  <a:pos x="connsiteX16269" y="connsiteY16269"/>
                </a:cxn>
                <a:cxn ang="0">
                  <a:pos x="connsiteX16270" y="connsiteY16270"/>
                </a:cxn>
                <a:cxn ang="0">
                  <a:pos x="connsiteX16271" y="connsiteY16271"/>
                </a:cxn>
                <a:cxn ang="0">
                  <a:pos x="connsiteX16272" y="connsiteY16272"/>
                </a:cxn>
                <a:cxn ang="0">
                  <a:pos x="connsiteX16273" y="connsiteY16273"/>
                </a:cxn>
                <a:cxn ang="0">
                  <a:pos x="connsiteX16274" y="connsiteY16274"/>
                </a:cxn>
                <a:cxn ang="0">
                  <a:pos x="connsiteX16275" y="connsiteY16275"/>
                </a:cxn>
                <a:cxn ang="0">
                  <a:pos x="connsiteX16276" y="connsiteY16276"/>
                </a:cxn>
                <a:cxn ang="0">
                  <a:pos x="connsiteX16277" y="connsiteY16277"/>
                </a:cxn>
                <a:cxn ang="0">
                  <a:pos x="connsiteX16278" y="connsiteY16278"/>
                </a:cxn>
                <a:cxn ang="0">
                  <a:pos x="connsiteX16279" y="connsiteY16279"/>
                </a:cxn>
                <a:cxn ang="0">
                  <a:pos x="connsiteX16280" y="connsiteY16280"/>
                </a:cxn>
                <a:cxn ang="0">
                  <a:pos x="connsiteX16281" y="connsiteY16281"/>
                </a:cxn>
                <a:cxn ang="0">
                  <a:pos x="connsiteX16282" y="connsiteY16282"/>
                </a:cxn>
                <a:cxn ang="0">
                  <a:pos x="connsiteX16283" y="connsiteY16283"/>
                </a:cxn>
                <a:cxn ang="0">
                  <a:pos x="connsiteX16284" y="connsiteY16284"/>
                </a:cxn>
                <a:cxn ang="0">
                  <a:pos x="connsiteX16285" y="connsiteY16285"/>
                </a:cxn>
                <a:cxn ang="0">
                  <a:pos x="connsiteX16286" y="connsiteY16286"/>
                </a:cxn>
                <a:cxn ang="0">
                  <a:pos x="connsiteX16287" y="connsiteY16287"/>
                </a:cxn>
                <a:cxn ang="0">
                  <a:pos x="connsiteX16288" y="connsiteY16288"/>
                </a:cxn>
                <a:cxn ang="0">
                  <a:pos x="connsiteX16289" y="connsiteY16289"/>
                </a:cxn>
                <a:cxn ang="0">
                  <a:pos x="connsiteX16290" y="connsiteY16290"/>
                </a:cxn>
                <a:cxn ang="0">
                  <a:pos x="connsiteX16291" y="connsiteY16291"/>
                </a:cxn>
                <a:cxn ang="0">
                  <a:pos x="connsiteX16292" y="connsiteY16292"/>
                </a:cxn>
                <a:cxn ang="0">
                  <a:pos x="connsiteX16293" y="connsiteY16293"/>
                </a:cxn>
                <a:cxn ang="0">
                  <a:pos x="connsiteX16294" y="connsiteY16294"/>
                </a:cxn>
                <a:cxn ang="0">
                  <a:pos x="connsiteX16295" y="connsiteY16295"/>
                </a:cxn>
                <a:cxn ang="0">
                  <a:pos x="connsiteX16296" y="connsiteY16296"/>
                </a:cxn>
                <a:cxn ang="0">
                  <a:pos x="connsiteX16297" y="connsiteY16297"/>
                </a:cxn>
                <a:cxn ang="0">
                  <a:pos x="connsiteX16298" y="connsiteY16298"/>
                </a:cxn>
                <a:cxn ang="0">
                  <a:pos x="connsiteX16299" y="connsiteY16299"/>
                </a:cxn>
                <a:cxn ang="0">
                  <a:pos x="connsiteX16300" y="connsiteY16300"/>
                </a:cxn>
                <a:cxn ang="0">
                  <a:pos x="connsiteX16301" y="connsiteY16301"/>
                </a:cxn>
                <a:cxn ang="0">
                  <a:pos x="connsiteX16302" y="connsiteY16302"/>
                </a:cxn>
                <a:cxn ang="0">
                  <a:pos x="connsiteX16303" y="connsiteY16303"/>
                </a:cxn>
                <a:cxn ang="0">
                  <a:pos x="connsiteX16304" y="connsiteY16304"/>
                </a:cxn>
                <a:cxn ang="0">
                  <a:pos x="connsiteX16305" y="connsiteY16305"/>
                </a:cxn>
                <a:cxn ang="0">
                  <a:pos x="connsiteX16306" y="connsiteY16306"/>
                </a:cxn>
                <a:cxn ang="0">
                  <a:pos x="connsiteX16307" y="connsiteY16307"/>
                </a:cxn>
                <a:cxn ang="0">
                  <a:pos x="connsiteX16308" y="connsiteY16308"/>
                </a:cxn>
                <a:cxn ang="0">
                  <a:pos x="connsiteX16309" y="connsiteY16309"/>
                </a:cxn>
                <a:cxn ang="0">
                  <a:pos x="connsiteX16310" y="connsiteY16310"/>
                </a:cxn>
                <a:cxn ang="0">
                  <a:pos x="connsiteX16311" y="connsiteY16311"/>
                </a:cxn>
                <a:cxn ang="0">
                  <a:pos x="connsiteX16312" y="connsiteY16312"/>
                </a:cxn>
                <a:cxn ang="0">
                  <a:pos x="connsiteX16313" y="connsiteY16313"/>
                </a:cxn>
                <a:cxn ang="0">
                  <a:pos x="connsiteX16314" y="connsiteY16314"/>
                </a:cxn>
                <a:cxn ang="0">
                  <a:pos x="connsiteX16315" y="connsiteY16315"/>
                </a:cxn>
                <a:cxn ang="0">
                  <a:pos x="connsiteX16316" y="connsiteY16316"/>
                </a:cxn>
                <a:cxn ang="0">
                  <a:pos x="connsiteX16317" y="connsiteY16317"/>
                </a:cxn>
                <a:cxn ang="0">
                  <a:pos x="connsiteX16318" y="connsiteY16318"/>
                </a:cxn>
                <a:cxn ang="0">
                  <a:pos x="connsiteX16319" y="connsiteY16319"/>
                </a:cxn>
                <a:cxn ang="0">
                  <a:pos x="connsiteX16320" y="connsiteY16320"/>
                </a:cxn>
                <a:cxn ang="0">
                  <a:pos x="connsiteX16321" y="connsiteY16321"/>
                </a:cxn>
                <a:cxn ang="0">
                  <a:pos x="connsiteX16322" y="connsiteY16322"/>
                </a:cxn>
                <a:cxn ang="0">
                  <a:pos x="connsiteX16323" y="connsiteY16323"/>
                </a:cxn>
                <a:cxn ang="0">
                  <a:pos x="connsiteX16324" y="connsiteY16324"/>
                </a:cxn>
                <a:cxn ang="0">
                  <a:pos x="connsiteX16325" y="connsiteY16325"/>
                </a:cxn>
                <a:cxn ang="0">
                  <a:pos x="connsiteX16326" y="connsiteY16326"/>
                </a:cxn>
                <a:cxn ang="0">
                  <a:pos x="connsiteX16327" y="connsiteY16327"/>
                </a:cxn>
                <a:cxn ang="0">
                  <a:pos x="connsiteX16328" y="connsiteY16328"/>
                </a:cxn>
                <a:cxn ang="0">
                  <a:pos x="connsiteX16329" y="connsiteY16329"/>
                </a:cxn>
                <a:cxn ang="0">
                  <a:pos x="connsiteX16330" y="connsiteY16330"/>
                </a:cxn>
                <a:cxn ang="0">
                  <a:pos x="connsiteX16331" y="connsiteY16331"/>
                </a:cxn>
                <a:cxn ang="0">
                  <a:pos x="connsiteX16332" y="connsiteY16332"/>
                </a:cxn>
                <a:cxn ang="0">
                  <a:pos x="connsiteX16333" y="connsiteY16333"/>
                </a:cxn>
                <a:cxn ang="0">
                  <a:pos x="connsiteX16334" y="connsiteY16334"/>
                </a:cxn>
                <a:cxn ang="0">
                  <a:pos x="connsiteX16335" y="connsiteY16335"/>
                </a:cxn>
                <a:cxn ang="0">
                  <a:pos x="connsiteX16336" y="connsiteY16336"/>
                </a:cxn>
                <a:cxn ang="0">
                  <a:pos x="connsiteX16337" y="connsiteY16337"/>
                </a:cxn>
                <a:cxn ang="0">
                  <a:pos x="connsiteX16338" y="connsiteY16338"/>
                </a:cxn>
                <a:cxn ang="0">
                  <a:pos x="connsiteX16339" y="connsiteY16339"/>
                </a:cxn>
                <a:cxn ang="0">
                  <a:pos x="connsiteX16340" y="connsiteY16340"/>
                </a:cxn>
                <a:cxn ang="0">
                  <a:pos x="connsiteX16341" y="connsiteY16341"/>
                </a:cxn>
                <a:cxn ang="0">
                  <a:pos x="connsiteX16342" y="connsiteY16342"/>
                </a:cxn>
                <a:cxn ang="0">
                  <a:pos x="connsiteX16343" y="connsiteY16343"/>
                </a:cxn>
                <a:cxn ang="0">
                  <a:pos x="connsiteX16344" y="connsiteY16344"/>
                </a:cxn>
                <a:cxn ang="0">
                  <a:pos x="connsiteX16345" y="connsiteY16345"/>
                </a:cxn>
                <a:cxn ang="0">
                  <a:pos x="connsiteX16346" y="connsiteY16346"/>
                </a:cxn>
                <a:cxn ang="0">
                  <a:pos x="connsiteX16347" y="connsiteY16347"/>
                </a:cxn>
                <a:cxn ang="0">
                  <a:pos x="connsiteX16348" y="connsiteY16348"/>
                </a:cxn>
                <a:cxn ang="0">
                  <a:pos x="connsiteX16349" y="connsiteY16349"/>
                </a:cxn>
                <a:cxn ang="0">
                  <a:pos x="connsiteX16350" y="connsiteY16350"/>
                </a:cxn>
                <a:cxn ang="0">
                  <a:pos x="connsiteX16351" y="connsiteY16351"/>
                </a:cxn>
                <a:cxn ang="0">
                  <a:pos x="connsiteX16352" y="connsiteY16352"/>
                </a:cxn>
                <a:cxn ang="0">
                  <a:pos x="connsiteX16353" y="connsiteY16353"/>
                </a:cxn>
                <a:cxn ang="0">
                  <a:pos x="connsiteX16354" y="connsiteY16354"/>
                </a:cxn>
                <a:cxn ang="0">
                  <a:pos x="connsiteX16355" y="connsiteY16355"/>
                </a:cxn>
                <a:cxn ang="0">
                  <a:pos x="connsiteX16356" y="connsiteY16356"/>
                </a:cxn>
                <a:cxn ang="0">
                  <a:pos x="connsiteX16357" y="connsiteY16357"/>
                </a:cxn>
                <a:cxn ang="0">
                  <a:pos x="connsiteX16358" y="connsiteY16358"/>
                </a:cxn>
                <a:cxn ang="0">
                  <a:pos x="connsiteX16359" y="connsiteY16359"/>
                </a:cxn>
                <a:cxn ang="0">
                  <a:pos x="connsiteX16360" y="connsiteY16360"/>
                </a:cxn>
                <a:cxn ang="0">
                  <a:pos x="connsiteX16361" y="connsiteY16361"/>
                </a:cxn>
                <a:cxn ang="0">
                  <a:pos x="connsiteX16362" y="connsiteY16362"/>
                </a:cxn>
                <a:cxn ang="0">
                  <a:pos x="connsiteX16363" y="connsiteY16363"/>
                </a:cxn>
                <a:cxn ang="0">
                  <a:pos x="connsiteX16364" y="connsiteY16364"/>
                </a:cxn>
                <a:cxn ang="0">
                  <a:pos x="connsiteX16365" y="connsiteY16365"/>
                </a:cxn>
                <a:cxn ang="0">
                  <a:pos x="connsiteX16366" y="connsiteY16366"/>
                </a:cxn>
                <a:cxn ang="0">
                  <a:pos x="connsiteX16367" y="connsiteY16367"/>
                </a:cxn>
                <a:cxn ang="0">
                  <a:pos x="connsiteX16368" y="connsiteY16368"/>
                </a:cxn>
                <a:cxn ang="0">
                  <a:pos x="connsiteX16369" y="connsiteY16369"/>
                </a:cxn>
                <a:cxn ang="0">
                  <a:pos x="connsiteX16370" y="connsiteY16370"/>
                </a:cxn>
                <a:cxn ang="0">
                  <a:pos x="connsiteX16371" y="connsiteY16371"/>
                </a:cxn>
                <a:cxn ang="0">
                  <a:pos x="connsiteX16372" y="connsiteY16372"/>
                </a:cxn>
                <a:cxn ang="0">
                  <a:pos x="connsiteX16373" y="connsiteY16373"/>
                </a:cxn>
                <a:cxn ang="0">
                  <a:pos x="connsiteX16374" y="connsiteY16374"/>
                </a:cxn>
                <a:cxn ang="0">
                  <a:pos x="connsiteX16375" y="connsiteY16375"/>
                </a:cxn>
                <a:cxn ang="0">
                  <a:pos x="connsiteX16376" y="connsiteY16376"/>
                </a:cxn>
                <a:cxn ang="0">
                  <a:pos x="connsiteX16377" y="connsiteY16377"/>
                </a:cxn>
                <a:cxn ang="0">
                  <a:pos x="connsiteX16378" y="connsiteY16378"/>
                </a:cxn>
                <a:cxn ang="0">
                  <a:pos x="connsiteX16379" y="connsiteY16379"/>
                </a:cxn>
                <a:cxn ang="0">
                  <a:pos x="connsiteX16380" y="connsiteY16380"/>
                </a:cxn>
                <a:cxn ang="0">
                  <a:pos x="connsiteX16381" y="connsiteY16381"/>
                </a:cxn>
                <a:cxn ang="0">
                  <a:pos x="connsiteX16382" y="connsiteY16382"/>
                </a:cxn>
                <a:cxn ang="0">
                  <a:pos x="connsiteX16383" y="connsiteY16383"/>
                </a:cxn>
                <a:cxn ang="0">
                  <a:pos x="connsiteX16384" y="connsiteY16384"/>
                </a:cxn>
                <a:cxn ang="0">
                  <a:pos x="connsiteX16385" y="connsiteY16385"/>
                </a:cxn>
                <a:cxn ang="0">
                  <a:pos x="connsiteX16386" y="connsiteY16386"/>
                </a:cxn>
                <a:cxn ang="0">
                  <a:pos x="connsiteX16387" y="connsiteY16387"/>
                </a:cxn>
                <a:cxn ang="0">
                  <a:pos x="connsiteX16388" y="connsiteY16388"/>
                </a:cxn>
                <a:cxn ang="0">
                  <a:pos x="connsiteX16389" y="connsiteY16389"/>
                </a:cxn>
                <a:cxn ang="0">
                  <a:pos x="connsiteX16390" y="connsiteY16390"/>
                </a:cxn>
                <a:cxn ang="0">
                  <a:pos x="connsiteX16391" y="connsiteY16391"/>
                </a:cxn>
                <a:cxn ang="0">
                  <a:pos x="connsiteX16392" y="connsiteY16392"/>
                </a:cxn>
                <a:cxn ang="0">
                  <a:pos x="connsiteX16393" y="connsiteY16393"/>
                </a:cxn>
                <a:cxn ang="0">
                  <a:pos x="connsiteX16394" y="connsiteY16394"/>
                </a:cxn>
                <a:cxn ang="0">
                  <a:pos x="connsiteX16395" y="connsiteY16395"/>
                </a:cxn>
                <a:cxn ang="0">
                  <a:pos x="connsiteX16396" y="connsiteY16396"/>
                </a:cxn>
                <a:cxn ang="0">
                  <a:pos x="connsiteX16397" y="connsiteY16397"/>
                </a:cxn>
                <a:cxn ang="0">
                  <a:pos x="connsiteX16398" y="connsiteY16398"/>
                </a:cxn>
                <a:cxn ang="0">
                  <a:pos x="connsiteX16399" y="connsiteY16399"/>
                </a:cxn>
                <a:cxn ang="0">
                  <a:pos x="connsiteX16400" y="connsiteY16400"/>
                </a:cxn>
                <a:cxn ang="0">
                  <a:pos x="connsiteX16401" y="connsiteY16401"/>
                </a:cxn>
                <a:cxn ang="0">
                  <a:pos x="connsiteX16402" y="connsiteY16402"/>
                </a:cxn>
                <a:cxn ang="0">
                  <a:pos x="connsiteX16403" y="connsiteY16403"/>
                </a:cxn>
                <a:cxn ang="0">
                  <a:pos x="connsiteX16404" y="connsiteY16404"/>
                </a:cxn>
                <a:cxn ang="0">
                  <a:pos x="connsiteX16405" y="connsiteY16405"/>
                </a:cxn>
                <a:cxn ang="0">
                  <a:pos x="connsiteX16406" y="connsiteY16406"/>
                </a:cxn>
                <a:cxn ang="0">
                  <a:pos x="connsiteX16407" y="connsiteY16407"/>
                </a:cxn>
                <a:cxn ang="0">
                  <a:pos x="connsiteX16408" y="connsiteY16408"/>
                </a:cxn>
                <a:cxn ang="0">
                  <a:pos x="connsiteX16409" y="connsiteY16409"/>
                </a:cxn>
                <a:cxn ang="0">
                  <a:pos x="connsiteX16410" y="connsiteY16410"/>
                </a:cxn>
                <a:cxn ang="0">
                  <a:pos x="connsiteX16411" y="connsiteY16411"/>
                </a:cxn>
                <a:cxn ang="0">
                  <a:pos x="connsiteX16412" y="connsiteY16412"/>
                </a:cxn>
                <a:cxn ang="0">
                  <a:pos x="connsiteX16413" y="connsiteY16413"/>
                </a:cxn>
                <a:cxn ang="0">
                  <a:pos x="connsiteX16414" y="connsiteY16414"/>
                </a:cxn>
                <a:cxn ang="0">
                  <a:pos x="connsiteX16415" y="connsiteY16415"/>
                </a:cxn>
                <a:cxn ang="0">
                  <a:pos x="connsiteX16416" y="connsiteY16416"/>
                </a:cxn>
                <a:cxn ang="0">
                  <a:pos x="connsiteX16417" y="connsiteY16417"/>
                </a:cxn>
                <a:cxn ang="0">
                  <a:pos x="connsiteX16418" y="connsiteY16418"/>
                </a:cxn>
                <a:cxn ang="0">
                  <a:pos x="connsiteX16419" y="connsiteY16419"/>
                </a:cxn>
                <a:cxn ang="0">
                  <a:pos x="connsiteX16420" y="connsiteY16420"/>
                </a:cxn>
                <a:cxn ang="0">
                  <a:pos x="connsiteX16421" y="connsiteY16421"/>
                </a:cxn>
                <a:cxn ang="0">
                  <a:pos x="connsiteX16422" y="connsiteY16422"/>
                </a:cxn>
                <a:cxn ang="0">
                  <a:pos x="connsiteX16423" y="connsiteY16423"/>
                </a:cxn>
                <a:cxn ang="0">
                  <a:pos x="connsiteX16424" y="connsiteY16424"/>
                </a:cxn>
                <a:cxn ang="0">
                  <a:pos x="connsiteX16425" y="connsiteY16425"/>
                </a:cxn>
                <a:cxn ang="0">
                  <a:pos x="connsiteX16426" y="connsiteY16426"/>
                </a:cxn>
                <a:cxn ang="0">
                  <a:pos x="connsiteX16427" y="connsiteY16427"/>
                </a:cxn>
                <a:cxn ang="0">
                  <a:pos x="connsiteX16428" y="connsiteY16428"/>
                </a:cxn>
                <a:cxn ang="0">
                  <a:pos x="connsiteX16429" y="connsiteY16429"/>
                </a:cxn>
                <a:cxn ang="0">
                  <a:pos x="connsiteX16430" y="connsiteY16430"/>
                </a:cxn>
                <a:cxn ang="0">
                  <a:pos x="connsiteX16431" y="connsiteY16431"/>
                </a:cxn>
                <a:cxn ang="0">
                  <a:pos x="connsiteX16432" y="connsiteY16432"/>
                </a:cxn>
                <a:cxn ang="0">
                  <a:pos x="connsiteX16433" y="connsiteY16433"/>
                </a:cxn>
                <a:cxn ang="0">
                  <a:pos x="connsiteX16434" y="connsiteY16434"/>
                </a:cxn>
                <a:cxn ang="0">
                  <a:pos x="connsiteX16435" y="connsiteY16435"/>
                </a:cxn>
                <a:cxn ang="0">
                  <a:pos x="connsiteX16436" y="connsiteY16436"/>
                </a:cxn>
                <a:cxn ang="0">
                  <a:pos x="connsiteX16437" y="connsiteY16437"/>
                </a:cxn>
                <a:cxn ang="0">
                  <a:pos x="connsiteX16438" y="connsiteY16438"/>
                </a:cxn>
                <a:cxn ang="0">
                  <a:pos x="connsiteX16439" y="connsiteY16439"/>
                </a:cxn>
                <a:cxn ang="0">
                  <a:pos x="connsiteX16440" y="connsiteY16440"/>
                </a:cxn>
                <a:cxn ang="0">
                  <a:pos x="connsiteX16441" y="connsiteY16441"/>
                </a:cxn>
                <a:cxn ang="0">
                  <a:pos x="connsiteX16442" y="connsiteY16442"/>
                </a:cxn>
                <a:cxn ang="0">
                  <a:pos x="connsiteX16443" y="connsiteY16443"/>
                </a:cxn>
                <a:cxn ang="0">
                  <a:pos x="connsiteX16444" y="connsiteY16444"/>
                </a:cxn>
                <a:cxn ang="0">
                  <a:pos x="connsiteX16445" y="connsiteY16445"/>
                </a:cxn>
                <a:cxn ang="0">
                  <a:pos x="connsiteX16446" y="connsiteY16446"/>
                </a:cxn>
                <a:cxn ang="0">
                  <a:pos x="connsiteX16447" y="connsiteY16447"/>
                </a:cxn>
                <a:cxn ang="0">
                  <a:pos x="connsiteX16448" y="connsiteY16448"/>
                </a:cxn>
                <a:cxn ang="0">
                  <a:pos x="connsiteX16449" y="connsiteY16449"/>
                </a:cxn>
                <a:cxn ang="0">
                  <a:pos x="connsiteX16450" y="connsiteY16450"/>
                </a:cxn>
                <a:cxn ang="0">
                  <a:pos x="connsiteX16451" y="connsiteY16451"/>
                </a:cxn>
                <a:cxn ang="0">
                  <a:pos x="connsiteX16452" y="connsiteY16452"/>
                </a:cxn>
                <a:cxn ang="0">
                  <a:pos x="connsiteX16453" y="connsiteY16453"/>
                </a:cxn>
                <a:cxn ang="0">
                  <a:pos x="connsiteX16454" y="connsiteY16454"/>
                </a:cxn>
                <a:cxn ang="0">
                  <a:pos x="connsiteX16455" y="connsiteY16455"/>
                </a:cxn>
                <a:cxn ang="0">
                  <a:pos x="connsiteX16456" y="connsiteY16456"/>
                </a:cxn>
                <a:cxn ang="0">
                  <a:pos x="connsiteX16457" y="connsiteY16457"/>
                </a:cxn>
                <a:cxn ang="0">
                  <a:pos x="connsiteX16458" y="connsiteY16458"/>
                </a:cxn>
                <a:cxn ang="0">
                  <a:pos x="connsiteX16459" y="connsiteY16459"/>
                </a:cxn>
                <a:cxn ang="0">
                  <a:pos x="connsiteX16460" y="connsiteY16460"/>
                </a:cxn>
                <a:cxn ang="0">
                  <a:pos x="connsiteX16461" y="connsiteY16461"/>
                </a:cxn>
                <a:cxn ang="0">
                  <a:pos x="connsiteX16462" y="connsiteY16462"/>
                </a:cxn>
                <a:cxn ang="0">
                  <a:pos x="connsiteX16463" y="connsiteY16463"/>
                </a:cxn>
                <a:cxn ang="0">
                  <a:pos x="connsiteX16464" y="connsiteY16464"/>
                </a:cxn>
                <a:cxn ang="0">
                  <a:pos x="connsiteX16465" y="connsiteY16465"/>
                </a:cxn>
                <a:cxn ang="0">
                  <a:pos x="connsiteX16466" y="connsiteY16466"/>
                </a:cxn>
                <a:cxn ang="0">
                  <a:pos x="connsiteX16467" y="connsiteY16467"/>
                </a:cxn>
                <a:cxn ang="0">
                  <a:pos x="connsiteX16468" y="connsiteY16468"/>
                </a:cxn>
                <a:cxn ang="0">
                  <a:pos x="connsiteX16469" y="connsiteY16469"/>
                </a:cxn>
                <a:cxn ang="0">
                  <a:pos x="connsiteX16470" y="connsiteY16470"/>
                </a:cxn>
                <a:cxn ang="0">
                  <a:pos x="connsiteX16471" y="connsiteY16471"/>
                </a:cxn>
                <a:cxn ang="0">
                  <a:pos x="connsiteX16472" y="connsiteY16472"/>
                </a:cxn>
                <a:cxn ang="0">
                  <a:pos x="connsiteX16473" y="connsiteY16473"/>
                </a:cxn>
                <a:cxn ang="0">
                  <a:pos x="connsiteX16474" y="connsiteY16474"/>
                </a:cxn>
                <a:cxn ang="0">
                  <a:pos x="connsiteX16475" y="connsiteY16475"/>
                </a:cxn>
                <a:cxn ang="0">
                  <a:pos x="connsiteX16476" y="connsiteY16476"/>
                </a:cxn>
                <a:cxn ang="0">
                  <a:pos x="connsiteX16477" y="connsiteY16477"/>
                </a:cxn>
                <a:cxn ang="0">
                  <a:pos x="connsiteX16478" y="connsiteY16478"/>
                </a:cxn>
                <a:cxn ang="0">
                  <a:pos x="connsiteX16479" y="connsiteY16479"/>
                </a:cxn>
                <a:cxn ang="0">
                  <a:pos x="connsiteX16480" y="connsiteY16480"/>
                </a:cxn>
                <a:cxn ang="0">
                  <a:pos x="connsiteX16481" y="connsiteY16481"/>
                </a:cxn>
                <a:cxn ang="0">
                  <a:pos x="connsiteX16482" y="connsiteY16482"/>
                </a:cxn>
                <a:cxn ang="0">
                  <a:pos x="connsiteX16483" y="connsiteY16483"/>
                </a:cxn>
                <a:cxn ang="0">
                  <a:pos x="connsiteX16484" y="connsiteY16484"/>
                </a:cxn>
                <a:cxn ang="0">
                  <a:pos x="connsiteX16485" y="connsiteY16485"/>
                </a:cxn>
                <a:cxn ang="0">
                  <a:pos x="connsiteX16486" y="connsiteY16486"/>
                </a:cxn>
                <a:cxn ang="0">
                  <a:pos x="connsiteX16487" y="connsiteY16487"/>
                </a:cxn>
                <a:cxn ang="0">
                  <a:pos x="connsiteX16488" y="connsiteY16488"/>
                </a:cxn>
                <a:cxn ang="0">
                  <a:pos x="connsiteX16489" y="connsiteY16489"/>
                </a:cxn>
                <a:cxn ang="0">
                  <a:pos x="connsiteX16490" y="connsiteY16490"/>
                </a:cxn>
                <a:cxn ang="0">
                  <a:pos x="connsiteX16491" y="connsiteY16491"/>
                </a:cxn>
                <a:cxn ang="0">
                  <a:pos x="connsiteX16492" y="connsiteY16492"/>
                </a:cxn>
                <a:cxn ang="0">
                  <a:pos x="connsiteX16493" y="connsiteY16493"/>
                </a:cxn>
                <a:cxn ang="0">
                  <a:pos x="connsiteX16494" y="connsiteY16494"/>
                </a:cxn>
                <a:cxn ang="0">
                  <a:pos x="connsiteX16495" y="connsiteY16495"/>
                </a:cxn>
                <a:cxn ang="0">
                  <a:pos x="connsiteX16496" y="connsiteY16496"/>
                </a:cxn>
                <a:cxn ang="0">
                  <a:pos x="connsiteX16497" y="connsiteY16497"/>
                </a:cxn>
                <a:cxn ang="0">
                  <a:pos x="connsiteX16498" y="connsiteY16498"/>
                </a:cxn>
                <a:cxn ang="0">
                  <a:pos x="connsiteX16499" y="connsiteY16499"/>
                </a:cxn>
                <a:cxn ang="0">
                  <a:pos x="connsiteX16500" y="connsiteY16500"/>
                </a:cxn>
                <a:cxn ang="0">
                  <a:pos x="connsiteX16501" y="connsiteY16501"/>
                </a:cxn>
                <a:cxn ang="0">
                  <a:pos x="connsiteX16502" y="connsiteY16502"/>
                </a:cxn>
                <a:cxn ang="0">
                  <a:pos x="connsiteX16503" y="connsiteY16503"/>
                </a:cxn>
                <a:cxn ang="0">
                  <a:pos x="connsiteX16504" y="connsiteY16504"/>
                </a:cxn>
                <a:cxn ang="0">
                  <a:pos x="connsiteX16505" y="connsiteY16505"/>
                </a:cxn>
                <a:cxn ang="0">
                  <a:pos x="connsiteX16506" y="connsiteY16506"/>
                </a:cxn>
                <a:cxn ang="0">
                  <a:pos x="connsiteX16507" y="connsiteY16507"/>
                </a:cxn>
                <a:cxn ang="0">
                  <a:pos x="connsiteX16508" y="connsiteY16508"/>
                </a:cxn>
                <a:cxn ang="0">
                  <a:pos x="connsiteX16509" y="connsiteY16509"/>
                </a:cxn>
                <a:cxn ang="0">
                  <a:pos x="connsiteX16510" y="connsiteY16510"/>
                </a:cxn>
                <a:cxn ang="0">
                  <a:pos x="connsiteX16511" y="connsiteY16511"/>
                </a:cxn>
                <a:cxn ang="0">
                  <a:pos x="connsiteX16512" y="connsiteY16512"/>
                </a:cxn>
                <a:cxn ang="0">
                  <a:pos x="connsiteX16513" y="connsiteY16513"/>
                </a:cxn>
                <a:cxn ang="0">
                  <a:pos x="connsiteX16514" y="connsiteY16514"/>
                </a:cxn>
                <a:cxn ang="0">
                  <a:pos x="connsiteX16515" y="connsiteY16515"/>
                </a:cxn>
                <a:cxn ang="0">
                  <a:pos x="connsiteX16516" y="connsiteY16516"/>
                </a:cxn>
                <a:cxn ang="0">
                  <a:pos x="connsiteX16517" y="connsiteY16517"/>
                </a:cxn>
                <a:cxn ang="0">
                  <a:pos x="connsiteX16518" y="connsiteY16518"/>
                </a:cxn>
                <a:cxn ang="0">
                  <a:pos x="connsiteX16519" y="connsiteY16519"/>
                </a:cxn>
                <a:cxn ang="0">
                  <a:pos x="connsiteX16520" y="connsiteY16520"/>
                </a:cxn>
                <a:cxn ang="0">
                  <a:pos x="connsiteX16521" y="connsiteY16521"/>
                </a:cxn>
                <a:cxn ang="0">
                  <a:pos x="connsiteX16522" y="connsiteY16522"/>
                </a:cxn>
                <a:cxn ang="0">
                  <a:pos x="connsiteX16523" y="connsiteY16523"/>
                </a:cxn>
                <a:cxn ang="0">
                  <a:pos x="connsiteX16524" y="connsiteY16524"/>
                </a:cxn>
                <a:cxn ang="0">
                  <a:pos x="connsiteX16525" y="connsiteY16525"/>
                </a:cxn>
                <a:cxn ang="0">
                  <a:pos x="connsiteX16526" y="connsiteY16526"/>
                </a:cxn>
                <a:cxn ang="0">
                  <a:pos x="connsiteX16527" y="connsiteY16527"/>
                </a:cxn>
                <a:cxn ang="0">
                  <a:pos x="connsiteX16528" y="connsiteY16528"/>
                </a:cxn>
                <a:cxn ang="0">
                  <a:pos x="connsiteX16529" y="connsiteY16529"/>
                </a:cxn>
                <a:cxn ang="0">
                  <a:pos x="connsiteX16530" y="connsiteY16530"/>
                </a:cxn>
                <a:cxn ang="0">
                  <a:pos x="connsiteX16531" y="connsiteY16531"/>
                </a:cxn>
                <a:cxn ang="0">
                  <a:pos x="connsiteX16532" y="connsiteY16532"/>
                </a:cxn>
                <a:cxn ang="0">
                  <a:pos x="connsiteX16533" y="connsiteY16533"/>
                </a:cxn>
                <a:cxn ang="0">
                  <a:pos x="connsiteX16534" y="connsiteY16534"/>
                </a:cxn>
                <a:cxn ang="0">
                  <a:pos x="connsiteX16535" y="connsiteY16535"/>
                </a:cxn>
                <a:cxn ang="0">
                  <a:pos x="connsiteX16536" y="connsiteY16536"/>
                </a:cxn>
                <a:cxn ang="0">
                  <a:pos x="connsiteX16537" y="connsiteY16537"/>
                </a:cxn>
                <a:cxn ang="0">
                  <a:pos x="connsiteX16538" y="connsiteY16538"/>
                </a:cxn>
                <a:cxn ang="0">
                  <a:pos x="connsiteX16539" y="connsiteY16539"/>
                </a:cxn>
                <a:cxn ang="0">
                  <a:pos x="connsiteX16540" y="connsiteY16540"/>
                </a:cxn>
                <a:cxn ang="0">
                  <a:pos x="connsiteX16541" y="connsiteY16541"/>
                </a:cxn>
                <a:cxn ang="0">
                  <a:pos x="connsiteX16542" y="connsiteY16542"/>
                </a:cxn>
                <a:cxn ang="0">
                  <a:pos x="connsiteX16543" y="connsiteY16543"/>
                </a:cxn>
                <a:cxn ang="0">
                  <a:pos x="connsiteX16544" y="connsiteY16544"/>
                </a:cxn>
                <a:cxn ang="0">
                  <a:pos x="connsiteX16545" y="connsiteY16545"/>
                </a:cxn>
                <a:cxn ang="0">
                  <a:pos x="connsiteX16546" y="connsiteY16546"/>
                </a:cxn>
                <a:cxn ang="0">
                  <a:pos x="connsiteX16547" y="connsiteY16547"/>
                </a:cxn>
                <a:cxn ang="0">
                  <a:pos x="connsiteX16548" y="connsiteY16548"/>
                </a:cxn>
                <a:cxn ang="0">
                  <a:pos x="connsiteX16549" y="connsiteY16549"/>
                </a:cxn>
                <a:cxn ang="0">
                  <a:pos x="connsiteX16550" y="connsiteY16550"/>
                </a:cxn>
                <a:cxn ang="0">
                  <a:pos x="connsiteX16551" y="connsiteY16551"/>
                </a:cxn>
                <a:cxn ang="0">
                  <a:pos x="connsiteX16552" y="connsiteY16552"/>
                </a:cxn>
                <a:cxn ang="0">
                  <a:pos x="connsiteX16553" y="connsiteY16553"/>
                </a:cxn>
                <a:cxn ang="0">
                  <a:pos x="connsiteX16554" y="connsiteY16554"/>
                </a:cxn>
                <a:cxn ang="0">
                  <a:pos x="connsiteX16555" y="connsiteY16555"/>
                </a:cxn>
                <a:cxn ang="0">
                  <a:pos x="connsiteX16556" y="connsiteY16556"/>
                </a:cxn>
                <a:cxn ang="0">
                  <a:pos x="connsiteX16557" y="connsiteY16557"/>
                </a:cxn>
                <a:cxn ang="0">
                  <a:pos x="connsiteX16558" y="connsiteY16558"/>
                </a:cxn>
                <a:cxn ang="0">
                  <a:pos x="connsiteX16559" y="connsiteY16559"/>
                </a:cxn>
                <a:cxn ang="0">
                  <a:pos x="connsiteX16560" y="connsiteY16560"/>
                </a:cxn>
                <a:cxn ang="0">
                  <a:pos x="connsiteX16561" y="connsiteY16561"/>
                </a:cxn>
                <a:cxn ang="0">
                  <a:pos x="connsiteX16562" y="connsiteY16562"/>
                </a:cxn>
                <a:cxn ang="0">
                  <a:pos x="connsiteX16563" y="connsiteY16563"/>
                </a:cxn>
                <a:cxn ang="0">
                  <a:pos x="connsiteX16564" y="connsiteY16564"/>
                </a:cxn>
                <a:cxn ang="0">
                  <a:pos x="connsiteX16565" y="connsiteY16565"/>
                </a:cxn>
                <a:cxn ang="0">
                  <a:pos x="connsiteX16566" y="connsiteY16566"/>
                </a:cxn>
                <a:cxn ang="0">
                  <a:pos x="connsiteX16567" y="connsiteY16567"/>
                </a:cxn>
                <a:cxn ang="0">
                  <a:pos x="connsiteX16568" y="connsiteY16568"/>
                </a:cxn>
                <a:cxn ang="0">
                  <a:pos x="connsiteX16569" y="connsiteY16569"/>
                </a:cxn>
                <a:cxn ang="0">
                  <a:pos x="connsiteX16570" y="connsiteY16570"/>
                </a:cxn>
                <a:cxn ang="0">
                  <a:pos x="connsiteX16571" y="connsiteY16571"/>
                </a:cxn>
                <a:cxn ang="0">
                  <a:pos x="connsiteX16572" y="connsiteY16572"/>
                </a:cxn>
                <a:cxn ang="0">
                  <a:pos x="connsiteX16573" y="connsiteY16573"/>
                </a:cxn>
                <a:cxn ang="0">
                  <a:pos x="connsiteX16574" y="connsiteY16574"/>
                </a:cxn>
                <a:cxn ang="0">
                  <a:pos x="connsiteX16575" y="connsiteY16575"/>
                </a:cxn>
                <a:cxn ang="0">
                  <a:pos x="connsiteX16576" y="connsiteY16576"/>
                </a:cxn>
                <a:cxn ang="0">
                  <a:pos x="connsiteX16577" y="connsiteY16577"/>
                </a:cxn>
                <a:cxn ang="0">
                  <a:pos x="connsiteX16578" y="connsiteY16578"/>
                </a:cxn>
                <a:cxn ang="0">
                  <a:pos x="connsiteX16579" y="connsiteY16579"/>
                </a:cxn>
                <a:cxn ang="0">
                  <a:pos x="connsiteX16580" y="connsiteY16580"/>
                </a:cxn>
                <a:cxn ang="0">
                  <a:pos x="connsiteX16581" y="connsiteY16581"/>
                </a:cxn>
                <a:cxn ang="0">
                  <a:pos x="connsiteX16582" y="connsiteY16582"/>
                </a:cxn>
                <a:cxn ang="0">
                  <a:pos x="connsiteX16583" y="connsiteY16583"/>
                </a:cxn>
                <a:cxn ang="0">
                  <a:pos x="connsiteX16584" y="connsiteY16584"/>
                </a:cxn>
                <a:cxn ang="0">
                  <a:pos x="connsiteX16585" y="connsiteY16585"/>
                </a:cxn>
                <a:cxn ang="0">
                  <a:pos x="connsiteX16586" y="connsiteY16586"/>
                </a:cxn>
                <a:cxn ang="0">
                  <a:pos x="connsiteX16587" y="connsiteY16587"/>
                </a:cxn>
                <a:cxn ang="0">
                  <a:pos x="connsiteX16588" y="connsiteY16588"/>
                </a:cxn>
                <a:cxn ang="0">
                  <a:pos x="connsiteX16589" y="connsiteY16589"/>
                </a:cxn>
                <a:cxn ang="0">
                  <a:pos x="connsiteX16590" y="connsiteY16590"/>
                </a:cxn>
                <a:cxn ang="0">
                  <a:pos x="connsiteX16591" y="connsiteY16591"/>
                </a:cxn>
                <a:cxn ang="0">
                  <a:pos x="connsiteX16592" y="connsiteY16592"/>
                </a:cxn>
                <a:cxn ang="0">
                  <a:pos x="connsiteX16593" y="connsiteY16593"/>
                </a:cxn>
                <a:cxn ang="0">
                  <a:pos x="connsiteX16594" y="connsiteY16594"/>
                </a:cxn>
                <a:cxn ang="0">
                  <a:pos x="connsiteX16595" y="connsiteY16595"/>
                </a:cxn>
                <a:cxn ang="0">
                  <a:pos x="connsiteX16596" y="connsiteY16596"/>
                </a:cxn>
                <a:cxn ang="0">
                  <a:pos x="connsiteX16597" y="connsiteY16597"/>
                </a:cxn>
                <a:cxn ang="0">
                  <a:pos x="connsiteX16598" y="connsiteY16598"/>
                </a:cxn>
                <a:cxn ang="0">
                  <a:pos x="connsiteX16599" y="connsiteY16599"/>
                </a:cxn>
                <a:cxn ang="0">
                  <a:pos x="connsiteX16600" y="connsiteY16600"/>
                </a:cxn>
                <a:cxn ang="0">
                  <a:pos x="connsiteX16601" y="connsiteY16601"/>
                </a:cxn>
                <a:cxn ang="0">
                  <a:pos x="connsiteX16602" y="connsiteY16602"/>
                </a:cxn>
                <a:cxn ang="0">
                  <a:pos x="connsiteX16603" y="connsiteY16603"/>
                </a:cxn>
                <a:cxn ang="0">
                  <a:pos x="connsiteX16604" y="connsiteY16604"/>
                </a:cxn>
                <a:cxn ang="0">
                  <a:pos x="connsiteX16605" y="connsiteY16605"/>
                </a:cxn>
                <a:cxn ang="0">
                  <a:pos x="connsiteX16606" y="connsiteY16606"/>
                </a:cxn>
                <a:cxn ang="0">
                  <a:pos x="connsiteX16607" y="connsiteY16607"/>
                </a:cxn>
                <a:cxn ang="0">
                  <a:pos x="connsiteX16608" y="connsiteY16608"/>
                </a:cxn>
                <a:cxn ang="0">
                  <a:pos x="connsiteX16609" y="connsiteY16609"/>
                </a:cxn>
                <a:cxn ang="0">
                  <a:pos x="connsiteX16610" y="connsiteY16610"/>
                </a:cxn>
                <a:cxn ang="0">
                  <a:pos x="connsiteX16611" y="connsiteY16611"/>
                </a:cxn>
                <a:cxn ang="0">
                  <a:pos x="connsiteX16612" y="connsiteY16612"/>
                </a:cxn>
                <a:cxn ang="0">
                  <a:pos x="connsiteX16613" y="connsiteY16613"/>
                </a:cxn>
                <a:cxn ang="0">
                  <a:pos x="connsiteX16614" y="connsiteY16614"/>
                </a:cxn>
                <a:cxn ang="0">
                  <a:pos x="connsiteX16615" y="connsiteY16615"/>
                </a:cxn>
                <a:cxn ang="0">
                  <a:pos x="connsiteX16616" y="connsiteY16616"/>
                </a:cxn>
                <a:cxn ang="0">
                  <a:pos x="connsiteX16617" y="connsiteY16617"/>
                </a:cxn>
                <a:cxn ang="0">
                  <a:pos x="connsiteX16618" y="connsiteY16618"/>
                </a:cxn>
                <a:cxn ang="0">
                  <a:pos x="connsiteX16619" y="connsiteY16619"/>
                </a:cxn>
                <a:cxn ang="0">
                  <a:pos x="connsiteX16620" y="connsiteY16620"/>
                </a:cxn>
                <a:cxn ang="0">
                  <a:pos x="connsiteX16621" y="connsiteY16621"/>
                </a:cxn>
                <a:cxn ang="0">
                  <a:pos x="connsiteX16622" y="connsiteY16622"/>
                </a:cxn>
                <a:cxn ang="0">
                  <a:pos x="connsiteX16623" y="connsiteY16623"/>
                </a:cxn>
                <a:cxn ang="0">
                  <a:pos x="connsiteX16624" y="connsiteY16624"/>
                </a:cxn>
                <a:cxn ang="0">
                  <a:pos x="connsiteX16625" y="connsiteY16625"/>
                </a:cxn>
                <a:cxn ang="0">
                  <a:pos x="connsiteX16626" y="connsiteY16626"/>
                </a:cxn>
                <a:cxn ang="0">
                  <a:pos x="connsiteX16627" y="connsiteY16627"/>
                </a:cxn>
                <a:cxn ang="0">
                  <a:pos x="connsiteX16628" y="connsiteY16628"/>
                </a:cxn>
                <a:cxn ang="0">
                  <a:pos x="connsiteX16629" y="connsiteY16629"/>
                </a:cxn>
                <a:cxn ang="0">
                  <a:pos x="connsiteX16630" y="connsiteY16630"/>
                </a:cxn>
                <a:cxn ang="0">
                  <a:pos x="connsiteX16631" y="connsiteY16631"/>
                </a:cxn>
                <a:cxn ang="0">
                  <a:pos x="connsiteX16632" y="connsiteY16632"/>
                </a:cxn>
                <a:cxn ang="0">
                  <a:pos x="connsiteX16633" y="connsiteY16633"/>
                </a:cxn>
                <a:cxn ang="0">
                  <a:pos x="connsiteX16634" y="connsiteY16634"/>
                </a:cxn>
                <a:cxn ang="0">
                  <a:pos x="connsiteX16635" y="connsiteY16635"/>
                </a:cxn>
                <a:cxn ang="0">
                  <a:pos x="connsiteX16636" y="connsiteY16636"/>
                </a:cxn>
                <a:cxn ang="0">
                  <a:pos x="connsiteX16637" y="connsiteY16637"/>
                </a:cxn>
                <a:cxn ang="0">
                  <a:pos x="connsiteX16638" y="connsiteY16638"/>
                </a:cxn>
                <a:cxn ang="0">
                  <a:pos x="connsiteX16639" y="connsiteY16639"/>
                </a:cxn>
                <a:cxn ang="0">
                  <a:pos x="connsiteX16640" y="connsiteY16640"/>
                </a:cxn>
                <a:cxn ang="0">
                  <a:pos x="connsiteX16641" y="connsiteY16641"/>
                </a:cxn>
                <a:cxn ang="0">
                  <a:pos x="connsiteX16642" y="connsiteY16642"/>
                </a:cxn>
                <a:cxn ang="0">
                  <a:pos x="connsiteX16643" y="connsiteY16643"/>
                </a:cxn>
                <a:cxn ang="0">
                  <a:pos x="connsiteX16644" y="connsiteY16644"/>
                </a:cxn>
                <a:cxn ang="0">
                  <a:pos x="connsiteX16645" y="connsiteY16645"/>
                </a:cxn>
                <a:cxn ang="0">
                  <a:pos x="connsiteX16646" y="connsiteY16646"/>
                </a:cxn>
                <a:cxn ang="0">
                  <a:pos x="connsiteX16647" y="connsiteY16647"/>
                </a:cxn>
                <a:cxn ang="0">
                  <a:pos x="connsiteX16648" y="connsiteY16648"/>
                </a:cxn>
                <a:cxn ang="0">
                  <a:pos x="connsiteX16649" y="connsiteY16649"/>
                </a:cxn>
                <a:cxn ang="0">
                  <a:pos x="connsiteX16650" y="connsiteY16650"/>
                </a:cxn>
                <a:cxn ang="0">
                  <a:pos x="connsiteX16651" y="connsiteY16651"/>
                </a:cxn>
                <a:cxn ang="0">
                  <a:pos x="connsiteX16652" y="connsiteY16652"/>
                </a:cxn>
                <a:cxn ang="0">
                  <a:pos x="connsiteX16653" y="connsiteY16653"/>
                </a:cxn>
                <a:cxn ang="0">
                  <a:pos x="connsiteX16654" y="connsiteY16654"/>
                </a:cxn>
                <a:cxn ang="0">
                  <a:pos x="connsiteX16655" y="connsiteY16655"/>
                </a:cxn>
                <a:cxn ang="0">
                  <a:pos x="connsiteX16656" y="connsiteY16656"/>
                </a:cxn>
                <a:cxn ang="0">
                  <a:pos x="connsiteX16657" y="connsiteY16657"/>
                </a:cxn>
                <a:cxn ang="0">
                  <a:pos x="connsiteX16658" y="connsiteY16658"/>
                </a:cxn>
                <a:cxn ang="0">
                  <a:pos x="connsiteX16659" y="connsiteY16659"/>
                </a:cxn>
                <a:cxn ang="0">
                  <a:pos x="connsiteX16660" y="connsiteY16660"/>
                </a:cxn>
                <a:cxn ang="0">
                  <a:pos x="connsiteX16661" y="connsiteY16661"/>
                </a:cxn>
                <a:cxn ang="0">
                  <a:pos x="connsiteX16662" y="connsiteY16662"/>
                </a:cxn>
                <a:cxn ang="0">
                  <a:pos x="connsiteX16663" y="connsiteY16663"/>
                </a:cxn>
                <a:cxn ang="0">
                  <a:pos x="connsiteX16664" y="connsiteY16664"/>
                </a:cxn>
                <a:cxn ang="0">
                  <a:pos x="connsiteX16665" y="connsiteY16665"/>
                </a:cxn>
                <a:cxn ang="0">
                  <a:pos x="connsiteX16666" y="connsiteY16666"/>
                </a:cxn>
                <a:cxn ang="0">
                  <a:pos x="connsiteX16667" y="connsiteY16667"/>
                </a:cxn>
                <a:cxn ang="0">
                  <a:pos x="connsiteX16668" y="connsiteY16668"/>
                </a:cxn>
                <a:cxn ang="0">
                  <a:pos x="connsiteX16669" y="connsiteY16669"/>
                </a:cxn>
                <a:cxn ang="0">
                  <a:pos x="connsiteX16670" y="connsiteY16670"/>
                </a:cxn>
                <a:cxn ang="0">
                  <a:pos x="connsiteX16671" y="connsiteY16671"/>
                </a:cxn>
                <a:cxn ang="0">
                  <a:pos x="connsiteX16672" y="connsiteY16672"/>
                </a:cxn>
                <a:cxn ang="0">
                  <a:pos x="connsiteX16673" y="connsiteY16673"/>
                </a:cxn>
                <a:cxn ang="0">
                  <a:pos x="connsiteX16674" y="connsiteY16674"/>
                </a:cxn>
                <a:cxn ang="0">
                  <a:pos x="connsiteX16675" y="connsiteY16675"/>
                </a:cxn>
                <a:cxn ang="0">
                  <a:pos x="connsiteX16676" y="connsiteY16676"/>
                </a:cxn>
                <a:cxn ang="0">
                  <a:pos x="connsiteX16677" y="connsiteY16677"/>
                </a:cxn>
                <a:cxn ang="0">
                  <a:pos x="connsiteX16678" y="connsiteY16678"/>
                </a:cxn>
                <a:cxn ang="0">
                  <a:pos x="connsiteX16679" y="connsiteY16679"/>
                </a:cxn>
                <a:cxn ang="0">
                  <a:pos x="connsiteX16680" y="connsiteY16680"/>
                </a:cxn>
                <a:cxn ang="0">
                  <a:pos x="connsiteX16681" y="connsiteY16681"/>
                </a:cxn>
                <a:cxn ang="0">
                  <a:pos x="connsiteX16682" y="connsiteY16682"/>
                </a:cxn>
                <a:cxn ang="0">
                  <a:pos x="connsiteX16683" y="connsiteY16683"/>
                </a:cxn>
                <a:cxn ang="0">
                  <a:pos x="connsiteX16684" y="connsiteY16684"/>
                </a:cxn>
                <a:cxn ang="0">
                  <a:pos x="connsiteX16685" y="connsiteY16685"/>
                </a:cxn>
                <a:cxn ang="0">
                  <a:pos x="connsiteX16686" y="connsiteY16686"/>
                </a:cxn>
                <a:cxn ang="0">
                  <a:pos x="connsiteX16687" y="connsiteY16687"/>
                </a:cxn>
                <a:cxn ang="0">
                  <a:pos x="connsiteX16688" y="connsiteY16688"/>
                </a:cxn>
                <a:cxn ang="0">
                  <a:pos x="connsiteX16689" y="connsiteY16689"/>
                </a:cxn>
                <a:cxn ang="0">
                  <a:pos x="connsiteX16690" y="connsiteY16690"/>
                </a:cxn>
                <a:cxn ang="0">
                  <a:pos x="connsiteX16691" y="connsiteY16691"/>
                </a:cxn>
                <a:cxn ang="0">
                  <a:pos x="connsiteX16692" y="connsiteY16692"/>
                </a:cxn>
                <a:cxn ang="0">
                  <a:pos x="connsiteX16693" y="connsiteY16693"/>
                </a:cxn>
                <a:cxn ang="0">
                  <a:pos x="connsiteX16694" y="connsiteY16694"/>
                </a:cxn>
                <a:cxn ang="0">
                  <a:pos x="connsiteX16695" y="connsiteY16695"/>
                </a:cxn>
                <a:cxn ang="0">
                  <a:pos x="connsiteX16696" y="connsiteY16696"/>
                </a:cxn>
                <a:cxn ang="0">
                  <a:pos x="connsiteX16697" y="connsiteY16697"/>
                </a:cxn>
                <a:cxn ang="0">
                  <a:pos x="connsiteX16698" y="connsiteY16698"/>
                </a:cxn>
                <a:cxn ang="0">
                  <a:pos x="connsiteX16699" y="connsiteY16699"/>
                </a:cxn>
                <a:cxn ang="0">
                  <a:pos x="connsiteX16700" y="connsiteY16700"/>
                </a:cxn>
                <a:cxn ang="0">
                  <a:pos x="connsiteX16701" y="connsiteY16701"/>
                </a:cxn>
                <a:cxn ang="0">
                  <a:pos x="connsiteX16702" y="connsiteY16702"/>
                </a:cxn>
                <a:cxn ang="0">
                  <a:pos x="connsiteX16703" y="connsiteY16703"/>
                </a:cxn>
                <a:cxn ang="0">
                  <a:pos x="connsiteX16704" y="connsiteY16704"/>
                </a:cxn>
                <a:cxn ang="0">
                  <a:pos x="connsiteX16705" y="connsiteY16705"/>
                </a:cxn>
                <a:cxn ang="0">
                  <a:pos x="connsiteX16706" y="connsiteY16706"/>
                </a:cxn>
                <a:cxn ang="0">
                  <a:pos x="connsiteX16707" y="connsiteY16707"/>
                </a:cxn>
                <a:cxn ang="0">
                  <a:pos x="connsiteX16708" y="connsiteY16708"/>
                </a:cxn>
                <a:cxn ang="0">
                  <a:pos x="connsiteX16709" y="connsiteY16709"/>
                </a:cxn>
                <a:cxn ang="0">
                  <a:pos x="connsiteX16710" y="connsiteY16710"/>
                </a:cxn>
                <a:cxn ang="0">
                  <a:pos x="connsiteX16711" y="connsiteY16711"/>
                </a:cxn>
                <a:cxn ang="0">
                  <a:pos x="connsiteX16712" y="connsiteY16712"/>
                </a:cxn>
                <a:cxn ang="0">
                  <a:pos x="connsiteX16713" y="connsiteY16713"/>
                </a:cxn>
                <a:cxn ang="0">
                  <a:pos x="connsiteX16714" y="connsiteY16714"/>
                </a:cxn>
                <a:cxn ang="0">
                  <a:pos x="connsiteX16715" y="connsiteY16715"/>
                </a:cxn>
                <a:cxn ang="0">
                  <a:pos x="connsiteX16716" y="connsiteY16716"/>
                </a:cxn>
                <a:cxn ang="0">
                  <a:pos x="connsiteX16717" y="connsiteY16717"/>
                </a:cxn>
                <a:cxn ang="0">
                  <a:pos x="connsiteX16718" y="connsiteY16718"/>
                </a:cxn>
                <a:cxn ang="0">
                  <a:pos x="connsiteX16719" y="connsiteY16719"/>
                </a:cxn>
                <a:cxn ang="0">
                  <a:pos x="connsiteX16720" y="connsiteY16720"/>
                </a:cxn>
                <a:cxn ang="0">
                  <a:pos x="connsiteX16721" y="connsiteY16721"/>
                </a:cxn>
                <a:cxn ang="0">
                  <a:pos x="connsiteX16722" y="connsiteY16722"/>
                </a:cxn>
                <a:cxn ang="0">
                  <a:pos x="connsiteX16723" y="connsiteY16723"/>
                </a:cxn>
                <a:cxn ang="0">
                  <a:pos x="connsiteX16724" y="connsiteY16724"/>
                </a:cxn>
                <a:cxn ang="0">
                  <a:pos x="connsiteX16725" y="connsiteY16725"/>
                </a:cxn>
                <a:cxn ang="0">
                  <a:pos x="connsiteX16726" y="connsiteY16726"/>
                </a:cxn>
                <a:cxn ang="0">
                  <a:pos x="connsiteX16727" y="connsiteY16727"/>
                </a:cxn>
                <a:cxn ang="0">
                  <a:pos x="connsiteX16728" y="connsiteY16728"/>
                </a:cxn>
                <a:cxn ang="0">
                  <a:pos x="connsiteX16729" y="connsiteY16729"/>
                </a:cxn>
                <a:cxn ang="0">
                  <a:pos x="connsiteX16730" y="connsiteY16730"/>
                </a:cxn>
                <a:cxn ang="0">
                  <a:pos x="connsiteX16731" y="connsiteY16731"/>
                </a:cxn>
                <a:cxn ang="0">
                  <a:pos x="connsiteX16732" y="connsiteY16732"/>
                </a:cxn>
                <a:cxn ang="0">
                  <a:pos x="connsiteX16733" y="connsiteY16733"/>
                </a:cxn>
                <a:cxn ang="0">
                  <a:pos x="connsiteX16734" y="connsiteY16734"/>
                </a:cxn>
                <a:cxn ang="0">
                  <a:pos x="connsiteX16735" y="connsiteY16735"/>
                </a:cxn>
                <a:cxn ang="0">
                  <a:pos x="connsiteX16736" y="connsiteY16736"/>
                </a:cxn>
                <a:cxn ang="0">
                  <a:pos x="connsiteX16737" y="connsiteY16737"/>
                </a:cxn>
                <a:cxn ang="0">
                  <a:pos x="connsiteX16738" y="connsiteY16738"/>
                </a:cxn>
                <a:cxn ang="0">
                  <a:pos x="connsiteX16739" y="connsiteY16739"/>
                </a:cxn>
                <a:cxn ang="0">
                  <a:pos x="connsiteX16740" y="connsiteY16740"/>
                </a:cxn>
                <a:cxn ang="0">
                  <a:pos x="connsiteX16741" y="connsiteY16741"/>
                </a:cxn>
                <a:cxn ang="0">
                  <a:pos x="connsiteX16742" y="connsiteY16742"/>
                </a:cxn>
                <a:cxn ang="0">
                  <a:pos x="connsiteX16743" y="connsiteY16743"/>
                </a:cxn>
                <a:cxn ang="0">
                  <a:pos x="connsiteX16744" y="connsiteY16744"/>
                </a:cxn>
                <a:cxn ang="0">
                  <a:pos x="connsiteX16745" y="connsiteY16745"/>
                </a:cxn>
                <a:cxn ang="0">
                  <a:pos x="connsiteX16746" y="connsiteY16746"/>
                </a:cxn>
                <a:cxn ang="0">
                  <a:pos x="connsiteX16747" y="connsiteY16747"/>
                </a:cxn>
                <a:cxn ang="0">
                  <a:pos x="connsiteX16748" y="connsiteY16748"/>
                </a:cxn>
                <a:cxn ang="0">
                  <a:pos x="connsiteX16749" y="connsiteY16749"/>
                </a:cxn>
                <a:cxn ang="0">
                  <a:pos x="connsiteX16750" y="connsiteY16750"/>
                </a:cxn>
                <a:cxn ang="0">
                  <a:pos x="connsiteX16751" y="connsiteY16751"/>
                </a:cxn>
                <a:cxn ang="0">
                  <a:pos x="connsiteX16752" y="connsiteY16752"/>
                </a:cxn>
                <a:cxn ang="0">
                  <a:pos x="connsiteX16753" y="connsiteY16753"/>
                </a:cxn>
                <a:cxn ang="0">
                  <a:pos x="connsiteX16754" y="connsiteY16754"/>
                </a:cxn>
                <a:cxn ang="0">
                  <a:pos x="connsiteX16755" y="connsiteY16755"/>
                </a:cxn>
                <a:cxn ang="0">
                  <a:pos x="connsiteX16756" y="connsiteY16756"/>
                </a:cxn>
                <a:cxn ang="0">
                  <a:pos x="connsiteX16757" y="connsiteY16757"/>
                </a:cxn>
                <a:cxn ang="0">
                  <a:pos x="connsiteX16758" y="connsiteY16758"/>
                </a:cxn>
                <a:cxn ang="0">
                  <a:pos x="connsiteX16759" y="connsiteY16759"/>
                </a:cxn>
                <a:cxn ang="0">
                  <a:pos x="connsiteX16760" y="connsiteY16760"/>
                </a:cxn>
                <a:cxn ang="0">
                  <a:pos x="connsiteX16761" y="connsiteY16761"/>
                </a:cxn>
                <a:cxn ang="0">
                  <a:pos x="connsiteX16762" y="connsiteY16762"/>
                </a:cxn>
                <a:cxn ang="0">
                  <a:pos x="connsiteX16763" y="connsiteY16763"/>
                </a:cxn>
                <a:cxn ang="0">
                  <a:pos x="connsiteX16764" y="connsiteY16764"/>
                </a:cxn>
                <a:cxn ang="0">
                  <a:pos x="connsiteX16765" y="connsiteY16765"/>
                </a:cxn>
                <a:cxn ang="0">
                  <a:pos x="connsiteX16766" y="connsiteY16766"/>
                </a:cxn>
                <a:cxn ang="0">
                  <a:pos x="connsiteX16767" y="connsiteY16767"/>
                </a:cxn>
                <a:cxn ang="0">
                  <a:pos x="connsiteX16768" y="connsiteY16768"/>
                </a:cxn>
                <a:cxn ang="0">
                  <a:pos x="connsiteX16769" y="connsiteY16769"/>
                </a:cxn>
                <a:cxn ang="0">
                  <a:pos x="connsiteX16770" y="connsiteY16770"/>
                </a:cxn>
                <a:cxn ang="0">
                  <a:pos x="connsiteX16771" y="connsiteY16771"/>
                </a:cxn>
                <a:cxn ang="0">
                  <a:pos x="connsiteX16772" y="connsiteY16772"/>
                </a:cxn>
                <a:cxn ang="0">
                  <a:pos x="connsiteX16773" y="connsiteY16773"/>
                </a:cxn>
                <a:cxn ang="0">
                  <a:pos x="connsiteX16774" y="connsiteY16774"/>
                </a:cxn>
                <a:cxn ang="0">
                  <a:pos x="connsiteX16775" y="connsiteY16775"/>
                </a:cxn>
                <a:cxn ang="0">
                  <a:pos x="connsiteX16776" y="connsiteY16776"/>
                </a:cxn>
                <a:cxn ang="0">
                  <a:pos x="connsiteX16777" y="connsiteY16777"/>
                </a:cxn>
                <a:cxn ang="0">
                  <a:pos x="connsiteX16778" y="connsiteY16778"/>
                </a:cxn>
                <a:cxn ang="0">
                  <a:pos x="connsiteX16779" y="connsiteY16779"/>
                </a:cxn>
                <a:cxn ang="0">
                  <a:pos x="connsiteX16780" y="connsiteY16780"/>
                </a:cxn>
                <a:cxn ang="0">
                  <a:pos x="connsiteX16781" y="connsiteY16781"/>
                </a:cxn>
                <a:cxn ang="0">
                  <a:pos x="connsiteX16782" y="connsiteY16782"/>
                </a:cxn>
                <a:cxn ang="0">
                  <a:pos x="connsiteX16783" y="connsiteY16783"/>
                </a:cxn>
                <a:cxn ang="0">
                  <a:pos x="connsiteX16784" y="connsiteY16784"/>
                </a:cxn>
                <a:cxn ang="0">
                  <a:pos x="connsiteX16785" y="connsiteY16785"/>
                </a:cxn>
                <a:cxn ang="0">
                  <a:pos x="connsiteX16786" y="connsiteY16786"/>
                </a:cxn>
                <a:cxn ang="0">
                  <a:pos x="connsiteX16787" y="connsiteY16787"/>
                </a:cxn>
                <a:cxn ang="0">
                  <a:pos x="connsiteX16788" y="connsiteY16788"/>
                </a:cxn>
                <a:cxn ang="0">
                  <a:pos x="connsiteX16789" y="connsiteY16789"/>
                </a:cxn>
                <a:cxn ang="0">
                  <a:pos x="connsiteX16790" y="connsiteY16790"/>
                </a:cxn>
                <a:cxn ang="0">
                  <a:pos x="connsiteX16791" y="connsiteY16791"/>
                </a:cxn>
                <a:cxn ang="0">
                  <a:pos x="connsiteX16792" y="connsiteY16792"/>
                </a:cxn>
                <a:cxn ang="0">
                  <a:pos x="connsiteX16793" y="connsiteY16793"/>
                </a:cxn>
                <a:cxn ang="0">
                  <a:pos x="connsiteX16794" y="connsiteY16794"/>
                </a:cxn>
                <a:cxn ang="0">
                  <a:pos x="connsiteX16795" y="connsiteY16795"/>
                </a:cxn>
                <a:cxn ang="0">
                  <a:pos x="connsiteX16796" y="connsiteY16796"/>
                </a:cxn>
                <a:cxn ang="0">
                  <a:pos x="connsiteX16797" y="connsiteY16797"/>
                </a:cxn>
                <a:cxn ang="0">
                  <a:pos x="connsiteX16798" y="connsiteY16798"/>
                </a:cxn>
                <a:cxn ang="0">
                  <a:pos x="connsiteX16799" y="connsiteY16799"/>
                </a:cxn>
                <a:cxn ang="0">
                  <a:pos x="connsiteX16800" y="connsiteY16800"/>
                </a:cxn>
                <a:cxn ang="0">
                  <a:pos x="connsiteX16801" y="connsiteY16801"/>
                </a:cxn>
                <a:cxn ang="0">
                  <a:pos x="connsiteX16802" y="connsiteY16802"/>
                </a:cxn>
                <a:cxn ang="0">
                  <a:pos x="connsiteX16803" y="connsiteY16803"/>
                </a:cxn>
                <a:cxn ang="0">
                  <a:pos x="connsiteX16804" y="connsiteY16804"/>
                </a:cxn>
                <a:cxn ang="0">
                  <a:pos x="connsiteX16805" y="connsiteY16805"/>
                </a:cxn>
                <a:cxn ang="0">
                  <a:pos x="connsiteX16806" y="connsiteY16806"/>
                </a:cxn>
                <a:cxn ang="0">
                  <a:pos x="connsiteX16807" y="connsiteY16807"/>
                </a:cxn>
                <a:cxn ang="0">
                  <a:pos x="connsiteX16808" y="connsiteY16808"/>
                </a:cxn>
                <a:cxn ang="0">
                  <a:pos x="connsiteX16809" y="connsiteY16809"/>
                </a:cxn>
                <a:cxn ang="0">
                  <a:pos x="connsiteX16810" y="connsiteY16810"/>
                </a:cxn>
                <a:cxn ang="0">
                  <a:pos x="connsiteX16811" y="connsiteY16811"/>
                </a:cxn>
                <a:cxn ang="0">
                  <a:pos x="connsiteX16812" y="connsiteY16812"/>
                </a:cxn>
                <a:cxn ang="0">
                  <a:pos x="connsiteX16813" y="connsiteY16813"/>
                </a:cxn>
                <a:cxn ang="0">
                  <a:pos x="connsiteX16814" y="connsiteY16814"/>
                </a:cxn>
                <a:cxn ang="0">
                  <a:pos x="connsiteX16815" y="connsiteY16815"/>
                </a:cxn>
                <a:cxn ang="0">
                  <a:pos x="connsiteX16816" y="connsiteY16816"/>
                </a:cxn>
                <a:cxn ang="0">
                  <a:pos x="connsiteX16817" y="connsiteY16817"/>
                </a:cxn>
                <a:cxn ang="0">
                  <a:pos x="connsiteX16818" y="connsiteY16818"/>
                </a:cxn>
                <a:cxn ang="0">
                  <a:pos x="connsiteX16819" y="connsiteY16819"/>
                </a:cxn>
                <a:cxn ang="0">
                  <a:pos x="connsiteX16820" y="connsiteY16820"/>
                </a:cxn>
                <a:cxn ang="0">
                  <a:pos x="connsiteX16821" y="connsiteY16821"/>
                </a:cxn>
                <a:cxn ang="0">
                  <a:pos x="connsiteX16822" y="connsiteY16822"/>
                </a:cxn>
                <a:cxn ang="0">
                  <a:pos x="connsiteX16823" y="connsiteY16823"/>
                </a:cxn>
                <a:cxn ang="0">
                  <a:pos x="connsiteX16824" y="connsiteY16824"/>
                </a:cxn>
                <a:cxn ang="0">
                  <a:pos x="connsiteX16825" y="connsiteY16825"/>
                </a:cxn>
                <a:cxn ang="0">
                  <a:pos x="connsiteX16826" y="connsiteY16826"/>
                </a:cxn>
                <a:cxn ang="0">
                  <a:pos x="connsiteX16827" y="connsiteY16827"/>
                </a:cxn>
                <a:cxn ang="0">
                  <a:pos x="connsiteX16828" y="connsiteY16828"/>
                </a:cxn>
                <a:cxn ang="0">
                  <a:pos x="connsiteX16829" y="connsiteY16829"/>
                </a:cxn>
                <a:cxn ang="0">
                  <a:pos x="connsiteX16830" y="connsiteY16830"/>
                </a:cxn>
                <a:cxn ang="0">
                  <a:pos x="connsiteX16831" y="connsiteY16831"/>
                </a:cxn>
                <a:cxn ang="0">
                  <a:pos x="connsiteX16832" y="connsiteY16832"/>
                </a:cxn>
                <a:cxn ang="0">
                  <a:pos x="connsiteX16833" y="connsiteY16833"/>
                </a:cxn>
                <a:cxn ang="0">
                  <a:pos x="connsiteX16834" y="connsiteY16834"/>
                </a:cxn>
                <a:cxn ang="0">
                  <a:pos x="connsiteX16835" y="connsiteY16835"/>
                </a:cxn>
                <a:cxn ang="0">
                  <a:pos x="connsiteX16836" y="connsiteY16836"/>
                </a:cxn>
                <a:cxn ang="0">
                  <a:pos x="connsiteX16837" y="connsiteY16837"/>
                </a:cxn>
                <a:cxn ang="0">
                  <a:pos x="connsiteX16838" y="connsiteY16838"/>
                </a:cxn>
                <a:cxn ang="0">
                  <a:pos x="connsiteX16839" y="connsiteY16839"/>
                </a:cxn>
                <a:cxn ang="0">
                  <a:pos x="connsiteX16840" y="connsiteY16840"/>
                </a:cxn>
                <a:cxn ang="0">
                  <a:pos x="connsiteX16841" y="connsiteY16841"/>
                </a:cxn>
                <a:cxn ang="0">
                  <a:pos x="connsiteX16842" y="connsiteY16842"/>
                </a:cxn>
                <a:cxn ang="0">
                  <a:pos x="connsiteX16843" y="connsiteY16843"/>
                </a:cxn>
                <a:cxn ang="0">
                  <a:pos x="connsiteX16844" y="connsiteY16844"/>
                </a:cxn>
                <a:cxn ang="0">
                  <a:pos x="connsiteX16845" y="connsiteY16845"/>
                </a:cxn>
                <a:cxn ang="0">
                  <a:pos x="connsiteX16846" y="connsiteY16846"/>
                </a:cxn>
                <a:cxn ang="0">
                  <a:pos x="connsiteX16847" y="connsiteY16847"/>
                </a:cxn>
                <a:cxn ang="0">
                  <a:pos x="connsiteX16848" y="connsiteY16848"/>
                </a:cxn>
                <a:cxn ang="0">
                  <a:pos x="connsiteX16849" y="connsiteY16849"/>
                </a:cxn>
                <a:cxn ang="0">
                  <a:pos x="connsiteX16850" y="connsiteY16850"/>
                </a:cxn>
                <a:cxn ang="0">
                  <a:pos x="connsiteX16851" y="connsiteY16851"/>
                </a:cxn>
                <a:cxn ang="0">
                  <a:pos x="connsiteX16852" y="connsiteY16852"/>
                </a:cxn>
                <a:cxn ang="0">
                  <a:pos x="connsiteX16853" y="connsiteY16853"/>
                </a:cxn>
                <a:cxn ang="0">
                  <a:pos x="connsiteX16854" y="connsiteY16854"/>
                </a:cxn>
                <a:cxn ang="0">
                  <a:pos x="connsiteX16855" y="connsiteY16855"/>
                </a:cxn>
                <a:cxn ang="0">
                  <a:pos x="connsiteX16856" y="connsiteY16856"/>
                </a:cxn>
                <a:cxn ang="0">
                  <a:pos x="connsiteX16857" y="connsiteY16857"/>
                </a:cxn>
                <a:cxn ang="0">
                  <a:pos x="connsiteX16858" y="connsiteY16858"/>
                </a:cxn>
                <a:cxn ang="0">
                  <a:pos x="connsiteX16859" y="connsiteY16859"/>
                </a:cxn>
                <a:cxn ang="0">
                  <a:pos x="connsiteX16860" y="connsiteY16860"/>
                </a:cxn>
                <a:cxn ang="0">
                  <a:pos x="connsiteX16861" y="connsiteY16861"/>
                </a:cxn>
                <a:cxn ang="0">
                  <a:pos x="connsiteX16862" y="connsiteY16862"/>
                </a:cxn>
                <a:cxn ang="0">
                  <a:pos x="connsiteX16863" y="connsiteY16863"/>
                </a:cxn>
                <a:cxn ang="0">
                  <a:pos x="connsiteX16864" y="connsiteY16864"/>
                </a:cxn>
                <a:cxn ang="0">
                  <a:pos x="connsiteX16865" y="connsiteY16865"/>
                </a:cxn>
                <a:cxn ang="0">
                  <a:pos x="connsiteX16866" y="connsiteY16866"/>
                </a:cxn>
                <a:cxn ang="0">
                  <a:pos x="connsiteX16867" y="connsiteY16867"/>
                </a:cxn>
                <a:cxn ang="0">
                  <a:pos x="connsiteX16868" y="connsiteY16868"/>
                </a:cxn>
                <a:cxn ang="0">
                  <a:pos x="connsiteX16869" y="connsiteY16869"/>
                </a:cxn>
                <a:cxn ang="0">
                  <a:pos x="connsiteX16870" y="connsiteY16870"/>
                </a:cxn>
                <a:cxn ang="0">
                  <a:pos x="connsiteX16871" y="connsiteY16871"/>
                </a:cxn>
                <a:cxn ang="0">
                  <a:pos x="connsiteX16872" y="connsiteY16872"/>
                </a:cxn>
                <a:cxn ang="0">
                  <a:pos x="connsiteX16873" y="connsiteY16873"/>
                </a:cxn>
                <a:cxn ang="0">
                  <a:pos x="connsiteX16874" y="connsiteY16874"/>
                </a:cxn>
                <a:cxn ang="0">
                  <a:pos x="connsiteX16875" y="connsiteY16875"/>
                </a:cxn>
                <a:cxn ang="0">
                  <a:pos x="connsiteX16876" y="connsiteY16876"/>
                </a:cxn>
                <a:cxn ang="0">
                  <a:pos x="connsiteX16877" y="connsiteY16877"/>
                </a:cxn>
                <a:cxn ang="0">
                  <a:pos x="connsiteX16878" y="connsiteY16878"/>
                </a:cxn>
                <a:cxn ang="0">
                  <a:pos x="connsiteX16879" y="connsiteY16879"/>
                </a:cxn>
                <a:cxn ang="0">
                  <a:pos x="connsiteX16880" y="connsiteY16880"/>
                </a:cxn>
                <a:cxn ang="0">
                  <a:pos x="connsiteX16881" y="connsiteY16881"/>
                </a:cxn>
                <a:cxn ang="0">
                  <a:pos x="connsiteX16882" y="connsiteY16882"/>
                </a:cxn>
                <a:cxn ang="0">
                  <a:pos x="connsiteX16883" y="connsiteY16883"/>
                </a:cxn>
                <a:cxn ang="0">
                  <a:pos x="connsiteX16884" y="connsiteY16884"/>
                </a:cxn>
                <a:cxn ang="0">
                  <a:pos x="connsiteX16885" y="connsiteY16885"/>
                </a:cxn>
                <a:cxn ang="0">
                  <a:pos x="connsiteX16886" y="connsiteY16886"/>
                </a:cxn>
                <a:cxn ang="0">
                  <a:pos x="connsiteX16887" y="connsiteY16887"/>
                </a:cxn>
                <a:cxn ang="0">
                  <a:pos x="connsiteX16888" y="connsiteY16888"/>
                </a:cxn>
                <a:cxn ang="0">
                  <a:pos x="connsiteX16889" y="connsiteY16889"/>
                </a:cxn>
                <a:cxn ang="0">
                  <a:pos x="connsiteX16890" y="connsiteY16890"/>
                </a:cxn>
                <a:cxn ang="0">
                  <a:pos x="connsiteX16891" y="connsiteY16891"/>
                </a:cxn>
                <a:cxn ang="0">
                  <a:pos x="connsiteX16892" y="connsiteY16892"/>
                </a:cxn>
                <a:cxn ang="0">
                  <a:pos x="connsiteX16893" y="connsiteY16893"/>
                </a:cxn>
                <a:cxn ang="0">
                  <a:pos x="connsiteX16894" y="connsiteY16894"/>
                </a:cxn>
                <a:cxn ang="0">
                  <a:pos x="connsiteX16895" y="connsiteY16895"/>
                </a:cxn>
                <a:cxn ang="0">
                  <a:pos x="connsiteX16896" y="connsiteY16896"/>
                </a:cxn>
                <a:cxn ang="0">
                  <a:pos x="connsiteX16897" y="connsiteY16897"/>
                </a:cxn>
                <a:cxn ang="0">
                  <a:pos x="connsiteX16898" y="connsiteY16898"/>
                </a:cxn>
                <a:cxn ang="0">
                  <a:pos x="connsiteX16899" y="connsiteY16899"/>
                </a:cxn>
                <a:cxn ang="0">
                  <a:pos x="connsiteX16900" y="connsiteY16900"/>
                </a:cxn>
                <a:cxn ang="0">
                  <a:pos x="connsiteX16901" y="connsiteY16901"/>
                </a:cxn>
                <a:cxn ang="0">
                  <a:pos x="connsiteX16902" y="connsiteY16902"/>
                </a:cxn>
                <a:cxn ang="0">
                  <a:pos x="connsiteX16903" y="connsiteY16903"/>
                </a:cxn>
                <a:cxn ang="0">
                  <a:pos x="connsiteX16904" y="connsiteY16904"/>
                </a:cxn>
                <a:cxn ang="0">
                  <a:pos x="connsiteX16905" y="connsiteY16905"/>
                </a:cxn>
                <a:cxn ang="0">
                  <a:pos x="connsiteX16906" y="connsiteY16906"/>
                </a:cxn>
                <a:cxn ang="0">
                  <a:pos x="connsiteX16907" y="connsiteY16907"/>
                </a:cxn>
                <a:cxn ang="0">
                  <a:pos x="connsiteX16908" y="connsiteY16908"/>
                </a:cxn>
                <a:cxn ang="0">
                  <a:pos x="connsiteX16909" y="connsiteY16909"/>
                </a:cxn>
                <a:cxn ang="0">
                  <a:pos x="connsiteX16910" y="connsiteY16910"/>
                </a:cxn>
                <a:cxn ang="0">
                  <a:pos x="connsiteX16911" y="connsiteY16911"/>
                </a:cxn>
                <a:cxn ang="0">
                  <a:pos x="connsiteX16912" y="connsiteY16912"/>
                </a:cxn>
                <a:cxn ang="0">
                  <a:pos x="connsiteX16913" y="connsiteY16913"/>
                </a:cxn>
                <a:cxn ang="0">
                  <a:pos x="connsiteX16914" y="connsiteY16914"/>
                </a:cxn>
                <a:cxn ang="0">
                  <a:pos x="connsiteX16915" y="connsiteY16915"/>
                </a:cxn>
                <a:cxn ang="0">
                  <a:pos x="connsiteX16916" y="connsiteY16916"/>
                </a:cxn>
                <a:cxn ang="0">
                  <a:pos x="connsiteX16917" y="connsiteY16917"/>
                </a:cxn>
                <a:cxn ang="0">
                  <a:pos x="connsiteX16918" y="connsiteY16918"/>
                </a:cxn>
                <a:cxn ang="0">
                  <a:pos x="connsiteX16919" y="connsiteY16919"/>
                </a:cxn>
                <a:cxn ang="0">
                  <a:pos x="connsiteX16920" y="connsiteY16920"/>
                </a:cxn>
                <a:cxn ang="0">
                  <a:pos x="connsiteX16921" y="connsiteY16921"/>
                </a:cxn>
                <a:cxn ang="0">
                  <a:pos x="connsiteX16922" y="connsiteY16922"/>
                </a:cxn>
                <a:cxn ang="0">
                  <a:pos x="connsiteX16923" y="connsiteY16923"/>
                </a:cxn>
                <a:cxn ang="0">
                  <a:pos x="connsiteX16924" y="connsiteY16924"/>
                </a:cxn>
                <a:cxn ang="0">
                  <a:pos x="connsiteX16925" y="connsiteY16925"/>
                </a:cxn>
                <a:cxn ang="0">
                  <a:pos x="connsiteX16926" y="connsiteY16926"/>
                </a:cxn>
                <a:cxn ang="0">
                  <a:pos x="connsiteX16927" y="connsiteY16927"/>
                </a:cxn>
                <a:cxn ang="0">
                  <a:pos x="connsiteX16928" y="connsiteY16928"/>
                </a:cxn>
                <a:cxn ang="0">
                  <a:pos x="connsiteX16929" y="connsiteY16929"/>
                </a:cxn>
                <a:cxn ang="0">
                  <a:pos x="connsiteX16930" y="connsiteY16930"/>
                </a:cxn>
                <a:cxn ang="0">
                  <a:pos x="connsiteX16931" y="connsiteY16931"/>
                </a:cxn>
                <a:cxn ang="0">
                  <a:pos x="connsiteX16932" y="connsiteY16932"/>
                </a:cxn>
                <a:cxn ang="0">
                  <a:pos x="connsiteX16933" y="connsiteY16933"/>
                </a:cxn>
                <a:cxn ang="0">
                  <a:pos x="connsiteX16934" y="connsiteY16934"/>
                </a:cxn>
                <a:cxn ang="0">
                  <a:pos x="connsiteX16935" y="connsiteY16935"/>
                </a:cxn>
                <a:cxn ang="0">
                  <a:pos x="connsiteX16936" y="connsiteY16936"/>
                </a:cxn>
                <a:cxn ang="0">
                  <a:pos x="connsiteX16937" y="connsiteY16937"/>
                </a:cxn>
                <a:cxn ang="0">
                  <a:pos x="connsiteX16938" y="connsiteY16938"/>
                </a:cxn>
                <a:cxn ang="0">
                  <a:pos x="connsiteX16939" y="connsiteY16939"/>
                </a:cxn>
                <a:cxn ang="0">
                  <a:pos x="connsiteX16940" y="connsiteY16940"/>
                </a:cxn>
                <a:cxn ang="0">
                  <a:pos x="connsiteX16941" y="connsiteY16941"/>
                </a:cxn>
                <a:cxn ang="0">
                  <a:pos x="connsiteX16942" y="connsiteY16942"/>
                </a:cxn>
                <a:cxn ang="0">
                  <a:pos x="connsiteX16943" y="connsiteY16943"/>
                </a:cxn>
                <a:cxn ang="0">
                  <a:pos x="connsiteX16944" y="connsiteY16944"/>
                </a:cxn>
                <a:cxn ang="0">
                  <a:pos x="connsiteX16945" y="connsiteY16945"/>
                </a:cxn>
                <a:cxn ang="0">
                  <a:pos x="connsiteX16946" y="connsiteY16946"/>
                </a:cxn>
                <a:cxn ang="0">
                  <a:pos x="connsiteX16947" y="connsiteY16947"/>
                </a:cxn>
                <a:cxn ang="0">
                  <a:pos x="connsiteX16948" y="connsiteY16948"/>
                </a:cxn>
                <a:cxn ang="0">
                  <a:pos x="connsiteX16949" y="connsiteY16949"/>
                </a:cxn>
                <a:cxn ang="0">
                  <a:pos x="connsiteX16950" y="connsiteY16950"/>
                </a:cxn>
                <a:cxn ang="0">
                  <a:pos x="connsiteX16951" y="connsiteY16951"/>
                </a:cxn>
                <a:cxn ang="0">
                  <a:pos x="connsiteX16952" y="connsiteY16952"/>
                </a:cxn>
                <a:cxn ang="0">
                  <a:pos x="connsiteX16953" y="connsiteY16953"/>
                </a:cxn>
                <a:cxn ang="0">
                  <a:pos x="connsiteX16954" y="connsiteY16954"/>
                </a:cxn>
                <a:cxn ang="0">
                  <a:pos x="connsiteX16955" y="connsiteY16955"/>
                </a:cxn>
                <a:cxn ang="0">
                  <a:pos x="connsiteX16956" y="connsiteY16956"/>
                </a:cxn>
                <a:cxn ang="0">
                  <a:pos x="connsiteX16957" y="connsiteY16957"/>
                </a:cxn>
                <a:cxn ang="0">
                  <a:pos x="connsiteX16958" y="connsiteY16958"/>
                </a:cxn>
                <a:cxn ang="0">
                  <a:pos x="connsiteX16959" y="connsiteY16959"/>
                </a:cxn>
                <a:cxn ang="0">
                  <a:pos x="connsiteX16960" y="connsiteY16960"/>
                </a:cxn>
                <a:cxn ang="0">
                  <a:pos x="connsiteX16961" y="connsiteY16961"/>
                </a:cxn>
                <a:cxn ang="0">
                  <a:pos x="connsiteX16962" y="connsiteY16962"/>
                </a:cxn>
                <a:cxn ang="0">
                  <a:pos x="connsiteX16963" y="connsiteY16963"/>
                </a:cxn>
                <a:cxn ang="0">
                  <a:pos x="connsiteX16964" y="connsiteY16964"/>
                </a:cxn>
                <a:cxn ang="0">
                  <a:pos x="connsiteX16965" y="connsiteY16965"/>
                </a:cxn>
                <a:cxn ang="0">
                  <a:pos x="connsiteX16966" y="connsiteY16966"/>
                </a:cxn>
                <a:cxn ang="0">
                  <a:pos x="connsiteX16967" y="connsiteY16967"/>
                </a:cxn>
                <a:cxn ang="0">
                  <a:pos x="connsiteX16968" y="connsiteY16968"/>
                </a:cxn>
                <a:cxn ang="0">
                  <a:pos x="connsiteX16969" y="connsiteY16969"/>
                </a:cxn>
                <a:cxn ang="0">
                  <a:pos x="connsiteX16970" y="connsiteY16970"/>
                </a:cxn>
                <a:cxn ang="0">
                  <a:pos x="connsiteX16971" y="connsiteY16971"/>
                </a:cxn>
                <a:cxn ang="0">
                  <a:pos x="connsiteX16972" y="connsiteY16972"/>
                </a:cxn>
                <a:cxn ang="0">
                  <a:pos x="connsiteX16973" y="connsiteY16973"/>
                </a:cxn>
                <a:cxn ang="0">
                  <a:pos x="connsiteX16974" y="connsiteY16974"/>
                </a:cxn>
                <a:cxn ang="0">
                  <a:pos x="connsiteX16975" y="connsiteY16975"/>
                </a:cxn>
                <a:cxn ang="0">
                  <a:pos x="connsiteX16976" y="connsiteY16976"/>
                </a:cxn>
                <a:cxn ang="0">
                  <a:pos x="connsiteX16977" y="connsiteY16977"/>
                </a:cxn>
                <a:cxn ang="0">
                  <a:pos x="connsiteX16978" y="connsiteY16978"/>
                </a:cxn>
                <a:cxn ang="0">
                  <a:pos x="connsiteX16979" y="connsiteY16979"/>
                </a:cxn>
                <a:cxn ang="0">
                  <a:pos x="connsiteX16980" y="connsiteY16980"/>
                </a:cxn>
                <a:cxn ang="0">
                  <a:pos x="connsiteX16981" y="connsiteY16981"/>
                </a:cxn>
                <a:cxn ang="0">
                  <a:pos x="connsiteX16982" y="connsiteY16982"/>
                </a:cxn>
                <a:cxn ang="0">
                  <a:pos x="connsiteX16983" y="connsiteY16983"/>
                </a:cxn>
                <a:cxn ang="0">
                  <a:pos x="connsiteX16984" y="connsiteY16984"/>
                </a:cxn>
                <a:cxn ang="0">
                  <a:pos x="connsiteX16985" y="connsiteY16985"/>
                </a:cxn>
                <a:cxn ang="0">
                  <a:pos x="connsiteX16986" y="connsiteY16986"/>
                </a:cxn>
                <a:cxn ang="0">
                  <a:pos x="connsiteX16987" y="connsiteY16987"/>
                </a:cxn>
                <a:cxn ang="0">
                  <a:pos x="connsiteX16988" y="connsiteY16988"/>
                </a:cxn>
                <a:cxn ang="0">
                  <a:pos x="connsiteX16989" y="connsiteY16989"/>
                </a:cxn>
                <a:cxn ang="0">
                  <a:pos x="connsiteX16990" y="connsiteY16990"/>
                </a:cxn>
                <a:cxn ang="0">
                  <a:pos x="connsiteX16991" y="connsiteY16991"/>
                </a:cxn>
                <a:cxn ang="0">
                  <a:pos x="connsiteX16992" y="connsiteY16992"/>
                </a:cxn>
                <a:cxn ang="0">
                  <a:pos x="connsiteX16993" y="connsiteY16993"/>
                </a:cxn>
                <a:cxn ang="0">
                  <a:pos x="connsiteX16994" y="connsiteY16994"/>
                </a:cxn>
                <a:cxn ang="0">
                  <a:pos x="connsiteX16995" y="connsiteY16995"/>
                </a:cxn>
                <a:cxn ang="0">
                  <a:pos x="connsiteX16996" y="connsiteY16996"/>
                </a:cxn>
                <a:cxn ang="0">
                  <a:pos x="connsiteX16997" y="connsiteY16997"/>
                </a:cxn>
                <a:cxn ang="0">
                  <a:pos x="connsiteX16998" y="connsiteY16998"/>
                </a:cxn>
                <a:cxn ang="0">
                  <a:pos x="connsiteX16999" y="connsiteY16999"/>
                </a:cxn>
                <a:cxn ang="0">
                  <a:pos x="connsiteX17000" y="connsiteY17000"/>
                </a:cxn>
                <a:cxn ang="0">
                  <a:pos x="connsiteX17001" y="connsiteY17001"/>
                </a:cxn>
                <a:cxn ang="0">
                  <a:pos x="connsiteX17002" y="connsiteY17002"/>
                </a:cxn>
                <a:cxn ang="0">
                  <a:pos x="connsiteX17003" y="connsiteY17003"/>
                </a:cxn>
                <a:cxn ang="0">
                  <a:pos x="connsiteX17004" y="connsiteY17004"/>
                </a:cxn>
                <a:cxn ang="0">
                  <a:pos x="connsiteX17005" y="connsiteY17005"/>
                </a:cxn>
                <a:cxn ang="0">
                  <a:pos x="connsiteX17006" y="connsiteY17006"/>
                </a:cxn>
                <a:cxn ang="0">
                  <a:pos x="connsiteX17007" y="connsiteY17007"/>
                </a:cxn>
                <a:cxn ang="0">
                  <a:pos x="connsiteX17008" y="connsiteY17008"/>
                </a:cxn>
                <a:cxn ang="0">
                  <a:pos x="connsiteX17009" y="connsiteY17009"/>
                </a:cxn>
                <a:cxn ang="0">
                  <a:pos x="connsiteX17010" y="connsiteY17010"/>
                </a:cxn>
                <a:cxn ang="0">
                  <a:pos x="connsiteX17011" y="connsiteY17011"/>
                </a:cxn>
                <a:cxn ang="0">
                  <a:pos x="connsiteX17012" y="connsiteY17012"/>
                </a:cxn>
                <a:cxn ang="0">
                  <a:pos x="connsiteX17013" y="connsiteY17013"/>
                </a:cxn>
                <a:cxn ang="0">
                  <a:pos x="connsiteX17014" y="connsiteY17014"/>
                </a:cxn>
                <a:cxn ang="0">
                  <a:pos x="connsiteX17015" y="connsiteY17015"/>
                </a:cxn>
                <a:cxn ang="0">
                  <a:pos x="connsiteX17016" y="connsiteY17016"/>
                </a:cxn>
                <a:cxn ang="0">
                  <a:pos x="connsiteX17017" y="connsiteY17017"/>
                </a:cxn>
                <a:cxn ang="0">
                  <a:pos x="connsiteX17018" y="connsiteY17018"/>
                </a:cxn>
                <a:cxn ang="0">
                  <a:pos x="connsiteX17019" y="connsiteY17019"/>
                </a:cxn>
                <a:cxn ang="0">
                  <a:pos x="connsiteX17020" y="connsiteY17020"/>
                </a:cxn>
                <a:cxn ang="0">
                  <a:pos x="connsiteX17021" y="connsiteY17021"/>
                </a:cxn>
                <a:cxn ang="0">
                  <a:pos x="connsiteX17022" y="connsiteY17022"/>
                </a:cxn>
                <a:cxn ang="0">
                  <a:pos x="connsiteX17023" y="connsiteY17023"/>
                </a:cxn>
                <a:cxn ang="0">
                  <a:pos x="connsiteX17024" y="connsiteY17024"/>
                </a:cxn>
                <a:cxn ang="0">
                  <a:pos x="connsiteX17025" y="connsiteY17025"/>
                </a:cxn>
                <a:cxn ang="0">
                  <a:pos x="connsiteX17026" y="connsiteY17026"/>
                </a:cxn>
                <a:cxn ang="0">
                  <a:pos x="connsiteX17027" y="connsiteY17027"/>
                </a:cxn>
                <a:cxn ang="0">
                  <a:pos x="connsiteX17028" y="connsiteY17028"/>
                </a:cxn>
                <a:cxn ang="0">
                  <a:pos x="connsiteX17029" y="connsiteY17029"/>
                </a:cxn>
                <a:cxn ang="0">
                  <a:pos x="connsiteX17030" y="connsiteY17030"/>
                </a:cxn>
                <a:cxn ang="0">
                  <a:pos x="connsiteX17031" y="connsiteY17031"/>
                </a:cxn>
                <a:cxn ang="0">
                  <a:pos x="connsiteX17032" y="connsiteY17032"/>
                </a:cxn>
                <a:cxn ang="0">
                  <a:pos x="connsiteX17033" y="connsiteY17033"/>
                </a:cxn>
                <a:cxn ang="0">
                  <a:pos x="connsiteX17034" y="connsiteY17034"/>
                </a:cxn>
                <a:cxn ang="0">
                  <a:pos x="connsiteX17035" y="connsiteY17035"/>
                </a:cxn>
                <a:cxn ang="0">
                  <a:pos x="connsiteX17036" y="connsiteY17036"/>
                </a:cxn>
                <a:cxn ang="0">
                  <a:pos x="connsiteX17037" y="connsiteY17037"/>
                </a:cxn>
                <a:cxn ang="0">
                  <a:pos x="connsiteX17038" y="connsiteY17038"/>
                </a:cxn>
                <a:cxn ang="0">
                  <a:pos x="connsiteX17039" y="connsiteY17039"/>
                </a:cxn>
                <a:cxn ang="0">
                  <a:pos x="connsiteX17040" y="connsiteY17040"/>
                </a:cxn>
                <a:cxn ang="0">
                  <a:pos x="connsiteX17041" y="connsiteY17041"/>
                </a:cxn>
                <a:cxn ang="0">
                  <a:pos x="connsiteX17042" y="connsiteY17042"/>
                </a:cxn>
                <a:cxn ang="0">
                  <a:pos x="connsiteX17043" y="connsiteY17043"/>
                </a:cxn>
                <a:cxn ang="0">
                  <a:pos x="connsiteX17044" y="connsiteY17044"/>
                </a:cxn>
                <a:cxn ang="0">
                  <a:pos x="connsiteX17045" y="connsiteY17045"/>
                </a:cxn>
                <a:cxn ang="0">
                  <a:pos x="connsiteX17046" y="connsiteY17046"/>
                </a:cxn>
                <a:cxn ang="0">
                  <a:pos x="connsiteX17047" y="connsiteY17047"/>
                </a:cxn>
                <a:cxn ang="0">
                  <a:pos x="connsiteX17048" y="connsiteY17048"/>
                </a:cxn>
                <a:cxn ang="0">
                  <a:pos x="connsiteX17049" y="connsiteY17049"/>
                </a:cxn>
                <a:cxn ang="0">
                  <a:pos x="connsiteX17050" y="connsiteY17050"/>
                </a:cxn>
                <a:cxn ang="0">
                  <a:pos x="connsiteX17051" y="connsiteY17051"/>
                </a:cxn>
                <a:cxn ang="0">
                  <a:pos x="connsiteX17052" y="connsiteY17052"/>
                </a:cxn>
                <a:cxn ang="0">
                  <a:pos x="connsiteX17053" y="connsiteY17053"/>
                </a:cxn>
                <a:cxn ang="0">
                  <a:pos x="connsiteX17054" y="connsiteY17054"/>
                </a:cxn>
                <a:cxn ang="0">
                  <a:pos x="connsiteX17055" y="connsiteY17055"/>
                </a:cxn>
                <a:cxn ang="0">
                  <a:pos x="connsiteX17056" y="connsiteY17056"/>
                </a:cxn>
                <a:cxn ang="0">
                  <a:pos x="connsiteX17057" y="connsiteY17057"/>
                </a:cxn>
                <a:cxn ang="0">
                  <a:pos x="connsiteX17058" y="connsiteY17058"/>
                </a:cxn>
                <a:cxn ang="0">
                  <a:pos x="connsiteX17059" y="connsiteY17059"/>
                </a:cxn>
                <a:cxn ang="0">
                  <a:pos x="connsiteX17060" y="connsiteY17060"/>
                </a:cxn>
                <a:cxn ang="0">
                  <a:pos x="connsiteX17061" y="connsiteY17061"/>
                </a:cxn>
                <a:cxn ang="0">
                  <a:pos x="connsiteX17062" y="connsiteY17062"/>
                </a:cxn>
                <a:cxn ang="0">
                  <a:pos x="connsiteX17063" y="connsiteY17063"/>
                </a:cxn>
                <a:cxn ang="0">
                  <a:pos x="connsiteX17064" y="connsiteY17064"/>
                </a:cxn>
                <a:cxn ang="0">
                  <a:pos x="connsiteX17065" y="connsiteY17065"/>
                </a:cxn>
                <a:cxn ang="0">
                  <a:pos x="connsiteX17066" y="connsiteY17066"/>
                </a:cxn>
                <a:cxn ang="0">
                  <a:pos x="connsiteX17067" y="connsiteY17067"/>
                </a:cxn>
                <a:cxn ang="0">
                  <a:pos x="connsiteX17068" y="connsiteY17068"/>
                </a:cxn>
                <a:cxn ang="0">
                  <a:pos x="connsiteX17069" y="connsiteY17069"/>
                </a:cxn>
                <a:cxn ang="0">
                  <a:pos x="connsiteX17070" y="connsiteY17070"/>
                </a:cxn>
                <a:cxn ang="0">
                  <a:pos x="connsiteX17071" y="connsiteY17071"/>
                </a:cxn>
                <a:cxn ang="0">
                  <a:pos x="connsiteX17072" y="connsiteY17072"/>
                </a:cxn>
                <a:cxn ang="0">
                  <a:pos x="connsiteX17073" y="connsiteY17073"/>
                </a:cxn>
                <a:cxn ang="0">
                  <a:pos x="connsiteX17074" y="connsiteY17074"/>
                </a:cxn>
                <a:cxn ang="0">
                  <a:pos x="connsiteX17075" y="connsiteY17075"/>
                </a:cxn>
                <a:cxn ang="0">
                  <a:pos x="connsiteX17076" y="connsiteY17076"/>
                </a:cxn>
                <a:cxn ang="0">
                  <a:pos x="connsiteX17077" y="connsiteY17077"/>
                </a:cxn>
                <a:cxn ang="0">
                  <a:pos x="connsiteX17078" y="connsiteY17078"/>
                </a:cxn>
                <a:cxn ang="0">
                  <a:pos x="connsiteX17079" y="connsiteY17079"/>
                </a:cxn>
                <a:cxn ang="0">
                  <a:pos x="connsiteX17080" y="connsiteY17080"/>
                </a:cxn>
                <a:cxn ang="0">
                  <a:pos x="connsiteX17081" y="connsiteY17081"/>
                </a:cxn>
                <a:cxn ang="0">
                  <a:pos x="connsiteX17082" y="connsiteY17082"/>
                </a:cxn>
                <a:cxn ang="0">
                  <a:pos x="connsiteX17083" y="connsiteY17083"/>
                </a:cxn>
                <a:cxn ang="0">
                  <a:pos x="connsiteX17084" y="connsiteY17084"/>
                </a:cxn>
                <a:cxn ang="0">
                  <a:pos x="connsiteX17085" y="connsiteY17085"/>
                </a:cxn>
                <a:cxn ang="0">
                  <a:pos x="connsiteX17086" y="connsiteY17086"/>
                </a:cxn>
                <a:cxn ang="0">
                  <a:pos x="connsiteX17087" y="connsiteY17087"/>
                </a:cxn>
                <a:cxn ang="0">
                  <a:pos x="connsiteX17088" y="connsiteY17088"/>
                </a:cxn>
                <a:cxn ang="0">
                  <a:pos x="connsiteX17089" y="connsiteY17089"/>
                </a:cxn>
                <a:cxn ang="0">
                  <a:pos x="connsiteX17090" y="connsiteY17090"/>
                </a:cxn>
                <a:cxn ang="0">
                  <a:pos x="connsiteX17091" y="connsiteY17091"/>
                </a:cxn>
                <a:cxn ang="0">
                  <a:pos x="connsiteX17092" y="connsiteY17092"/>
                </a:cxn>
                <a:cxn ang="0">
                  <a:pos x="connsiteX17093" y="connsiteY17093"/>
                </a:cxn>
                <a:cxn ang="0">
                  <a:pos x="connsiteX17094" y="connsiteY17094"/>
                </a:cxn>
                <a:cxn ang="0">
                  <a:pos x="connsiteX17095" y="connsiteY17095"/>
                </a:cxn>
                <a:cxn ang="0">
                  <a:pos x="connsiteX17096" y="connsiteY17096"/>
                </a:cxn>
                <a:cxn ang="0">
                  <a:pos x="connsiteX17097" y="connsiteY17097"/>
                </a:cxn>
                <a:cxn ang="0">
                  <a:pos x="connsiteX17098" y="connsiteY17098"/>
                </a:cxn>
                <a:cxn ang="0">
                  <a:pos x="connsiteX17099" y="connsiteY17099"/>
                </a:cxn>
                <a:cxn ang="0">
                  <a:pos x="connsiteX17100" y="connsiteY17100"/>
                </a:cxn>
                <a:cxn ang="0">
                  <a:pos x="connsiteX17101" y="connsiteY17101"/>
                </a:cxn>
                <a:cxn ang="0">
                  <a:pos x="connsiteX17102" y="connsiteY17102"/>
                </a:cxn>
                <a:cxn ang="0">
                  <a:pos x="connsiteX17103" y="connsiteY17103"/>
                </a:cxn>
                <a:cxn ang="0">
                  <a:pos x="connsiteX17104" y="connsiteY17104"/>
                </a:cxn>
                <a:cxn ang="0">
                  <a:pos x="connsiteX17105" y="connsiteY17105"/>
                </a:cxn>
                <a:cxn ang="0">
                  <a:pos x="connsiteX17106" y="connsiteY17106"/>
                </a:cxn>
                <a:cxn ang="0">
                  <a:pos x="connsiteX17107" y="connsiteY17107"/>
                </a:cxn>
                <a:cxn ang="0">
                  <a:pos x="connsiteX17108" y="connsiteY17108"/>
                </a:cxn>
                <a:cxn ang="0">
                  <a:pos x="connsiteX17109" y="connsiteY17109"/>
                </a:cxn>
                <a:cxn ang="0">
                  <a:pos x="connsiteX17110" y="connsiteY17110"/>
                </a:cxn>
                <a:cxn ang="0">
                  <a:pos x="connsiteX17111" y="connsiteY17111"/>
                </a:cxn>
                <a:cxn ang="0">
                  <a:pos x="connsiteX17112" y="connsiteY17112"/>
                </a:cxn>
                <a:cxn ang="0">
                  <a:pos x="connsiteX17113" y="connsiteY17113"/>
                </a:cxn>
                <a:cxn ang="0">
                  <a:pos x="connsiteX17114" y="connsiteY17114"/>
                </a:cxn>
                <a:cxn ang="0">
                  <a:pos x="connsiteX17115" y="connsiteY17115"/>
                </a:cxn>
                <a:cxn ang="0">
                  <a:pos x="connsiteX17116" y="connsiteY17116"/>
                </a:cxn>
                <a:cxn ang="0">
                  <a:pos x="connsiteX17117" y="connsiteY17117"/>
                </a:cxn>
                <a:cxn ang="0">
                  <a:pos x="connsiteX17118" y="connsiteY17118"/>
                </a:cxn>
                <a:cxn ang="0">
                  <a:pos x="connsiteX17119" y="connsiteY17119"/>
                </a:cxn>
                <a:cxn ang="0">
                  <a:pos x="connsiteX17120" y="connsiteY17120"/>
                </a:cxn>
                <a:cxn ang="0">
                  <a:pos x="connsiteX17121" y="connsiteY17121"/>
                </a:cxn>
                <a:cxn ang="0">
                  <a:pos x="connsiteX17122" y="connsiteY17122"/>
                </a:cxn>
                <a:cxn ang="0">
                  <a:pos x="connsiteX17123" y="connsiteY17123"/>
                </a:cxn>
                <a:cxn ang="0">
                  <a:pos x="connsiteX17124" y="connsiteY17124"/>
                </a:cxn>
                <a:cxn ang="0">
                  <a:pos x="connsiteX17125" y="connsiteY17125"/>
                </a:cxn>
                <a:cxn ang="0">
                  <a:pos x="connsiteX17126" y="connsiteY17126"/>
                </a:cxn>
                <a:cxn ang="0">
                  <a:pos x="connsiteX17127" y="connsiteY17127"/>
                </a:cxn>
                <a:cxn ang="0">
                  <a:pos x="connsiteX17128" y="connsiteY17128"/>
                </a:cxn>
                <a:cxn ang="0">
                  <a:pos x="connsiteX17129" y="connsiteY17129"/>
                </a:cxn>
                <a:cxn ang="0">
                  <a:pos x="connsiteX17130" y="connsiteY17130"/>
                </a:cxn>
                <a:cxn ang="0">
                  <a:pos x="connsiteX17131" y="connsiteY17131"/>
                </a:cxn>
                <a:cxn ang="0">
                  <a:pos x="connsiteX17132" y="connsiteY17132"/>
                </a:cxn>
                <a:cxn ang="0">
                  <a:pos x="connsiteX17133" y="connsiteY17133"/>
                </a:cxn>
                <a:cxn ang="0">
                  <a:pos x="connsiteX17134" y="connsiteY17134"/>
                </a:cxn>
                <a:cxn ang="0">
                  <a:pos x="connsiteX17135" y="connsiteY17135"/>
                </a:cxn>
                <a:cxn ang="0">
                  <a:pos x="connsiteX17136" y="connsiteY17136"/>
                </a:cxn>
                <a:cxn ang="0">
                  <a:pos x="connsiteX17137" y="connsiteY17137"/>
                </a:cxn>
                <a:cxn ang="0">
                  <a:pos x="connsiteX17138" y="connsiteY17138"/>
                </a:cxn>
                <a:cxn ang="0">
                  <a:pos x="connsiteX17139" y="connsiteY17139"/>
                </a:cxn>
                <a:cxn ang="0">
                  <a:pos x="connsiteX17140" y="connsiteY17140"/>
                </a:cxn>
                <a:cxn ang="0">
                  <a:pos x="connsiteX17141" y="connsiteY17141"/>
                </a:cxn>
                <a:cxn ang="0">
                  <a:pos x="connsiteX17142" y="connsiteY17142"/>
                </a:cxn>
                <a:cxn ang="0">
                  <a:pos x="connsiteX17143" y="connsiteY17143"/>
                </a:cxn>
                <a:cxn ang="0">
                  <a:pos x="connsiteX17144" y="connsiteY17144"/>
                </a:cxn>
                <a:cxn ang="0">
                  <a:pos x="connsiteX17145" y="connsiteY17145"/>
                </a:cxn>
                <a:cxn ang="0">
                  <a:pos x="connsiteX17146" y="connsiteY17146"/>
                </a:cxn>
                <a:cxn ang="0">
                  <a:pos x="connsiteX17147" y="connsiteY17147"/>
                </a:cxn>
                <a:cxn ang="0">
                  <a:pos x="connsiteX17148" y="connsiteY17148"/>
                </a:cxn>
                <a:cxn ang="0">
                  <a:pos x="connsiteX17149" y="connsiteY17149"/>
                </a:cxn>
                <a:cxn ang="0">
                  <a:pos x="connsiteX17150" y="connsiteY17150"/>
                </a:cxn>
                <a:cxn ang="0">
                  <a:pos x="connsiteX17151" y="connsiteY17151"/>
                </a:cxn>
                <a:cxn ang="0">
                  <a:pos x="connsiteX17152" y="connsiteY17152"/>
                </a:cxn>
                <a:cxn ang="0">
                  <a:pos x="connsiteX17153" y="connsiteY17153"/>
                </a:cxn>
                <a:cxn ang="0">
                  <a:pos x="connsiteX17154" y="connsiteY17154"/>
                </a:cxn>
                <a:cxn ang="0">
                  <a:pos x="connsiteX17155" y="connsiteY17155"/>
                </a:cxn>
                <a:cxn ang="0">
                  <a:pos x="connsiteX17156" y="connsiteY17156"/>
                </a:cxn>
                <a:cxn ang="0">
                  <a:pos x="connsiteX17157" y="connsiteY17157"/>
                </a:cxn>
                <a:cxn ang="0">
                  <a:pos x="connsiteX17158" y="connsiteY17158"/>
                </a:cxn>
                <a:cxn ang="0">
                  <a:pos x="connsiteX17159" y="connsiteY17159"/>
                </a:cxn>
                <a:cxn ang="0">
                  <a:pos x="connsiteX17160" y="connsiteY17160"/>
                </a:cxn>
                <a:cxn ang="0">
                  <a:pos x="connsiteX17161" y="connsiteY17161"/>
                </a:cxn>
                <a:cxn ang="0">
                  <a:pos x="connsiteX17162" y="connsiteY17162"/>
                </a:cxn>
                <a:cxn ang="0">
                  <a:pos x="connsiteX17163" y="connsiteY17163"/>
                </a:cxn>
                <a:cxn ang="0">
                  <a:pos x="connsiteX17164" y="connsiteY17164"/>
                </a:cxn>
                <a:cxn ang="0">
                  <a:pos x="connsiteX17165" y="connsiteY17165"/>
                </a:cxn>
                <a:cxn ang="0">
                  <a:pos x="connsiteX17166" y="connsiteY17166"/>
                </a:cxn>
                <a:cxn ang="0">
                  <a:pos x="connsiteX17167" y="connsiteY17167"/>
                </a:cxn>
                <a:cxn ang="0">
                  <a:pos x="connsiteX17168" y="connsiteY17168"/>
                </a:cxn>
                <a:cxn ang="0">
                  <a:pos x="connsiteX17169" y="connsiteY17169"/>
                </a:cxn>
                <a:cxn ang="0">
                  <a:pos x="connsiteX17170" y="connsiteY17170"/>
                </a:cxn>
                <a:cxn ang="0">
                  <a:pos x="connsiteX17171" y="connsiteY17171"/>
                </a:cxn>
                <a:cxn ang="0">
                  <a:pos x="connsiteX17172" y="connsiteY17172"/>
                </a:cxn>
                <a:cxn ang="0">
                  <a:pos x="connsiteX17173" y="connsiteY17173"/>
                </a:cxn>
                <a:cxn ang="0">
                  <a:pos x="connsiteX17174" y="connsiteY17174"/>
                </a:cxn>
                <a:cxn ang="0">
                  <a:pos x="connsiteX17175" y="connsiteY17175"/>
                </a:cxn>
                <a:cxn ang="0">
                  <a:pos x="connsiteX17176" y="connsiteY17176"/>
                </a:cxn>
                <a:cxn ang="0">
                  <a:pos x="connsiteX17177" y="connsiteY17177"/>
                </a:cxn>
                <a:cxn ang="0">
                  <a:pos x="connsiteX17178" y="connsiteY17178"/>
                </a:cxn>
                <a:cxn ang="0">
                  <a:pos x="connsiteX17179" y="connsiteY17179"/>
                </a:cxn>
                <a:cxn ang="0">
                  <a:pos x="connsiteX17180" y="connsiteY17180"/>
                </a:cxn>
                <a:cxn ang="0">
                  <a:pos x="connsiteX17181" y="connsiteY17181"/>
                </a:cxn>
                <a:cxn ang="0">
                  <a:pos x="connsiteX17182" y="connsiteY17182"/>
                </a:cxn>
                <a:cxn ang="0">
                  <a:pos x="connsiteX17183" y="connsiteY17183"/>
                </a:cxn>
                <a:cxn ang="0">
                  <a:pos x="connsiteX17184" y="connsiteY17184"/>
                </a:cxn>
                <a:cxn ang="0">
                  <a:pos x="connsiteX17185" y="connsiteY17185"/>
                </a:cxn>
                <a:cxn ang="0">
                  <a:pos x="connsiteX17186" y="connsiteY17186"/>
                </a:cxn>
                <a:cxn ang="0">
                  <a:pos x="connsiteX17187" y="connsiteY17187"/>
                </a:cxn>
                <a:cxn ang="0">
                  <a:pos x="connsiteX17188" y="connsiteY17188"/>
                </a:cxn>
                <a:cxn ang="0">
                  <a:pos x="connsiteX17189" y="connsiteY17189"/>
                </a:cxn>
                <a:cxn ang="0">
                  <a:pos x="connsiteX17190" y="connsiteY17190"/>
                </a:cxn>
                <a:cxn ang="0">
                  <a:pos x="connsiteX17191" y="connsiteY17191"/>
                </a:cxn>
                <a:cxn ang="0">
                  <a:pos x="connsiteX17192" y="connsiteY17192"/>
                </a:cxn>
                <a:cxn ang="0">
                  <a:pos x="connsiteX17193" y="connsiteY17193"/>
                </a:cxn>
                <a:cxn ang="0">
                  <a:pos x="connsiteX17194" y="connsiteY17194"/>
                </a:cxn>
                <a:cxn ang="0">
                  <a:pos x="connsiteX17195" y="connsiteY17195"/>
                </a:cxn>
                <a:cxn ang="0">
                  <a:pos x="connsiteX17196" y="connsiteY17196"/>
                </a:cxn>
                <a:cxn ang="0">
                  <a:pos x="connsiteX17197" y="connsiteY17197"/>
                </a:cxn>
                <a:cxn ang="0">
                  <a:pos x="connsiteX17198" y="connsiteY17198"/>
                </a:cxn>
                <a:cxn ang="0">
                  <a:pos x="connsiteX17199" y="connsiteY17199"/>
                </a:cxn>
                <a:cxn ang="0">
                  <a:pos x="connsiteX17200" y="connsiteY17200"/>
                </a:cxn>
                <a:cxn ang="0">
                  <a:pos x="connsiteX17201" y="connsiteY17201"/>
                </a:cxn>
                <a:cxn ang="0">
                  <a:pos x="connsiteX17202" y="connsiteY17202"/>
                </a:cxn>
                <a:cxn ang="0">
                  <a:pos x="connsiteX17203" y="connsiteY17203"/>
                </a:cxn>
                <a:cxn ang="0">
                  <a:pos x="connsiteX17204" y="connsiteY17204"/>
                </a:cxn>
                <a:cxn ang="0">
                  <a:pos x="connsiteX17205" y="connsiteY17205"/>
                </a:cxn>
                <a:cxn ang="0">
                  <a:pos x="connsiteX17206" y="connsiteY17206"/>
                </a:cxn>
                <a:cxn ang="0">
                  <a:pos x="connsiteX17207" y="connsiteY17207"/>
                </a:cxn>
                <a:cxn ang="0">
                  <a:pos x="connsiteX17208" y="connsiteY17208"/>
                </a:cxn>
                <a:cxn ang="0">
                  <a:pos x="connsiteX17209" y="connsiteY17209"/>
                </a:cxn>
                <a:cxn ang="0">
                  <a:pos x="connsiteX17210" y="connsiteY17210"/>
                </a:cxn>
                <a:cxn ang="0">
                  <a:pos x="connsiteX17211" y="connsiteY17211"/>
                </a:cxn>
                <a:cxn ang="0">
                  <a:pos x="connsiteX17212" y="connsiteY17212"/>
                </a:cxn>
                <a:cxn ang="0">
                  <a:pos x="connsiteX17213" y="connsiteY17213"/>
                </a:cxn>
                <a:cxn ang="0">
                  <a:pos x="connsiteX17214" y="connsiteY17214"/>
                </a:cxn>
                <a:cxn ang="0">
                  <a:pos x="connsiteX17215" y="connsiteY17215"/>
                </a:cxn>
                <a:cxn ang="0">
                  <a:pos x="connsiteX17216" y="connsiteY17216"/>
                </a:cxn>
                <a:cxn ang="0">
                  <a:pos x="connsiteX17217" y="connsiteY17217"/>
                </a:cxn>
                <a:cxn ang="0">
                  <a:pos x="connsiteX17218" y="connsiteY17218"/>
                </a:cxn>
                <a:cxn ang="0">
                  <a:pos x="connsiteX17219" y="connsiteY17219"/>
                </a:cxn>
                <a:cxn ang="0">
                  <a:pos x="connsiteX17220" y="connsiteY17220"/>
                </a:cxn>
                <a:cxn ang="0">
                  <a:pos x="connsiteX17221" y="connsiteY17221"/>
                </a:cxn>
                <a:cxn ang="0">
                  <a:pos x="connsiteX17222" y="connsiteY17222"/>
                </a:cxn>
                <a:cxn ang="0">
                  <a:pos x="connsiteX17223" y="connsiteY17223"/>
                </a:cxn>
                <a:cxn ang="0">
                  <a:pos x="connsiteX17224" y="connsiteY17224"/>
                </a:cxn>
                <a:cxn ang="0">
                  <a:pos x="connsiteX17225" y="connsiteY17225"/>
                </a:cxn>
                <a:cxn ang="0">
                  <a:pos x="connsiteX17226" y="connsiteY17226"/>
                </a:cxn>
                <a:cxn ang="0">
                  <a:pos x="connsiteX17227" y="connsiteY17227"/>
                </a:cxn>
                <a:cxn ang="0">
                  <a:pos x="connsiteX17228" y="connsiteY17228"/>
                </a:cxn>
                <a:cxn ang="0">
                  <a:pos x="connsiteX17229" y="connsiteY17229"/>
                </a:cxn>
                <a:cxn ang="0">
                  <a:pos x="connsiteX17230" y="connsiteY17230"/>
                </a:cxn>
                <a:cxn ang="0">
                  <a:pos x="connsiteX17231" y="connsiteY17231"/>
                </a:cxn>
                <a:cxn ang="0">
                  <a:pos x="connsiteX17232" y="connsiteY17232"/>
                </a:cxn>
                <a:cxn ang="0">
                  <a:pos x="connsiteX17233" y="connsiteY17233"/>
                </a:cxn>
                <a:cxn ang="0">
                  <a:pos x="connsiteX17234" y="connsiteY17234"/>
                </a:cxn>
                <a:cxn ang="0">
                  <a:pos x="connsiteX17235" y="connsiteY17235"/>
                </a:cxn>
                <a:cxn ang="0">
                  <a:pos x="connsiteX17236" y="connsiteY17236"/>
                </a:cxn>
                <a:cxn ang="0">
                  <a:pos x="connsiteX17237" y="connsiteY17237"/>
                </a:cxn>
                <a:cxn ang="0">
                  <a:pos x="connsiteX17238" y="connsiteY17238"/>
                </a:cxn>
                <a:cxn ang="0">
                  <a:pos x="connsiteX17239" y="connsiteY17239"/>
                </a:cxn>
                <a:cxn ang="0">
                  <a:pos x="connsiteX17240" y="connsiteY17240"/>
                </a:cxn>
                <a:cxn ang="0">
                  <a:pos x="connsiteX17241" y="connsiteY17241"/>
                </a:cxn>
                <a:cxn ang="0">
                  <a:pos x="connsiteX17242" y="connsiteY17242"/>
                </a:cxn>
                <a:cxn ang="0">
                  <a:pos x="connsiteX17243" y="connsiteY17243"/>
                </a:cxn>
                <a:cxn ang="0">
                  <a:pos x="connsiteX17244" y="connsiteY17244"/>
                </a:cxn>
                <a:cxn ang="0">
                  <a:pos x="connsiteX17245" y="connsiteY17245"/>
                </a:cxn>
                <a:cxn ang="0">
                  <a:pos x="connsiteX17246" y="connsiteY17246"/>
                </a:cxn>
                <a:cxn ang="0">
                  <a:pos x="connsiteX17247" y="connsiteY17247"/>
                </a:cxn>
                <a:cxn ang="0">
                  <a:pos x="connsiteX17248" y="connsiteY17248"/>
                </a:cxn>
                <a:cxn ang="0">
                  <a:pos x="connsiteX17249" y="connsiteY17249"/>
                </a:cxn>
                <a:cxn ang="0">
                  <a:pos x="connsiteX17250" y="connsiteY17250"/>
                </a:cxn>
                <a:cxn ang="0">
                  <a:pos x="connsiteX17251" y="connsiteY17251"/>
                </a:cxn>
                <a:cxn ang="0">
                  <a:pos x="connsiteX17252" y="connsiteY17252"/>
                </a:cxn>
                <a:cxn ang="0">
                  <a:pos x="connsiteX17253" y="connsiteY17253"/>
                </a:cxn>
                <a:cxn ang="0">
                  <a:pos x="connsiteX17254" y="connsiteY17254"/>
                </a:cxn>
                <a:cxn ang="0">
                  <a:pos x="connsiteX17255" y="connsiteY17255"/>
                </a:cxn>
                <a:cxn ang="0">
                  <a:pos x="connsiteX17256" y="connsiteY17256"/>
                </a:cxn>
                <a:cxn ang="0">
                  <a:pos x="connsiteX17257" y="connsiteY17257"/>
                </a:cxn>
                <a:cxn ang="0">
                  <a:pos x="connsiteX17258" y="connsiteY17258"/>
                </a:cxn>
                <a:cxn ang="0">
                  <a:pos x="connsiteX17259" y="connsiteY17259"/>
                </a:cxn>
                <a:cxn ang="0">
                  <a:pos x="connsiteX17260" y="connsiteY17260"/>
                </a:cxn>
                <a:cxn ang="0">
                  <a:pos x="connsiteX17261" y="connsiteY17261"/>
                </a:cxn>
                <a:cxn ang="0">
                  <a:pos x="connsiteX17262" y="connsiteY17262"/>
                </a:cxn>
                <a:cxn ang="0">
                  <a:pos x="connsiteX17263" y="connsiteY17263"/>
                </a:cxn>
                <a:cxn ang="0">
                  <a:pos x="connsiteX17264" y="connsiteY17264"/>
                </a:cxn>
                <a:cxn ang="0">
                  <a:pos x="connsiteX17265" y="connsiteY17265"/>
                </a:cxn>
                <a:cxn ang="0">
                  <a:pos x="connsiteX17266" y="connsiteY17266"/>
                </a:cxn>
                <a:cxn ang="0">
                  <a:pos x="connsiteX17267" y="connsiteY17267"/>
                </a:cxn>
                <a:cxn ang="0">
                  <a:pos x="connsiteX17268" y="connsiteY17268"/>
                </a:cxn>
                <a:cxn ang="0">
                  <a:pos x="connsiteX17269" y="connsiteY17269"/>
                </a:cxn>
                <a:cxn ang="0">
                  <a:pos x="connsiteX17270" y="connsiteY17270"/>
                </a:cxn>
                <a:cxn ang="0">
                  <a:pos x="connsiteX17271" y="connsiteY17271"/>
                </a:cxn>
                <a:cxn ang="0">
                  <a:pos x="connsiteX17272" y="connsiteY17272"/>
                </a:cxn>
                <a:cxn ang="0">
                  <a:pos x="connsiteX17273" y="connsiteY17273"/>
                </a:cxn>
                <a:cxn ang="0">
                  <a:pos x="connsiteX17274" y="connsiteY17274"/>
                </a:cxn>
                <a:cxn ang="0">
                  <a:pos x="connsiteX17275" y="connsiteY17275"/>
                </a:cxn>
                <a:cxn ang="0">
                  <a:pos x="connsiteX17276" y="connsiteY17276"/>
                </a:cxn>
                <a:cxn ang="0">
                  <a:pos x="connsiteX17277" y="connsiteY17277"/>
                </a:cxn>
                <a:cxn ang="0">
                  <a:pos x="connsiteX17278" y="connsiteY17278"/>
                </a:cxn>
                <a:cxn ang="0">
                  <a:pos x="connsiteX17279" y="connsiteY17279"/>
                </a:cxn>
                <a:cxn ang="0">
                  <a:pos x="connsiteX17280" y="connsiteY17280"/>
                </a:cxn>
                <a:cxn ang="0">
                  <a:pos x="connsiteX17281" y="connsiteY17281"/>
                </a:cxn>
                <a:cxn ang="0">
                  <a:pos x="connsiteX17282" y="connsiteY17282"/>
                </a:cxn>
                <a:cxn ang="0">
                  <a:pos x="connsiteX17283" y="connsiteY17283"/>
                </a:cxn>
                <a:cxn ang="0">
                  <a:pos x="connsiteX17284" y="connsiteY17284"/>
                </a:cxn>
                <a:cxn ang="0">
                  <a:pos x="connsiteX17285" y="connsiteY17285"/>
                </a:cxn>
                <a:cxn ang="0">
                  <a:pos x="connsiteX17286" y="connsiteY17286"/>
                </a:cxn>
                <a:cxn ang="0">
                  <a:pos x="connsiteX17287" y="connsiteY17287"/>
                </a:cxn>
                <a:cxn ang="0">
                  <a:pos x="connsiteX17288" y="connsiteY17288"/>
                </a:cxn>
                <a:cxn ang="0">
                  <a:pos x="connsiteX17289" y="connsiteY17289"/>
                </a:cxn>
                <a:cxn ang="0">
                  <a:pos x="connsiteX17290" y="connsiteY17290"/>
                </a:cxn>
                <a:cxn ang="0">
                  <a:pos x="connsiteX17291" y="connsiteY17291"/>
                </a:cxn>
                <a:cxn ang="0">
                  <a:pos x="connsiteX17292" y="connsiteY17292"/>
                </a:cxn>
                <a:cxn ang="0">
                  <a:pos x="connsiteX17293" y="connsiteY17293"/>
                </a:cxn>
                <a:cxn ang="0">
                  <a:pos x="connsiteX17294" y="connsiteY17294"/>
                </a:cxn>
                <a:cxn ang="0">
                  <a:pos x="connsiteX17295" y="connsiteY17295"/>
                </a:cxn>
                <a:cxn ang="0">
                  <a:pos x="connsiteX17296" y="connsiteY17296"/>
                </a:cxn>
                <a:cxn ang="0">
                  <a:pos x="connsiteX17297" y="connsiteY17297"/>
                </a:cxn>
                <a:cxn ang="0">
                  <a:pos x="connsiteX17298" y="connsiteY17298"/>
                </a:cxn>
                <a:cxn ang="0">
                  <a:pos x="connsiteX17299" y="connsiteY17299"/>
                </a:cxn>
                <a:cxn ang="0">
                  <a:pos x="connsiteX17300" y="connsiteY17300"/>
                </a:cxn>
                <a:cxn ang="0">
                  <a:pos x="connsiteX17301" y="connsiteY17301"/>
                </a:cxn>
                <a:cxn ang="0">
                  <a:pos x="connsiteX17302" y="connsiteY17302"/>
                </a:cxn>
                <a:cxn ang="0">
                  <a:pos x="connsiteX17303" y="connsiteY17303"/>
                </a:cxn>
                <a:cxn ang="0">
                  <a:pos x="connsiteX17304" y="connsiteY17304"/>
                </a:cxn>
                <a:cxn ang="0">
                  <a:pos x="connsiteX17305" y="connsiteY17305"/>
                </a:cxn>
                <a:cxn ang="0">
                  <a:pos x="connsiteX17306" y="connsiteY17306"/>
                </a:cxn>
                <a:cxn ang="0">
                  <a:pos x="connsiteX17307" y="connsiteY17307"/>
                </a:cxn>
                <a:cxn ang="0">
                  <a:pos x="connsiteX17308" y="connsiteY17308"/>
                </a:cxn>
                <a:cxn ang="0">
                  <a:pos x="connsiteX17309" y="connsiteY17309"/>
                </a:cxn>
                <a:cxn ang="0">
                  <a:pos x="connsiteX17310" y="connsiteY17310"/>
                </a:cxn>
                <a:cxn ang="0">
                  <a:pos x="connsiteX17311" y="connsiteY17311"/>
                </a:cxn>
                <a:cxn ang="0">
                  <a:pos x="connsiteX17312" y="connsiteY17312"/>
                </a:cxn>
                <a:cxn ang="0">
                  <a:pos x="connsiteX17313" y="connsiteY17313"/>
                </a:cxn>
                <a:cxn ang="0">
                  <a:pos x="connsiteX17314" y="connsiteY17314"/>
                </a:cxn>
                <a:cxn ang="0">
                  <a:pos x="connsiteX17315" y="connsiteY17315"/>
                </a:cxn>
                <a:cxn ang="0">
                  <a:pos x="connsiteX17316" y="connsiteY17316"/>
                </a:cxn>
                <a:cxn ang="0">
                  <a:pos x="connsiteX17317" y="connsiteY17317"/>
                </a:cxn>
                <a:cxn ang="0">
                  <a:pos x="connsiteX17318" y="connsiteY17318"/>
                </a:cxn>
                <a:cxn ang="0">
                  <a:pos x="connsiteX17319" y="connsiteY17319"/>
                </a:cxn>
                <a:cxn ang="0">
                  <a:pos x="connsiteX17320" y="connsiteY17320"/>
                </a:cxn>
                <a:cxn ang="0">
                  <a:pos x="connsiteX17321" y="connsiteY17321"/>
                </a:cxn>
                <a:cxn ang="0">
                  <a:pos x="connsiteX17322" y="connsiteY17322"/>
                </a:cxn>
                <a:cxn ang="0">
                  <a:pos x="connsiteX17323" y="connsiteY17323"/>
                </a:cxn>
                <a:cxn ang="0">
                  <a:pos x="connsiteX17324" y="connsiteY17324"/>
                </a:cxn>
                <a:cxn ang="0">
                  <a:pos x="connsiteX17325" y="connsiteY17325"/>
                </a:cxn>
                <a:cxn ang="0">
                  <a:pos x="connsiteX17326" y="connsiteY17326"/>
                </a:cxn>
                <a:cxn ang="0">
                  <a:pos x="connsiteX17327" y="connsiteY17327"/>
                </a:cxn>
                <a:cxn ang="0">
                  <a:pos x="connsiteX17328" y="connsiteY17328"/>
                </a:cxn>
                <a:cxn ang="0">
                  <a:pos x="connsiteX17329" y="connsiteY17329"/>
                </a:cxn>
                <a:cxn ang="0">
                  <a:pos x="connsiteX17330" y="connsiteY17330"/>
                </a:cxn>
                <a:cxn ang="0">
                  <a:pos x="connsiteX17331" y="connsiteY17331"/>
                </a:cxn>
                <a:cxn ang="0">
                  <a:pos x="connsiteX17332" y="connsiteY17332"/>
                </a:cxn>
                <a:cxn ang="0">
                  <a:pos x="connsiteX17333" y="connsiteY17333"/>
                </a:cxn>
                <a:cxn ang="0">
                  <a:pos x="connsiteX17334" y="connsiteY17334"/>
                </a:cxn>
                <a:cxn ang="0">
                  <a:pos x="connsiteX17335" y="connsiteY17335"/>
                </a:cxn>
                <a:cxn ang="0">
                  <a:pos x="connsiteX17336" y="connsiteY17336"/>
                </a:cxn>
                <a:cxn ang="0">
                  <a:pos x="connsiteX17337" y="connsiteY17337"/>
                </a:cxn>
                <a:cxn ang="0">
                  <a:pos x="connsiteX17338" y="connsiteY17338"/>
                </a:cxn>
                <a:cxn ang="0">
                  <a:pos x="connsiteX17339" y="connsiteY17339"/>
                </a:cxn>
                <a:cxn ang="0">
                  <a:pos x="connsiteX17340" y="connsiteY17340"/>
                </a:cxn>
                <a:cxn ang="0">
                  <a:pos x="connsiteX17341" y="connsiteY17341"/>
                </a:cxn>
                <a:cxn ang="0">
                  <a:pos x="connsiteX17342" y="connsiteY17342"/>
                </a:cxn>
                <a:cxn ang="0">
                  <a:pos x="connsiteX17343" y="connsiteY17343"/>
                </a:cxn>
                <a:cxn ang="0">
                  <a:pos x="connsiteX17344" y="connsiteY17344"/>
                </a:cxn>
                <a:cxn ang="0">
                  <a:pos x="connsiteX17345" y="connsiteY17345"/>
                </a:cxn>
                <a:cxn ang="0">
                  <a:pos x="connsiteX17346" y="connsiteY17346"/>
                </a:cxn>
                <a:cxn ang="0">
                  <a:pos x="connsiteX17347" y="connsiteY17347"/>
                </a:cxn>
                <a:cxn ang="0">
                  <a:pos x="connsiteX17348" y="connsiteY17348"/>
                </a:cxn>
                <a:cxn ang="0">
                  <a:pos x="connsiteX17349" y="connsiteY17349"/>
                </a:cxn>
                <a:cxn ang="0">
                  <a:pos x="connsiteX17350" y="connsiteY17350"/>
                </a:cxn>
                <a:cxn ang="0">
                  <a:pos x="connsiteX17351" y="connsiteY17351"/>
                </a:cxn>
                <a:cxn ang="0">
                  <a:pos x="connsiteX17352" y="connsiteY17352"/>
                </a:cxn>
                <a:cxn ang="0">
                  <a:pos x="connsiteX17353" y="connsiteY17353"/>
                </a:cxn>
                <a:cxn ang="0">
                  <a:pos x="connsiteX17354" y="connsiteY17354"/>
                </a:cxn>
                <a:cxn ang="0">
                  <a:pos x="connsiteX17355" y="connsiteY17355"/>
                </a:cxn>
                <a:cxn ang="0">
                  <a:pos x="connsiteX17356" y="connsiteY17356"/>
                </a:cxn>
                <a:cxn ang="0">
                  <a:pos x="connsiteX17357" y="connsiteY17357"/>
                </a:cxn>
                <a:cxn ang="0">
                  <a:pos x="connsiteX17358" y="connsiteY17358"/>
                </a:cxn>
                <a:cxn ang="0">
                  <a:pos x="connsiteX17359" y="connsiteY17359"/>
                </a:cxn>
                <a:cxn ang="0">
                  <a:pos x="connsiteX17360" y="connsiteY17360"/>
                </a:cxn>
                <a:cxn ang="0">
                  <a:pos x="connsiteX17361" y="connsiteY17361"/>
                </a:cxn>
                <a:cxn ang="0">
                  <a:pos x="connsiteX17362" y="connsiteY17362"/>
                </a:cxn>
                <a:cxn ang="0">
                  <a:pos x="connsiteX17363" y="connsiteY17363"/>
                </a:cxn>
                <a:cxn ang="0">
                  <a:pos x="connsiteX17364" y="connsiteY17364"/>
                </a:cxn>
                <a:cxn ang="0">
                  <a:pos x="connsiteX17365" y="connsiteY17365"/>
                </a:cxn>
                <a:cxn ang="0">
                  <a:pos x="connsiteX17366" y="connsiteY17366"/>
                </a:cxn>
                <a:cxn ang="0">
                  <a:pos x="connsiteX17367" y="connsiteY17367"/>
                </a:cxn>
                <a:cxn ang="0">
                  <a:pos x="connsiteX17368" y="connsiteY17368"/>
                </a:cxn>
                <a:cxn ang="0">
                  <a:pos x="connsiteX17369" y="connsiteY17369"/>
                </a:cxn>
                <a:cxn ang="0">
                  <a:pos x="connsiteX17370" y="connsiteY17370"/>
                </a:cxn>
                <a:cxn ang="0">
                  <a:pos x="connsiteX17371" y="connsiteY17371"/>
                </a:cxn>
                <a:cxn ang="0">
                  <a:pos x="connsiteX17372" y="connsiteY17372"/>
                </a:cxn>
                <a:cxn ang="0">
                  <a:pos x="connsiteX17373" y="connsiteY17373"/>
                </a:cxn>
                <a:cxn ang="0">
                  <a:pos x="connsiteX17374" y="connsiteY17374"/>
                </a:cxn>
                <a:cxn ang="0">
                  <a:pos x="connsiteX17375" y="connsiteY17375"/>
                </a:cxn>
                <a:cxn ang="0">
                  <a:pos x="connsiteX17376" y="connsiteY17376"/>
                </a:cxn>
                <a:cxn ang="0">
                  <a:pos x="connsiteX17377" y="connsiteY17377"/>
                </a:cxn>
                <a:cxn ang="0">
                  <a:pos x="connsiteX17378" y="connsiteY17378"/>
                </a:cxn>
                <a:cxn ang="0">
                  <a:pos x="connsiteX17379" y="connsiteY17379"/>
                </a:cxn>
                <a:cxn ang="0">
                  <a:pos x="connsiteX17380" y="connsiteY17380"/>
                </a:cxn>
                <a:cxn ang="0">
                  <a:pos x="connsiteX17381" y="connsiteY17381"/>
                </a:cxn>
                <a:cxn ang="0">
                  <a:pos x="connsiteX17382" y="connsiteY17382"/>
                </a:cxn>
                <a:cxn ang="0">
                  <a:pos x="connsiteX17383" y="connsiteY17383"/>
                </a:cxn>
                <a:cxn ang="0">
                  <a:pos x="connsiteX17384" y="connsiteY17384"/>
                </a:cxn>
                <a:cxn ang="0">
                  <a:pos x="connsiteX17385" y="connsiteY17385"/>
                </a:cxn>
                <a:cxn ang="0">
                  <a:pos x="connsiteX17386" y="connsiteY17386"/>
                </a:cxn>
                <a:cxn ang="0">
                  <a:pos x="connsiteX17387" y="connsiteY17387"/>
                </a:cxn>
                <a:cxn ang="0">
                  <a:pos x="connsiteX17388" y="connsiteY17388"/>
                </a:cxn>
                <a:cxn ang="0">
                  <a:pos x="connsiteX17389" y="connsiteY17389"/>
                </a:cxn>
                <a:cxn ang="0">
                  <a:pos x="connsiteX17390" y="connsiteY17390"/>
                </a:cxn>
                <a:cxn ang="0">
                  <a:pos x="connsiteX17391" y="connsiteY17391"/>
                </a:cxn>
                <a:cxn ang="0">
                  <a:pos x="connsiteX17392" y="connsiteY17392"/>
                </a:cxn>
                <a:cxn ang="0">
                  <a:pos x="connsiteX17393" y="connsiteY17393"/>
                </a:cxn>
                <a:cxn ang="0">
                  <a:pos x="connsiteX17394" y="connsiteY17394"/>
                </a:cxn>
                <a:cxn ang="0">
                  <a:pos x="connsiteX17395" y="connsiteY17395"/>
                </a:cxn>
                <a:cxn ang="0">
                  <a:pos x="connsiteX17396" y="connsiteY17396"/>
                </a:cxn>
                <a:cxn ang="0">
                  <a:pos x="connsiteX17397" y="connsiteY17397"/>
                </a:cxn>
                <a:cxn ang="0">
                  <a:pos x="connsiteX17398" y="connsiteY17398"/>
                </a:cxn>
                <a:cxn ang="0">
                  <a:pos x="connsiteX17399" y="connsiteY17399"/>
                </a:cxn>
                <a:cxn ang="0">
                  <a:pos x="connsiteX17400" y="connsiteY17400"/>
                </a:cxn>
                <a:cxn ang="0">
                  <a:pos x="connsiteX17401" y="connsiteY17401"/>
                </a:cxn>
                <a:cxn ang="0">
                  <a:pos x="connsiteX17402" y="connsiteY17402"/>
                </a:cxn>
                <a:cxn ang="0">
                  <a:pos x="connsiteX17403" y="connsiteY17403"/>
                </a:cxn>
                <a:cxn ang="0">
                  <a:pos x="connsiteX17404" y="connsiteY17404"/>
                </a:cxn>
                <a:cxn ang="0">
                  <a:pos x="connsiteX17405" y="connsiteY17405"/>
                </a:cxn>
                <a:cxn ang="0">
                  <a:pos x="connsiteX17406" y="connsiteY17406"/>
                </a:cxn>
                <a:cxn ang="0">
                  <a:pos x="connsiteX17407" y="connsiteY17407"/>
                </a:cxn>
                <a:cxn ang="0">
                  <a:pos x="connsiteX17408" y="connsiteY17408"/>
                </a:cxn>
                <a:cxn ang="0">
                  <a:pos x="connsiteX17409" y="connsiteY17409"/>
                </a:cxn>
                <a:cxn ang="0">
                  <a:pos x="connsiteX17410" y="connsiteY17410"/>
                </a:cxn>
                <a:cxn ang="0">
                  <a:pos x="connsiteX17411" y="connsiteY17411"/>
                </a:cxn>
                <a:cxn ang="0">
                  <a:pos x="connsiteX17412" y="connsiteY17412"/>
                </a:cxn>
                <a:cxn ang="0">
                  <a:pos x="connsiteX17413" y="connsiteY17413"/>
                </a:cxn>
                <a:cxn ang="0">
                  <a:pos x="connsiteX17414" y="connsiteY17414"/>
                </a:cxn>
                <a:cxn ang="0">
                  <a:pos x="connsiteX17415" y="connsiteY17415"/>
                </a:cxn>
                <a:cxn ang="0">
                  <a:pos x="connsiteX17416" y="connsiteY17416"/>
                </a:cxn>
                <a:cxn ang="0">
                  <a:pos x="connsiteX17417" y="connsiteY17417"/>
                </a:cxn>
                <a:cxn ang="0">
                  <a:pos x="connsiteX17418" y="connsiteY17418"/>
                </a:cxn>
                <a:cxn ang="0">
                  <a:pos x="connsiteX17419" y="connsiteY17419"/>
                </a:cxn>
                <a:cxn ang="0">
                  <a:pos x="connsiteX17420" y="connsiteY17420"/>
                </a:cxn>
                <a:cxn ang="0">
                  <a:pos x="connsiteX17421" y="connsiteY17421"/>
                </a:cxn>
                <a:cxn ang="0">
                  <a:pos x="connsiteX17422" y="connsiteY17422"/>
                </a:cxn>
                <a:cxn ang="0">
                  <a:pos x="connsiteX17423" y="connsiteY17423"/>
                </a:cxn>
                <a:cxn ang="0">
                  <a:pos x="connsiteX17424" y="connsiteY17424"/>
                </a:cxn>
                <a:cxn ang="0">
                  <a:pos x="connsiteX17425" y="connsiteY17425"/>
                </a:cxn>
                <a:cxn ang="0">
                  <a:pos x="connsiteX17426" y="connsiteY17426"/>
                </a:cxn>
                <a:cxn ang="0">
                  <a:pos x="connsiteX17427" y="connsiteY17427"/>
                </a:cxn>
                <a:cxn ang="0">
                  <a:pos x="connsiteX17428" y="connsiteY17428"/>
                </a:cxn>
                <a:cxn ang="0">
                  <a:pos x="connsiteX17429" y="connsiteY17429"/>
                </a:cxn>
                <a:cxn ang="0">
                  <a:pos x="connsiteX17430" y="connsiteY17430"/>
                </a:cxn>
                <a:cxn ang="0">
                  <a:pos x="connsiteX17431" y="connsiteY17431"/>
                </a:cxn>
                <a:cxn ang="0">
                  <a:pos x="connsiteX17432" y="connsiteY17432"/>
                </a:cxn>
                <a:cxn ang="0">
                  <a:pos x="connsiteX17433" y="connsiteY17433"/>
                </a:cxn>
                <a:cxn ang="0">
                  <a:pos x="connsiteX17434" y="connsiteY17434"/>
                </a:cxn>
                <a:cxn ang="0">
                  <a:pos x="connsiteX17435" y="connsiteY17435"/>
                </a:cxn>
                <a:cxn ang="0">
                  <a:pos x="connsiteX17436" y="connsiteY17436"/>
                </a:cxn>
                <a:cxn ang="0">
                  <a:pos x="connsiteX17437" y="connsiteY17437"/>
                </a:cxn>
                <a:cxn ang="0">
                  <a:pos x="connsiteX17438" y="connsiteY17438"/>
                </a:cxn>
                <a:cxn ang="0">
                  <a:pos x="connsiteX17439" y="connsiteY17439"/>
                </a:cxn>
                <a:cxn ang="0">
                  <a:pos x="connsiteX17440" y="connsiteY17440"/>
                </a:cxn>
                <a:cxn ang="0">
                  <a:pos x="connsiteX17441" y="connsiteY17441"/>
                </a:cxn>
                <a:cxn ang="0">
                  <a:pos x="connsiteX17442" y="connsiteY17442"/>
                </a:cxn>
                <a:cxn ang="0">
                  <a:pos x="connsiteX17443" y="connsiteY17443"/>
                </a:cxn>
                <a:cxn ang="0">
                  <a:pos x="connsiteX17444" y="connsiteY17444"/>
                </a:cxn>
                <a:cxn ang="0">
                  <a:pos x="connsiteX17445" y="connsiteY17445"/>
                </a:cxn>
                <a:cxn ang="0">
                  <a:pos x="connsiteX17446" y="connsiteY17446"/>
                </a:cxn>
                <a:cxn ang="0">
                  <a:pos x="connsiteX17447" y="connsiteY17447"/>
                </a:cxn>
                <a:cxn ang="0">
                  <a:pos x="connsiteX17448" y="connsiteY17448"/>
                </a:cxn>
                <a:cxn ang="0">
                  <a:pos x="connsiteX17449" y="connsiteY17449"/>
                </a:cxn>
                <a:cxn ang="0">
                  <a:pos x="connsiteX17450" y="connsiteY17450"/>
                </a:cxn>
                <a:cxn ang="0">
                  <a:pos x="connsiteX17451" y="connsiteY17451"/>
                </a:cxn>
                <a:cxn ang="0">
                  <a:pos x="connsiteX17452" y="connsiteY17452"/>
                </a:cxn>
                <a:cxn ang="0">
                  <a:pos x="connsiteX17453" y="connsiteY17453"/>
                </a:cxn>
                <a:cxn ang="0">
                  <a:pos x="connsiteX17454" y="connsiteY17454"/>
                </a:cxn>
                <a:cxn ang="0">
                  <a:pos x="connsiteX17455" y="connsiteY17455"/>
                </a:cxn>
                <a:cxn ang="0">
                  <a:pos x="connsiteX17456" y="connsiteY17456"/>
                </a:cxn>
                <a:cxn ang="0">
                  <a:pos x="connsiteX17457" y="connsiteY17457"/>
                </a:cxn>
                <a:cxn ang="0">
                  <a:pos x="connsiteX17458" y="connsiteY17458"/>
                </a:cxn>
                <a:cxn ang="0">
                  <a:pos x="connsiteX17459" y="connsiteY17459"/>
                </a:cxn>
                <a:cxn ang="0">
                  <a:pos x="connsiteX17460" y="connsiteY17460"/>
                </a:cxn>
                <a:cxn ang="0">
                  <a:pos x="connsiteX17461" y="connsiteY17461"/>
                </a:cxn>
                <a:cxn ang="0">
                  <a:pos x="connsiteX17462" y="connsiteY17462"/>
                </a:cxn>
                <a:cxn ang="0">
                  <a:pos x="connsiteX17463" y="connsiteY17463"/>
                </a:cxn>
                <a:cxn ang="0">
                  <a:pos x="connsiteX17464" y="connsiteY17464"/>
                </a:cxn>
                <a:cxn ang="0">
                  <a:pos x="connsiteX17465" y="connsiteY17465"/>
                </a:cxn>
                <a:cxn ang="0">
                  <a:pos x="connsiteX17466" y="connsiteY17466"/>
                </a:cxn>
                <a:cxn ang="0">
                  <a:pos x="connsiteX17467" y="connsiteY17467"/>
                </a:cxn>
                <a:cxn ang="0">
                  <a:pos x="connsiteX17468" y="connsiteY17468"/>
                </a:cxn>
                <a:cxn ang="0">
                  <a:pos x="connsiteX17469" y="connsiteY17469"/>
                </a:cxn>
                <a:cxn ang="0">
                  <a:pos x="connsiteX17470" y="connsiteY17470"/>
                </a:cxn>
                <a:cxn ang="0">
                  <a:pos x="connsiteX17471" y="connsiteY17471"/>
                </a:cxn>
                <a:cxn ang="0">
                  <a:pos x="connsiteX17472" y="connsiteY17472"/>
                </a:cxn>
                <a:cxn ang="0">
                  <a:pos x="connsiteX17473" y="connsiteY17473"/>
                </a:cxn>
                <a:cxn ang="0">
                  <a:pos x="connsiteX17474" y="connsiteY17474"/>
                </a:cxn>
                <a:cxn ang="0">
                  <a:pos x="connsiteX17475" y="connsiteY17475"/>
                </a:cxn>
                <a:cxn ang="0">
                  <a:pos x="connsiteX17476" y="connsiteY17476"/>
                </a:cxn>
                <a:cxn ang="0">
                  <a:pos x="connsiteX17477" y="connsiteY17477"/>
                </a:cxn>
                <a:cxn ang="0">
                  <a:pos x="connsiteX17478" y="connsiteY17478"/>
                </a:cxn>
                <a:cxn ang="0">
                  <a:pos x="connsiteX17479" y="connsiteY17479"/>
                </a:cxn>
                <a:cxn ang="0">
                  <a:pos x="connsiteX17480" y="connsiteY17480"/>
                </a:cxn>
                <a:cxn ang="0">
                  <a:pos x="connsiteX17481" y="connsiteY17481"/>
                </a:cxn>
                <a:cxn ang="0">
                  <a:pos x="connsiteX17482" y="connsiteY17482"/>
                </a:cxn>
                <a:cxn ang="0">
                  <a:pos x="connsiteX17483" y="connsiteY17483"/>
                </a:cxn>
                <a:cxn ang="0">
                  <a:pos x="connsiteX17484" y="connsiteY17484"/>
                </a:cxn>
                <a:cxn ang="0">
                  <a:pos x="connsiteX17485" y="connsiteY17485"/>
                </a:cxn>
                <a:cxn ang="0">
                  <a:pos x="connsiteX17486" y="connsiteY17486"/>
                </a:cxn>
                <a:cxn ang="0">
                  <a:pos x="connsiteX17487" y="connsiteY17487"/>
                </a:cxn>
                <a:cxn ang="0">
                  <a:pos x="connsiteX17488" y="connsiteY17488"/>
                </a:cxn>
                <a:cxn ang="0">
                  <a:pos x="connsiteX17489" y="connsiteY17489"/>
                </a:cxn>
                <a:cxn ang="0">
                  <a:pos x="connsiteX17490" y="connsiteY17490"/>
                </a:cxn>
                <a:cxn ang="0">
                  <a:pos x="connsiteX17491" y="connsiteY17491"/>
                </a:cxn>
                <a:cxn ang="0">
                  <a:pos x="connsiteX17492" y="connsiteY17492"/>
                </a:cxn>
                <a:cxn ang="0">
                  <a:pos x="connsiteX17493" y="connsiteY17493"/>
                </a:cxn>
                <a:cxn ang="0">
                  <a:pos x="connsiteX17494" y="connsiteY17494"/>
                </a:cxn>
                <a:cxn ang="0">
                  <a:pos x="connsiteX17495" y="connsiteY17495"/>
                </a:cxn>
                <a:cxn ang="0">
                  <a:pos x="connsiteX17496" y="connsiteY17496"/>
                </a:cxn>
                <a:cxn ang="0">
                  <a:pos x="connsiteX17497" y="connsiteY17497"/>
                </a:cxn>
                <a:cxn ang="0">
                  <a:pos x="connsiteX17498" y="connsiteY17498"/>
                </a:cxn>
                <a:cxn ang="0">
                  <a:pos x="connsiteX17499" y="connsiteY17499"/>
                </a:cxn>
                <a:cxn ang="0">
                  <a:pos x="connsiteX17500" y="connsiteY17500"/>
                </a:cxn>
                <a:cxn ang="0">
                  <a:pos x="connsiteX17501" y="connsiteY17501"/>
                </a:cxn>
                <a:cxn ang="0">
                  <a:pos x="connsiteX17502" y="connsiteY17502"/>
                </a:cxn>
                <a:cxn ang="0">
                  <a:pos x="connsiteX17503" y="connsiteY17503"/>
                </a:cxn>
                <a:cxn ang="0">
                  <a:pos x="connsiteX17504" y="connsiteY17504"/>
                </a:cxn>
                <a:cxn ang="0">
                  <a:pos x="connsiteX17505" y="connsiteY17505"/>
                </a:cxn>
                <a:cxn ang="0">
                  <a:pos x="connsiteX17506" y="connsiteY17506"/>
                </a:cxn>
                <a:cxn ang="0">
                  <a:pos x="connsiteX17507" y="connsiteY17507"/>
                </a:cxn>
                <a:cxn ang="0">
                  <a:pos x="connsiteX17508" y="connsiteY17508"/>
                </a:cxn>
                <a:cxn ang="0">
                  <a:pos x="connsiteX17509" y="connsiteY17509"/>
                </a:cxn>
                <a:cxn ang="0">
                  <a:pos x="connsiteX17510" y="connsiteY17510"/>
                </a:cxn>
                <a:cxn ang="0">
                  <a:pos x="connsiteX17511" y="connsiteY17511"/>
                </a:cxn>
                <a:cxn ang="0">
                  <a:pos x="connsiteX17512" y="connsiteY17512"/>
                </a:cxn>
                <a:cxn ang="0">
                  <a:pos x="connsiteX17513" y="connsiteY17513"/>
                </a:cxn>
                <a:cxn ang="0">
                  <a:pos x="connsiteX17514" y="connsiteY17514"/>
                </a:cxn>
                <a:cxn ang="0">
                  <a:pos x="connsiteX17515" y="connsiteY17515"/>
                </a:cxn>
                <a:cxn ang="0">
                  <a:pos x="connsiteX17516" y="connsiteY17516"/>
                </a:cxn>
                <a:cxn ang="0">
                  <a:pos x="connsiteX17517" y="connsiteY17517"/>
                </a:cxn>
                <a:cxn ang="0">
                  <a:pos x="connsiteX17518" y="connsiteY17518"/>
                </a:cxn>
                <a:cxn ang="0">
                  <a:pos x="connsiteX17519" y="connsiteY17519"/>
                </a:cxn>
                <a:cxn ang="0">
                  <a:pos x="connsiteX17520" y="connsiteY17520"/>
                </a:cxn>
                <a:cxn ang="0">
                  <a:pos x="connsiteX17521" y="connsiteY17521"/>
                </a:cxn>
                <a:cxn ang="0">
                  <a:pos x="connsiteX17522" y="connsiteY17522"/>
                </a:cxn>
                <a:cxn ang="0">
                  <a:pos x="connsiteX17523" y="connsiteY17523"/>
                </a:cxn>
                <a:cxn ang="0">
                  <a:pos x="connsiteX17524" y="connsiteY17524"/>
                </a:cxn>
                <a:cxn ang="0">
                  <a:pos x="connsiteX17525" y="connsiteY17525"/>
                </a:cxn>
                <a:cxn ang="0">
                  <a:pos x="connsiteX17526" y="connsiteY17526"/>
                </a:cxn>
                <a:cxn ang="0">
                  <a:pos x="connsiteX17527" y="connsiteY17527"/>
                </a:cxn>
                <a:cxn ang="0">
                  <a:pos x="connsiteX17528" y="connsiteY17528"/>
                </a:cxn>
                <a:cxn ang="0">
                  <a:pos x="connsiteX17529" y="connsiteY17529"/>
                </a:cxn>
                <a:cxn ang="0">
                  <a:pos x="connsiteX17530" y="connsiteY17530"/>
                </a:cxn>
                <a:cxn ang="0">
                  <a:pos x="connsiteX17531" y="connsiteY17531"/>
                </a:cxn>
                <a:cxn ang="0">
                  <a:pos x="connsiteX17532" y="connsiteY17532"/>
                </a:cxn>
                <a:cxn ang="0">
                  <a:pos x="connsiteX17533" y="connsiteY17533"/>
                </a:cxn>
                <a:cxn ang="0">
                  <a:pos x="connsiteX17534" y="connsiteY17534"/>
                </a:cxn>
                <a:cxn ang="0">
                  <a:pos x="connsiteX17535" y="connsiteY17535"/>
                </a:cxn>
                <a:cxn ang="0">
                  <a:pos x="connsiteX17536" y="connsiteY17536"/>
                </a:cxn>
                <a:cxn ang="0">
                  <a:pos x="connsiteX17537" y="connsiteY17537"/>
                </a:cxn>
                <a:cxn ang="0">
                  <a:pos x="connsiteX17538" y="connsiteY17538"/>
                </a:cxn>
                <a:cxn ang="0">
                  <a:pos x="connsiteX17539" y="connsiteY17539"/>
                </a:cxn>
                <a:cxn ang="0">
                  <a:pos x="connsiteX17540" y="connsiteY17540"/>
                </a:cxn>
                <a:cxn ang="0">
                  <a:pos x="connsiteX17541" y="connsiteY17541"/>
                </a:cxn>
                <a:cxn ang="0">
                  <a:pos x="connsiteX17542" y="connsiteY17542"/>
                </a:cxn>
                <a:cxn ang="0">
                  <a:pos x="connsiteX17543" y="connsiteY17543"/>
                </a:cxn>
                <a:cxn ang="0">
                  <a:pos x="connsiteX17544" y="connsiteY17544"/>
                </a:cxn>
                <a:cxn ang="0">
                  <a:pos x="connsiteX17545" y="connsiteY17545"/>
                </a:cxn>
                <a:cxn ang="0">
                  <a:pos x="connsiteX17546" y="connsiteY17546"/>
                </a:cxn>
                <a:cxn ang="0">
                  <a:pos x="connsiteX17547" y="connsiteY17547"/>
                </a:cxn>
                <a:cxn ang="0">
                  <a:pos x="connsiteX17548" y="connsiteY17548"/>
                </a:cxn>
                <a:cxn ang="0">
                  <a:pos x="connsiteX17549" y="connsiteY17549"/>
                </a:cxn>
                <a:cxn ang="0">
                  <a:pos x="connsiteX17550" y="connsiteY17550"/>
                </a:cxn>
                <a:cxn ang="0">
                  <a:pos x="connsiteX17551" y="connsiteY17551"/>
                </a:cxn>
                <a:cxn ang="0">
                  <a:pos x="connsiteX17552" y="connsiteY17552"/>
                </a:cxn>
                <a:cxn ang="0">
                  <a:pos x="connsiteX17553" y="connsiteY17553"/>
                </a:cxn>
                <a:cxn ang="0">
                  <a:pos x="connsiteX17554" y="connsiteY17554"/>
                </a:cxn>
                <a:cxn ang="0">
                  <a:pos x="connsiteX17555" y="connsiteY17555"/>
                </a:cxn>
                <a:cxn ang="0">
                  <a:pos x="connsiteX17556" y="connsiteY17556"/>
                </a:cxn>
                <a:cxn ang="0">
                  <a:pos x="connsiteX17557" y="connsiteY17557"/>
                </a:cxn>
                <a:cxn ang="0">
                  <a:pos x="connsiteX17558" y="connsiteY17558"/>
                </a:cxn>
                <a:cxn ang="0">
                  <a:pos x="connsiteX17559" y="connsiteY17559"/>
                </a:cxn>
                <a:cxn ang="0">
                  <a:pos x="connsiteX17560" y="connsiteY17560"/>
                </a:cxn>
                <a:cxn ang="0">
                  <a:pos x="connsiteX17561" y="connsiteY17561"/>
                </a:cxn>
                <a:cxn ang="0">
                  <a:pos x="connsiteX17562" y="connsiteY17562"/>
                </a:cxn>
                <a:cxn ang="0">
                  <a:pos x="connsiteX17563" y="connsiteY17563"/>
                </a:cxn>
                <a:cxn ang="0">
                  <a:pos x="connsiteX17564" y="connsiteY17564"/>
                </a:cxn>
                <a:cxn ang="0">
                  <a:pos x="connsiteX17565" y="connsiteY17565"/>
                </a:cxn>
                <a:cxn ang="0">
                  <a:pos x="connsiteX17566" y="connsiteY17566"/>
                </a:cxn>
                <a:cxn ang="0">
                  <a:pos x="connsiteX17567" y="connsiteY17567"/>
                </a:cxn>
                <a:cxn ang="0">
                  <a:pos x="connsiteX17568" y="connsiteY17568"/>
                </a:cxn>
                <a:cxn ang="0">
                  <a:pos x="connsiteX17569" y="connsiteY17569"/>
                </a:cxn>
                <a:cxn ang="0">
                  <a:pos x="connsiteX17570" y="connsiteY17570"/>
                </a:cxn>
                <a:cxn ang="0">
                  <a:pos x="connsiteX17571" y="connsiteY17571"/>
                </a:cxn>
                <a:cxn ang="0">
                  <a:pos x="connsiteX17572" y="connsiteY17572"/>
                </a:cxn>
                <a:cxn ang="0">
                  <a:pos x="connsiteX17573" y="connsiteY17573"/>
                </a:cxn>
                <a:cxn ang="0">
                  <a:pos x="connsiteX17574" y="connsiteY17574"/>
                </a:cxn>
                <a:cxn ang="0">
                  <a:pos x="connsiteX17575" y="connsiteY17575"/>
                </a:cxn>
                <a:cxn ang="0">
                  <a:pos x="connsiteX17576" y="connsiteY17576"/>
                </a:cxn>
                <a:cxn ang="0">
                  <a:pos x="connsiteX17577" y="connsiteY17577"/>
                </a:cxn>
                <a:cxn ang="0">
                  <a:pos x="connsiteX17578" y="connsiteY17578"/>
                </a:cxn>
                <a:cxn ang="0">
                  <a:pos x="connsiteX17579" y="connsiteY17579"/>
                </a:cxn>
                <a:cxn ang="0">
                  <a:pos x="connsiteX17580" y="connsiteY17580"/>
                </a:cxn>
                <a:cxn ang="0">
                  <a:pos x="connsiteX17581" y="connsiteY17581"/>
                </a:cxn>
                <a:cxn ang="0">
                  <a:pos x="connsiteX17582" y="connsiteY17582"/>
                </a:cxn>
                <a:cxn ang="0">
                  <a:pos x="connsiteX17583" y="connsiteY17583"/>
                </a:cxn>
                <a:cxn ang="0">
                  <a:pos x="connsiteX17584" y="connsiteY17584"/>
                </a:cxn>
                <a:cxn ang="0">
                  <a:pos x="connsiteX17585" y="connsiteY17585"/>
                </a:cxn>
                <a:cxn ang="0">
                  <a:pos x="connsiteX17586" y="connsiteY17586"/>
                </a:cxn>
                <a:cxn ang="0">
                  <a:pos x="connsiteX17587" y="connsiteY17587"/>
                </a:cxn>
                <a:cxn ang="0">
                  <a:pos x="connsiteX17588" y="connsiteY17588"/>
                </a:cxn>
                <a:cxn ang="0">
                  <a:pos x="connsiteX17589" y="connsiteY17589"/>
                </a:cxn>
                <a:cxn ang="0">
                  <a:pos x="connsiteX17590" y="connsiteY17590"/>
                </a:cxn>
                <a:cxn ang="0">
                  <a:pos x="connsiteX17591" y="connsiteY17591"/>
                </a:cxn>
                <a:cxn ang="0">
                  <a:pos x="connsiteX17592" y="connsiteY17592"/>
                </a:cxn>
                <a:cxn ang="0">
                  <a:pos x="connsiteX17593" y="connsiteY17593"/>
                </a:cxn>
                <a:cxn ang="0">
                  <a:pos x="connsiteX17594" y="connsiteY17594"/>
                </a:cxn>
                <a:cxn ang="0">
                  <a:pos x="connsiteX17595" y="connsiteY17595"/>
                </a:cxn>
                <a:cxn ang="0">
                  <a:pos x="connsiteX17596" y="connsiteY17596"/>
                </a:cxn>
                <a:cxn ang="0">
                  <a:pos x="connsiteX17597" y="connsiteY17597"/>
                </a:cxn>
                <a:cxn ang="0">
                  <a:pos x="connsiteX17598" y="connsiteY17598"/>
                </a:cxn>
                <a:cxn ang="0">
                  <a:pos x="connsiteX17599" y="connsiteY17599"/>
                </a:cxn>
                <a:cxn ang="0">
                  <a:pos x="connsiteX17600" y="connsiteY17600"/>
                </a:cxn>
                <a:cxn ang="0">
                  <a:pos x="connsiteX17601" y="connsiteY17601"/>
                </a:cxn>
                <a:cxn ang="0">
                  <a:pos x="connsiteX17602" y="connsiteY17602"/>
                </a:cxn>
                <a:cxn ang="0">
                  <a:pos x="connsiteX17603" y="connsiteY17603"/>
                </a:cxn>
                <a:cxn ang="0">
                  <a:pos x="connsiteX17604" y="connsiteY17604"/>
                </a:cxn>
                <a:cxn ang="0">
                  <a:pos x="connsiteX17605" y="connsiteY17605"/>
                </a:cxn>
                <a:cxn ang="0">
                  <a:pos x="connsiteX17606" y="connsiteY17606"/>
                </a:cxn>
                <a:cxn ang="0">
                  <a:pos x="connsiteX17607" y="connsiteY17607"/>
                </a:cxn>
                <a:cxn ang="0">
                  <a:pos x="connsiteX17608" y="connsiteY17608"/>
                </a:cxn>
                <a:cxn ang="0">
                  <a:pos x="connsiteX17609" y="connsiteY17609"/>
                </a:cxn>
                <a:cxn ang="0">
                  <a:pos x="connsiteX17610" y="connsiteY17610"/>
                </a:cxn>
                <a:cxn ang="0">
                  <a:pos x="connsiteX17611" y="connsiteY17611"/>
                </a:cxn>
                <a:cxn ang="0">
                  <a:pos x="connsiteX17612" y="connsiteY17612"/>
                </a:cxn>
                <a:cxn ang="0">
                  <a:pos x="connsiteX17613" y="connsiteY17613"/>
                </a:cxn>
                <a:cxn ang="0">
                  <a:pos x="connsiteX17614" y="connsiteY17614"/>
                </a:cxn>
                <a:cxn ang="0">
                  <a:pos x="connsiteX17615" y="connsiteY17615"/>
                </a:cxn>
                <a:cxn ang="0">
                  <a:pos x="connsiteX17616" y="connsiteY17616"/>
                </a:cxn>
                <a:cxn ang="0">
                  <a:pos x="connsiteX17617" y="connsiteY17617"/>
                </a:cxn>
                <a:cxn ang="0">
                  <a:pos x="connsiteX17618" y="connsiteY17618"/>
                </a:cxn>
                <a:cxn ang="0">
                  <a:pos x="connsiteX17619" y="connsiteY17619"/>
                </a:cxn>
                <a:cxn ang="0">
                  <a:pos x="connsiteX17620" y="connsiteY17620"/>
                </a:cxn>
                <a:cxn ang="0">
                  <a:pos x="connsiteX17621" y="connsiteY17621"/>
                </a:cxn>
                <a:cxn ang="0">
                  <a:pos x="connsiteX17622" y="connsiteY17622"/>
                </a:cxn>
                <a:cxn ang="0">
                  <a:pos x="connsiteX17623" y="connsiteY17623"/>
                </a:cxn>
                <a:cxn ang="0">
                  <a:pos x="connsiteX17624" y="connsiteY17624"/>
                </a:cxn>
                <a:cxn ang="0">
                  <a:pos x="connsiteX17625" y="connsiteY17625"/>
                </a:cxn>
                <a:cxn ang="0">
                  <a:pos x="connsiteX17626" y="connsiteY17626"/>
                </a:cxn>
                <a:cxn ang="0">
                  <a:pos x="connsiteX17627" y="connsiteY17627"/>
                </a:cxn>
                <a:cxn ang="0">
                  <a:pos x="connsiteX17628" y="connsiteY17628"/>
                </a:cxn>
                <a:cxn ang="0">
                  <a:pos x="connsiteX17629" y="connsiteY17629"/>
                </a:cxn>
                <a:cxn ang="0">
                  <a:pos x="connsiteX17630" y="connsiteY17630"/>
                </a:cxn>
                <a:cxn ang="0">
                  <a:pos x="connsiteX17631" y="connsiteY17631"/>
                </a:cxn>
                <a:cxn ang="0">
                  <a:pos x="connsiteX17632" y="connsiteY17632"/>
                </a:cxn>
                <a:cxn ang="0">
                  <a:pos x="connsiteX17633" y="connsiteY17633"/>
                </a:cxn>
                <a:cxn ang="0">
                  <a:pos x="connsiteX17634" y="connsiteY17634"/>
                </a:cxn>
                <a:cxn ang="0">
                  <a:pos x="connsiteX17635" y="connsiteY17635"/>
                </a:cxn>
                <a:cxn ang="0">
                  <a:pos x="connsiteX17636" y="connsiteY17636"/>
                </a:cxn>
                <a:cxn ang="0">
                  <a:pos x="connsiteX17637" y="connsiteY17637"/>
                </a:cxn>
                <a:cxn ang="0">
                  <a:pos x="connsiteX17638" y="connsiteY17638"/>
                </a:cxn>
                <a:cxn ang="0">
                  <a:pos x="connsiteX17639" y="connsiteY17639"/>
                </a:cxn>
                <a:cxn ang="0">
                  <a:pos x="connsiteX17640" y="connsiteY17640"/>
                </a:cxn>
                <a:cxn ang="0">
                  <a:pos x="connsiteX17641" y="connsiteY17641"/>
                </a:cxn>
                <a:cxn ang="0">
                  <a:pos x="connsiteX17642" y="connsiteY17642"/>
                </a:cxn>
                <a:cxn ang="0">
                  <a:pos x="connsiteX17643" y="connsiteY17643"/>
                </a:cxn>
                <a:cxn ang="0">
                  <a:pos x="connsiteX17644" y="connsiteY17644"/>
                </a:cxn>
                <a:cxn ang="0">
                  <a:pos x="connsiteX17645" y="connsiteY17645"/>
                </a:cxn>
                <a:cxn ang="0">
                  <a:pos x="connsiteX17646" y="connsiteY17646"/>
                </a:cxn>
                <a:cxn ang="0">
                  <a:pos x="connsiteX17647" y="connsiteY17647"/>
                </a:cxn>
                <a:cxn ang="0">
                  <a:pos x="connsiteX17648" y="connsiteY17648"/>
                </a:cxn>
                <a:cxn ang="0">
                  <a:pos x="connsiteX17649" y="connsiteY17649"/>
                </a:cxn>
                <a:cxn ang="0">
                  <a:pos x="connsiteX17650" y="connsiteY17650"/>
                </a:cxn>
                <a:cxn ang="0">
                  <a:pos x="connsiteX17651" y="connsiteY17651"/>
                </a:cxn>
                <a:cxn ang="0">
                  <a:pos x="connsiteX17652" y="connsiteY17652"/>
                </a:cxn>
                <a:cxn ang="0">
                  <a:pos x="connsiteX17653" y="connsiteY17653"/>
                </a:cxn>
                <a:cxn ang="0">
                  <a:pos x="connsiteX17654" y="connsiteY17654"/>
                </a:cxn>
                <a:cxn ang="0">
                  <a:pos x="connsiteX17655" y="connsiteY17655"/>
                </a:cxn>
                <a:cxn ang="0">
                  <a:pos x="connsiteX17656" y="connsiteY17656"/>
                </a:cxn>
                <a:cxn ang="0">
                  <a:pos x="connsiteX17657" y="connsiteY17657"/>
                </a:cxn>
                <a:cxn ang="0">
                  <a:pos x="connsiteX17658" y="connsiteY17658"/>
                </a:cxn>
                <a:cxn ang="0">
                  <a:pos x="connsiteX17659" y="connsiteY17659"/>
                </a:cxn>
                <a:cxn ang="0">
                  <a:pos x="connsiteX17660" y="connsiteY17660"/>
                </a:cxn>
                <a:cxn ang="0">
                  <a:pos x="connsiteX17661" y="connsiteY17661"/>
                </a:cxn>
                <a:cxn ang="0">
                  <a:pos x="connsiteX17662" y="connsiteY17662"/>
                </a:cxn>
                <a:cxn ang="0">
                  <a:pos x="connsiteX17663" y="connsiteY17663"/>
                </a:cxn>
                <a:cxn ang="0">
                  <a:pos x="connsiteX17664" y="connsiteY17664"/>
                </a:cxn>
                <a:cxn ang="0">
                  <a:pos x="connsiteX17665" y="connsiteY17665"/>
                </a:cxn>
                <a:cxn ang="0">
                  <a:pos x="connsiteX17666" y="connsiteY17666"/>
                </a:cxn>
                <a:cxn ang="0">
                  <a:pos x="connsiteX17667" y="connsiteY17667"/>
                </a:cxn>
                <a:cxn ang="0">
                  <a:pos x="connsiteX17668" y="connsiteY17668"/>
                </a:cxn>
                <a:cxn ang="0">
                  <a:pos x="connsiteX17669" y="connsiteY17669"/>
                </a:cxn>
                <a:cxn ang="0">
                  <a:pos x="connsiteX17670" y="connsiteY17670"/>
                </a:cxn>
                <a:cxn ang="0">
                  <a:pos x="connsiteX17671" y="connsiteY17671"/>
                </a:cxn>
                <a:cxn ang="0">
                  <a:pos x="connsiteX17672" y="connsiteY17672"/>
                </a:cxn>
                <a:cxn ang="0">
                  <a:pos x="connsiteX17673" y="connsiteY17673"/>
                </a:cxn>
                <a:cxn ang="0">
                  <a:pos x="connsiteX17674" y="connsiteY17674"/>
                </a:cxn>
                <a:cxn ang="0">
                  <a:pos x="connsiteX17675" y="connsiteY17675"/>
                </a:cxn>
                <a:cxn ang="0">
                  <a:pos x="connsiteX17676" y="connsiteY17676"/>
                </a:cxn>
                <a:cxn ang="0">
                  <a:pos x="connsiteX17677" y="connsiteY17677"/>
                </a:cxn>
                <a:cxn ang="0">
                  <a:pos x="connsiteX17678" y="connsiteY17678"/>
                </a:cxn>
                <a:cxn ang="0">
                  <a:pos x="connsiteX17679" y="connsiteY17679"/>
                </a:cxn>
                <a:cxn ang="0">
                  <a:pos x="connsiteX17680" y="connsiteY17680"/>
                </a:cxn>
                <a:cxn ang="0">
                  <a:pos x="connsiteX17681" y="connsiteY17681"/>
                </a:cxn>
                <a:cxn ang="0">
                  <a:pos x="connsiteX17682" y="connsiteY17682"/>
                </a:cxn>
                <a:cxn ang="0">
                  <a:pos x="connsiteX17683" y="connsiteY17683"/>
                </a:cxn>
                <a:cxn ang="0">
                  <a:pos x="connsiteX17684" y="connsiteY17684"/>
                </a:cxn>
                <a:cxn ang="0">
                  <a:pos x="connsiteX17685" y="connsiteY17685"/>
                </a:cxn>
                <a:cxn ang="0">
                  <a:pos x="connsiteX17686" y="connsiteY17686"/>
                </a:cxn>
                <a:cxn ang="0">
                  <a:pos x="connsiteX17687" y="connsiteY17687"/>
                </a:cxn>
                <a:cxn ang="0">
                  <a:pos x="connsiteX17688" y="connsiteY17688"/>
                </a:cxn>
                <a:cxn ang="0">
                  <a:pos x="connsiteX17689" y="connsiteY17689"/>
                </a:cxn>
                <a:cxn ang="0">
                  <a:pos x="connsiteX17690" y="connsiteY17690"/>
                </a:cxn>
                <a:cxn ang="0">
                  <a:pos x="connsiteX17691" y="connsiteY17691"/>
                </a:cxn>
                <a:cxn ang="0">
                  <a:pos x="connsiteX17692" y="connsiteY17692"/>
                </a:cxn>
                <a:cxn ang="0">
                  <a:pos x="connsiteX17693" y="connsiteY17693"/>
                </a:cxn>
                <a:cxn ang="0">
                  <a:pos x="connsiteX17694" y="connsiteY17694"/>
                </a:cxn>
                <a:cxn ang="0">
                  <a:pos x="connsiteX17695" y="connsiteY17695"/>
                </a:cxn>
                <a:cxn ang="0">
                  <a:pos x="connsiteX17696" y="connsiteY17696"/>
                </a:cxn>
                <a:cxn ang="0">
                  <a:pos x="connsiteX17697" y="connsiteY17697"/>
                </a:cxn>
                <a:cxn ang="0">
                  <a:pos x="connsiteX17698" y="connsiteY17698"/>
                </a:cxn>
                <a:cxn ang="0">
                  <a:pos x="connsiteX17699" y="connsiteY17699"/>
                </a:cxn>
                <a:cxn ang="0">
                  <a:pos x="connsiteX17700" y="connsiteY17700"/>
                </a:cxn>
                <a:cxn ang="0">
                  <a:pos x="connsiteX17701" y="connsiteY17701"/>
                </a:cxn>
                <a:cxn ang="0">
                  <a:pos x="connsiteX17702" y="connsiteY17702"/>
                </a:cxn>
                <a:cxn ang="0">
                  <a:pos x="connsiteX17703" y="connsiteY17703"/>
                </a:cxn>
                <a:cxn ang="0">
                  <a:pos x="connsiteX17704" y="connsiteY17704"/>
                </a:cxn>
                <a:cxn ang="0">
                  <a:pos x="connsiteX17705" y="connsiteY17705"/>
                </a:cxn>
                <a:cxn ang="0">
                  <a:pos x="connsiteX17706" y="connsiteY17706"/>
                </a:cxn>
                <a:cxn ang="0">
                  <a:pos x="connsiteX17707" y="connsiteY17707"/>
                </a:cxn>
                <a:cxn ang="0">
                  <a:pos x="connsiteX17708" y="connsiteY17708"/>
                </a:cxn>
                <a:cxn ang="0">
                  <a:pos x="connsiteX17709" y="connsiteY17709"/>
                </a:cxn>
                <a:cxn ang="0">
                  <a:pos x="connsiteX17710" y="connsiteY17710"/>
                </a:cxn>
                <a:cxn ang="0">
                  <a:pos x="connsiteX17711" y="connsiteY17711"/>
                </a:cxn>
                <a:cxn ang="0">
                  <a:pos x="connsiteX17712" y="connsiteY17712"/>
                </a:cxn>
                <a:cxn ang="0">
                  <a:pos x="connsiteX17713" y="connsiteY17713"/>
                </a:cxn>
                <a:cxn ang="0">
                  <a:pos x="connsiteX17714" y="connsiteY17714"/>
                </a:cxn>
                <a:cxn ang="0">
                  <a:pos x="connsiteX17715" y="connsiteY17715"/>
                </a:cxn>
                <a:cxn ang="0">
                  <a:pos x="connsiteX17716" y="connsiteY17716"/>
                </a:cxn>
                <a:cxn ang="0">
                  <a:pos x="connsiteX17717" y="connsiteY17717"/>
                </a:cxn>
                <a:cxn ang="0">
                  <a:pos x="connsiteX17718" y="connsiteY17718"/>
                </a:cxn>
                <a:cxn ang="0">
                  <a:pos x="connsiteX17719" y="connsiteY17719"/>
                </a:cxn>
                <a:cxn ang="0">
                  <a:pos x="connsiteX17720" y="connsiteY17720"/>
                </a:cxn>
                <a:cxn ang="0">
                  <a:pos x="connsiteX17721" y="connsiteY17721"/>
                </a:cxn>
                <a:cxn ang="0">
                  <a:pos x="connsiteX17722" y="connsiteY17722"/>
                </a:cxn>
                <a:cxn ang="0">
                  <a:pos x="connsiteX17723" y="connsiteY17723"/>
                </a:cxn>
                <a:cxn ang="0">
                  <a:pos x="connsiteX17724" y="connsiteY17724"/>
                </a:cxn>
                <a:cxn ang="0">
                  <a:pos x="connsiteX17725" y="connsiteY17725"/>
                </a:cxn>
                <a:cxn ang="0">
                  <a:pos x="connsiteX17726" y="connsiteY17726"/>
                </a:cxn>
                <a:cxn ang="0">
                  <a:pos x="connsiteX17727" y="connsiteY17727"/>
                </a:cxn>
                <a:cxn ang="0">
                  <a:pos x="connsiteX17728" y="connsiteY17728"/>
                </a:cxn>
                <a:cxn ang="0">
                  <a:pos x="connsiteX17729" y="connsiteY17729"/>
                </a:cxn>
                <a:cxn ang="0">
                  <a:pos x="connsiteX17730" y="connsiteY17730"/>
                </a:cxn>
                <a:cxn ang="0">
                  <a:pos x="connsiteX17731" y="connsiteY17731"/>
                </a:cxn>
                <a:cxn ang="0">
                  <a:pos x="connsiteX17732" y="connsiteY17732"/>
                </a:cxn>
                <a:cxn ang="0">
                  <a:pos x="connsiteX17733" y="connsiteY17733"/>
                </a:cxn>
                <a:cxn ang="0">
                  <a:pos x="connsiteX17734" y="connsiteY17734"/>
                </a:cxn>
                <a:cxn ang="0">
                  <a:pos x="connsiteX17735" y="connsiteY17735"/>
                </a:cxn>
                <a:cxn ang="0">
                  <a:pos x="connsiteX17736" y="connsiteY17736"/>
                </a:cxn>
                <a:cxn ang="0">
                  <a:pos x="connsiteX17737" y="connsiteY17737"/>
                </a:cxn>
                <a:cxn ang="0">
                  <a:pos x="connsiteX17738" y="connsiteY17738"/>
                </a:cxn>
                <a:cxn ang="0">
                  <a:pos x="connsiteX17739" y="connsiteY17739"/>
                </a:cxn>
                <a:cxn ang="0">
                  <a:pos x="connsiteX17740" y="connsiteY17740"/>
                </a:cxn>
                <a:cxn ang="0">
                  <a:pos x="connsiteX17741" y="connsiteY17741"/>
                </a:cxn>
                <a:cxn ang="0">
                  <a:pos x="connsiteX17742" y="connsiteY17742"/>
                </a:cxn>
                <a:cxn ang="0">
                  <a:pos x="connsiteX17743" y="connsiteY17743"/>
                </a:cxn>
                <a:cxn ang="0">
                  <a:pos x="connsiteX17744" y="connsiteY17744"/>
                </a:cxn>
                <a:cxn ang="0">
                  <a:pos x="connsiteX17745" y="connsiteY17745"/>
                </a:cxn>
                <a:cxn ang="0">
                  <a:pos x="connsiteX17746" y="connsiteY17746"/>
                </a:cxn>
                <a:cxn ang="0">
                  <a:pos x="connsiteX17747" y="connsiteY17747"/>
                </a:cxn>
                <a:cxn ang="0">
                  <a:pos x="connsiteX17748" y="connsiteY17748"/>
                </a:cxn>
                <a:cxn ang="0">
                  <a:pos x="connsiteX17749" y="connsiteY17749"/>
                </a:cxn>
                <a:cxn ang="0">
                  <a:pos x="connsiteX17750" y="connsiteY17750"/>
                </a:cxn>
                <a:cxn ang="0">
                  <a:pos x="connsiteX17751" y="connsiteY17751"/>
                </a:cxn>
                <a:cxn ang="0">
                  <a:pos x="connsiteX17752" y="connsiteY17752"/>
                </a:cxn>
                <a:cxn ang="0">
                  <a:pos x="connsiteX17753" y="connsiteY17753"/>
                </a:cxn>
                <a:cxn ang="0">
                  <a:pos x="connsiteX17754" y="connsiteY17754"/>
                </a:cxn>
                <a:cxn ang="0">
                  <a:pos x="connsiteX17755" y="connsiteY17755"/>
                </a:cxn>
                <a:cxn ang="0">
                  <a:pos x="connsiteX17756" y="connsiteY17756"/>
                </a:cxn>
                <a:cxn ang="0">
                  <a:pos x="connsiteX17757" y="connsiteY17757"/>
                </a:cxn>
                <a:cxn ang="0">
                  <a:pos x="connsiteX17758" y="connsiteY17758"/>
                </a:cxn>
                <a:cxn ang="0">
                  <a:pos x="connsiteX17759" y="connsiteY17759"/>
                </a:cxn>
                <a:cxn ang="0">
                  <a:pos x="connsiteX17760" y="connsiteY17760"/>
                </a:cxn>
                <a:cxn ang="0">
                  <a:pos x="connsiteX17761" y="connsiteY17761"/>
                </a:cxn>
                <a:cxn ang="0">
                  <a:pos x="connsiteX17762" y="connsiteY17762"/>
                </a:cxn>
                <a:cxn ang="0">
                  <a:pos x="connsiteX17763" y="connsiteY17763"/>
                </a:cxn>
                <a:cxn ang="0">
                  <a:pos x="connsiteX17764" y="connsiteY17764"/>
                </a:cxn>
                <a:cxn ang="0">
                  <a:pos x="connsiteX17765" y="connsiteY17765"/>
                </a:cxn>
                <a:cxn ang="0">
                  <a:pos x="connsiteX17766" y="connsiteY17766"/>
                </a:cxn>
                <a:cxn ang="0">
                  <a:pos x="connsiteX17767" y="connsiteY17767"/>
                </a:cxn>
                <a:cxn ang="0">
                  <a:pos x="connsiteX17768" y="connsiteY17768"/>
                </a:cxn>
                <a:cxn ang="0">
                  <a:pos x="connsiteX17769" y="connsiteY17769"/>
                </a:cxn>
                <a:cxn ang="0">
                  <a:pos x="connsiteX17770" y="connsiteY17770"/>
                </a:cxn>
                <a:cxn ang="0">
                  <a:pos x="connsiteX17771" y="connsiteY17771"/>
                </a:cxn>
                <a:cxn ang="0">
                  <a:pos x="connsiteX17772" y="connsiteY17772"/>
                </a:cxn>
                <a:cxn ang="0">
                  <a:pos x="connsiteX17773" y="connsiteY17773"/>
                </a:cxn>
                <a:cxn ang="0">
                  <a:pos x="connsiteX17774" y="connsiteY17774"/>
                </a:cxn>
                <a:cxn ang="0">
                  <a:pos x="connsiteX17775" y="connsiteY17775"/>
                </a:cxn>
                <a:cxn ang="0">
                  <a:pos x="connsiteX17776" y="connsiteY17776"/>
                </a:cxn>
                <a:cxn ang="0">
                  <a:pos x="connsiteX17777" y="connsiteY17777"/>
                </a:cxn>
                <a:cxn ang="0">
                  <a:pos x="connsiteX17778" y="connsiteY17778"/>
                </a:cxn>
                <a:cxn ang="0">
                  <a:pos x="connsiteX17779" y="connsiteY17779"/>
                </a:cxn>
                <a:cxn ang="0">
                  <a:pos x="connsiteX17780" y="connsiteY17780"/>
                </a:cxn>
                <a:cxn ang="0">
                  <a:pos x="connsiteX17781" y="connsiteY17781"/>
                </a:cxn>
                <a:cxn ang="0">
                  <a:pos x="connsiteX17782" y="connsiteY17782"/>
                </a:cxn>
                <a:cxn ang="0">
                  <a:pos x="connsiteX17783" y="connsiteY17783"/>
                </a:cxn>
                <a:cxn ang="0">
                  <a:pos x="connsiteX17784" y="connsiteY17784"/>
                </a:cxn>
                <a:cxn ang="0">
                  <a:pos x="connsiteX17785" y="connsiteY17785"/>
                </a:cxn>
                <a:cxn ang="0">
                  <a:pos x="connsiteX17786" y="connsiteY17786"/>
                </a:cxn>
                <a:cxn ang="0">
                  <a:pos x="connsiteX17787" y="connsiteY17787"/>
                </a:cxn>
                <a:cxn ang="0">
                  <a:pos x="connsiteX17788" y="connsiteY17788"/>
                </a:cxn>
                <a:cxn ang="0">
                  <a:pos x="connsiteX17789" y="connsiteY17789"/>
                </a:cxn>
                <a:cxn ang="0">
                  <a:pos x="connsiteX17790" y="connsiteY17790"/>
                </a:cxn>
                <a:cxn ang="0">
                  <a:pos x="connsiteX17791" y="connsiteY17791"/>
                </a:cxn>
                <a:cxn ang="0">
                  <a:pos x="connsiteX17792" y="connsiteY17792"/>
                </a:cxn>
                <a:cxn ang="0">
                  <a:pos x="connsiteX17793" y="connsiteY17793"/>
                </a:cxn>
                <a:cxn ang="0">
                  <a:pos x="connsiteX17794" y="connsiteY17794"/>
                </a:cxn>
                <a:cxn ang="0">
                  <a:pos x="connsiteX17795" y="connsiteY17795"/>
                </a:cxn>
                <a:cxn ang="0">
                  <a:pos x="connsiteX17796" y="connsiteY17796"/>
                </a:cxn>
                <a:cxn ang="0">
                  <a:pos x="connsiteX17797" y="connsiteY17797"/>
                </a:cxn>
                <a:cxn ang="0">
                  <a:pos x="connsiteX17798" y="connsiteY17798"/>
                </a:cxn>
                <a:cxn ang="0">
                  <a:pos x="connsiteX17799" y="connsiteY17799"/>
                </a:cxn>
                <a:cxn ang="0">
                  <a:pos x="connsiteX17800" y="connsiteY17800"/>
                </a:cxn>
                <a:cxn ang="0">
                  <a:pos x="connsiteX17801" y="connsiteY17801"/>
                </a:cxn>
                <a:cxn ang="0">
                  <a:pos x="connsiteX17802" y="connsiteY17802"/>
                </a:cxn>
                <a:cxn ang="0">
                  <a:pos x="connsiteX17803" y="connsiteY17803"/>
                </a:cxn>
                <a:cxn ang="0">
                  <a:pos x="connsiteX17804" y="connsiteY17804"/>
                </a:cxn>
                <a:cxn ang="0">
                  <a:pos x="connsiteX17805" y="connsiteY17805"/>
                </a:cxn>
                <a:cxn ang="0">
                  <a:pos x="connsiteX17806" y="connsiteY17806"/>
                </a:cxn>
                <a:cxn ang="0">
                  <a:pos x="connsiteX17807" y="connsiteY17807"/>
                </a:cxn>
                <a:cxn ang="0">
                  <a:pos x="connsiteX17808" y="connsiteY17808"/>
                </a:cxn>
                <a:cxn ang="0">
                  <a:pos x="connsiteX17809" y="connsiteY17809"/>
                </a:cxn>
                <a:cxn ang="0">
                  <a:pos x="connsiteX17810" y="connsiteY17810"/>
                </a:cxn>
                <a:cxn ang="0">
                  <a:pos x="connsiteX17811" y="connsiteY17811"/>
                </a:cxn>
                <a:cxn ang="0">
                  <a:pos x="connsiteX17812" y="connsiteY17812"/>
                </a:cxn>
                <a:cxn ang="0">
                  <a:pos x="connsiteX17813" y="connsiteY17813"/>
                </a:cxn>
                <a:cxn ang="0">
                  <a:pos x="connsiteX17814" y="connsiteY17814"/>
                </a:cxn>
                <a:cxn ang="0">
                  <a:pos x="connsiteX17815" y="connsiteY17815"/>
                </a:cxn>
                <a:cxn ang="0">
                  <a:pos x="connsiteX17816" y="connsiteY17816"/>
                </a:cxn>
                <a:cxn ang="0">
                  <a:pos x="connsiteX17817" y="connsiteY17817"/>
                </a:cxn>
                <a:cxn ang="0">
                  <a:pos x="connsiteX17818" y="connsiteY17818"/>
                </a:cxn>
                <a:cxn ang="0">
                  <a:pos x="connsiteX17819" y="connsiteY17819"/>
                </a:cxn>
                <a:cxn ang="0">
                  <a:pos x="connsiteX17820" y="connsiteY17820"/>
                </a:cxn>
                <a:cxn ang="0">
                  <a:pos x="connsiteX17821" y="connsiteY17821"/>
                </a:cxn>
                <a:cxn ang="0">
                  <a:pos x="connsiteX17822" y="connsiteY17822"/>
                </a:cxn>
                <a:cxn ang="0">
                  <a:pos x="connsiteX17823" y="connsiteY17823"/>
                </a:cxn>
                <a:cxn ang="0">
                  <a:pos x="connsiteX17824" y="connsiteY17824"/>
                </a:cxn>
                <a:cxn ang="0">
                  <a:pos x="connsiteX17825" y="connsiteY17825"/>
                </a:cxn>
                <a:cxn ang="0">
                  <a:pos x="connsiteX17826" y="connsiteY17826"/>
                </a:cxn>
                <a:cxn ang="0">
                  <a:pos x="connsiteX17827" y="connsiteY17827"/>
                </a:cxn>
                <a:cxn ang="0">
                  <a:pos x="connsiteX17828" y="connsiteY17828"/>
                </a:cxn>
                <a:cxn ang="0">
                  <a:pos x="connsiteX17829" y="connsiteY17829"/>
                </a:cxn>
                <a:cxn ang="0">
                  <a:pos x="connsiteX17830" y="connsiteY17830"/>
                </a:cxn>
                <a:cxn ang="0">
                  <a:pos x="connsiteX17831" y="connsiteY17831"/>
                </a:cxn>
                <a:cxn ang="0">
                  <a:pos x="connsiteX17832" y="connsiteY17832"/>
                </a:cxn>
                <a:cxn ang="0">
                  <a:pos x="connsiteX17833" y="connsiteY17833"/>
                </a:cxn>
                <a:cxn ang="0">
                  <a:pos x="connsiteX17834" y="connsiteY17834"/>
                </a:cxn>
                <a:cxn ang="0">
                  <a:pos x="connsiteX17835" y="connsiteY17835"/>
                </a:cxn>
                <a:cxn ang="0">
                  <a:pos x="connsiteX17836" y="connsiteY17836"/>
                </a:cxn>
                <a:cxn ang="0">
                  <a:pos x="connsiteX17837" y="connsiteY17837"/>
                </a:cxn>
                <a:cxn ang="0">
                  <a:pos x="connsiteX17838" y="connsiteY17838"/>
                </a:cxn>
                <a:cxn ang="0">
                  <a:pos x="connsiteX17839" y="connsiteY17839"/>
                </a:cxn>
                <a:cxn ang="0">
                  <a:pos x="connsiteX17840" y="connsiteY17840"/>
                </a:cxn>
                <a:cxn ang="0">
                  <a:pos x="connsiteX17841" y="connsiteY17841"/>
                </a:cxn>
                <a:cxn ang="0">
                  <a:pos x="connsiteX17842" y="connsiteY17842"/>
                </a:cxn>
                <a:cxn ang="0">
                  <a:pos x="connsiteX17843" y="connsiteY17843"/>
                </a:cxn>
                <a:cxn ang="0">
                  <a:pos x="connsiteX17844" y="connsiteY17844"/>
                </a:cxn>
                <a:cxn ang="0">
                  <a:pos x="connsiteX17845" y="connsiteY17845"/>
                </a:cxn>
                <a:cxn ang="0">
                  <a:pos x="connsiteX17846" y="connsiteY17846"/>
                </a:cxn>
                <a:cxn ang="0">
                  <a:pos x="connsiteX17847" y="connsiteY17847"/>
                </a:cxn>
                <a:cxn ang="0">
                  <a:pos x="connsiteX17848" y="connsiteY17848"/>
                </a:cxn>
                <a:cxn ang="0">
                  <a:pos x="connsiteX17849" y="connsiteY17849"/>
                </a:cxn>
                <a:cxn ang="0">
                  <a:pos x="connsiteX17850" y="connsiteY17850"/>
                </a:cxn>
                <a:cxn ang="0">
                  <a:pos x="connsiteX17851" y="connsiteY17851"/>
                </a:cxn>
                <a:cxn ang="0">
                  <a:pos x="connsiteX17852" y="connsiteY17852"/>
                </a:cxn>
                <a:cxn ang="0">
                  <a:pos x="connsiteX17853" y="connsiteY17853"/>
                </a:cxn>
                <a:cxn ang="0">
                  <a:pos x="connsiteX17854" y="connsiteY17854"/>
                </a:cxn>
                <a:cxn ang="0">
                  <a:pos x="connsiteX17855" y="connsiteY17855"/>
                </a:cxn>
                <a:cxn ang="0">
                  <a:pos x="connsiteX17856" y="connsiteY17856"/>
                </a:cxn>
                <a:cxn ang="0">
                  <a:pos x="connsiteX17857" y="connsiteY17857"/>
                </a:cxn>
                <a:cxn ang="0">
                  <a:pos x="connsiteX17858" y="connsiteY17858"/>
                </a:cxn>
                <a:cxn ang="0">
                  <a:pos x="connsiteX17859" y="connsiteY17859"/>
                </a:cxn>
                <a:cxn ang="0">
                  <a:pos x="connsiteX17860" y="connsiteY17860"/>
                </a:cxn>
                <a:cxn ang="0">
                  <a:pos x="connsiteX17861" y="connsiteY17861"/>
                </a:cxn>
                <a:cxn ang="0">
                  <a:pos x="connsiteX17862" y="connsiteY17862"/>
                </a:cxn>
                <a:cxn ang="0">
                  <a:pos x="connsiteX17863" y="connsiteY17863"/>
                </a:cxn>
                <a:cxn ang="0">
                  <a:pos x="connsiteX17864" y="connsiteY17864"/>
                </a:cxn>
                <a:cxn ang="0">
                  <a:pos x="connsiteX17865" y="connsiteY17865"/>
                </a:cxn>
                <a:cxn ang="0">
                  <a:pos x="connsiteX17866" y="connsiteY17866"/>
                </a:cxn>
                <a:cxn ang="0">
                  <a:pos x="connsiteX17867" y="connsiteY17867"/>
                </a:cxn>
                <a:cxn ang="0">
                  <a:pos x="connsiteX17868" y="connsiteY17868"/>
                </a:cxn>
                <a:cxn ang="0">
                  <a:pos x="connsiteX17869" y="connsiteY17869"/>
                </a:cxn>
                <a:cxn ang="0">
                  <a:pos x="connsiteX17870" y="connsiteY17870"/>
                </a:cxn>
                <a:cxn ang="0">
                  <a:pos x="connsiteX17871" y="connsiteY17871"/>
                </a:cxn>
                <a:cxn ang="0">
                  <a:pos x="connsiteX17872" y="connsiteY17872"/>
                </a:cxn>
                <a:cxn ang="0">
                  <a:pos x="connsiteX17873" y="connsiteY17873"/>
                </a:cxn>
                <a:cxn ang="0">
                  <a:pos x="connsiteX17874" y="connsiteY17874"/>
                </a:cxn>
                <a:cxn ang="0">
                  <a:pos x="connsiteX17875" y="connsiteY17875"/>
                </a:cxn>
                <a:cxn ang="0">
                  <a:pos x="connsiteX17876" y="connsiteY17876"/>
                </a:cxn>
                <a:cxn ang="0">
                  <a:pos x="connsiteX17877" y="connsiteY17877"/>
                </a:cxn>
                <a:cxn ang="0">
                  <a:pos x="connsiteX17878" y="connsiteY17878"/>
                </a:cxn>
                <a:cxn ang="0">
                  <a:pos x="connsiteX17879" y="connsiteY17879"/>
                </a:cxn>
                <a:cxn ang="0">
                  <a:pos x="connsiteX17880" y="connsiteY17880"/>
                </a:cxn>
                <a:cxn ang="0">
                  <a:pos x="connsiteX17881" y="connsiteY17881"/>
                </a:cxn>
                <a:cxn ang="0">
                  <a:pos x="connsiteX17882" y="connsiteY17882"/>
                </a:cxn>
                <a:cxn ang="0">
                  <a:pos x="connsiteX17883" y="connsiteY17883"/>
                </a:cxn>
                <a:cxn ang="0">
                  <a:pos x="connsiteX17884" y="connsiteY17884"/>
                </a:cxn>
                <a:cxn ang="0">
                  <a:pos x="connsiteX17885" y="connsiteY17885"/>
                </a:cxn>
                <a:cxn ang="0">
                  <a:pos x="connsiteX17886" y="connsiteY17886"/>
                </a:cxn>
                <a:cxn ang="0">
                  <a:pos x="connsiteX17887" y="connsiteY17887"/>
                </a:cxn>
                <a:cxn ang="0">
                  <a:pos x="connsiteX17888" y="connsiteY17888"/>
                </a:cxn>
                <a:cxn ang="0">
                  <a:pos x="connsiteX17889" y="connsiteY17889"/>
                </a:cxn>
                <a:cxn ang="0">
                  <a:pos x="connsiteX17890" y="connsiteY17890"/>
                </a:cxn>
                <a:cxn ang="0">
                  <a:pos x="connsiteX17891" y="connsiteY17891"/>
                </a:cxn>
                <a:cxn ang="0">
                  <a:pos x="connsiteX17892" y="connsiteY17892"/>
                </a:cxn>
                <a:cxn ang="0">
                  <a:pos x="connsiteX17893" y="connsiteY17893"/>
                </a:cxn>
                <a:cxn ang="0">
                  <a:pos x="connsiteX17894" y="connsiteY17894"/>
                </a:cxn>
                <a:cxn ang="0">
                  <a:pos x="connsiteX17895" y="connsiteY17895"/>
                </a:cxn>
                <a:cxn ang="0">
                  <a:pos x="connsiteX17896" y="connsiteY17896"/>
                </a:cxn>
                <a:cxn ang="0">
                  <a:pos x="connsiteX17897" y="connsiteY17897"/>
                </a:cxn>
                <a:cxn ang="0">
                  <a:pos x="connsiteX17898" y="connsiteY17898"/>
                </a:cxn>
                <a:cxn ang="0">
                  <a:pos x="connsiteX17899" y="connsiteY17899"/>
                </a:cxn>
                <a:cxn ang="0">
                  <a:pos x="connsiteX17900" y="connsiteY17900"/>
                </a:cxn>
                <a:cxn ang="0">
                  <a:pos x="connsiteX17901" y="connsiteY17901"/>
                </a:cxn>
                <a:cxn ang="0">
                  <a:pos x="connsiteX17902" y="connsiteY17902"/>
                </a:cxn>
                <a:cxn ang="0">
                  <a:pos x="connsiteX17903" y="connsiteY17903"/>
                </a:cxn>
                <a:cxn ang="0">
                  <a:pos x="connsiteX17904" y="connsiteY17904"/>
                </a:cxn>
                <a:cxn ang="0">
                  <a:pos x="connsiteX17905" y="connsiteY17905"/>
                </a:cxn>
                <a:cxn ang="0">
                  <a:pos x="connsiteX17906" y="connsiteY17906"/>
                </a:cxn>
                <a:cxn ang="0">
                  <a:pos x="connsiteX17907" y="connsiteY17907"/>
                </a:cxn>
                <a:cxn ang="0">
                  <a:pos x="connsiteX17908" y="connsiteY17908"/>
                </a:cxn>
                <a:cxn ang="0">
                  <a:pos x="connsiteX17909" y="connsiteY17909"/>
                </a:cxn>
                <a:cxn ang="0">
                  <a:pos x="connsiteX17910" y="connsiteY17910"/>
                </a:cxn>
                <a:cxn ang="0">
                  <a:pos x="connsiteX17911" y="connsiteY17911"/>
                </a:cxn>
                <a:cxn ang="0">
                  <a:pos x="connsiteX17912" y="connsiteY17912"/>
                </a:cxn>
                <a:cxn ang="0">
                  <a:pos x="connsiteX17913" y="connsiteY17913"/>
                </a:cxn>
                <a:cxn ang="0">
                  <a:pos x="connsiteX17914" y="connsiteY17914"/>
                </a:cxn>
                <a:cxn ang="0">
                  <a:pos x="connsiteX17915" y="connsiteY17915"/>
                </a:cxn>
                <a:cxn ang="0">
                  <a:pos x="connsiteX17916" y="connsiteY17916"/>
                </a:cxn>
                <a:cxn ang="0">
                  <a:pos x="connsiteX17917" y="connsiteY17917"/>
                </a:cxn>
                <a:cxn ang="0">
                  <a:pos x="connsiteX17918" y="connsiteY17918"/>
                </a:cxn>
                <a:cxn ang="0">
                  <a:pos x="connsiteX17919" y="connsiteY17919"/>
                </a:cxn>
                <a:cxn ang="0">
                  <a:pos x="connsiteX17920" y="connsiteY17920"/>
                </a:cxn>
                <a:cxn ang="0">
                  <a:pos x="connsiteX17921" y="connsiteY17921"/>
                </a:cxn>
                <a:cxn ang="0">
                  <a:pos x="connsiteX17922" y="connsiteY17922"/>
                </a:cxn>
                <a:cxn ang="0">
                  <a:pos x="connsiteX17923" y="connsiteY17923"/>
                </a:cxn>
                <a:cxn ang="0">
                  <a:pos x="connsiteX17924" y="connsiteY17924"/>
                </a:cxn>
                <a:cxn ang="0">
                  <a:pos x="connsiteX17925" y="connsiteY17925"/>
                </a:cxn>
                <a:cxn ang="0">
                  <a:pos x="connsiteX17926" y="connsiteY17926"/>
                </a:cxn>
                <a:cxn ang="0">
                  <a:pos x="connsiteX17927" y="connsiteY17927"/>
                </a:cxn>
                <a:cxn ang="0">
                  <a:pos x="connsiteX17928" y="connsiteY17928"/>
                </a:cxn>
                <a:cxn ang="0">
                  <a:pos x="connsiteX17929" y="connsiteY17929"/>
                </a:cxn>
                <a:cxn ang="0">
                  <a:pos x="connsiteX17930" y="connsiteY17930"/>
                </a:cxn>
                <a:cxn ang="0">
                  <a:pos x="connsiteX17931" y="connsiteY17931"/>
                </a:cxn>
                <a:cxn ang="0">
                  <a:pos x="connsiteX17932" y="connsiteY17932"/>
                </a:cxn>
                <a:cxn ang="0">
                  <a:pos x="connsiteX17933" y="connsiteY17933"/>
                </a:cxn>
                <a:cxn ang="0">
                  <a:pos x="connsiteX17934" y="connsiteY17934"/>
                </a:cxn>
                <a:cxn ang="0">
                  <a:pos x="connsiteX17935" y="connsiteY17935"/>
                </a:cxn>
                <a:cxn ang="0">
                  <a:pos x="connsiteX17936" y="connsiteY17936"/>
                </a:cxn>
                <a:cxn ang="0">
                  <a:pos x="connsiteX17937" y="connsiteY17937"/>
                </a:cxn>
                <a:cxn ang="0">
                  <a:pos x="connsiteX17938" y="connsiteY17938"/>
                </a:cxn>
                <a:cxn ang="0">
                  <a:pos x="connsiteX17939" y="connsiteY17939"/>
                </a:cxn>
                <a:cxn ang="0">
                  <a:pos x="connsiteX17940" y="connsiteY17940"/>
                </a:cxn>
                <a:cxn ang="0">
                  <a:pos x="connsiteX17941" y="connsiteY17941"/>
                </a:cxn>
                <a:cxn ang="0">
                  <a:pos x="connsiteX17942" y="connsiteY17942"/>
                </a:cxn>
                <a:cxn ang="0">
                  <a:pos x="connsiteX17943" y="connsiteY17943"/>
                </a:cxn>
                <a:cxn ang="0">
                  <a:pos x="connsiteX17944" y="connsiteY17944"/>
                </a:cxn>
                <a:cxn ang="0">
                  <a:pos x="connsiteX17945" y="connsiteY17945"/>
                </a:cxn>
                <a:cxn ang="0">
                  <a:pos x="connsiteX17946" y="connsiteY17946"/>
                </a:cxn>
                <a:cxn ang="0">
                  <a:pos x="connsiteX17947" y="connsiteY17947"/>
                </a:cxn>
                <a:cxn ang="0">
                  <a:pos x="connsiteX17948" y="connsiteY17948"/>
                </a:cxn>
                <a:cxn ang="0">
                  <a:pos x="connsiteX17949" y="connsiteY17949"/>
                </a:cxn>
                <a:cxn ang="0">
                  <a:pos x="connsiteX17950" y="connsiteY17950"/>
                </a:cxn>
                <a:cxn ang="0">
                  <a:pos x="connsiteX17951" y="connsiteY17951"/>
                </a:cxn>
                <a:cxn ang="0">
                  <a:pos x="connsiteX17952" y="connsiteY17952"/>
                </a:cxn>
                <a:cxn ang="0">
                  <a:pos x="connsiteX17953" y="connsiteY17953"/>
                </a:cxn>
                <a:cxn ang="0">
                  <a:pos x="connsiteX17954" y="connsiteY17954"/>
                </a:cxn>
                <a:cxn ang="0">
                  <a:pos x="connsiteX17955" y="connsiteY17955"/>
                </a:cxn>
                <a:cxn ang="0">
                  <a:pos x="connsiteX17956" y="connsiteY17956"/>
                </a:cxn>
                <a:cxn ang="0">
                  <a:pos x="connsiteX17957" y="connsiteY17957"/>
                </a:cxn>
                <a:cxn ang="0">
                  <a:pos x="connsiteX17958" y="connsiteY17958"/>
                </a:cxn>
                <a:cxn ang="0">
                  <a:pos x="connsiteX17959" y="connsiteY17959"/>
                </a:cxn>
                <a:cxn ang="0">
                  <a:pos x="connsiteX17960" y="connsiteY17960"/>
                </a:cxn>
                <a:cxn ang="0">
                  <a:pos x="connsiteX17961" y="connsiteY17961"/>
                </a:cxn>
                <a:cxn ang="0">
                  <a:pos x="connsiteX17962" y="connsiteY17962"/>
                </a:cxn>
                <a:cxn ang="0">
                  <a:pos x="connsiteX17963" y="connsiteY17963"/>
                </a:cxn>
                <a:cxn ang="0">
                  <a:pos x="connsiteX17964" y="connsiteY17964"/>
                </a:cxn>
                <a:cxn ang="0">
                  <a:pos x="connsiteX17965" y="connsiteY17965"/>
                </a:cxn>
                <a:cxn ang="0">
                  <a:pos x="connsiteX17966" y="connsiteY17966"/>
                </a:cxn>
                <a:cxn ang="0">
                  <a:pos x="connsiteX17967" y="connsiteY17967"/>
                </a:cxn>
                <a:cxn ang="0">
                  <a:pos x="connsiteX17968" y="connsiteY17968"/>
                </a:cxn>
                <a:cxn ang="0">
                  <a:pos x="connsiteX17969" y="connsiteY17969"/>
                </a:cxn>
                <a:cxn ang="0">
                  <a:pos x="connsiteX17970" y="connsiteY17970"/>
                </a:cxn>
                <a:cxn ang="0">
                  <a:pos x="connsiteX17971" y="connsiteY17971"/>
                </a:cxn>
                <a:cxn ang="0">
                  <a:pos x="connsiteX17972" y="connsiteY17972"/>
                </a:cxn>
                <a:cxn ang="0">
                  <a:pos x="connsiteX17973" y="connsiteY17973"/>
                </a:cxn>
                <a:cxn ang="0">
                  <a:pos x="connsiteX17974" y="connsiteY17974"/>
                </a:cxn>
                <a:cxn ang="0">
                  <a:pos x="connsiteX17975" y="connsiteY17975"/>
                </a:cxn>
                <a:cxn ang="0">
                  <a:pos x="connsiteX17976" y="connsiteY17976"/>
                </a:cxn>
                <a:cxn ang="0">
                  <a:pos x="connsiteX17977" y="connsiteY17977"/>
                </a:cxn>
                <a:cxn ang="0">
                  <a:pos x="connsiteX17978" y="connsiteY17978"/>
                </a:cxn>
                <a:cxn ang="0">
                  <a:pos x="connsiteX17979" y="connsiteY17979"/>
                </a:cxn>
                <a:cxn ang="0">
                  <a:pos x="connsiteX17980" y="connsiteY17980"/>
                </a:cxn>
                <a:cxn ang="0">
                  <a:pos x="connsiteX17981" y="connsiteY17981"/>
                </a:cxn>
                <a:cxn ang="0">
                  <a:pos x="connsiteX17982" y="connsiteY17982"/>
                </a:cxn>
                <a:cxn ang="0">
                  <a:pos x="connsiteX17983" y="connsiteY17983"/>
                </a:cxn>
                <a:cxn ang="0">
                  <a:pos x="connsiteX17984" y="connsiteY17984"/>
                </a:cxn>
                <a:cxn ang="0">
                  <a:pos x="connsiteX17985" y="connsiteY17985"/>
                </a:cxn>
                <a:cxn ang="0">
                  <a:pos x="connsiteX17986" y="connsiteY17986"/>
                </a:cxn>
                <a:cxn ang="0">
                  <a:pos x="connsiteX17987" y="connsiteY17987"/>
                </a:cxn>
                <a:cxn ang="0">
                  <a:pos x="connsiteX17988" y="connsiteY17988"/>
                </a:cxn>
                <a:cxn ang="0">
                  <a:pos x="connsiteX17989" y="connsiteY17989"/>
                </a:cxn>
                <a:cxn ang="0">
                  <a:pos x="connsiteX17990" y="connsiteY17990"/>
                </a:cxn>
                <a:cxn ang="0">
                  <a:pos x="connsiteX17991" y="connsiteY17991"/>
                </a:cxn>
                <a:cxn ang="0">
                  <a:pos x="connsiteX17992" y="connsiteY17992"/>
                </a:cxn>
                <a:cxn ang="0">
                  <a:pos x="connsiteX17993" y="connsiteY17993"/>
                </a:cxn>
                <a:cxn ang="0">
                  <a:pos x="connsiteX17994" y="connsiteY17994"/>
                </a:cxn>
                <a:cxn ang="0">
                  <a:pos x="connsiteX17995" y="connsiteY17995"/>
                </a:cxn>
                <a:cxn ang="0">
                  <a:pos x="connsiteX17996" y="connsiteY17996"/>
                </a:cxn>
                <a:cxn ang="0">
                  <a:pos x="connsiteX17997" y="connsiteY17997"/>
                </a:cxn>
                <a:cxn ang="0">
                  <a:pos x="connsiteX17998" y="connsiteY17998"/>
                </a:cxn>
                <a:cxn ang="0">
                  <a:pos x="connsiteX17999" y="connsiteY17999"/>
                </a:cxn>
                <a:cxn ang="0">
                  <a:pos x="connsiteX18000" y="connsiteY18000"/>
                </a:cxn>
                <a:cxn ang="0">
                  <a:pos x="connsiteX18001" y="connsiteY18001"/>
                </a:cxn>
                <a:cxn ang="0">
                  <a:pos x="connsiteX18002" y="connsiteY18002"/>
                </a:cxn>
                <a:cxn ang="0">
                  <a:pos x="connsiteX18003" y="connsiteY18003"/>
                </a:cxn>
                <a:cxn ang="0">
                  <a:pos x="connsiteX18004" y="connsiteY18004"/>
                </a:cxn>
                <a:cxn ang="0">
                  <a:pos x="connsiteX18005" y="connsiteY18005"/>
                </a:cxn>
                <a:cxn ang="0">
                  <a:pos x="connsiteX18006" y="connsiteY18006"/>
                </a:cxn>
                <a:cxn ang="0">
                  <a:pos x="connsiteX18007" y="connsiteY18007"/>
                </a:cxn>
                <a:cxn ang="0">
                  <a:pos x="connsiteX18008" y="connsiteY18008"/>
                </a:cxn>
                <a:cxn ang="0">
                  <a:pos x="connsiteX18009" y="connsiteY18009"/>
                </a:cxn>
                <a:cxn ang="0">
                  <a:pos x="connsiteX18010" y="connsiteY18010"/>
                </a:cxn>
                <a:cxn ang="0">
                  <a:pos x="connsiteX18011" y="connsiteY18011"/>
                </a:cxn>
                <a:cxn ang="0">
                  <a:pos x="connsiteX18012" y="connsiteY18012"/>
                </a:cxn>
                <a:cxn ang="0">
                  <a:pos x="connsiteX18013" y="connsiteY18013"/>
                </a:cxn>
                <a:cxn ang="0">
                  <a:pos x="connsiteX18014" y="connsiteY18014"/>
                </a:cxn>
                <a:cxn ang="0">
                  <a:pos x="connsiteX18015" y="connsiteY18015"/>
                </a:cxn>
                <a:cxn ang="0">
                  <a:pos x="connsiteX18016" y="connsiteY18016"/>
                </a:cxn>
                <a:cxn ang="0">
                  <a:pos x="connsiteX18017" y="connsiteY18017"/>
                </a:cxn>
                <a:cxn ang="0">
                  <a:pos x="connsiteX18018" y="connsiteY18018"/>
                </a:cxn>
                <a:cxn ang="0">
                  <a:pos x="connsiteX18019" y="connsiteY18019"/>
                </a:cxn>
                <a:cxn ang="0">
                  <a:pos x="connsiteX18020" y="connsiteY18020"/>
                </a:cxn>
                <a:cxn ang="0">
                  <a:pos x="connsiteX18021" y="connsiteY18021"/>
                </a:cxn>
                <a:cxn ang="0">
                  <a:pos x="connsiteX18022" y="connsiteY18022"/>
                </a:cxn>
                <a:cxn ang="0">
                  <a:pos x="connsiteX18023" y="connsiteY18023"/>
                </a:cxn>
                <a:cxn ang="0">
                  <a:pos x="connsiteX18024" y="connsiteY18024"/>
                </a:cxn>
                <a:cxn ang="0">
                  <a:pos x="connsiteX18025" y="connsiteY18025"/>
                </a:cxn>
                <a:cxn ang="0">
                  <a:pos x="connsiteX18026" y="connsiteY18026"/>
                </a:cxn>
                <a:cxn ang="0">
                  <a:pos x="connsiteX18027" y="connsiteY18027"/>
                </a:cxn>
                <a:cxn ang="0">
                  <a:pos x="connsiteX18028" y="connsiteY18028"/>
                </a:cxn>
                <a:cxn ang="0">
                  <a:pos x="connsiteX18029" y="connsiteY18029"/>
                </a:cxn>
                <a:cxn ang="0">
                  <a:pos x="connsiteX18030" y="connsiteY18030"/>
                </a:cxn>
                <a:cxn ang="0">
                  <a:pos x="connsiteX18031" y="connsiteY18031"/>
                </a:cxn>
                <a:cxn ang="0">
                  <a:pos x="connsiteX18032" y="connsiteY18032"/>
                </a:cxn>
                <a:cxn ang="0">
                  <a:pos x="connsiteX18033" y="connsiteY18033"/>
                </a:cxn>
                <a:cxn ang="0">
                  <a:pos x="connsiteX18034" y="connsiteY18034"/>
                </a:cxn>
                <a:cxn ang="0">
                  <a:pos x="connsiteX18035" y="connsiteY18035"/>
                </a:cxn>
                <a:cxn ang="0">
                  <a:pos x="connsiteX18036" y="connsiteY18036"/>
                </a:cxn>
                <a:cxn ang="0">
                  <a:pos x="connsiteX18037" y="connsiteY18037"/>
                </a:cxn>
                <a:cxn ang="0">
                  <a:pos x="connsiteX18038" y="connsiteY18038"/>
                </a:cxn>
                <a:cxn ang="0">
                  <a:pos x="connsiteX18039" y="connsiteY18039"/>
                </a:cxn>
                <a:cxn ang="0">
                  <a:pos x="connsiteX18040" y="connsiteY18040"/>
                </a:cxn>
                <a:cxn ang="0">
                  <a:pos x="connsiteX18041" y="connsiteY18041"/>
                </a:cxn>
                <a:cxn ang="0">
                  <a:pos x="connsiteX18042" y="connsiteY18042"/>
                </a:cxn>
                <a:cxn ang="0">
                  <a:pos x="connsiteX18043" y="connsiteY18043"/>
                </a:cxn>
                <a:cxn ang="0">
                  <a:pos x="connsiteX18044" y="connsiteY18044"/>
                </a:cxn>
                <a:cxn ang="0">
                  <a:pos x="connsiteX18045" y="connsiteY18045"/>
                </a:cxn>
                <a:cxn ang="0">
                  <a:pos x="connsiteX18046" y="connsiteY18046"/>
                </a:cxn>
                <a:cxn ang="0">
                  <a:pos x="connsiteX18047" y="connsiteY18047"/>
                </a:cxn>
                <a:cxn ang="0">
                  <a:pos x="connsiteX18048" y="connsiteY18048"/>
                </a:cxn>
                <a:cxn ang="0">
                  <a:pos x="connsiteX18049" y="connsiteY18049"/>
                </a:cxn>
                <a:cxn ang="0">
                  <a:pos x="connsiteX18050" y="connsiteY18050"/>
                </a:cxn>
                <a:cxn ang="0">
                  <a:pos x="connsiteX18051" y="connsiteY18051"/>
                </a:cxn>
                <a:cxn ang="0">
                  <a:pos x="connsiteX18052" y="connsiteY18052"/>
                </a:cxn>
                <a:cxn ang="0">
                  <a:pos x="connsiteX18053" y="connsiteY18053"/>
                </a:cxn>
                <a:cxn ang="0">
                  <a:pos x="connsiteX18054" y="connsiteY18054"/>
                </a:cxn>
                <a:cxn ang="0">
                  <a:pos x="connsiteX18055" y="connsiteY18055"/>
                </a:cxn>
                <a:cxn ang="0">
                  <a:pos x="connsiteX18056" y="connsiteY18056"/>
                </a:cxn>
                <a:cxn ang="0">
                  <a:pos x="connsiteX18057" y="connsiteY18057"/>
                </a:cxn>
                <a:cxn ang="0">
                  <a:pos x="connsiteX18058" y="connsiteY18058"/>
                </a:cxn>
                <a:cxn ang="0">
                  <a:pos x="connsiteX18059" y="connsiteY18059"/>
                </a:cxn>
                <a:cxn ang="0">
                  <a:pos x="connsiteX18060" y="connsiteY18060"/>
                </a:cxn>
                <a:cxn ang="0">
                  <a:pos x="connsiteX18061" y="connsiteY18061"/>
                </a:cxn>
                <a:cxn ang="0">
                  <a:pos x="connsiteX18062" y="connsiteY18062"/>
                </a:cxn>
                <a:cxn ang="0">
                  <a:pos x="connsiteX18063" y="connsiteY18063"/>
                </a:cxn>
                <a:cxn ang="0">
                  <a:pos x="connsiteX18064" y="connsiteY18064"/>
                </a:cxn>
                <a:cxn ang="0">
                  <a:pos x="connsiteX18065" y="connsiteY18065"/>
                </a:cxn>
                <a:cxn ang="0">
                  <a:pos x="connsiteX18066" y="connsiteY18066"/>
                </a:cxn>
                <a:cxn ang="0">
                  <a:pos x="connsiteX18067" y="connsiteY18067"/>
                </a:cxn>
                <a:cxn ang="0">
                  <a:pos x="connsiteX18068" y="connsiteY18068"/>
                </a:cxn>
                <a:cxn ang="0">
                  <a:pos x="connsiteX18069" y="connsiteY18069"/>
                </a:cxn>
                <a:cxn ang="0">
                  <a:pos x="connsiteX18070" y="connsiteY18070"/>
                </a:cxn>
                <a:cxn ang="0">
                  <a:pos x="connsiteX18071" y="connsiteY18071"/>
                </a:cxn>
                <a:cxn ang="0">
                  <a:pos x="connsiteX18072" y="connsiteY18072"/>
                </a:cxn>
                <a:cxn ang="0">
                  <a:pos x="connsiteX18073" y="connsiteY18073"/>
                </a:cxn>
                <a:cxn ang="0">
                  <a:pos x="connsiteX18074" y="connsiteY18074"/>
                </a:cxn>
                <a:cxn ang="0">
                  <a:pos x="connsiteX18075" y="connsiteY18075"/>
                </a:cxn>
                <a:cxn ang="0">
                  <a:pos x="connsiteX18076" y="connsiteY18076"/>
                </a:cxn>
                <a:cxn ang="0">
                  <a:pos x="connsiteX18077" y="connsiteY18077"/>
                </a:cxn>
                <a:cxn ang="0">
                  <a:pos x="connsiteX18078" y="connsiteY18078"/>
                </a:cxn>
                <a:cxn ang="0">
                  <a:pos x="connsiteX18079" y="connsiteY18079"/>
                </a:cxn>
                <a:cxn ang="0">
                  <a:pos x="connsiteX18080" y="connsiteY18080"/>
                </a:cxn>
                <a:cxn ang="0">
                  <a:pos x="connsiteX18081" y="connsiteY18081"/>
                </a:cxn>
                <a:cxn ang="0">
                  <a:pos x="connsiteX18082" y="connsiteY18082"/>
                </a:cxn>
                <a:cxn ang="0">
                  <a:pos x="connsiteX18083" y="connsiteY18083"/>
                </a:cxn>
                <a:cxn ang="0">
                  <a:pos x="connsiteX18084" y="connsiteY18084"/>
                </a:cxn>
                <a:cxn ang="0">
                  <a:pos x="connsiteX18085" y="connsiteY18085"/>
                </a:cxn>
                <a:cxn ang="0">
                  <a:pos x="connsiteX18086" y="connsiteY18086"/>
                </a:cxn>
                <a:cxn ang="0">
                  <a:pos x="connsiteX18087" y="connsiteY18087"/>
                </a:cxn>
                <a:cxn ang="0">
                  <a:pos x="connsiteX18088" y="connsiteY18088"/>
                </a:cxn>
                <a:cxn ang="0">
                  <a:pos x="connsiteX18089" y="connsiteY18089"/>
                </a:cxn>
                <a:cxn ang="0">
                  <a:pos x="connsiteX18090" y="connsiteY18090"/>
                </a:cxn>
                <a:cxn ang="0">
                  <a:pos x="connsiteX18091" y="connsiteY18091"/>
                </a:cxn>
                <a:cxn ang="0">
                  <a:pos x="connsiteX18092" y="connsiteY18092"/>
                </a:cxn>
                <a:cxn ang="0">
                  <a:pos x="connsiteX18093" y="connsiteY18093"/>
                </a:cxn>
                <a:cxn ang="0">
                  <a:pos x="connsiteX18094" y="connsiteY18094"/>
                </a:cxn>
                <a:cxn ang="0">
                  <a:pos x="connsiteX18095" y="connsiteY18095"/>
                </a:cxn>
                <a:cxn ang="0">
                  <a:pos x="connsiteX18096" y="connsiteY18096"/>
                </a:cxn>
                <a:cxn ang="0">
                  <a:pos x="connsiteX18097" y="connsiteY18097"/>
                </a:cxn>
                <a:cxn ang="0">
                  <a:pos x="connsiteX18098" y="connsiteY18098"/>
                </a:cxn>
                <a:cxn ang="0">
                  <a:pos x="connsiteX18099" y="connsiteY18099"/>
                </a:cxn>
                <a:cxn ang="0">
                  <a:pos x="connsiteX18100" y="connsiteY18100"/>
                </a:cxn>
                <a:cxn ang="0">
                  <a:pos x="connsiteX18101" y="connsiteY18101"/>
                </a:cxn>
                <a:cxn ang="0">
                  <a:pos x="connsiteX18102" y="connsiteY18102"/>
                </a:cxn>
                <a:cxn ang="0">
                  <a:pos x="connsiteX18103" y="connsiteY18103"/>
                </a:cxn>
                <a:cxn ang="0">
                  <a:pos x="connsiteX18104" y="connsiteY18104"/>
                </a:cxn>
                <a:cxn ang="0">
                  <a:pos x="connsiteX18105" y="connsiteY18105"/>
                </a:cxn>
                <a:cxn ang="0">
                  <a:pos x="connsiteX18106" y="connsiteY18106"/>
                </a:cxn>
                <a:cxn ang="0">
                  <a:pos x="connsiteX18107" y="connsiteY18107"/>
                </a:cxn>
                <a:cxn ang="0">
                  <a:pos x="connsiteX18108" y="connsiteY18108"/>
                </a:cxn>
                <a:cxn ang="0">
                  <a:pos x="connsiteX18109" y="connsiteY18109"/>
                </a:cxn>
                <a:cxn ang="0">
                  <a:pos x="connsiteX18110" y="connsiteY18110"/>
                </a:cxn>
                <a:cxn ang="0">
                  <a:pos x="connsiteX18111" y="connsiteY18111"/>
                </a:cxn>
                <a:cxn ang="0">
                  <a:pos x="connsiteX18112" y="connsiteY18112"/>
                </a:cxn>
                <a:cxn ang="0">
                  <a:pos x="connsiteX18113" y="connsiteY18113"/>
                </a:cxn>
                <a:cxn ang="0">
                  <a:pos x="connsiteX18114" y="connsiteY18114"/>
                </a:cxn>
                <a:cxn ang="0">
                  <a:pos x="connsiteX18115" y="connsiteY18115"/>
                </a:cxn>
                <a:cxn ang="0">
                  <a:pos x="connsiteX18116" y="connsiteY18116"/>
                </a:cxn>
                <a:cxn ang="0">
                  <a:pos x="connsiteX18117" y="connsiteY18117"/>
                </a:cxn>
                <a:cxn ang="0">
                  <a:pos x="connsiteX18118" y="connsiteY18118"/>
                </a:cxn>
                <a:cxn ang="0">
                  <a:pos x="connsiteX18119" y="connsiteY18119"/>
                </a:cxn>
                <a:cxn ang="0">
                  <a:pos x="connsiteX18120" y="connsiteY18120"/>
                </a:cxn>
                <a:cxn ang="0">
                  <a:pos x="connsiteX18121" y="connsiteY18121"/>
                </a:cxn>
                <a:cxn ang="0">
                  <a:pos x="connsiteX18122" y="connsiteY18122"/>
                </a:cxn>
                <a:cxn ang="0">
                  <a:pos x="connsiteX18123" y="connsiteY18123"/>
                </a:cxn>
                <a:cxn ang="0">
                  <a:pos x="connsiteX18124" y="connsiteY18124"/>
                </a:cxn>
                <a:cxn ang="0">
                  <a:pos x="connsiteX18125" y="connsiteY18125"/>
                </a:cxn>
                <a:cxn ang="0">
                  <a:pos x="connsiteX18126" y="connsiteY18126"/>
                </a:cxn>
                <a:cxn ang="0">
                  <a:pos x="connsiteX18127" y="connsiteY18127"/>
                </a:cxn>
                <a:cxn ang="0">
                  <a:pos x="connsiteX18128" y="connsiteY18128"/>
                </a:cxn>
                <a:cxn ang="0">
                  <a:pos x="connsiteX18129" y="connsiteY18129"/>
                </a:cxn>
                <a:cxn ang="0">
                  <a:pos x="connsiteX18130" y="connsiteY18130"/>
                </a:cxn>
                <a:cxn ang="0">
                  <a:pos x="connsiteX18131" y="connsiteY18131"/>
                </a:cxn>
                <a:cxn ang="0">
                  <a:pos x="connsiteX18132" y="connsiteY18132"/>
                </a:cxn>
                <a:cxn ang="0">
                  <a:pos x="connsiteX18133" y="connsiteY18133"/>
                </a:cxn>
                <a:cxn ang="0">
                  <a:pos x="connsiteX18134" y="connsiteY18134"/>
                </a:cxn>
                <a:cxn ang="0">
                  <a:pos x="connsiteX18135" y="connsiteY18135"/>
                </a:cxn>
                <a:cxn ang="0">
                  <a:pos x="connsiteX18136" y="connsiteY18136"/>
                </a:cxn>
                <a:cxn ang="0">
                  <a:pos x="connsiteX18137" y="connsiteY18137"/>
                </a:cxn>
                <a:cxn ang="0">
                  <a:pos x="connsiteX18138" y="connsiteY18138"/>
                </a:cxn>
                <a:cxn ang="0">
                  <a:pos x="connsiteX18139" y="connsiteY18139"/>
                </a:cxn>
                <a:cxn ang="0">
                  <a:pos x="connsiteX18140" y="connsiteY18140"/>
                </a:cxn>
                <a:cxn ang="0">
                  <a:pos x="connsiteX18141" y="connsiteY18141"/>
                </a:cxn>
                <a:cxn ang="0">
                  <a:pos x="connsiteX18142" y="connsiteY18142"/>
                </a:cxn>
                <a:cxn ang="0">
                  <a:pos x="connsiteX18143" y="connsiteY18143"/>
                </a:cxn>
                <a:cxn ang="0">
                  <a:pos x="connsiteX18144" y="connsiteY18144"/>
                </a:cxn>
                <a:cxn ang="0">
                  <a:pos x="connsiteX18145" y="connsiteY18145"/>
                </a:cxn>
                <a:cxn ang="0">
                  <a:pos x="connsiteX18146" y="connsiteY18146"/>
                </a:cxn>
                <a:cxn ang="0">
                  <a:pos x="connsiteX18147" y="connsiteY18147"/>
                </a:cxn>
                <a:cxn ang="0">
                  <a:pos x="connsiteX18148" y="connsiteY18148"/>
                </a:cxn>
                <a:cxn ang="0">
                  <a:pos x="connsiteX18149" y="connsiteY18149"/>
                </a:cxn>
                <a:cxn ang="0">
                  <a:pos x="connsiteX18150" y="connsiteY18150"/>
                </a:cxn>
                <a:cxn ang="0">
                  <a:pos x="connsiteX18151" y="connsiteY18151"/>
                </a:cxn>
                <a:cxn ang="0">
                  <a:pos x="connsiteX18152" y="connsiteY18152"/>
                </a:cxn>
                <a:cxn ang="0">
                  <a:pos x="connsiteX18153" y="connsiteY18153"/>
                </a:cxn>
                <a:cxn ang="0">
                  <a:pos x="connsiteX18154" y="connsiteY18154"/>
                </a:cxn>
                <a:cxn ang="0">
                  <a:pos x="connsiteX18155" y="connsiteY18155"/>
                </a:cxn>
                <a:cxn ang="0">
                  <a:pos x="connsiteX18156" y="connsiteY18156"/>
                </a:cxn>
                <a:cxn ang="0">
                  <a:pos x="connsiteX18157" y="connsiteY18157"/>
                </a:cxn>
              </a:cxnLst>
              <a:rect l="l" t="t" r="r" b="b"/>
              <a:pathLst>
                <a:path w="58051775" h="57949372">
                  <a:moveTo>
                    <a:pt x="34115760" y="53537596"/>
                  </a:moveTo>
                  <a:cubicBezTo>
                    <a:pt x="34124422" y="53537422"/>
                    <a:pt x="34131124" y="53537642"/>
                    <a:pt x="34135152" y="53538314"/>
                  </a:cubicBezTo>
                  <a:cubicBezTo>
                    <a:pt x="34151268" y="53541006"/>
                    <a:pt x="34188418" y="53547064"/>
                    <a:pt x="34217704" y="53551790"/>
                  </a:cubicBezTo>
                  <a:cubicBezTo>
                    <a:pt x="34258698" y="53558400"/>
                    <a:pt x="34284736" y="53574486"/>
                    <a:pt x="34330864" y="53621702"/>
                  </a:cubicBezTo>
                  <a:cubicBezTo>
                    <a:pt x="34363816" y="53655430"/>
                    <a:pt x="34396746" y="53694180"/>
                    <a:pt x="34404042" y="53707816"/>
                  </a:cubicBezTo>
                  <a:cubicBezTo>
                    <a:pt x="34412556" y="53723724"/>
                    <a:pt x="34432048" y="53733316"/>
                    <a:pt x="34458432" y="53734582"/>
                  </a:cubicBezTo>
                  <a:cubicBezTo>
                    <a:pt x="34537212" y="53738358"/>
                    <a:pt x="34564704" y="53771548"/>
                    <a:pt x="34586148" y="53888744"/>
                  </a:cubicBezTo>
                  <a:cubicBezTo>
                    <a:pt x="34596744" y="53946662"/>
                    <a:pt x="34614740" y="54032802"/>
                    <a:pt x="34626140" y="54080172"/>
                  </a:cubicBezTo>
                  <a:cubicBezTo>
                    <a:pt x="34646668" y="54165476"/>
                    <a:pt x="34646556" y="54167168"/>
                    <a:pt x="34614480" y="54260106"/>
                  </a:cubicBezTo>
                  <a:cubicBezTo>
                    <a:pt x="34596672" y="54311700"/>
                    <a:pt x="34582102" y="54364764"/>
                    <a:pt x="34582102" y="54378020"/>
                  </a:cubicBezTo>
                  <a:cubicBezTo>
                    <a:pt x="34582102" y="54391452"/>
                    <a:pt x="34561006" y="54416976"/>
                    <a:pt x="34534476" y="54435656"/>
                  </a:cubicBezTo>
                  <a:cubicBezTo>
                    <a:pt x="34508284" y="54454092"/>
                    <a:pt x="34479708" y="54483720"/>
                    <a:pt x="34470976" y="54501488"/>
                  </a:cubicBezTo>
                  <a:cubicBezTo>
                    <a:pt x="34456662" y="54530626"/>
                    <a:pt x="34447788" y="54533800"/>
                    <a:pt x="34380614" y="54533800"/>
                  </a:cubicBezTo>
                  <a:cubicBezTo>
                    <a:pt x="34325358" y="54533800"/>
                    <a:pt x="34297792" y="54540356"/>
                    <a:pt x="34273836" y="54559200"/>
                  </a:cubicBezTo>
                  <a:cubicBezTo>
                    <a:pt x="34233776" y="54590708"/>
                    <a:pt x="34223404" y="54590864"/>
                    <a:pt x="34195780" y="54560342"/>
                  </a:cubicBezTo>
                  <a:cubicBezTo>
                    <a:pt x="34181272" y="54544306"/>
                    <a:pt x="34148070" y="54533088"/>
                    <a:pt x="34097888" y="54527264"/>
                  </a:cubicBezTo>
                  <a:cubicBezTo>
                    <a:pt x="34027512" y="54519098"/>
                    <a:pt x="34019704" y="54514900"/>
                    <a:pt x="33991350" y="54469984"/>
                  </a:cubicBezTo>
                  <a:cubicBezTo>
                    <a:pt x="33974524" y="54443326"/>
                    <a:pt x="33949724" y="54418012"/>
                    <a:pt x="33936244" y="54413734"/>
                  </a:cubicBezTo>
                  <a:cubicBezTo>
                    <a:pt x="33922762" y="54409456"/>
                    <a:pt x="33904990" y="54389672"/>
                    <a:pt x="33896744" y="54369768"/>
                  </a:cubicBezTo>
                  <a:cubicBezTo>
                    <a:pt x="33888500" y="54349868"/>
                    <a:pt x="33865026" y="54317560"/>
                    <a:pt x="33844578" y="54297964"/>
                  </a:cubicBezTo>
                  <a:cubicBezTo>
                    <a:pt x="33821312" y="54275676"/>
                    <a:pt x="33807402" y="54249420"/>
                    <a:pt x="33807402" y="54227792"/>
                  </a:cubicBezTo>
                  <a:cubicBezTo>
                    <a:pt x="33807402" y="54192576"/>
                    <a:pt x="33723404" y="54094274"/>
                    <a:pt x="33655002" y="54049440"/>
                  </a:cubicBezTo>
                  <a:cubicBezTo>
                    <a:pt x="33637540" y="54037992"/>
                    <a:pt x="33612282" y="54000848"/>
                    <a:pt x="33598876" y="53966890"/>
                  </a:cubicBezTo>
                  <a:cubicBezTo>
                    <a:pt x="33585464" y="53932932"/>
                    <a:pt x="33566892" y="53894380"/>
                    <a:pt x="33557600" y="53881214"/>
                  </a:cubicBezTo>
                  <a:cubicBezTo>
                    <a:pt x="33531840" y="53844720"/>
                    <a:pt x="33537192" y="53814180"/>
                    <a:pt x="33575592" y="53778580"/>
                  </a:cubicBezTo>
                  <a:cubicBezTo>
                    <a:pt x="33594782" y="53760782"/>
                    <a:pt x="33616544" y="53728224"/>
                    <a:pt x="33623952" y="53706224"/>
                  </a:cubicBezTo>
                  <a:cubicBezTo>
                    <a:pt x="33634690" y="53674324"/>
                    <a:pt x="33648416" y="53662976"/>
                    <a:pt x="33691692" y="53650196"/>
                  </a:cubicBezTo>
                  <a:cubicBezTo>
                    <a:pt x="33721540" y="53641384"/>
                    <a:pt x="33756698" y="53624456"/>
                    <a:pt x="33769820" y="53612580"/>
                  </a:cubicBezTo>
                  <a:cubicBezTo>
                    <a:pt x="33785908" y="53598020"/>
                    <a:pt x="33804270" y="53593648"/>
                    <a:pt x="33826200" y="53599154"/>
                  </a:cubicBezTo>
                  <a:cubicBezTo>
                    <a:pt x="33848544" y="53604760"/>
                    <a:pt x="33865600" y="53600424"/>
                    <a:pt x="33880688" y="53585308"/>
                  </a:cubicBezTo>
                  <a:cubicBezTo>
                    <a:pt x="33894332" y="53571632"/>
                    <a:pt x="33941132" y="53557636"/>
                    <a:pt x="34004252" y="53548360"/>
                  </a:cubicBezTo>
                  <a:cubicBezTo>
                    <a:pt x="34046162" y="53542202"/>
                    <a:pt x="34089776" y="53538120"/>
                    <a:pt x="34115760" y="53537596"/>
                  </a:cubicBezTo>
                  <a:close/>
                  <a:moveTo>
                    <a:pt x="33013530" y="51764044"/>
                  </a:moveTo>
                  <a:cubicBezTo>
                    <a:pt x="32998580" y="51763514"/>
                    <a:pt x="32970230" y="51783004"/>
                    <a:pt x="32933504" y="51822692"/>
                  </a:cubicBezTo>
                  <a:cubicBezTo>
                    <a:pt x="32901572" y="51857194"/>
                    <a:pt x="32880302" y="51892452"/>
                    <a:pt x="32880302" y="51910868"/>
                  </a:cubicBezTo>
                  <a:cubicBezTo>
                    <a:pt x="32880302" y="51927748"/>
                    <a:pt x="32868984" y="51949486"/>
                    <a:pt x="32855156" y="51959172"/>
                  </a:cubicBezTo>
                  <a:cubicBezTo>
                    <a:pt x="32799882" y="51997888"/>
                    <a:pt x="32751538" y="52120800"/>
                    <a:pt x="32791584" y="52120800"/>
                  </a:cubicBezTo>
                  <a:cubicBezTo>
                    <a:pt x="32812940" y="52120800"/>
                    <a:pt x="32918402" y="52031504"/>
                    <a:pt x="32918402" y="52013420"/>
                  </a:cubicBezTo>
                  <a:cubicBezTo>
                    <a:pt x="32918402" y="52004936"/>
                    <a:pt x="32935548" y="51982724"/>
                    <a:pt x="32956502" y="51964050"/>
                  </a:cubicBezTo>
                  <a:cubicBezTo>
                    <a:pt x="32978568" y="51944388"/>
                    <a:pt x="32994602" y="51917440"/>
                    <a:pt x="32994602" y="51900004"/>
                  </a:cubicBezTo>
                  <a:cubicBezTo>
                    <a:pt x="32994602" y="51883448"/>
                    <a:pt x="33002948" y="51849928"/>
                    <a:pt x="33013150" y="51825512"/>
                  </a:cubicBezTo>
                  <a:cubicBezTo>
                    <a:pt x="33030026" y="51785122"/>
                    <a:pt x="33028478" y="51764574"/>
                    <a:pt x="33013530" y="51764044"/>
                  </a:cubicBezTo>
                  <a:close/>
                  <a:moveTo>
                    <a:pt x="42619636" y="50549982"/>
                  </a:moveTo>
                  <a:cubicBezTo>
                    <a:pt x="42633742" y="50550158"/>
                    <a:pt x="42651352" y="50551128"/>
                    <a:pt x="42674124" y="50552564"/>
                  </a:cubicBezTo>
                  <a:cubicBezTo>
                    <a:pt x="42727680" y="50555936"/>
                    <a:pt x="42796258" y="50567986"/>
                    <a:pt x="42826524" y="50579338"/>
                  </a:cubicBezTo>
                  <a:cubicBezTo>
                    <a:pt x="42858120" y="50591188"/>
                    <a:pt x="42949148" y="50604236"/>
                    <a:pt x="43040302" y="50609980"/>
                  </a:cubicBezTo>
                  <a:cubicBezTo>
                    <a:pt x="43207004" y="50620482"/>
                    <a:pt x="43258214" y="50633052"/>
                    <a:pt x="43334184" y="50682112"/>
                  </a:cubicBezTo>
                  <a:cubicBezTo>
                    <a:pt x="43359612" y="50698532"/>
                    <a:pt x="43409856" y="50715452"/>
                    <a:pt x="43445828" y="50719712"/>
                  </a:cubicBezTo>
                  <a:cubicBezTo>
                    <a:pt x="43494730" y="50725504"/>
                    <a:pt x="43517508" y="50735430"/>
                    <a:pt x="43536076" y="50759038"/>
                  </a:cubicBezTo>
                  <a:cubicBezTo>
                    <a:pt x="43553970" y="50781784"/>
                    <a:pt x="43579572" y="50793552"/>
                    <a:pt x="43627634" y="50801116"/>
                  </a:cubicBezTo>
                  <a:cubicBezTo>
                    <a:pt x="43669740" y="50807744"/>
                    <a:pt x="43699036" y="50819838"/>
                    <a:pt x="43707052" y="50833896"/>
                  </a:cubicBezTo>
                  <a:cubicBezTo>
                    <a:pt x="43714038" y="50846146"/>
                    <a:pt x="43743972" y="50880828"/>
                    <a:pt x="43773568" y="50910970"/>
                  </a:cubicBezTo>
                  <a:cubicBezTo>
                    <a:pt x="43803168" y="50941108"/>
                    <a:pt x="43830736" y="50979128"/>
                    <a:pt x="43834836" y="50995452"/>
                  </a:cubicBezTo>
                  <a:cubicBezTo>
                    <a:pt x="43838932" y="51011776"/>
                    <a:pt x="43837574" y="51108420"/>
                    <a:pt x="43831820" y="51210220"/>
                  </a:cubicBezTo>
                  <a:cubicBezTo>
                    <a:pt x="43821892" y="51385740"/>
                    <a:pt x="43819622" y="51397154"/>
                    <a:pt x="43787878" y="51431028"/>
                  </a:cubicBezTo>
                  <a:cubicBezTo>
                    <a:pt x="43769468" y="51450676"/>
                    <a:pt x="43748098" y="51487776"/>
                    <a:pt x="43740392" y="51513476"/>
                  </a:cubicBezTo>
                  <a:cubicBezTo>
                    <a:pt x="43732456" y="51539940"/>
                    <a:pt x="43715898" y="51563524"/>
                    <a:pt x="43702206" y="51567872"/>
                  </a:cubicBezTo>
                  <a:cubicBezTo>
                    <a:pt x="43688910" y="51572092"/>
                    <a:pt x="43667854" y="51591072"/>
                    <a:pt x="43655416" y="51610048"/>
                  </a:cubicBezTo>
                  <a:cubicBezTo>
                    <a:pt x="43607102" y="51683740"/>
                    <a:pt x="43534300" y="51765200"/>
                    <a:pt x="43516754" y="51765200"/>
                  </a:cubicBezTo>
                  <a:cubicBezTo>
                    <a:pt x="43506630" y="51765200"/>
                    <a:pt x="43478348" y="51785202"/>
                    <a:pt x="43453898" y="51809650"/>
                  </a:cubicBezTo>
                  <a:cubicBezTo>
                    <a:pt x="43414676" y="51848872"/>
                    <a:pt x="43401802" y="51854100"/>
                    <a:pt x="43344442" y="51854100"/>
                  </a:cubicBezTo>
                  <a:cubicBezTo>
                    <a:pt x="43286110" y="51854100"/>
                    <a:pt x="43275396" y="51849536"/>
                    <a:pt x="43240082" y="51809650"/>
                  </a:cubicBezTo>
                  <a:cubicBezTo>
                    <a:pt x="43218436" y="51785202"/>
                    <a:pt x="43193064" y="51765200"/>
                    <a:pt x="43183700" y="51765200"/>
                  </a:cubicBezTo>
                  <a:cubicBezTo>
                    <a:pt x="43174336" y="51765200"/>
                    <a:pt x="43161150" y="51750676"/>
                    <a:pt x="43154404" y="51732926"/>
                  </a:cubicBezTo>
                  <a:cubicBezTo>
                    <a:pt x="43147654" y="51715176"/>
                    <a:pt x="43125230" y="51690950"/>
                    <a:pt x="43104574" y="51679096"/>
                  </a:cubicBezTo>
                  <a:cubicBezTo>
                    <a:pt x="43083918" y="51667240"/>
                    <a:pt x="43061080" y="51644504"/>
                    <a:pt x="43053816" y="51628566"/>
                  </a:cubicBezTo>
                  <a:cubicBezTo>
                    <a:pt x="43046556" y="51612628"/>
                    <a:pt x="43027192" y="51594488"/>
                    <a:pt x="43010792" y="51588252"/>
                  </a:cubicBezTo>
                  <a:cubicBezTo>
                    <a:pt x="42984044" y="51578084"/>
                    <a:pt x="42941542" y="51543180"/>
                    <a:pt x="42852052" y="51457900"/>
                  </a:cubicBezTo>
                  <a:cubicBezTo>
                    <a:pt x="42835828" y="51442438"/>
                    <a:pt x="42804788" y="51418984"/>
                    <a:pt x="42783076" y="51405780"/>
                  </a:cubicBezTo>
                  <a:cubicBezTo>
                    <a:pt x="42761364" y="51392578"/>
                    <a:pt x="42733116" y="51368446"/>
                    <a:pt x="42720304" y="51352156"/>
                  </a:cubicBezTo>
                  <a:cubicBezTo>
                    <a:pt x="42707488" y="51335868"/>
                    <a:pt x="42677092" y="51315964"/>
                    <a:pt x="42652754" y="51307936"/>
                  </a:cubicBezTo>
                  <a:cubicBezTo>
                    <a:pt x="42628414" y="51299900"/>
                    <a:pt x="42608502" y="51288206"/>
                    <a:pt x="42608502" y="51281944"/>
                  </a:cubicBezTo>
                  <a:cubicBezTo>
                    <a:pt x="42608502" y="51266040"/>
                    <a:pt x="42546328" y="51235584"/>
                    <a:pt x="42493728" y="51225714"/>
                  </a:cubicBezTo>
                  <a:cubicBezTo>
                    <a:pt x="42425052" y="51212832"/>
                    <a:pt x="42365116" y="51132978"/>
                    <a:pt x="42351968" y="51036854"/>
                  </a:cubicBezTo>
                  <a:cubicBezTo>
                    <a:pt x="42346078" y="50993768"/>
                    <a:pt x="42330456" y="50945926"/>
                    <a:pt x="42316328" y="50927700"/>
                  </a:cubicBezTo>
                  <a:cubicBezTo>
                    <a:pt x="42269368" y="50867112"/>
                    <a:pt x="42265546" y="50855438"/>
                    <a:pt x="42262796" y="50764244"/>
                  </a:cubicBezTo>
                  <a:cubicBezTo>
                    <a:pt x="42259220" y="50645624"/>
                    <a:pt x="42269652" y="50635140"/>
                    <a:pt x="42404778" y="50621518"/>
                  </a:cubicBezTo>
                  <a:cubicBezTo>
                    <a:pt x="42489942" y="50612932"/>
                    <a:pt x="42514432" y="50605330"/>
                    <a:pt x="42542552" y="50578752"/>
                  </a:cubicBezTo>
                  <a:cubicBezTo>
                    <a:pt x="42566546" y="50556076"/>
                    <a:pt x="42577320" y="50549454"/>
                    <a:pt x="42619636" y="50549982"/>
                  </a:cubicBezTo>
                  <a:close/>
                  <a:moveTo>
                    <a:pt x="33086614" y="50241746"/>
                  </a:moveTo>
                  <a:cubicBezTo>
                    <a:pt x="33080544" y="50236180"/>
                    <a:pt x="33072650" y="50256868"/>
                    <a:pt x="33068344" y="50308776"/>
                  </a:cubicBezTo>
                  <a:cubicBezTo>
                    <a:pt x="33063922" y="50362076"/>
                    <a:pt x="33052860" y="50389292"/>
                    <a:pt x="33015972" y="50437600"/>
                  </a:cubicBezTo>
                  <a:cubicBezTo>
                    <a:pt x="32990248" y="50471288"/>
                    <a:pt x="32969202" y="50504352"/>
                    <a:pt x="32969202" y="50511070"/>
                  </a:cubicBezTo>
                  <a:cubicBezTo>
                    <a:pt x="32969202" y="50517788"/>
                    <a:pt x="32982234" y="50504108"/>
                    <a:pt x="32998164" y="50480668"/>
                  </a:cubicBezTo>
                  <a:cubicBezTo>
                    <a:pt x="33014092" y="50457228"/>
                    <a:pt x="33040996" y="50434724"/>
                    <a:pt x="33057952" y="50430656"/>
                  </a:cubicBezTo>
                  <a:cubicBezTo>
                    <a:pt x="33086386" y="50423832"/>
                    <a:pt x="33089182" y="50416184"/>
                    <a:pt x="33093926" y="50332232"/>
                  </a:cubicBezTo>
                  <a:cubicBezTo>
                    <a:pt x="33096926" y="50279128"/>
                    <a:pt x="33092684" y="50247310"/>
                    <a:pt x="33086614" y="50241746"/>
                  </a:cubicBezTo>
                  <a:close/>
                  <a:moveTo>
                    <a:pt x="24403484" y="49726940"/>
                  </a:moveTo>
                  <a:cubicBezTo>
                    <a:pt x="24592952" y="49727470"/>
                    <a:pt x="24854592" y="49735570"/>
                    <a:pt x="24949084" y="49747342"/>
                  </a:cubicBezTo>
                  <a:cubicBezTo>
                    <a:pt x="25037464" y="49758352"/>
                    <a:pt x="25071460" y="49768424"/>
                    <a:pt x="25099284" y="49791836"/>
                  </a:cubicBezTo>
                  <a:cubicBezTo>
                    <a:pt x="25135120" y="49821992"/>
                    <a:pt x="25136248" y="49822084"/>
                    <a:pt x="25410504" y="49818004"/>
                  </a:cubicBezTo>
                  <a:cubicBezTo>
                    <a:pt x="25838084" y="49811642"/>
                    <a:pt x="26686444" y="49821100"/>
                    <a:pt x="26741312" y="49832840"/>
                  </a:cubicBezTo>
                  <a:cubicBezTo>
                    <a:pt x="26821820" y="49850068"/>
                    <a:pt x="26973120" y="49927156"/>
                    <a:pt x="26988216" y="49958634"/>
                  </a:cubicBezTo>
                  <a:cubicBezTo>
                    <a:pt x="26995752" y="49974356"/>
                    <a:pt x="27020108" y="50004220"/>
                    <a:pt x="27042336" y="50024992"/>
                  </a:cubicBezTo>
                  <a:cubicBezTo>
                    <a:pt x="27082172" y="50062222"/>
                    <a:pt x="27082752" y="50064464"/>
                    <a:pt x="27082752" y="50181300"/>
                  </a:cubicBezTo>
                  <a:cubicBezTo>
                    <a:pt x="27082752" y="50281704"/>
                    <a:pt x="27078368" y="50307174"/>
                    <a:pt x="27054088" y="50347798"/>
                  </a:cubicBezTo>
                  <a:cubicBezTo>
                    <a:pt x="27038324" y="50374178"/>
                    <a:pt x="27018976" y="50421366"/>
                    <a:pt x="27011096" y="50452664"/>
                  </a:cubicBezTo>
                  <a:cubicBezTo>
                    <a:pt x="27002376" y="50487296"/>
                    <a:pt x="26985208" y="50517140"/>
                    <a:pt x="26967232" y="50528920"/>
                  </a:cubicBezTo>
                  <a:cubicBezTo>
                    <a:pt x="26950984" y="50539564"/>
                    <a:pt x="26934380" y="50558712"/>
                    <a:pt x="26930328" y="50571474"/>
                  </a:cubicBezTo>
                  <a:cubicBezTo>
                    <a:pt x="26926280" y="50584236"/>
                    <a:pt x="26905832" y="50600648"/>
                    <a:pt x="26884896" y="50607950"/>
                  </a:cubicBezTo>
                  <a:cubicBezTo>
                    <a:pt x="26859952" y="50616644"/>
                    <a:pt x="26842184" y="50634532"/>
                    <a:pt x="26833368" y="50659810"/>
                  </a:cubicBezTo>
                  <a:cubicBezTo>
                    <a:pt x="26825972" y="50681034"/>
                    <a:pt x="26814572" y="50698400"/>
                    <a:pt x="26808040" y="50698400"/>
                  </a:cubicBezTo>
                  <a:cubicBezTo>
                    <a:pt x="26801504" y="50698400"/>
                    <a:pt x="26776720" y="50717838"/>
                    <a:pt x="26752960" y="50741594"/>
                  </a:cubicBezTo>
                  <a:cubicBezTo>
                    <a:pt x="26724796" y="50769760"/>
                    <a:pt x="26692288" y="50787740"/>
                    <a:pt x="26659524" y="50793276"/>
                  </a:cubicBezTo>
                  <a:cubicBezTo>
                    <a:pt x="26631612" y="50797992"/>
                    <a:pt x="26596656" y="50815192"/>
                    <a:pt x="26580892" y="50831972"/>
                  </a:cubicBezTo>
                  <a:cubicBezTo>
                    <a:pt x="26565284" y="50848588"/>
                    <a:pt x="26535888" y="50865836"/>
                    <a:pt x="26515572" y="50870296"/>
                  </a:cubicBezTo>
                  <a:cubicBezTo>
                    <a:pt x="26495256" y="50874758"/>
                    <a:pt x="26466364" y="50895000"/>
                    <a:pt x="26451372" y="50915276"/>
                  </a:cubicBezTo>
                  <a:cubicBezTo>
                    <a:pt x="26436380" y="50935556"/>
                    <a:pt x="26412544" y="50955816"/>
                    <a:pt x="26398400" y="50960306"/>
                  </a:cubicBezTo>
                  <a:cubicBezTo>
                    <a:pt x="26349932" y="50975688"/>
                    <a:pt x="26247544" y="51054916"/>
                    <a:pt x="26162256" y="51143028"/>
                  </a:cubicBezTo>
                  <a:cubicBezTo>
                    <a:pt x="26151912" y="51153712"/>
                    <a:pt x="26136800" y="51175796"/>
                    <a:pt x="26128664" y="51192112"/>
                  </a:cubicBezTo>
                  <a:cubicBezTo>
                    <a:pt x="26120532" y="51208428"/>
                    <a:pt x="26100532" y="51228430"/>
                    <a:pt x="26084216" y="51236564"/>
                  </a:cubicBezTo>
                  <a:cubicBezTo>
                    <a:pt x="26067900" y="51244696"/>
                    <a:pt x="26047932" y="51264628"/>
                    <a:pt x="26039844" y="51280856"/>
                  </a:cubicBezTo>
                  <a:cubicBezTo>
                    <a:pt x="26031752" y="51297088"/>
                    <a:pt x="26007348" y="51321180"/>
                    <a:pt x="25985616" y="51334398"/>
                  </a:cubicBezTo>
                  <a:cubicBezTo>
                    <a:pt x="25963884" y="51347612"/>
                    <a:pt x="25943224" y="51365656"/>
                    <a:pt x="25939704" y="51374488"/>
                  </a:cubicBezTo>
                  <a:cubicBezTo>
                    <a:pt x="25936184" y="51383324"/>
                    <a:pt x="25893056" y="51433412"/>
                    <a:pt x="25843868" y="51485800"/>
                  </a:cubicBezTo>
                  <a:cubicBezTo>
                    <a:pt x="25681852" y="51658344"/>
                    <a:pt x="25672492" y="51669596"/>
                    <a:pt x="25657168" y="51710260"/>
                  </a:cubicBezTo>
                  <a:cubicBezTo>
                    <a:pt x="25648816" y="51732432"/>
                    <a:pt x="25630796" y="51754124"/>
                    <a:pt x="25617124" y="51758462"/>
                  </a:cubicBezTo>
                  <a:cubicBezTo>
                    <a:pt x="25603004" y="51762946"/>
                    <a:pt x="25588696" y="51782604"/>
                    <a:pt x="25584004" y="51803982"/>
                  </a:cubicBezTo>
                  <a:cubicBezTo>
                    <a:pt x="25579456" y="51824680"/>
                    <a:pt x="25564400" y="51847682"/>
                    <a:pt x="25550536" y="51855098"/>
                  </a:cubicBezTo>
                  <a:cubicBezTo>
                    <a:pt x="25536676" y="51862518"/>
                    <a:pt x="25514432" y="51894024"/>
                    <a:pt x="25501104" y="51925112"/>
                  </a:cubicBezTo>
                  <a:cubicBezTo>
                    <a:pt x="25487776" y="51956202"/>
                    <a:pt x="25467940" y="51985068"/>
                    <a:pt x="25457020" y="51989260"/>
                  </a:cubicBezTo>
                  <a:cubicBezTo>
                    <a:pt x="25446096" y="51993448"/>
                    <a:pt x="25425144" y="52011900"/>
                    <a:pt x="25410452" y="52030264"/>
                  </a:cubicBezTo>
                  <a:cubicBezTo>
                    <a:pt x="25268784" y="52207324"/>
                    <a:pt x="25234904" y="52256854"/>
                    <a:pt x="25234904" y="52286860"/>
                  </a:cubicBezTo>
                  <a:cubicBezTo>
                    <a:pt x="25234904" y="52304536"/>
                    <a:pt x="25217276" y="52326076"/>
                    <a:pt x="25185124" y="52347688"/>
                  </a:cubicBezTo>
                  <a:cubicBezTo>
                    <a:pt x="25145800" y="52374124"/>
                    <a:pt x="25134836" y="52389850"/>
                    <a:pt x="25132912" y="52422568"/>
                  </a:cubicBezTo>
                  <a:cubicBezTo>
                    <a:pt x="25131248" y="52450864"/>
                    <a:pt x="25116492" y="52477968"/>
                    <a:pt x="25086328" y="52508132"/>
                  </a:cubicBezTo>
                  <a:cubicBezTo>
                    <a:pt x="25062048" y="52532416"/>
                    <a:pt x="25041700" y="52556644"/>
                    <a:pt x="25041112" y="52561964"/>
                  </a:cubicBezTo>
                  <a:cubicBezTo>
                    <a:pt x="25039392" y="52577524"/>
                    <a:pt x="25107752" y="52593492"/>
                    <a:pt x="25140688" y="52585224"/>
                  </a:cubicBezTo>
                  <a:cubicBezTo>
                    <a:pt x="25157300" y="52581056"/>
                    <a:pt x="25187724" y="52561188"/>
                    <a:pt x="25208296" y="52541078"/>
                  </a:cubicBezTo>
                  <a:cubicBezTo>
                    <a:pt x="25238072" y="52511970"/>
                    <a:pt x="25261944" y="52502632"/>
                    <a:pt x="25325348" y="52495270"/>
                  </a:cubicBezTo>
                  <a:cubicBezTo>
                    <a:pt x="25390924" y="52487660"/>
                    <a:pt x="25410656" y="52479568"/>
                    <a:pt x="25437076" y="52449462"/>
                  </a:cubicBezTo>
                  <a:cubicBezTo>
                    <a:pt x="25463360" y="52419510"/>
                    <a:pt x="25479328" y="52412900"/>
                    <a:pt x="25525432" y="52412900"/>
                  </a:cubicBezTo>
                  <a:cubicBezTo>
                    <a:pt x="25577000" y="52412900"/>
                    <a:pt x="25585524" y="52408088"/>
                    <a:pt x="25627376" y="52355340"/>
                  </a:cubicBezTo>
                  <a:cubicBezTo>
                    <a:pt x="25729500" y="52226642"/>
                    <a:pt x="25848820" y="52150176"/>
                    <a:pt x="25960220" y="52142032"/>
                  </a:cubicBezTo>
                  <a:cubicBezTo>
                    <a:pt x="25984820" y="52140234"/>
                    <a:pt x="25997400" y="52153884"/>
                    <a:pt x="26031384" y="52219224"/>
                  </a:cubicBezTo>
                  <a:cubicBezTo>
                    <a:pt x="26054088" y="52262880"/>
                    <a:pt x="26077560" y="52298600"/>
                    <a:pt x="26083544" y="52298600"/>
                  </a:cubicBezTo>
                  <a:cubicBezTo>
                    <a:pt x="26104120" y="52298600"/>
                    <a:pt x="26123904" y="52363402"/>
                    <a:pt x="26123904" y="52430804"/>
                  </a:cubicBezTo>
                  <a:cubicBezTo>
                    <a:pt x="26123904" y="52486688"/>
                    <a:pt x="26130460" y="52506564"/>
                    <a:pt x="26162004" y="52546250"/>
                  </a:cubicBezTo>
                  <a:cubicBezTo>
                    <a:pt x="26198500" y="52592176"/>
                    <a:pt x="26200104" y="52599444"/>
                    <a:pt x="26200104" y="52719008"/>
                  </a:cubicBezTo>
                  <a:cubicBezTo>
                    <a:pt x="26200104" y="52840564"/>
                    <a:pt x="26199108" y="52844844"/>
                    <a:pt x="26162004" y="52882800"/>
                  </a:cubicBezTo>
                  <a:cubicBezTo>
                    <a:pt x="26141048" y="52904236"/>
                    <a:pt x="26120644" y="52937296"/>
                    <a:pt x="26116660" y="52956264"/>
                  </a:cubicBezTo>
                  <a:cubicBezTo>
                    <a:pt x="26112676" y="52975228"/>
                    <a:pt x="26105532" y="53000100"/>
                    <a:pt x="26100784" y="53011530"/>
                  </a:cubicBezTo>
                  <a:cubicBezTo>
                    <a:pt x="26086656" y="53045550"/>
                    <a:pt x="25840808" y="53263136"/>
                    <a:pt x="25806404" y="53272072"/>
                  </a:cubicBezTo>
                  <a:cubicBezTo>
                    <a:pt x="25788940" y="53276612"/>
                    <a:pt x="25759568" y="53298732"/>
                    <a:pt x="25741136" y="53321236"/>
                  </a:cubicBezTo>
                  <a:cubicBezTo>
                    <a:pt x="25710424" y="53358720"/>
                    <a:pt x="25699492" y="53362912"/>
                    <a:pt x="25610608" y="53371242"/>
                  </a:cubicBezTo>
                  <a:cubicBezTo>
                    <a:pt x="25532908" y="53378522"/>
                    <a:pt x="25505832" y="53386868"/>
                    <a:pt x="25474584" y="53413160"/>
                  </a:cubicBezTo>
                  <a:cubicBezTo>
                    <a:pt x="25439052" y="53443056"/>
                    <a:pt x="25424072" y="53446300"/>
                    <a:pt x="25306664" y="53449524"/>
                  </a:cubicBezTo>
                  <a:cubicBezTo>
                    <a:pt x="25143532" y="53454008"/>
                    <a:pt x="25108376" y="53460296"/>
                    <a:pt x="25049304" y="53495576"/>
                  </a:cubicBezTo>
                  <a:cubicBezTo>
                    <a:pt x="25018112" y="53514204"/>
                    <a:pt x="24962832" y="53529018"/>
                    <a:pt x="24890492" y="53538128"/>
                  </a:cubicBezTo>
                  <a:cubicBezTo>
                    <a:pt x="24802664" y="53549190"/>
                    <a:pt x="24771488" y="53558870"/>
                    <a:pt x="24740956" y="53584562"/>
                  </a:cubicBezTo>
                  <a:cubicBezTo>
                    <a:pt x="24713084" y="53608016"/>
                    <a:pt x="24687288" y="53617160"/>
                    <a:pt x="24647968" y="53617532"/>
                  </a:cubicBezTo>
                  <a:cubicBezTo>
                    <a:pt x="24566488" y="53618316"/>
                    <a:pt x="24493048" y="53641656"/>
                    <a:pt x="24440352" y="53683540"/>
                  </a:cubicBezTo>
                  <a:cubicBezTo>
                    <a:pt x="24399436" y="53716052"/>
                    <a:pt x="24385472" y="53720168"/>
                    <a:pt x="24334632" y="53714718"/>
                  </a:cubicBezTo>
                  <a:cubicBezTo>
                    <a:pt x="24269532" y="53707742"/>
                    <a:pt x="24211272" y="53728894"/>
                    <a:pt x="24157000" y="53779216"/>
                  </a:cubicBezTo>
                  <a:cubicBezTo>
                    <a:pt x="24130040" y="53804220"/>
                    <a:pt x="24114480" y="53808734"/>
                    <a:pt x="24072984" y="53803618"/>
                  </a:cubicBezTo>
                  <a:cubicBezTo>
                    <a:pt x="24015564" y="53796544"/>
                    <a:pt x="23950480" y="53821682"/>
                    <a:pt x="23922388" y="53861792"/>
                  </a:cubicBezTo>
                  <a:cubicBezTo>
                    <a:pt x="23908188" y="53882064"/>
                    <a:pt x="23885312" y="53888728"/>
                    <a:pt x="23810888" y="53894268"/>
                  </a:cubicBezTo>
                  <a:cubicBezTo>
                    <a:pt x="23722248" y="53900872"/>
                    <a:pt x="23715868" y="53903438"/>
                    <a:pt x="23691292" y="53942394"/>
                  </a:cubicBezTo>
                  <a:cubicBezTo>
                    <a:pt x="23668772" y="53978094"/>
                    <a:pt x="23656228" y="53984618"/>
                    <a:pt x="23596588" y="53991688"/>
                  </a:cubicBezTo>
                  <a:cubicBezTo>
                    <a:pt x="23540256" y="53998354"/>
                    <a:pt x="23522424" y="54006756"/>
                    <a:pt x="23497804" y="54038216"/>
                  </a:cubicBezTo>
                  <a:cubicBezTo>
                    <a:pt x="23476304" y="54065686"/>
                    <a:pt x="23456956" y="54076600"/>
                    <a:pt x="23429748" y="54076600"/>
                  </a:cubicBezTo>
                  <a:cubicBezTo>
                    <a:pt x="23383268" y="54076600"/>
                    <a:pt x="23344312" y="54096400"/>
                    <a:pt x="23313348" y="54135764"/>
                  </a:cubicBezTo>
                  <a:cubicBezTo>
                    <a:pt x="23296836" y="54156756"/>
                    <a:pt x="23276976" y="54165500"/>
                    <a:pt x="23245800" y="54165500"/>
                  </a:cubicBezTo>
                  <a:cubicBezTo>
                    <a:pt x="23212520" y="54165500"/>
                    <a:pt x="23190368" y="54176452"/>
                    <a:pt x="23155876" y="54209950"/>
                  </a:cubicBezTo>
                  <a:cubicBezTo>
                    <a:pt x="23121612" y="54243224"/>
                    <a:pt x="23099148" y="54254400"/>
                    <a:pt x="23066520" y="54254400"/>
                  </a:cubicBezTo>
                  <a:cubicBezTo>
                    <a:pt x="23032672" y="54254400"/>
                    <a:pt x="23014144" y="54264328"/>
                    <a:pt x="22983584" y="54298850"/>
                  </a:cubicBezTo>
                  <a:lnTo>
                    <a:pt x="22944228" y="54343300"/>
                  </a:lnTo>
                  <a:lnTo>
                    <a:pt x="22655372" y="54343300"/>
                  </a:lnTo>
                  <a:lnTo>
                    <a:pt x="22620192" y="54304784"/>
                  </a:lnTo>
                  <a:cubicBezTo>
                    <a:pt x="22594304" y="54276440"/>
                    <a:pt x="22568340" y="54263634"/>
                    <a:pt x="22521888" y="54256284"/>
                  </a:cubicBezTo>
                  <a:cubicBezTo>
                    <a:pt x="22466908" y="54247596"/>
                    <a:pt x="22449008" y="54236300"/>
                    <a:pt x="22383160" y="54168706"/>
                  </a:cubicBezTo>
                  <a:cubicBezTo>
                    <a:pt x="22146892" y="53926196"/>
                    <a:pt x="22103896" y="53886100"/>
                    <a:pt x="22080112" y="53886100"/>
                  </a:cubicBezTo>
                  <a:cubicBezTo>
                    <a:pt x="22069788" y="53886100"/>
                    <a:pt x="22051016" y="53872662"/>
                    <a:pt x="22038400" y="53856240"/>
                  </a:cubicBezTo>
                  <a:cubicBezTo>
                    <a:pt x="22025776" y="53839820"/>
                    <a:pt x="22000176" y="53819896"/>
                    <a:pt x="21981500" y="53811964"/>
                  </a:cubicBezTo>
                  <a:cubicBezTo>
                    <a:pt x="21962828" y="53804040"/>
                    <a:pt x="21928536" y="53779968"/>
                    <a:pt x="21905300" y="53758468"/>
                  </a:cubicBezTo>
                  <a:cubicBezTo>
                    <a:pt x="21823112" y="53682436"/>
                    <a:pt x="21741344" y="53619400"/>
                    <a:pt x="21724896" y="53619400"/>
                  </a:cubicBezTo>
                  <a:cubicBezTo>
                    <a:pt x="21715736" y="53619400"/>
                    <a:pt x="21697468" y="53607500"/>
                    <a:pt x="21684304" y="53592952"/>
                  </a:cubicBezTo>
                  <a:cubicBezTo>
                    <a:pt x="21671140" y="53578404"/>
                    <a:pt x="21640248" y="53555800"/>
                    <a:pt x="21615660" y="53542724"/>
                  </a:cubicBezTo>
                  <a:cubicBezTo>
                    <a:pt x="21591072" y="53529638"/>
                    <a:pt x="21540272" y="53490336"/>
                    <a:pt x="21502776" y="53455372"/>
                  </a:cubicBezTo>
                  <a:cubicBezTo>
                    <a:pt x="21446184" y="53402608"/>
                    <a:pt x="21435920" y="53386540"/>
                    <a:pt x="21442372" y="53360824"/>
                  </a:cubicBezTo>
                  <a:cubicBezTo>
                    <a:pt x="21447352" y="53340998"/>
                    <a:pt x="21464584" y="53324808"/>
                    <a:pt x="21490220" y="53315872"/>
                  </a:cubicBezTo>
                  <a:cubicBezTo>
                    <a:pt x="21528416" y="53302556"/>
                    <a:pt x="21890536" y="53291724"/>
                    <a:pt x="22451900" y="53287104"/>
                  </a:cubicBezTo>
                  <a:cubicBezTo>
                    <a:pt x="22693908" y="53285112"/>
                    <a:pt x="22698448" y="53284574"/>
                    <a:pt x="22735340" y="53253536"/>
                  </a:cubicBezTo>
                  <a:cubicBezTo>
                    <a:pt x="22768276" y="53225818"/>
                    <a:pt x="22794696" y="53219734"/>
                    <a:pt x="22952940" y="53203400"/>
                  </a:cubicBezTo>
                  <a:cubicBezTo>
                    <a:pt x="23119932" y="53186168"/>
                    <a:pt x="23135828" y="53182236"/>
                    <a:pt x="23171152" y="53149376"/>
                  </a:cubicBezTo>
                  <a:cubicBezTo>
                    <a:pt x="23202788" y="53119952"/>
                    <a:pt x="23221864" y="53113490"/>
                    <a:pt x="23283552" y="53111300"/>
                  </a:cubicBezTo>
                  <a:cubicBezTo>
                    <a:pt x="23343464" y="53109174"/>
                    <a:pt x="23362808" y="53102966"/>
                    <a:pt x="23383460" y="53079210"/>
                  </a:cubicBezTo>
                  <a:cubicBezTo>
                    <a:pt x="23397548" y="53063006"/>
                    <a:pt x="23424740" y="53043262"/>
                    <a:pt x="23443888" y="53035330"/>
                  </a:cubicBezTo>
                  <a:cubicBezTo>
                    <a:pt x="23463036" y="53027400"/>
                    <a:pt x="23490592" y="53004828"/>
                    <a:pt x="23505132" y="52985164"/>
                  </a:cubicBezTo>
                  <a:cubicBezTo>
                    <a:pt x="23521808" y="52962604"/>
                    <a:pt x="23548352" y="52946268"/>
                    <a:pt x="23577064" y="52940880"/>
                  </a:cubicBezTo>
                  <a:cubicBezTo>
                    <a:pt x="23611112" y="52934492"/>
                    <a:pt x="23624900" y="52924272"/>
                    <a:pt x="23631812" y="52900306"/>
                  </a:cubicBezTo>
                  <a:cubicBezTo>
                    <a:pt x="23638632" y="52876660"/>
                    <a:pt x="23653524" y="52865350"/>
                    <a:pt x="23688648" y="52857146"/>
                  </a:cubicBezTo>
                  <a:cubicBezTo>
                    <a:pt x="23721152" y="52849548"/>
                    <a:pt x="23740928" y="52835740"/>
                    <a:pt x="23751016" y="52813608"/>
                  </a:cubicBezTo>
                  <a:cubicBezTo>
                    <a:pt x="23759136" y="52795784"/>
                    <a:pt x="23770792" y="52781200"/>
                    <a:pt x="23776916" y="52781200"/>
                  </a:cubicBezTo>
                  <a:cubicBezTo>
                    <a:pt x="23783040" y="52781200"/>
                    <a:pt x="23810024" y="52754052"/>
                    <a:pt x="23836884" y="52720876"/>
                  </a:cubicBezTo>
                  <a:cubicBezTo>
                    <a:pt x="23903072" y="52639112"/>
                    <a:pt x="23985552" y="52557500"/>
                    <a:pt x="24050628" y="52509396"/>
                  </a:cubicBezTo>
                  <a:cubicBezTo>
                    <a:pt x="24080316" y="52487450"/>
                    <a:pt x="24104604" y="52463044"/>
                    <a:pt x="24104604" y="52455148"/>
                  </a:cubicBezTo>
                  <a:cubicBezTo>
                    <a:pt x="24104604" y="52447260"/>
                    <a:pt x="24124604" y="52429004"/>
                    <a:pt x="24149052" y="52414580"/>
                  </a:cubicBezTo>
                  <a:cubicBezTo>
                    <a:pt x="24173500" y="52400156"/>
                    <a:pt x="24193504" y="52379636"/>
                    <a:pt x="24193504" y="52368976"/>
                  </a:cubicBezTo>
                  <a:cubicBezTo>
                    <a:pt x="24193504" y="52358316"/>
                    <a:pt x="24210648" y="52334320"/>
                    <a:pt x="24231604" y="52315648"/>
                  </a:cubicBezTo>
                  <a:cubicBezTo>
                    <a:pt x="24252560" y="52296976"/>
                    <a:pt x="24269704" y="52275016"/>
                    <a:pt x="24269704" y="52266850"/>
                  </a:cubicBezTo>
                  <a:cubicBezTo>
                    <a:pt x="24269704" y="52258684"/>
                    <a:pt x="24286240" y="52237264"/>
                    <a:pt x="24306456" y="52219256"/>
                  </a:cubicBezTo>
                  <a:cubicBezTo>
                    <a:pt x="24326668" y="52201242"/>
                    <a:pt x="24349816" y="52166478"/>
                    <a:pt x="24357896" y="52141996"/>
                  </a:cubicBezTo>
                  <a:cubicBezTo>
                    <a:pt x="24365976" y="52117512"/>
                    <a:pt x="24387064" y="52087996"/>
                    <a:pt x="24404756" y="52076400"/>
                  </a:cubicBezTo>
                  <a:cubicBezTo>
                    <a:pt x="24422448" y="52064810"/>
                    <a:pt x="24444924" y="52036184"/>
                    <a:pt x="24454696" y="52012788"/>
                  </a:cubicBezTo>
                  <a:cubicBezTo>
                    <a:pt x="24464472" y="51989392"/>
                    <a:pt x="24483872" y="51966630"/>
                    <a:pt x="24497804" y="51962208"/>
                  </a:cubicBezTo>
                  <a:cubicBezTo>
                    <a:pt x="24513628" y="51957184"/>
                    <a:pt x="24528172" y="51935468"/>
                    <a:pt x="24536552" y="51904352"/>
                  </a:cubicBezTo>
                  <a:cubicBezTo>
                    <a:pt x="24543928" y="51876952"/>
                    <a:pt x="24561740" y="51848232"/>
                    <a:pt x="24576128" y="51840528"/>
                  </a:cubicBezTo>
                  <a:cubicBezTo>
                    <a:pt x="24590520" y="51832830"/>
                    <a:pt x="24613452" y="51801300"/>
                    <a:pt x="24627092" y="51770464"/>
                  </a:cubicBezTo>
                  <a:cubicBezTo>
                    <a:pt x="24640732" y="51739628"/>
                    <a:pt x="24657340" y="51714400"/>
                    <a:pt x="24663996" y="51714400"/>
                  </a:cubicBezTo>
                  <a:cubicBezTo>
                    <a:pt x="24688292" y="51714400"/>
                    <a:pt x="24726904" y="51662728"/>
                    <a:pt x="24726904" y="51630212"/>
                  </a:cubicBezTo>
                  <a:cubicBezTo>
                    <a:pt x="24726904" y="51593396"/>
                    <a:pt x="24782336" y="51500562"/>
                    <a:pt x="24839684" y="51441350"/>
                  </a:cubicBezTo>
                  <a:cubicBezTo>
                    <a:pt x="24859980" y="51420396"/>
                    <a:pt x="24886676" y="51391930"/>
                    <a:pt x="24899008" y="51378092"/>
                  </a:cubicBezTo>
                  <a:cubicBezTo>
                    <a:pt x="24911344" y="51364254"/>
                    <a:pt x="24934816" y="51342408"/>
                    <a:pt x="24951168" y="51329546"/>
                  </a:cubicBezTo>
                  <a:cubicBezTo>
                    <a:pt x="24967520" y="51316682"/>
                    <a:pt x="24980904" y="51294820"/>
                    <a:pt x="24980904" y="51280964"/>
                  </a:cubicBezTo>
                  <a:cubicBezTo>
                    <a:pt x="24980904" y="51267106"/>
                    <a:pt x="24994520" y="51237516"/>
                    <a:pt x="25011168" y="51215208"/>
                  </a:cubicBezTo>
                  <a:cubicBezTo>
                    <a:pt x="25027816" y="51192900"/>
                    <a:pt x="25050116" y="51157504"/>
                    <a:pt x="25060732" y="51136550"/>
                  </a:cubicBezTo>
                  <a:cubicBezTo>
                    <a:pt x="25071344" y="51115596"/>
                    <a:pt x="25100588" y="51088276"/>
                    <a:pt x="25125716" y="51075844"/>
                  </a:cubicBezTo>
                  <a:cubicBezTo>
                    <a:pt x="25153624" y="51062036"/>
                    <a:pt x="25171404" y="51044072"/>
                    <a:pt x="25171404" y="51029680"/>
                  </a:cubicBezTo>
                  <a:cubicBezTo>
                    <a:pt x="25171404" y="51016722"/>
                    <a:pt x="25186136" y="50996468"/>
                    <a:pt x="25204144" y="50984672"/>
                  </a:cubicBezTo>
                  <a:cubicBezTo>
                    <a:pt x="25222148" y="50972872"/>
                    <a:pt x="25242708" y="50946496"/>
                    <a:pt x="25249832" y="50926060"/>
                  </a:cubicBezTo>
                  <a:cubicBezTo>
                    <a:pt x="25256960" y="50905620"/>
                    <a:pt x="25267108" y="50888900"/>
                    <a:pt x="25272392" y="50888900"/>
                  </a:cubicBezTo>
                  <a:cubicBezTo>
                    <a:pt x="25290444" y="50888900"/>
                    <a:pt x="25349204" y="50826650"/>
                    <a:pt x="25349204" y="50807522"/>
                  </a:cubicBezTo>
                  <a:cubicBezTo>
                    <a:pt x="25349204" y="50791222"/>
                    <a:pt x="25296616" y="50786956"/>
                    <a:pt x="24989348" y="50778342"/>
                  </a:cubicBezTo>
                  <a:lnTo>
                    <a:pt x="24629492" y="50768250"/>
                  </a:lnTo>
                  <a:lnTo>
                    <a:pt x="24590324" y="50734616"/>
                  </a:lnTo>
                  <a:cubicBezTo>
                    <a:pt x="24568784" y="50716116"/>
                    <a:pt x="24528344" y="50697126"/>
                    <a:pt x="24500460" y="50692416"/>
                  </a:cubicBezTo>
                  <a:cubicBezTo>
                    <a:pt x="24470320" y="50687322"/>
                    <a:pt x="24437720" y="50670684"/>
                    <a:pt x="24420060" y="50651380"/>
                  </a:cubicBezTo>
                  <a:cubicBezTo>
                    <a:pt x="24403720" y="50633520"/>
                    <a:pt x="24367852" y="50610820"/>
                    <a:pt x="24340352" y="50600936"/>
                  </a:cubicBezTo>
                  <a:cubicBezTo>
                    <a:pt x="24312852" y="50591052"/>
                    <a:pt x="24282828" y="50572228"/>
                    <a:pt x="24273636" y="50559104"/>
                  </a:cubicBezTo>
                  <a:cubicBezTo>
                    <a:pt x="24264444" y="50545980"/>
                    <a:pt x="24232652" y="50525504"/>
                    <a:pt x="24202988" y="50513604"/>
                  </a:cubicBezTo>
                  <a:cubicBezTo>
                    <a:pt x="24151144" y="50492804"/>
                    <a:pt x="24134752" y="50479832"/>
                    <a:pt x="24022052" y="50370408"/>
                  </a:cubicBezTo>
                  <a:cubicBezTo>
                    <a:pt x="23994112" y="50343276"/>
                    <a:pt x="23961252" y="50317196"/>
                    <a:pt x="23949028" y="50312444"/>
                  </a:cubicBezTo>
                  <a:cubicBezTo>
                    <a:pt x="23936804" y="50307692"/>
                    <a:pt x="23923920" y="50294006"/>
                    <a:pt x="23920392" y="50282028"/>
                  </a:cubicBezTo>
                  <a:cubicBezTo>
                    <a:pt x="23916864" y="50270052"/>
                    <a:pt x="23896864" y="50224184"/>
                    <a:pt x="23875940" y="50180104"/>
                  </a:cubicBezTo>
                  <a:cubicBezTo>
                    <a:pt x="23830736" y="50084852"/>
                    <a:pt x="23828792" y="50047460"/>
                    <a:pt x="23865188" y="49973100"/>
                  </a:cubicBezTo>
                  <a:cubicBezTo>
                    <a:pt x="23926344" y="49848144"/>
                    <a:pt x="23958608" y="49822100"/>
                    <a:pt x="24052256" y="49822100"/>
                  </a:cubicBezTo>
                  <a:cubicBezTo>
                    <a:pt x="24088376" y="49822100"/>
                    <a:pt x="24108500" y="49813074"/>
                    <a:pt x="24135728" y="49784654"/>
                  </a:cubicBezTo>
                  <a:cubicBezTo>
                    <a:pt x="24155456" y="49764060"/>
                    <a:pt x="24180816" y="49741716"/>
                    <a:pt x="24192076" y="49735004"/>
                  </a:cubicBezTo>
                  <a:cubicBezTo>
                    <a:pt x="24202100" y="49729030"/>
                    <a:pt x="24289800" y="49726622"/>
                    <a:pt x="24403484" y="49726940"/>
                  </a:cubicBezTo>
                  <a:close/>
                  <a:moveTo>
                    <a:pt x="33308744" y="48173784"/>
                  </a:moveTo>
                  <a:cubicBezTo>
                    <a:pt x="33335480" y="48172730"/>
                    <a:pt x="33354872" y="48178300"/>
                    <a:pt x="33375602" y="48190150"/>
                  </a:cubicBezTo>
                  <a:cubicBezTo>
                    <a:pt x="33393064" y="48200134"/>
                    <a:pt x="33435928" y="48208824"/>
                    <a:pt x="33470852" y="48209468"/>
                  </a:cubicBezTo>
                  <a:cubicBezTo>
                    <a:pt x="33556300" y="48211036"/>
                    <a:pt x="33615404" y="48233574"/>
                    <a:pt x="33647460" y="48276812"/>
                  </a:cubicBezTo>
                  <a:cubicBezTo>
                    <a:pt x="33673412" y="48311812"/>
                    <a:pt x="33674052" y="48324952"/>
                    <a:pt x="33674052" y="48822912"/>
                  </a:cubicBezTo>
                  <a:lnTo>
                    <a:pt x="33674052" y="49333150"/>
                  </a:lnTo>
                  <a:lnTo>
                    <a:pt x="33637088" y="49409350"/>
                  </a:lnTo>
                  <a:cubicBezTo>
                    <a:pt x="33602252" y="49481166"/>
                    <a:pt x="33599568" y="49498340"/>
                    <a:pt x="33590420" y="49707800"/>
                  </a:cubicBezTo>
                  <a:cubicBezTo>
                    <a:pt x="33582348" y="49892556"/>
                    <a:pt x="33575196" y="49947864"/>
                    <a:pt x="33548008" y="50035634"/>
                  </a:cubicBezTo>
                  <a:cubicBezTo>
                    <a:pt x="33499592" y="50191940"/>
                    <a:pt x="33501368" y="50196492"/>
                    <a:pt x="33605460" y="50182686"/>
                  </a:cubicBezTo>
                  <a:cubicBezTo>
                    <a:pt x="33650384" y="50176726"/>
                    <a:pt x="33683596" y="50162968"/>
                    <a:pt x="33710862" y="50139028"/>
                  </a:cubicBezTo>
                  <a:cubicBezTo>
                    <a:pt x="33732756" y="50119806"/>
                    <a:pt x="33774648" y="50097620"/>
                    <a:pt x="33803948" y="50089730"/>
                  </a:cubicBezTo>
                  <a:cubicBezTo>
                    <a:pt x="33833252" y="50081840"/>
                    <a:pt x="33884592" y="50058456"/>
                    <a:pt x="33918040" y="50037768"/>
                  </a:cubicBezTo>
                  <a:cubicBezTo>
                    <a:pt x="33973880" y="50003224"/>
                    <a:pt x="33985984" y="50000656"/>
                    <a:pt x="34066076" y="50006374"/>
                  </a:cubicBezTo>
                  <a:cubicBezTo>
                    <a:pt x="34140058" y="50011654"/>
                    <a:pt x="34159886" y="50018386"/>
                    <a:pt x="34196692" y="50050700"/>
                  </a:cubicBezTo>
                  <a:cubicBezTo>
                    <a:pt x="34220558" y="50071654"/>
                    <a:pt x="34253904" y="50088800"/>
                    <a:pt x="34270796" y="50088800"/>
                  </a:cubicBezTo>
                  <a:cubicBezTo>
                    <a:pt x="34323274" y="50088800"/>
                    <a:pt x="34367424" y="50117320"/>
                    <a:pt x="34387720" y="50164328"/>
                  </a:cubicBezTo>
                  <a:cubicBezTo>
                    <a:pt x="34398436" y="50189144"/>
                    <a:pt x="34422268" y="50229452"/>
                    <a:pt x="34440678" y="50253900"/>
                  </a:cubicBezTo>
                  <a:cubicBezTo>
                    <a:pt x="34472912" y="50296704"/>
                    <a:pt x="34474152" y="50304568"/>
                    <a:pt x="34474152" y="50466154"/>
                  </a:cubicBezTo>
                  <a:cubicBezTo>
                    <a:pt x="34474152" y="50610220"/>
                    <a:pt x="34470948" y="50637170"/>
                    <a:pt x="34451502" y="50656654"/>
                  </a:cubicBezTo>
                  <a:cubicBezTo>
                    <a:pt x="34431556" y="50676640"/>
                    <a:pt x="34395644" y="50680108"/>
                    <a:pt x="34150702" y="50685700"/>
                  </a:cubicBezTo>
                  <a:lnTo>
                    <a:pt x="33872556" y="50692050"/>
                  </a:lnTo>
                  <a:lnTo>
                    <a:pt x="33808324" y="50778472"/>
                  </a:lnTo>
                  <a:lnTo>
                    <a:pt x="33667844" y="50786754"/>
                  </a:lnTo>
                  <a:cubicBezTo>
                    <a:pt x="33530464" y="50794852"/>
                    <a:pt x="33526548" y="50795932"/>
                    <a:pt x="33490300" y="50835620"/>
                  </a:cubicBezTo>
                  <a:cubicBezTo>
                    <a:pt x="33459426" y="50869422"/>
                    <a:pt x="33443958" y="50876200"/>
                    <a:pt x="33397706" y="50876200"/>
                  </a:cubicBezTo>
                  <a:cubicBezTo>
                    <a:pt x="33350204" y="50876200"/>
                    <a:pt x="33336484" y="50882628"/>
                    <a:pt x="33302822" y="50920650"/>
                  </a:cubicBezTo>
                  <a:cubicBezTo>
                    <a:pt x="33269856" y="50957884"/>
                    <a:pt x="33254980" y="50965100"/>
                    <a:pt x="33211162" y="50965100"/>
                  </a:cubicBezTo>
                  <a:cubicBezTo>
                    <a:pt x="33168316" y="50965100"/>
                    <a:pt x="33150816" y="50973140"/>
                    <a:pt x="33114406" y="51009550"/>
                  </a:cubicBezTo>
                  <a:cubicBezTo>
                    <a:pt x="33089956" y="51033998"/>
                    <a:pt x="33058152" y="51054000"/>
                    <a:pt x="33043724" y="51054000"/>
                  </a:cubicBezTo>
                  <a:cubicBezTo>
                    <a:pt x="33029298" y="51054000"/>
                    <a:pt x="33002226" y="51070344"/>
                    <a:pt x="32983568" y="51090316"/>
                  </a:cubicBezTo>
                  <a:cubicBezTo>
                    <a:pt x="32964908" y="51110292"/>
                    <a:pt x="32938218" y="51130262"/>
                    <a:pt x="32924252" y="51134692"/>
                  </a:cubicBezTo>
                  <a:cubicBezTo>
                    <a:pt x="32910288" y="51139124"/>
                    <a:pt x="32855020" y="51181360"/>
                    <a:pt x="32801428" y="51228552"/>
                  </a:cubicBezTo>
                  <a:cubicBezTo>
                    <a:pt x="32700998" y="51316988"/>
                    <a:pt x="32689420" y="51339544"/>
                    <a:pt x="32706876" y="51412776"/>
                  </a:cubicBezTo>
                  <a:cubicBezTo>
                    <a:pt x="32718476" y="51461432"/>
                    <a:pt x="32749328" y="51456552"/>
                    <a:pt x="32787152" y="51400076"/>
                  </a:cubicBezTo>
                  <a:cubicBezTo>
                    <a:pt x="32804694" y="51373880"/>
                    <a:pt x="32826592" y="51350496"/>
                    <a:pt x="32835812" y="51348112"/>
                  </a:cubicBezTo>
                  <a:cubicBezTo>
                    <a:pt x="32845030" y="51345724"/>
                    <a:pt x="32873292" y="51324294"/>
                    <a:pt x="32898612" y="51300488"/>
                  </a:cubicBezTo>
                  <a:cubicBezTo>
                    <a:pt x="32923930" y="51276678"/>
                    <a:pt x="32952464" y="51257200"/>
                    <a:pt x="32962020" y="51257200"/>
                  </a:cubicBezTo>
                  <a:cubicBezTo>
                    <a:pt x="32971576" y="51257200"/>
                    <a:pt x="32991194" y="51237198"/>
                    <a:pt x="33005618" y="51212750"/>
                  </a:cubicBezTo>
                  <a:cubicBezTo>
                    <a:pt x="33020042" y="51188302"/>
                    <a:pt x="33040320" y="51168300"/>
                    <a:pt x="33050676" y="51168300"/>
                  </a:cubicBezTo>
                  <a:cubicBezTo>
                    <a:pt x="33061036" y="51168300"/>
                    <a:pt x="33084544" y="51148590"/>
                    <a:pt x="33102916" y="51124500"/>
                  </a:cubicBezTo>
                  <a:cubicBezTo>
                    <a:pt x="33121288" y="51100412"/>
                    <a:pt x="33156016" y="51074204"/>
                    <a:pt x="33180084" y="51066260"/>
                  </a:cubicBezTo>
                  <a:cubicBezTo>
                    <a:pt x="33204156" y="51058316"/>
                    <a:pt x="33241044" y="51037348"/>
                    <a:pt x="33262062" y="51019660"/>
                  </a:cubicBezTo>
                  <a:cubicBezTo>
                    <a:pt x="33291316" y="50995044"/>
                    <a:pt x="33319232" y="50985982"/>
                    <a:pt x="33381102" y="50981018"/>
                  </a:cubicBezTo>
                  <a:cubicBezTo>
                    <a:pt x="33507662" y="50970858"/>
                    <a:pt x="33575444" y="50985268"/>
                    <a:pt x="33596980" y="51026920"/>
                  </a:cubicBezTo>
                  <a:cubicBezTo>
                    <a:pt x="33606890" y="51046078"/>
                    <a:pt x="33628622" y="51067962"/>
                    <a:pt x="33645280" y="51075552"/>
                  </a:cubicBezTo>
                  <a:cubicBezTo>
                    <a:pt x="33664282" y="51084212"/>
                    <a:pt x="33681146" y="51108006"/>
                    <a:pt x="33690568" y="51139456"/>
                  </a:cubicBezTo>
                  <a:cubicBezTo>
                    <a:pt x="33698826" y="51167016"/>
                    <a:pt x="33717064" y="51199954"/>
                    <a:pt x="33731092" y="51212652"/>
                  </a:cubicBezTo>
                  <a:cubicBezTo>
                    <a:pt x="33767184" y="51245316"/>
                    <a:pt x="33765784" y="51328340"/>
                    <a:pt x="33728468" y="51368060"/>
                  </a:cubicBezTo>
                  <a:cubicBezTo>
                    <a:pt x="33707324" y="51390566"/>
                    <a:pt x="33698308" y="51420108"/>
                    <a:pt x="33692180" y="51486940"/>
                  </a:cubicBezTo>
                  <a:cubicBezTo>
                    <a:pt x="33685476" y="51560130"/>
                    <a:pt x="33677904" y="51582268"/>
                    <a:pt x="33649404" y="51612012"/>
                  </a:cubicBezTo>
                  <a:cubicBezTo>
                    <a:pt x="33622360" y="51640244"/>
                    <a:pt x="33612500" y="51666552"/>
                    <a:pt x="33604356" y="51732188"/>
                  </a:cubicBezTo>
                  <a:cubicBezTo>
                    <a:pt x="33596016" y="51799460"/>
                    <a:pt x="33586096" y="51825156"/>
                    <a:pt x="33554620" y="51861004"/>
                  </a:cubicBezTo>
                  <a:cubicBezTo>
                    <a:pt x="33532994" y="51885632"/>
                    <a:pt x="33515302" y="51919194"/>
                    <a:pt x="33515302" y="51935584"/>
                  </a:cubicBezTo>
                  <a:cubicBezTo>
                    <a:pt x="33515302" y="51960088"/>
                    <a:pt x="33524984" y="51967824"/>
                    <a:pt x="33569776" y="51979104"/>
                  </a:cubicBezTo>
                  <a:cubicBezTo>
                    <a:pt x="33653984" y="52000304"/>
                    <a:pt x="33674052" y="52030288"/>
                    <a:pt x="33674052" y="52134888"/>
                  </a:cubicBezTo>
                  <a:cubicBezTo>
                    <a:pt x="33674052" y="52213320"/>
                    <a:pt x="33670168" y="52227436"/>
                    <a:pt x="33639128" y="52261790"/>
                  </a:cubicBezTo>
                  <a:cubicBezTo>
                    <a:pt x="33610130" y="52293880"/>
                    <a:pt x="33604202" y="52312056"/>
                    <a:pt x="33604202" y="52368872"/>
                  </a:cubicBezTo>
                  <a:cubicBezTo>
                    <a:pt x="33604202" y="52426988"/>
                    <a:pt x="33600144" y="52438808"/>
                    <a:pt x="33577258" y="52447324"/>
                  </a:cubicBezTo>
                  <a:cubicBezTo>
                    <a:pt x="33562436" y="52452836"/>
                    <a:pt x="33537392" y="52475812"/>
                    <a:pt x="33521596" y="52498372"/>
                  </a:cubicBezTo>
                  <a:cubicBezTo>
                    <a:pt x="33505804" y="52520936"/>
                    <a:pt x="33477580" y="52545214"/>
                    <a:pt x="33458878" y="52552320"/>
                  </a:cubicBezTo>
                  <a:cubicBezTo>
                    <a:pt x="33416282" y="52568518"/>
                    <a:pt x="33425608" y="52585342"/>
                    <a:pt x="33483172" y="52596138"/>
                  </a:cubicBezTo>
                  <a:cubicBezTo>
                    <a:pt x="33534268" y="52605724"/>
                    <a:pt x="33586764" y="52665430"/>
                    <a:pt x="33599328" y="52728254"/>
                  </a:cubicBezTo>
                  <a:cubicBezTo>
                    <a:pt x="33608366" y="52773456"/>
                    <a:pt x="33590680" y="52802712"/>
                    <a:pt x="33543474" y="52820658"/>
                  </a:cubicBezTo>
                  <a:cubicBezTo>
                    <a:pt x="33500648" y="52836942"/>
                    <a:pt x="33502822" y="52861660"/>
                    <a:pt x="33548380" y="52876450"/>
                  </a:cubicBezTo>
                  <a:cubicBezTo>
                    <a:pt x="33569894" y="52883432"/>
                    <a:pt x="33606972" y="52904168"/>
                    <a:pt x="33630774" y="52922524"/>
                  </a:cubicBezTo>
                  <a:lnTo>
                    <a:pt x="33674052" y="52955906"/>
                  </a:lnTo>
                  <a:lnTo>
                    <a:pt x="33674052" y="53101068"/>
                  </a:lnTo>
                  <a:cubicBezTo>
                    <a:pt x="33674052" y="53229948"/>
                    <a:pt x="33670778" y="53251688"/>
                    <a:pt x="33644868" y="53294812"/>
                  </a:cubicBezTo>
                  <a:cubicBezTo>
                    <a:pt x="33628820" y="53321532"/>
                    <a:pt x="33604532" y="53365256"/>
                    <a:pt x="33590896" y="53391984"/>
                  </a:cubicBezTo>
                  <a:cubicBezTo>
                    <a:pt x="33571732" y="53429552"/>
                    <a:pt x="33554416" y="53444080"/>
                    <a:pt x="33514584" y="53456018"/>
                  </a:cubicBezTo>
                  <a:cubicBezTo>
                    <a:pt x="33468858" y="53469716"/>
                    <a:pt x="33404856" y="53517080"/>
                    <a:pt x="33390348" y="53547964"/>
                  </a:cubicBezTo>
                  <a:cubicBezTo>
                    <a:pt x="33387476" y="53554076"/>
                    <a:pt x="33374412" y="53569792"/>
                    <a:pt x="33361316" y="53582888"/>
                  </a:cubicBezTo>
                  <a:cubicBezTo>
                    <a:pt x="33343380" y="53600820"/>
                    <a:pt x="33337502" y="53625310"/>
                    <a:pt x="33337502" y="53682076"/>
                  </a:cubicBezTo>
                  <a:cubicBezTo>
                    <a:pt x="33337502" y="53775340"/>
                    <a:pt x="33345424" y="53809112"/>
                    <a:pt x="33374928" y="53841650"/>
                  </a:cubicBezTo>
                  <a:cubicBezTo>
                    <a:pt x="33387598" y="53855620"/>
                    <a:pt x="33403560" y="53900276"/>
                    <a:pt x="33410396" y="53940888"/>
                  </a:cubicBezTo>
                  <a:cubicBezTo>
                    <a:pt x="33420264" y="53999482"/>
                    <a:pt x="33432346" y="54024468"/>
                    <a:pt x="33468932" y="54061934"/>
                  </a:cubicBezTo>
                  <a:cubicBezTo>
                    <a:pt x="33526536" y="54120926"/>
                    <a:pt x="33553096" y="54226458"/>
                    <a:pt x="33529860" y="54304008"/>
                  </a:cubicBezTo>
                  <a:cubicBezTo>
                    <a:pt x="33509864" y="54370752"/>
                    <a:pt x="33510614" y="54375062"/>
                    <a:pt x="33550228" y="54421150"/>
                  </a:cubicBezTo>
                  <a:cubicBezTo>
                    <a:pt x="33583612" y="54459994"/>
                    <a:pt x="33585626" y="54470170"/>
                    <a:pt x="33595900" y="54651660"/>
                  </a:cubicBezTo>
                  <a:cubicBezTo>
                    <a:pt x="33608376" y="54872112"/>
                    <a:pt x="33601496" y="54906188"/>
                    <a:pt x="33527384" y="54991000"/>
                  </a:cubicBezTo>
                  <a:lnTo>
                    <a:pt x="33477444" y="55048150"/>
                  </a:lnTo>
                  <a:lnTo>
                    <a:pt x="33341310" y="55058872"/>
                  </a:lnTo>
                  <a:cubicBezTo>
                    <a:pt x="33266436" y="55064764"/>
                    <a:pt x="33168880" y="55065700"/>
                    <a:pt x="33124520" y="55060948"/>
                  </a:cubicBezTo>
                  <a:cubicBezTo>
                    <a:pt x="33054268" y="55053428"/>
                    <a:pt x="33041942" y="55048100"/>
                    <a:pt x="33028980" y="55019648"/>
                  </a:cubicBezTo>
                  <a:cubicBezTo>
                    <a:pt x="33019580" y="54999018"/>
                    <a:pt x="32989744" y="54976224"/>
                    <a:pt x="32947968" y="54957744"/>
                  </a:cubicBezTo>
                  <a:cubicBezTo>
                    <a:pt x="32910722" y="54941272"/>
                    <a:pt x="32842934" y="54891800"/>
                    <a:pt x="32792764" y="54844472"/>
                  </a:cubicBezTo>
                  <a:cubicBezTo>
                    <a:pt x="32708802" y="54765264"/>
                    <a:pt x="32701308" y="54761048"/>
                    <a:pt x="32662194" y="54770944"/>
                  </a:cubicBezTo>
                  <a:cubicBezTo>
                    <a:pt x="32637140" y="54777288"/>
                    <a:pt x="32614498" y="54794032"/>
                    <a:pt x="32605060" y="54813200"/>
                  </a:cubicBezTo>
                  <a:cubicBezTo>
                    <a:pt x="32596460" y="54830664"/>
                    <a:pt x="32576290" y="54860856"/>
                    <a:pt x="32560238" y="54880290"/>
                  </a:cubicBezTo>
                  <a:cubicBezTo>
                    <a:pt x="32489776" y="54965620"/>
                    <a:pt x="32448502" y="55030024"/>
                    <a:pt x="32448502" y="55054644"/>
                  </a:cubicBezTo>
                  <a:cubicBezTo>
                    <a:pt x="32448502" y="55071248"/>
                    <a:pt x="32429824" y="55094040"/>
                    <a:pt x="32398652" y="55115470"/>
                  </a:cubicBezTo>
                  <a:lnTo>
                    <a:pt x="32348796" y="55149750"/>
                  </a:lnTo>
                  <a:lnTo>
                    <a:pt x="32344676" y="55271484"/>
                  </a:lnTo>
                  <a:cubicBezTo>
                    <a:pt x="32341108" y="55376824"/>
                    <a:pt x="32336120" y="55400092"/>
                    <a:pt x="32307648" y="55444250"/>
                  </a:cubicBezTo>
                  <a:cubicBezTo>
                    <a:pt x="32286760" y="55476644"/>
                    <a:pt x="32269336" y="55529590"/>
                    <a:pt x="32259936" y="55589216"/>
                  </a:cubicBezTo>
                  <a:cubicBezTo>
                    <a:pt x="32249906" y="55652856"/>
                    <a:pt x="32234918" y="55696668"/>
                    <a:pt x="32213464" y="55725070"/>
                  </a:cubicBezTo>
                  <a:cubicBezTo>
                    <a:pt x="32196052" y="55748126"/>
                    <a:pt x="32181802" y="55780130"/>
                    <a:pt x="32181802" y="55796196"/>
                  </a:cubicBezTo>
                  <a:cubicBezTo>
                    <a:pt x="32181802" y="55831600"/>
                    <a:pt x="32157216" y="55905400"/>
                    <a:pt x="32145426" y="55905400"/>
                  </a:cubicBezTo>
                  <a:cubicBezTo>
                    <a:pt x="32140756" y="55905400"/>
                    <a:pt x="32102740" y="55931308"/>
                    <a:pt x="32060944" y="55962972"/>
                  </a:cubicBezTo>
                  <a:cubicBezTo>
                    <a:pt x="31943452" y="56051984"/>
                    <a:pt x="31955012" y="56048592"/>
                    <a:pt x="31809380" y="56036784"/>
                  </a:cubicBezTo>
                  <a:lnTo>
                    <a:pt x="31676936" y="56026050"/>
                  </a:lnTo>
                  <a:lnTo>
                    <a:pt x="31627746" y="55975088"/>
                  </a:lnTo>
                  <a:cubicBezTo>
                    <a:pt x="31600690" y="55947060"/>
                    <a:pt x="31571278" y="55911340"/>
                    <a:pt x="31562386" y="55895714"/>
                  </a:cubicBezTo>
                  <a:cubicBezTo>
                    <a:pt x="31553492" y="55880088"/>
                    <a:pt x="31539496" y="55867300"/>
                    <a:pt x="31531280" y="55867300"/>
                  </a:cubicBezTo>
                  <a:cubicBezTo>
                    <a:pt x="31523068" y="55867300"/>
                    <a:pt x="31488908" y="55838074"/>
                    <a:pt x="31455376" y="55802356"/>
                  </a:cubicBezTo>
                  <a:lnTo>
                    <a:pt x="31394402" y="55737410"/>
                  </a:lnTo>
                  <a:lnTo>
                    <a:pt x="31394402" y="55618204"/>
                  </a:lnTo>
                  <a:cubicBezTo>
                    <a:pt x="31394402" y="55491764"/>
                    <a:pt x="31408304" y="55450098"/>
                    <a:pt x="31456408" y="55432368"/>
                  </a:cubicBezTo>
                  <a:cubicBezTo>
                    <a:pt x="31473182" y="55426186"/>
                    <a:pt x="31485244" y="55406324"/>
                    <a:pt x="31491066" y="55375274"/>
                  </a:cubicBezTo>
                  <a:cubicBezTo>
                    <a:pt x="31496070" y="55348608"/>
                    <a:pt x="31515052" y="55313596"/>
                    <a:pt x="31534204" y="55295700"/>
                  </a:cubicBezTo>
                  <a:cubicBezTo>
                    <a:pt x="31557710" y="55273748"/>
                    <a:pt x="31571244" y="55244844"/>
                    <a:pt x="31577470" y="55203334"/>
                  </a:cubicBezTo>
                  <a:cubicBezTo>
                    <a:pt x="31584048" y="55159468"/>
                    <a:pt x="31594982" y="55137384"/>
                    <a:pt x="31617378" y="55122708"/>
                  </a:cubicBezTo>
                  <a:cubicBezTo>
                    <a:pt x="31634340" y="55111594"/>
                    <a:pt x="31654708" y="55080856"/>
                    <a:pt x="31662634" y="55054400"/>
                  </a:cubicBezTo>
                  <a:cubicBezTo>
                    <a:pt x="31671404" y="55025124"/>
                    <a:pt x="31688696" y="55000990"/>
                    <a:pt x="31706824" y="54992730"/>
                  </a:cubicBezTo>
                  <a:cubicBezTo>
                    <a:pt x="31728364" y="54982920"/>
                    <a:pt x="31737218" y="54967628"/>
                    <a:pt x="31738836" y="54937460"/>
                  </a:cubicBezTo>
                  <a:cubicBezTo>
                    <a:pt x="31741060" y="54895968"/>
                    <a:pt x="31751314" y="54881532"/>
                    <a:pt x="31885704" y="54730650"/>
                  </a:cubicBezTo>
                  <a:cubicBezTo>
                    <a:pt x="31954820" y="54653060"/>
                    <a:pt x="31946154" y="54661692"/>
                    <a:pt x="32023052" y="54593816"/>
                  </a:cubicBezTo>
                  <a:cubicBezTo>
                    <a:pt x="32174230" y="54460372"/>
                    <a:pt x="32250904" y="54384718"/>
                    <a:pt x="32278928" y="54341348"/>
                  </a:cubicBezTo>
                  <a:cubicBezTo>
                    <a:pt x="32295416" y="54315828"/>
                    <a:pt x="32325280" y="54289238"/>
                    <a:pt x="32345290" y="54282262"/>
                  </a:cubicBezTo>
                  <a:cubicBezTo>
                    <a:pt x="32365300" y="54275292"/>
                    <a:pt x="32396062" y="54254064"/>
                    <a:pt x="32413644" y="54235102"/>
                  </a:cubicBezTo>
                  <a:cubicBezTo>
                    <a:pt x="32439884" y="54206806"/>
                    <a:pt x="32460820" y="54199042"/>
                    <a:pt x="32530364" y="54191848"/>
                  </a:cubicBezTo>
                  <a:cubicBezTo>
                    <a:pt x="32608156" y="54183792"/>
                    <a:pt x="32616872" y="54179850"/>
                    <a:pt x="32636580" y="54143734"/>
                  </a:cubicBezTo>
                  <a:cubicBezTo>
                    <a:pt x="32649520" y="54120028"/>
                    <a:pt x="32671912" y="54101224"/>
                    <a:pt x="32692936" y="54096420"/>
                  </a:cubicBezTo>
                  <a:cubicBezTo>
                    <a:pt x="32717016" y="54090920"/>
                    <a:pt x="32735972" y="54072470"/>
                    <a:pt x="32754144" y="54036844"/>
                  </a:cubicBezTo>
                  <a:cubicBezTo>
                    <a:pt x="32768624" y="54008462"/>
                    <a:pt x="32777280" y="53982044"/>
                    <a:pt x="32773376" y="53978138"/>
                  </a:cubicBezTo>
                  <a:cubicBezTo>
                    <a:pt x="32762964" y="53967726"/>
                    <a:pt x="32669164" y="53993504"/>
                    <a:pt x="32581852" y="54030772"/>
                  </a:cubicBezTo>
                  <a:cubicBezTo>
                    <a:pt x="32497512" y="54066772"/>
                    <a:pt x="32301000" y="54086912"/>
                    <a:pt x="32258104" y="54063956"/>
                  </a:cubicBezTo>
                  <a:cubicBezTo>
                    <a:pt x="32221862" y="54044560"/>
                    <a:pt x="32118302" y="53870200"/>
                    <a:pt x="32118302" y="53828578"/>
                  </a:cubicBezTo>
                  <a:cubicBezTo>
                    <a:pt x="32118302" y="53808592"/>
                    <a:pt x="32129124" y="53774784"/>
                    <a:pt x="32142344" y="53753444"/>
                  </a:cubicBezTo>
                  <a:cubicBezTo>
                    <a:pt x="32155568" y="53732106"/>
                    <a:pt x="32172370" y="53686076"/>
                    <a:pt x="32179684" y="53651150"/>
                  </a:cubicBezTo>
                  <a:cubicBezTo>
                    <a:pt x="32198100" y="53563180"/>
                    <a:pt x="32282604" y="53471360"/>
                    <a:pt x="32348156" y="53468098"/>
                  </a:cubicBezTo>
                  <a:cubicBezTo>
                    <a:pt x="32385870" y="53466224"/>
                    <a:pt x="32400294" y="53456818"/>
                    <a:pt x="32430704" y="53414260"/>
                  </a:cubicBezTo>
                  <a:cubicBezTo>
                    <a:pt x="32465784" y="53365164"/>
                    <a:pt x="32466414" y="53361996"/>
                    <a:pt x="32443820" y="53348172"/>
                  </a:cubicBezTo>
                  <a:cubicBezTo>
                    <a:pt x="32380298" y="53309298"/>
                    <a:pt x="32380524" y="53309738"/>
                    <a:pt x="32398468" y="53260110"/>
                  </a:cubicBezTo>
                  <a:cubicBezTo>
                    <a:pt x="32407712" y="53234548"/>
                    <a:pt x="32411314" y="53209676"/>
                    <a:pt x="32406474" y="53204840"/>
                  </a:cubicBezTo>
                  <a:cubicBezTo>
                    <a:pt x="32397624" y="53195990"/>
                    <a:pt x="32258876" y="53173388"/>
                    <a:pt x="32215940" y="53173802"/>
                  </a:cubicBezTo>
                  <a:cubicBezTo>
                    <a:pt x="32200504" y="53173944"/>
                    <a:pt x="32182876" y="53152322"/>
                    <a:pt x="32162404" y="53108144"/>
                  </a:cubicBezTo>
                  <a:lnTo>
                    <a:pt x="32131886" y="53042276"/>
                  </a:lnTo>
                  <a:lnTo>
                    <a:pt x="32163196" y="52988852"/>
                  </a:lnTo>
                  <a:cubicBezTo>
                    <a:pt x="32182600" y="52955738"/>
                    <a:pt x="32194502" y="52915764"/>
                    <a:pt x="32194502" y="52883712"/>
                  </a:cubicBezTo>
                  <a:cubicBezTo>
                    <a:pt x="32194502" y="52825060"/>
                    <a:pt x="32218456" y="52779526"/>
                    <a:pt x="32257010" y="52764904"/>
                  </a:cubicBezTo>
                  <a:cubicBezTo>
                    <a:pt x="32275112" y="52758032"/>
                    <a:pt x="32285756" y="52739200"/>
                    <a:pt x="32291368" y="52704108"/>
                  </a:cubicBezTo>
                  <a:cubicBezTo>
                    <a:pt x="32300418" y="52647504"/>
                    <a:pt x="32308752" y="52633016"/>
                    <a:pt x="32376060" y="52556884"/>
                  </a:cubicBezTo>
                  <a:cubicBezTo>
                    <a:pt x="32401764" y="52527808"/>
                    <a:pt x="32424292" y="52499232"/>
                    <a:pt x="32426124" y="52493384"/>
                  </a:cubicBezTo>
                  <a:cubicBezTo>
                    <a:pt x="32427954" y="52487536"/>
                    <a:pt x="32451152" y="52461320"/>
                    <a:pt x="32477676" y="52435124"/>
                  </a:cubicBezTo>
                  <a:cubicBezTo>
                    <a:pt x="32504198" y="52408932"/>
                    <a:pt x="32522396" y="52387500"/>
                    <a:pt x="32518116" y="52387500"/>
                  </a:cubicBezTo>
                  <a:cubicBezTo>
                    <a:pt x="32482352" y="52387500"/>
                    <a:pt x="32437194" y="52410048"/>
                    <a:pt x="32412604" y="52440184"/>
                  </a:cubicBezTo>
                  <a:cubicBezTo>
                    <a:pt x="32368500" y="52494236"/>
                    <a:pt x="32299700" y="52491052"/>
                    <a:pt x="32234272" y="52431950"/>
                  </a:cubicBezTo>
                  <a:cubicBezTo>
                    <a:pt x="32207214" y="52407504"/>
                    <a:pt x="32176288" y="52387500"/>
                    <a:pt x="32165552" y="52387500"/>
                  </a:cubicBezTo>
                  <a:cubicBezTo>
                    <a:pt x="32154818" y="52387500"/>
                    <a:pt x="32115504" y="52357752"/>
                    <a:pt x="32078192" y="52321396"/>
                  </a:cubicBezTo>
                  <a:cubicBezTo>
                    <a:pt x="32015512" y="52260320"/>
                    <a:pt x="32009868" y="52249940"/>
                    <a:pt x="32004002" y="52184872"/>
                  </a:cubicBezTo>
                  <a:lnTo>
                    <a:pt x="31997652" y="52114450"/>
                  </a:lnTo>
                  <a:lnTo>
                    <a:pt x="31953202" y="52114450"/>
                  </a:lnTo>
                  <a:cubicBezTo>
                    <a:pt x="31912426" y="52114450"/>
                    <a:pt x="31907782" y="52118376"/>
                    <a:pt x="31896998" y="52161926"/>
                  </a:cubicBezTo>
                  <a:cubicBezTo>
                    <a:pt x="31890308" y="52188956"/>
                    <a:pt x="31875548" y="52212478"/>
                    <a:pt x="31862724" y="52216552"/>
                  </a:cubicBezTo>
                  <a:cubicBezTo>
                    <a:pt x="31828354" y="52227460"/>
                    <a:pt x="31815588" y="52249548"/>
                    <a:pt x="31813418" y="52301880"/>
                  </a:cubicBezTo>
                  <a:cubicBezTo>
                    <a:pt x="31811738" y="52342344"/>
                    <a:pt x="31806278" y="52350864"/>
                    <a:pt x="31777544" y="52357852"/>
                  </a:cubicBezTo>
                  <a:cubicBezTo>
                    <a:pt x="31756656" y="52362932"/>
                    <a:pt x="31713740" y="52401900"/>
                    <a:pt x="31665688" y="52459416"/>
                  </a:cubicBezTo>
                  <a:cubicBezTo>
                    <a:pt x="31607440" y="52529136"/>
                    <a:pt x="31574202" y="52557500"/>
                    <a:pt x="31534260" y="52571594"/>
                  </a:cubicBezTo>
                  <a:cubicBezTo>
                    <a:pt x="31504856" y="52581968"/>
                    <a:pt x="31469774" y="52604472"/>
                    <a:pt x="31456300" y="52621600"/>
                  </a:cubicBezTo>
                  <a:cubicBezTo>
                    <a:pt x="31439702" y="52642704"/>
                    <a:pt x="31413452" y="52655502"/>
                    <a:pt x="31374918" y="52661282"/>
                  </a:cubicBezTo>
                  <a:cubicBezTo>
                    <a:pt x="31340776" y="52666398"/>
                    <a:pt x="31299096" y="52684860"/>
                    <a:pt x="31270670" y="52707448"/>
                  </a:cubicBezTo>
                  <a:lnTo>
                    <a:pt x="31223304" y="52745092"/>
                  </a:lnTo>
                  <a:lnTo>
                    <a:pt x="31069644" y="52734568"/>
                  </a:lnTo>
                  <a:cubicBezTo>
                    <a:pt x="30929908" y="52725004"/>
                    <a:pt x="30913706" y="52721308"/>
                    <a:pt x="30890882" y="52693800"/>
                  </a:cubicBezTo>
                  <a:cubicBezTo>
                    <a:pt x="30869736" y="52668314"/>
                    <a:pt x="30849572" y="52662124"/>
                    <a:pt x="30762800" y="52654498"/>
                  </a:cubicBezTo>
                  <a:cubicBezTo>
                    <a:pt x="30665708" y="52645964"/>
                    <a:pt x="30657312" y="52642790"/>
                    <a:pt x="30616034" y="52599022"/>
                  </a:cubicBezTo>
                  <a:cubicBezTo>
                    <a:pt x="30591956" y="52573492"/>
                    <a:pt x="30566108" y="52552600"/>
                    <a:pt x="30558596" y="52552600"/>
                  </a:cubicBezTo>
                  <a:cubicBezTo>
                    <a:pt x="30551084" y="52552600"/>
                    <a:pt x="30534672" y="52535218"/>
                    <a:pt x="30522124" y="52513980"/>
                  </a:cubicBezTo>
                  <a:cubicBezTo>
                    <a:pt x="30509576" y="52492734"/>
                    <a:pt x="30486188" y="52472060"/>
                    <a:pt x="30470152" y="52468036"/>
                  </a:cubicBezTo>
                  <a:cubicBezTo>
                    <a:pt x="30452720" y="52463664"/>
                    <a:pt x="30433782" y="52443448"/>
                    <a:pt x="30423048" y="52417762"/>
                  </a:cubicBezTo>
                  <a:cubicBezTo>
                    <a:pt x="30413176" y="52394128"/>
                    <a:pt x="30399092" y="52374800"/>
                    <a:pt x="30391750" y="52374800"/>
                  </a:cubicBezTo>
                  <a:cubicBezTo>
                    <a:pt x="30363016" y="52374800"/>
                    <a:pt x="30327332" y="52321632"/>
                    <a:pt x="30321426" y="52270024"/>
                  </a:cubicBezTo>
                  <a:cubicBezTo>
                    <a:pt x="30314592" y="52210320"/>
                    <a:pt x="30329696" y="52176680"/>
                    <a:pt x="30368924" y="52164228"/>
                  </a:cubicBezTo>
                  <a:cubicBezTo>
                    <a:pt x="30383156" y="52159712"/>
                    <a:pt x="30415398" y="52131632"/>
                    <a:pt x="30440576" y="52101836"/>
                  </a:cubicBezTo>
                  <a:cubicBezTo>
                    <a:pt x="30481490" y="52053418"/>
                    <a:pt x="30492720" y="52047384"/>
                    <a:pt x="30546302" y="52045076"/>
                  </a:cubicBezTo>
                  <a:cubicBezTo>
                    <a:pt x="30591768" y="52043118"/>
                    <a:pt x="30611716" y="52035484"/>
                    <a:pt x="30628852" y="52013484"/>
                  </a:cubicBezTo>
                  <a:cubicBezTo>
                    <a:pt x="30646392" y="51990972"/>
                    <a:pt x="30668516" y="51982880"/>
                    <a:pt x="30727652" y="51977368"/>
                  </a:cubicBezTo>
                  <a:cubicBezTo>
                    <a:pt x="31059792" y="51946372"/>
                    <a:pt x="31082772" y="51942526"/>
                    <a:pt x="31106732" y="51913900"/>
                  </a:cubicBezTo>
                  <a:cubicBezTo>
                    <a:pt x="31119650" y="51898472"/>
                    <a:pt x="31147704" y="51877276"/>
                    <a:pt x="31169080" y="51866800"/>
                  </a:cubicBezTo>
                  <a:cubicBezTo>
                    <a:pt x="31190456" y="51856324"/>
                    <a:pt x="31214176" y="51836320"/>
                    <a:pt x="31221800" y="51822350"/>
                  </a:cubicBezTo>
                  <a:cubicBezTo>
                    <a:pt x="31243144" y="51783214"/>
                    <a:pt x="31256664" y="51777800"/>
                    <a:pt x="31316490" y="51784444"/>
                  </a:cubicBezTo>
                  <a:cubicBezTo>
                    <a:pt x="31367160" y="51790070"/>
                    <a:pt x="31375426" y="51786780"/>
                    <a:pt x="31412640" y="51746150"/>
                  </a:cubicBezTo>
                  <a:cubicBezTo>
                    <a:pt x="31442380" y="51713680"/>
                    <a:pt x="31463956" y="51701700"/>
                    <a:pt x="31492692" y="51701700"/>
                  </a:cubicBezTo>
                  <a:cubicBezTo>
                    <a:pt x="31549298" y="51701700"/>
                    <a:pt x="31570736" y="51690576"/>
                    <a:pt x="31591500" y="51650420"/>
                  </a:cubicBezTo>
                  <a:cubicBezTo>
                    <a:pt x="31601600" y="51630892"/>
                    <a:pt x="31625676" y="51608134"/>
                    <a:pt x="31645008" y="51599846"/>
                  </a:cubicBezTo>
                  <a:cubicBezTo>
                    <a:pt x="31664336" y="51591556"/>
                    <a:pt x="31697298" y="51568944"/>
                    <a:pt x="31718252" y="51549598"/>
                  </a:cubicBezTo>
                  <a:cubicBezTo>
                    <a:pt x="31741816" y="51527840"/>
                    <a:pt x="31772010" y="51513740"/>
                    <a:pt x="31797394" y="51512626"/>
                  </a:cubicBezTo>
                  <a:cubicBezTo>
                    <a:pt x="31829192" y="51511236"/>
                    <a:pt x="31842858" y="51502288"/>
                    <a:pt x="31858048" y="51472916"/>
                  </a:cubicBezTo>
                  <a:cubicBezTo>
                    <a:pt x="31868832" y="51452064"/>
                    <a:pt x="31885302" y="51435000"/>
                    <a:pt x="31894652" y="51435000"/>
                  </a:cubicBezTo>
                  <a:cubicBezTo>
                    <a:pt x="31903996" y="51435000"/>
                    <a:pt x="31950996" y="51392284"/>
                    <a:pt x="31999096" y="51340068"/>
                  </a:cubicBezTo>
                  <a:cubicBezTo>
                    <a:pt x="32071876" y="51261072"/>
                    <a:pt x="32093476" y="51244920"/>
                    <a:pt x="32127812" y="51243816"/>
                  </a:cubicBezTo>
                  <a:cubicBezTo>
                    <a:pt x="32154566" y="51242956"/>
                    <a:pt x="32175784" y="51232904"/>
                    <a:pt x="32188168" y="51215224"/>
                  </a:cubicBezTo>
                  <a:cubicBezTo>
                    <a:pt x="32198668" y="51200230"/>
                    <a:pt x="32222964" y="51176308"/>
                    <a:pt x="32242158" y="51162072"/>
                  </a:cubicBezTo>
                  <a:cubicBezTo>
                    <a:pt x="32272932" y="51139238"/>
                    <a:pt x="32277704" y="51126032"/>
                    <a:pt x="32282574" y="51050268"/>
                  </a:cubicBezTo>
                  <a:cubicBezTo>
                    <a:pt x="32288920" y="50951560"/>
                    <a:pt x="32268924" y="50913464"/>
                    <a:pt x="32223520" y="50937762"/>
                  </a:cubicBezTo>
                  <a:cubicBezTo>
                    <a:pt x="32193652" y="50953748"/>
                    <a:pt x="31653532" y="50958900"/>
                    <a:pt x="31617080" y="50943544"/>
                  </a:cubicBezTo>
                  <a:cubicBezTo>
                    <a:pt x="31591344" y="50932704"/>
                    <a:pt x="31561344" y="50865850"/>
                    <a:pt x="31560032" y="50816416"/>
                  </a:cubicBezTo>
                  <a:cubicBezTo>
                    <a:pt x="31559624" y="50800996"/>
                    <a:pt x="31545672" y="50773688"/>
                    <a:pt x="31529032" y="50755732"/>
                  </a:cubicBezTo>
                  <a:cubicBezTo>
                    <a:pt x="31511676" y="50737002"/>
                    <a:pt x="31495204" y="50699260"/>
                    <a:pt x="31490396" y="50667186"/>
                  </a:cubicBezTo>
                  <a:cubicBezTo>
                    <a:pt x="31485786" y="50636444"/>
                    <a:pt x="31470876" y="50597126"/>
                    <a:pt x="31457256" y="50579816"/>
                  </a:cubicBezTo>
                  <a:cubicBezTo>
                    <a:pt x="31412764" y="50523252"/>
                    <a:pt x="31412072" y="50528596"/>
                    <a:pt x="31482300" y="50386948"/>
                  </a:cubicBezTo>
                  <a:cubicBezTo>
                    <a:pt x="31489504" y="50372424"/>
                    <a:pt x="31536352" y="50343482"/>
                    <a:pt x="31590052" y="50320392"/>
                  </a:cubicBezTo>
                  <a:cubicBezTo>
                    <a:pt x="31669672" y="50286156"/>
                    <a:pt x="31702068" y="50279288"/>
                    <a:pt x="31790032" y="50278004"/>
                  </a:cubicBezTo>
                  <a:cubicBezTo>
                    <a:pt x="31847764" y="50277160"/>
                    <a:pt x="31902380" y="50273638"/>
                    <a:pt x="31911400" y="50270176"/>
                  </a:cubicBezTo>
                  <a:cubicBezTo>
                    <a:pt x="31923970" y="50265354"/>
                    <a:pt x="31927802" y="50210012"/>
                    <a:pt x="31927802" y="50033384"/>
                  </a:cubicBezTo>
                  <a:cubicBezTo>
                    <a:pt x="31927802" y="49786732"/>
                    <a:pt x="31919800" y="49735156"/>
                    <a:pt x="31873514" y="49683540"/>
                  </a:cubicBezTo>
                  <a:cubicBezTo>
                    <a:pt x="31857288" y="49665452"/>
                    <a:pt x="31828052" y="49609524"/>
                    <a:pt x="31808544" y="49559254"/>
                  </a:cubicBezTo>
                  <a:lnTo>
                    <a:pt x="31773070" y="49467860"/>
                  </a:lnTo>
                  <a:lnTo>
                    <a:pt x="31805986" y="49424708"/>
                  </a:lnTo>
                  <a:cubicBezTo>
                    <a:pt x="31824092" y="49400972"/>
                    <a:pt x="31838902" y="49369236"/>
                    <a:pt x="31838902" y="49354176"/>
                  </a:cubicBezTo>
                  <a:cubicBezTo>
                    <a:pt x="31838902" y="49339120"/>
                    <a:pt x="31849572" y="49317464"/>
                    <a:pt x="31862608" y="49306056"/>
                  </a:cubicBezTo>
                  <a:cubicBezTo>
                    <a:pt x="31875648" y="49294648"/>
                    <a:pt x="31906888" y="49266072"/>
                    <a:pt x="31932034" y="49242556"/>
                  </a:cubicBezTo>
                  <a:cubicBezTo>
                    <a:pt x="31957180" y="49219040"/>
                    <a:pt x="31985088" y="49196814"/>
                    <a:pt x="31994052" y="49193168"/>
                  </a:cubicBezTo>
                  <a:cubicBezTo>
                    <a:pt x="32003020" y="49189518"/>
                    <a:pt x="32024640" y="49175358"/>
                    <a:pt x="32042102" y="49161700"/>
                  </a:cubicBezTo>
                  <a:cubicBezTo>
                    <a:pt x="32073784" y="49136916"/>
                    <a:pt x="32099286" y="49136898"/>
                    <a:pt x="32158126" y="49161612"/>
                  </a:cubicBezTo>
                  <a:cubicBezTo>
                    <a:pt x="32174640" y="49168548"/>
                    <a:pt x="32223876" y="49183580"/>
                    <a:pt x="32267544" y="49195016"/>
                  </a:cubicBezTo>
                  <a:cubicBezTo>
                    <a:pt x="32347312" y="49215912"/>
                    <a:pt x="32376844" y="49237812"/>
                    <a:pt x="32480252" y="49352768"/>
                  </a:cubicBezTo>
                  <a:cubicBezTo>
                    <a:pt x="32517740" y="49394444"/>
                    <a:pt x="32518352" y="49397372"/>
                    <a:pt x="32518316" y="49535588"/>
                  </a:cubicBezTo>
                  <a:cubicBezTo>
                    <a:pt x="32518284" y="49658016"/>
                    <a:pt x="32514716" y="49681756"/>
                    <a:pt x="32490496" y="49720500"/>
                  </a:cubicBezTo>
                  <a:cubicBezTo>
                    <a:pt x="32459164" y="49770628"/>
                    <a:pt x="32449044" y="49889950"/>
                    <a:pt x="32472420" y="49933628"/>
                  </a:cubicBezTo>
                  <a:cubicBezTo>
                    <a:pt x="32493876" y="49973724"/>
                    <a:pt x="32524866" y="50000600"/>
                    <a:pt x="32541484" y="49993532"/>
                  </a:cubicBezTo>
                  <a:cubicBezTo>
                    <a:pt x="32565710" y="49983224"/>
                    <a:pt x="32809040" y="49707160"/>
                    <a:pt x="32825748" y="49671030"/>
                  </a:cubicBezTo>
                  <a:cubicBezTo>
                    <a:pt x="32845126" y="49629116"/>
                    <a:pt x="32914168" y="49572836"/>
                    <a:pt x="32960452" y="49561216"/>
                  </a:cubicBezTo>
                  <a:cubicBezTo>
                    <a:pt x="33014002" y="49547776"/>
                    <a:pt x="33059972" y="49595056"/>
                    <a:pt x="33052644" y="49656040"/>
                  </a:cubicBezTo>
                  <a:cubicBezTo>
                    <a:pt x="33047828" y="49696142"/>
                    <a:pt x="33065026" y="49771996"/>
                    <a:pt x="33071584" y="49739550"/>
                  </a:cubicBezTo>
                  <a:cubicBezTo>
                    <a:pt x="33076360" y="49715912"/>
                    <a:pt x="33069348" y="49257420"/>
                    <a:pt x="33063188" y="49190508"/>
                  </a:cubicBezTo>
                  <a:cubicBezTo>
                    <a:pt x="33059824" y="49153964"/>
                    <a:pt x="33043140" y="49096814"/>
                    <a:pt x="33026112" y="49063508"/>
                  </a:cubicBezTo>
                  <a:cubicBezTo>
                    <a:pt x="33006276" y="49024694"/>
                    <a:pt x="32997340" y="48989968"/>
                    <a:pt x="33001232" y="48966792"/>
                  </a:cubicBezTo>
                  <a:cubicBezTo>
                    <a:pt x="33006418" y="48935892"/>
                    <a:pt x="32995296" y="48918196"/>
                    <a:pt x="32924752" y="48845124"/>
                  </a:cubicBezTo>
                  <a:cubicBezTo>
                    <a:pt x="32846484" y="48764052"/>
                    <a:pt x="32842202" y="48756452"/>
                    <a:pt x="32842202" y="48698634"/>
                  </a:cubicBezTo>
                  <a:cubicBezTo>
                    <a:pt x="32842202" y="48659002"/>
                    <a:pt x="32851468" y="48622660"/>
                    <a:pt x="32868660" y="48594838"/>
                  </a:cubicBezTo>
                  <a:cubicBezTo>
                    <a:pt x="32885452" y="48567672"/>
                    <a:pt x="32895892" y="48527680"/>
                    <a:pt x="32897234" y="48485388"/>
                  </a:cubicBezTo>
                  <a:cubicBezTo>
                    <a:pt x="32899292" y="48420572"/>
                    <a:pt x="32900788" y="48418056"/>
                    <a:pt x="32951802" y="48393350"/>
                  </a:cubicBezTo>
                  <a:cubicBezTo>
                    <a:pt x="32998160" y="48370900"/>
                    <a:pt x="33065364" y="48303526"/>
                    <a:pt x="33102552" y="48242218"/>
                  </a:cubicBezTo>
                  <a:cubicBezTo>
                    <a:pt x="33109538" y="48230704"/>
                    <a:pt x="33152400" y="48210428"/>
                    <a:pt x="33197802" y="48197160"/>
                  </a:cubicBezTo>
                  <a:cubicBezTo>
                    <a:pt x="33247922" y="48182516"/>
                    <a:pt x="33282006" y="48174838"/>
                    <a:pt x="33308744" y="48173784"/>
                  </a:cubicBezTo>
                  <a:close/>
                  <a:moveTo>
                    <a:pt x="15544260" y="47881004"/>
                  </a:moveTo>
                  <a:cubicBezTo>
                    <a:pt x="15562772" y="47878878"/>
                    <a:pt x="15583432" y="47886446"/>
                    <a:pt x="15611752" y="47903072"/>
                  </a:cubicBezTo>
                  <a:cubicBezTo>
                    <a:pt x="15634300" y="47916312"/>
                    <a:pt x="15675612" y="47934080"/>
                    <a:pt x="15703552" y="47942556"/>
                  </a:cubicBezTo>
                  <a:cubicBezTo>
                    <a:pt x="15751696" y="47957166"/>
                    <a:pt x="15778464" y="47976786"/>
                    <a:pt x="15847872" y="48048360"/>
                  </a:cubicBezTo>
                  <a:cubicBezTo>
                    <a:pt x="15890176" y="48091982"/>
                    <a:pt x="15939908" y="48142664"/>
                    <a:pt x="15945400" y="48147748"/>
                  </a:cubicBezTo>
                  <a:cubicBezTo>
                    <a:pt x="15974648" y="48174830"/>
                    <a:pt x="16040068" y="48261302"/>
                    <a:pt x="16051992" y="48288644"/>
                  </a:cubicBezTo>
                  <a:cubicBezTo>
                    <a:pt x="16060388" y="48307888"/>
                    <a:pt x="16081292" y="48340318"/>
                    <a:pt x="16098448" y="48360704"/>
                  </a:cubicBezTo>
                  <a:cubicBezTo>
                    <a:pt x="16115600" y="48381090"/>
                    <a:pt x="16137476" y="48423826"/>
                    <a:pt x="16147064" y="48455676"/>
                  </a:cubicBezTo>
                  <a:cubicBezTo>
                    <a:pt x="16156648" y="48487520"/>
                    <a:pt x="16178796" y="48530582"/>
                    <a:pt x="16196280" y="48551362"/>
                  </a:cubicBezTo>
                  <a:cubicBezTo>
                    <a:pt x="16255904" y="48622216"/>
                    <a:pt x="16257072" y="48827606"/>
                    <a:pt x="16198168" y="48882944"/>
                  </a:cubicBezTo>
                  <a:cubicBezTo>
                    <a:pt x="16181804" y="48898316"/>
                    <a:pt x="16164696" y="48927848"/>
                    <a:pt x="16160144" y="48948572"/>
                  </a:cubicBezTo>
                  <a:cubicBezTo>
                    <a:pt x="16154320" y="48975088"/>
                    <a:pt x="16139788" y="48991300"/>
                    <a:pt x="16111108" y="49003284"/>
                  </a:cubicBezTo>
                  <a:cubicBezTo>
                    <a:pt x="16088688" y="49012652"/>
                    <a:pt x="16063908" y="49034448"/>
                    <a:pt x="16056036" y="49051722"/>
                  </a:cubicBezTo>
                  <a:cubicBezTo>
                    <a:pt x="16047244" y="49071020"/>
                    <a:pt x="16026792" y="49086404"/>
                    <a:pt x="16002972" y="49091636"/>
                  </a:cubicBezTo>
                  <a:cubicBezTo>
                    <a:pt x="15981656" y="49096318"/>
                    <a:pt x="15948744" y="49116544"/>
                    <a:pt x="15929832" y="49136576"/>
                  </a:cubicBezTo>
                  <a:cubicBezTo>
                    <a:pt x="15902368" y="49165678"/>
                    <a:pt x="15883816" y="49173280"/>
                    <a:pt x="15837604" y="49174380"/>
                  </a:cubicBezTo>
                  <a:cubicBezTo>
                    <a:pt x="15770748" y="49175976"/>
                    <a:pt x="15737368" y="49189016"/>
                    <a:pt x="15682960" y="49234800"/>
                  </a:cubicBezTo>
                  <a:cubicBezTo>
                    <a:pt x="15647288" y="49264812"/>
                    <a:pt x="15634448" y="49267556"/>
                    <a:pt x="15534036" y="49266652"/>
                  </a:cubicBezTo>
                  <a:lnTo>
                    <a:pt x="15424152" y="49265664"/>
                  </a:lnTo>
                  <a:lnTo>
                    <a:pt x="15371500" y="49355270"/>
                  </a:lnTo>
                  <a:lnTo>
                    <a:pt x="15270824" y="49354448"/>
                  </a:lnTo>
                  <a:cubicBezTo>
                    <a:pt x="15164420" y="49353576"/>
                    <a:pt x="15151384" y="49357632"/>
                    <a:pt x="15087360" y="49411502"/>
                  </a:cubicBezTo>
                  <a:cubicBezTo>
                    <a:pt x="15050012" y="49442928"/>
                    <a:pt x="15035520" y="49446030"/>
                    <a:pt x="14889392" y="49453874"/>
                  </a:cubicBezTo>
                  <a:cubicBezTo>
                    <a:pt x="14747552" y="49461486"/>
                    <a:pt x="14728524" y="49465340"/>
                    <a:pt x="14699868" y="49492260"/>
                  </a:cubicBezTo>
                  <a:cubicBezTo>
                    <a:pt x="14673208" y="49517306"/>
                    <a:pt x="14650156" y="49523374"/>
                    <a:pt x="14558496" y="49529460"/>
                  </a:cubicBezTo>
                  <a:cubicBezTo>
                    <a:pt x="14498264" y="49533460"/>
                    <a:pt x="14405960" y="49533212"/>
                    <a:pt x="14353384" y="49528912"/>
                  </a:cubicBezTo>
                  <a:cubicBezTo>
                    <a:pt x="14245680" y="49520104"/>
                    <a:pt x="14223468" y="49503704"/>
                    <a:pt x="14196268" y="49412920"/>
                  </a:cubicBezTo>
                  <a:cubicBezTo>
                    <a:pt x="14183060" y="49368828"/>
                    <a:pt x="14184348" y="49352860"/>
                    <a:pt x="14205652" y="49296678"/>
                  </a:cubicBezTo>
                  <a:cubicBezTo>
                    <a:pt x="14228988" y="49235144"/>
                    <a:pt x="14234408" y="49230092"/>
                    <a:pt x="14303816" y="49205172"/>
                  </a:cubicBezTo>
                  <a:cubicBezTo>
                    <a:pt x="14344224" y="49190666"/>
                    <a:pt x="14385980" y="49166376"/>
                    <a:pt x="14396612" y="49151198"/>
                  </a:cubicBezTo>
                  <a:cubicBezTo>
                    <a:pt x="14407244" y="49136018"/>
                    <a:pt x="14424632" y="49123600"/>
                    <a:pt x="14435248" y="49123600"/>
                  </a:cubicBezTo>
                  <a:cubicBezTo>
                    <a:pt x="14445868" y="49123600"/>
                    <a:pt x="14471776" y="49106382"/>
                    <a:pt x="14492820" y="49085336"/>
                  </a:cubicBezTo>
                  <a:cubicBezTo>
                    <a:pt x="14538644" y="49039512"/>
                    <a:pt x="14569192" y="49022000"/>
                    <a:pt x="14603304" y="49022000"/>
                  </a:cubicBezTo>
                  <a:cubicBezTo>
                    <a:pt x="14617256" y="49022000"/>
                    <a:pt x="14640428" y="49005488"/>
                    <a:pt x="14654796" y="48985312"/>
                  </a:cubicBezTo>
                  <a:cubicBezTo>
                    <a:pt x="14669164" y="48965136"/>
                    <a:pt x="14694892" y="48945118"/>
                    <a:pt x="14711964" y="48940832"/>
                  </a:cubicBezTo>
                  <a:cubicBezTo>
                    <a:pt x="14729040" y="48936548"/>
                    <a:pt x="14746680" y="48921472"/>
                    <a:pt x="14751168" y="48907332"/>
                  </a:cubicBezTo>
                  <a:cubicBezTo>
                    <a:pt x="14755656" y="48893192"/>
                    <a:pt x="14771752" y="48869042"/>
                    <a:pt x="14786940" y="48853666"/>
                  </a:cubicBezTo>
                  <a:cubicBezTo>
                    <a:pt x="14802128" y="48838288"/>
                    <a:pt x="14878688" y="48759858"/>
                    <a:pt x="14957076" y="48679380"/>
                  </a:cubicBezTo>
                  <a:cubicBezTo>
                    <a:pt x="15035464" y="48598896"/>
                    <a:pt x="15119760" y="48518760"/>
                    <a:pt x="15144400" y="48501292"/>
                  </a:cubicBezTo>
                  <a:lnTo>
                    <a:pt x="15189200" y="48469532"/>
                  </a:lnTo>
                  <a:lnTo>
                    <a:pt x="15189200" y="48184646"/>
                  </a:lnTo>
                  <a:lnTo>
                    <a:pt x="15233652" y="48140196"/>
                  </a:lnTo>
                  <a:cubicBezTo>
                    <a:pt x="15265740" y="48108108"/>
                    <a:pt x="15276464" y="48087682"/>
                    <a:pt x="15272208" y="48066750"/>
                  </a:cubicBezTo>
                  <a:cubicBezTo>
                    <a:pt x="15260460" y="48008946"/>
                    <a:pt x="15333224" y="47955200"/>
                    <a:pt x="15423220" y="47955200"/>
                  </a:cubicBezTo>
                  <a:cubicBezTo>
                    <a:pt x="15443304" y="47955200"/>
                    <a:pt x="15468664" y="47940656"/>
                    <a:pt x="15489652" y="47917100"/>
                  </a:cubicBezTo>
                  <a:cubicBezTo>
                    <a:pt x="15509388" y="47894950"/>
                    <a:pt x="15525752" y="47883132"/>
                    <a:pt x="15544260" y="47881004"/>
                  </a:cubicBezTo>
                  <a:close/>
                  <a:moveTo>
                    <a:pt x="20128936" y="47770532"/>
                  </a:moveTo>
                  <a:cubicBezTo>
                    <a:pt x="20154080" y="47770660"/>
                    <a:pt x="20180992" y="47771094"/>
                    <a:pt x="20208432" y="47771856"/>
                  </a:cubicBezTo>
                  <a:lnTo>
                    <a:pt x="20408016" y="47777400"/>
                  </a:lnTo>
                  <a:lnTo>
                    <a:pt x="20452300" y="47816280"/>
                  </a:lnTo>
                  <a:cubicBezTo>
                    <a:pt x="20476656" y="47837666"/>
                    <a:pt x="20496304" y="47861956"/>
                    <a:pt x="20495960" y="47870256"/>
                  </a:cubicBezTo>
                  <a:cubicBezTo>
                    <a:pt x="20495616" y="47878560"/>
                    <a:pt x="20513936" y="47955786"/>
                    <a:pt x="20536680" y="48041874"/>
                  </a:cubicBezTo>
                  <a:lnTo>
                    <a:pt x="20578028" y="48198400"/>
                  </a:lnTo>
                  <a:lnTo>
                    <a:pt x="20545248" y="48270474"/>
                  </a:lnTo>
                  <a:cubicBezTo>
                    <a:pt x="20519092" y="48327988"/>
                    <a:pt x="20512400" y="48362642"/>
                    <a:pt x="20512136" y="48441984"/>
                  </a:cubicBezTo>
                  <a:lnTo>
                    <a:pt x="20511808" y="48541416"/>
                  </a:lnTo>
                  <a:lnTo>
                    <a:pt x="20427024" y="48636152"/>
                  </a:lnTo>
                  <a:cubicBezTo>
                    <a:pt x="20380392" y="48688252"/>
                    <a:pt x="20325972" y="48739296"/>
                    <a:pt x="20306096" y="48749572"/>
                  </a:cubicBezTo>
                  <a:cubicBezTo>
                    <a:pt x="20286216" y="48759852"/>
                    <a:pt x="20264224" y="48778970"/>
                    <a:pt x="20257224" y="48792054"/>
                  </a:cubicBezTo>
                  <a:cubicBezTo>
                    <a:pt x="20250220" y="48805140"/>
                    <a:pt x="20224068" y="48819674"/>
                    <a:pt x="20199112" y="48824356"/>
                  </a:cubicBezTo>
                  <a:cubicBezTo>
                    <a:pt x="20168272" y="48830142"/>
                    <a:pt x="20149232" y="48842746"/>
                    <a:pt x="20139688" y="48863690"/>
                  </a:cubicBezTo>
                  <a:cubicBezTo>
                    <a:pt x="20131968" y="48880640"/>
                    <a:pt x="20114928" y="48897916"/>
                    <a:pt x="20101832" y="48902068"/>
                  </a:cubicBezTo>
                  <a:cubicBezTo>
                    <a:pt x="20088736" y="48906228"/>
                    <a:pt x="20052104" y="48932056"/>
                    <a:pt x="20020436" y="48959464"/>
                  </a:cubicBezTo>
                  <a:cubicBezTo>
                    <a:pt x="19988768" y="48986872"/>
                    <a:pt x="19951944" y="49009300"/>
                    <a:pt x="19938608" y="49009300"/>
                  </a:cubicBezTo>
                  <a:cubicBezTo>
                    <a:pt x="19925272" y="49009300"/>
                    <a:pt x="19902004" y="49026016"/>
                    <a:pt x="19886900" y="49046444"/>
                  </a:cubicBezTo>
                  <a:cubicBezTo>
                    <a:pt x="19871792" y="49066876"/>
                    <a:pt x="19846016" y="49086960"/>
                    <a:pt x="19829612" y="49091078"/>
                  </a:cubicBezTo>
                  <a:cubicBezTo>
                    <a:pt x="19813208" y="49095192"/>
                    <a:pt x="19779864" y="49118484"/>
                    <a:pt x="19755516" y="49142830"/>
                  </a:cubicBezTo>
                  <a:cubicBezTo>
                    <a:pt x="19728900" y="49169444"/>
                    <a:pt x="19698764" y="49187100"/>
                    <a:pt x="19679940" y="49187100"/>
                  </a:cubicBezTo>
                  <a:cubicBezTo>
                    <a:pt x="19659704" y="49187100"/>
                    <a:pt x="19639112" y="49200468"/>
                    <a:pt x="19621728" y="49224884"/>
                  </a:cubicBezTo>
                  <a:cubicBezTo>
                    <a:pt x="19605072" y="49248268"/>
                    <a:pt x="19575968" y="49267740"/>
                    <a:pt x="19545344" y="49275988"/>
                  </a:cubicBezTo>
                  <a:cubicBezTo>
                    <a:pt x="19497860" y="49288774"/>
                    <a:pt x="19443700" y="49339200"/>
                    <a:pt x="19443700" y="49370628"/>
                  </a:cubicBezTo>
                  <a:cubicBezTo>
                    <a:pt x="19443700" y="49378876"/>
                    <a:pt x="19463704" y="49403336"/>
                    <a:pt x="19488152" y="49424980"/>
                  </a:cubicBezTo>
                  <a:cubicBezTo>
                    <a:pt x="19522972" y="49455808"/>
                    <a:pt x="19532600" y="49473952"/>
                    <a:pt x="19532600" y="49508736"/>
                  </a:cubicBezTo>
                  <a:cubicBezTo>
                    <a:pt x="19532600" y="49541832"/>
                    <a:pt x="19541496" y="49560370"/>
                    <a:pt x="19567528" y="49581522"/>
                  </a:cubicBezTo>
                  <a:cubicBezTo>
                    <a:pt x="19597776" y="49606108"/>
                    <a:pt x="19603300" y="49621392"/>
                    <a:pt x="19608800" y="49695772"/>
                  </a:cubicBezTo>
                  <a:cubicBezTo>
                    <a:pt x="19615120" y="49781200"/>
                    <a:pt x="19614916" y="49781860"/>
                    <a:pt x="19569448" y="49824096"/>
                  </a:cubicBezTo>
                  <a:cubicBezTo>
                    <a:pt x="19544308" y="49847448"/>
                    <a:pt x="19501440" y="49875760"/>
                    <a:pt x="19474180" y="49887014"/>
                  </a:cubicBezTo>
                  <a:cubicBezTo>
                    <a:pt x="19446924" y="49898268"/>
                    <a:pt x="19402400" y="49922560"/>
                    <a:pt x="19375240" y="49940988"/>
                  </a:cubicBezTo>
                  <a:cubicBezTo>
                    <a:pt x="19301264" y="49991188"/>
                    <a:pt x="19207212" y="49988316"/>
                    <a:pt x="19120968" y="49933224"/>
                  </a:cubicBezTo>
                  <a:lnTo>
                    <a:pt x="19056352" y="49891950"/>
                  </a:lnTo>
                  <a:lnTo>
                    <a:pt x="18855264" y="49894016"/>
                  </a:lnTo>
                  <a:cubicBezTo>
                    <a:pt x="18626000" y="49896368"/>
                    <a:pt x="18608792" y="49899184"/>
                    <a:pt x="18556936" y="49942818"/>
                  </a:cubicBezTo>
                  <a:cubicBezTo>
                    <a:pt x="18534272" y="49961890"/>
                    <a:pt x="18495316" y="49977904"/>
                    <a:pt x="18459712" y="49982784"/>
                  </a:cubicBezTo>
                  <a:cubicBezTo>
                    <a:pt x="18414928" y="49988920"/>
                    <a:pt x="18393888" y="49999612"/>
                    <a:pt x="18374220" y="50026208"/>
                  </a:cubicBezTo>
                  <a:cubicBezTo>
                    <a:pt x="18359872" y="50045616"/>
                    <a:pt x="18333420" y="50065186"/>
                    <a:pt x="18315432" y="50069700"/>
                  </a:cubicBezTo>
                  <a:cubicBezTo>
                    <a:pt x="18297444" y="50074216"/>
                    <a:pt x="18261040" y="50097504"/>
                    <a:pt x="18234528" y="50121452"/>
                  </a:cubicBezTo>
                  <a:cubicBezTo>
                    <a:pt x="18208016" y="50145404"/>
                    <a:pt x="18175328" y="50165000"/>
                    <a:pt x="18161888" y="50165000"/>
                  </a:cubicBezTo>
                  <a:cubicBezTo>
                    <a:pt x="18148444" y="50165000"/>
                    <a:pt x="18125424" y="50180284"/>
                    <a:pt x="18110732" y="50198960"/>
                  </a:cubicBezTo>
                  <a:cubicBezTo>
                    <a:pt x="18096040" y="50217640"/>
                    <a:pt x="18062200" y="50242688"/>
                    <a:pt x="18035536" y="50254626"/>
                  </a:cubicBezTo>
                  <a:cubicBezTo>
                    <a:pt x="18008872" y="50266564"/>
                    <a:pt x="17983848" y="50284700"/>
                    <a:pt x="17979920" y="50294930"/>
                  </a:cubicBezTo>
                  <a:cubicBezTo>
                    <a:pt x="17975996" y="50305160"/>
                    <a:pt x="17947004" y="50325648"/>
                    <a:pt x="17915496" y="50340456"/>
                  </a:cubicBezTo>
                  <a:cubicBezTo>
                    <a:pt x="17883992" y="50355268"/>
                    <a:pt x="17850360" y="50378596"/>
                    <a:pt x="17840764" y="50392296"/>
                  </a:cubicBezTo>
                  <a:cubicBezTo>
                    <a:pt x="17831168" y="50405996"/>
                    <a:pt x="17807656" y="50421140"/>
                    <a:pt x="17788516" y="50425942"/>
                  </a:cubicBezTo>
                  <a:cubicBezTo>
                    <a:pt x="17769040" y="50430828"/>
                    <a:pt x="17745784" y="50450008"/>
                    <a:pt x="17735704" y="50469500"/>
                  </a:cubicBezTo>
                  <a:cubicBezTo>
                    <a:pt x="17725804" y="50488652"/>
                    <a:pt x="17700696" y="50511364"/>
                    <a:pt x="17679920" y="50519972"/>
                  </a:cubicBezTo>
                  <a:cubicBezTo>
                    <a:pt x="17631832" y="50539892"/>
                    <a:pt x="17597128" y="50577964"/>
                    <a:pt x="17605996" y="50601072"/>
                  </a:cubicBezTo>
                  <a:cubicBezTo>
                    <a:pt x="17609780" y="50610928"/>
                    <a:pt x="17632772" y="50622728"/>
                    <a:pt x="17657092" y="50627288"/>
                  </a:cubicBezTo>
                  <a:cubicBezTo>
                    <a:pt x="17686868" y="50632876"/>
                    <a:pt x="17712296" y="50649988"/>
                    <a:pt x="17734952" y="50679692"/>
                  </a:cubicBezTo>
                  <a:cubicBezTo>
                    <a:pt x="17759556" y="50711952"/>
                    <a:pt x="17778372" y="50723800"/>
                    <a:pt x="17805000" y="50723800"/>
                  </a:cubicBezTo>
                  <a:cubicBezTo>
                    <a:pt x="17831008" y="50723800"/>
                    <a:pt x="17865268" y="50744428"/>
                    <a:pt x="17925000" y="50796060"/>
                  </a:cubicBezTo>
                  <a:lnTo>
                    <a:pt x="18008600" y="50868316"/>
                  </a:lnTo>
                  <a:lnTo>
                    <a:pt x="18008600" y="50950434"/>
                  </a:lnTo>
                  <a:cubicBezTo>
                    <a:pt x="18008600" y="51020084"/>
                    <a:pt x="18003392" y="51039380"/>
                    <a:pt x="17974312" y="51077508"/>
                  </a:cubicBezTo>
                  <a:cubicBezTo>
                    <a:pt x="17952196" y="51106504"/>
                    <a:pt x="17935288" y="51150524"/>
                    <a:pt x="17926688" y="51201524"/>
                  </a:cubicBezTo>
                  <a:cubicBezTo>
                    <a:pt x="17913608" y="51279040"/>
                    <a:pt x="17876872" y="51341542"/>
                    <a:pt x="17812704" y="51395420"/>
                  </a:cubicBezTo>
                  <a:cubicBezTo>
                    <a:pt x="17799260" y="51406712"/>
                    <a:pt x="17773540" y="51430092"/>
                    <a:pt x="17755552" y="51447374"/>
                  </a:cubicBezTo>
                  <a:cubicBezTo>
                    <a:pt x="17717900" y="51483556"/>
                    <a:pt x="17622064" y="51497830"/>
                    <a:pt x="17431332" y="51495672"/>
                  </a:cubicBezTo>
                  <a:cubicBezTo>
                    <a:pt x="17319776" y="51494410"/>
                    <a:pt x="17316876" y="51493592"/>
                    <a:pt x="17278932" y="51452660"/>
                  </a:cubicBezTo>
                  <a:cubicBezTo>
                    <a:pt x="17257656" y="51429710"/>
                    <a:pt x="17221884" y="51404928"/>
                    <a:pt x="17199432" y="51397588"/>
                  </a:cubicBezTo>
                  <a:cubicBezTo>
                    <a:pt x="17176984" y="51390248"/>
                    <a:pt x="17152496" y="51372802"/>
                    <a:pt x="17145012" y="51358822"/>
                  </a:cubicBezTo>
                  <a:cubicBezTo>
                    <a:pt x="17137528" y="51344838"/>
                    <a:pt x="17122744" y="51333400"/>
                    <a:pt x="17112156" y="51333400"/>
                  </a:cubicBezTo>
                  <a:cubicBezTo>
                    <a:pt x="17101568" y="51333400"/>
                    <a:pt x="17071768" y="51311164"/>
                    <a:pt x="17045928" y="51283984"/>
                  </a:cubicBezTo>
                  <a:cubicBezTo>
                    <a:pt x="17020092" y="51256806"/>
                    <a:pt x="16978948" y="51228212"/>
                    <a:pt x="16954500" y="51220446"/>
                  </a:cubicBezTo>
                  <a:cubicBezTo>
                    <a:pt x="16929216" y="51212416"/>
                    <a:pt x="16903784" y="51193212"/>
                    <a:pt x="16895512" y="51175916"/>
                  </a:cubicBezTo>
                  <a:cubicBezTo>
                    <a:pt x="16886744" y="51157572"/>
                    <a:pt x="16865160" y="51142032"/>
                    <a:pt x="16841108" y="51136748"/>
                  </a:cubicBezTo>
                  <a:cubicBezTo>
                    <a:pt x="16819180" y="51131932"/>
                    <a:pt x="16792440" y="51114564"/>
                    <a:pt x="16781688" y="51098148"/>
                  </a:cubicBezTo>
                  <a:cubicBezTo>
                    <a:pt x="16770932" y="51081738"/>
                    <a:pt x="16744380" y="51064408"/>
                    <a:pt x="16722680" y="51059644"/>
                  </a:cubicBezTo>
                  <a:cubicBezTo>
                    <a:pt x="16700388" y="51054748"/>
                    <a:pt x="16663984" y="51029544"/>
                    <a:pt x="16638984" y="51001690"/>
                  </a:cubicBezTo>
                  <a:cubicBezTo>
                    <a:pt x="16614648" y="50974578"/>
                    <a:pt x="16588168" y="50952400"/>
                    <a:pt x="16580144" y="50952400"/>
                  </a:cubicBezTo>
                  <a:cubicBezTo>
                    <a:pt x="16572120" y="50952400"/>
                    <a:pt x="16549128" y="50935254"/>
                    <a:pt x="16529052" y="50914300"/>
                  </a:cubicBezTo>
                  <a:cubicBezTo>
                    <a:pt x="16508976" y="50893346"/>
                    <a:pt x="16485248" y="50876200"/>
                    <a:pt x="16476320" y="50876200"/>
                  </a:cubicBezTo>
                  <a:cubicBezTo>
                    <a:pt x="16441124" y="50876200"/>
                    <a:pt x="16430824" y="50822636"/>
                    <a:pt x="16436024" y="50666556"/>
                  </a:cubicBezTo>
                  <a:cubicBezTo>
                    <a:pt x="16440852" y="50521518"/>
                    <a:pt x="16443332" y="50508984"/>
                    <a:pt x="16474516" y="50471920"/>
                  </a:cubicBezTo>
                  <a:cubicBezTo>
                    <a:pt x="16496104" y="50446270"/>
                    <a:pt x="16508560" y="50415420"/>
                    <a:pt x="16509872" y="50384380"/>
                  </a:cubicBezTo>
                  <a:cubicBezTo>
                    <a:pt x="16512208" y="50329126"/>
                    <a:pt x="16523436" y="50311540"/>
                    <a:pt x="16572612" y="50286108"/>
                  </a:cubicBezTo>
                  <a:cubicBezTo>
                    <a:pt x="16592088" y="50276038"/>
                    <a:pt x="16615096" y="50250716"/>
                    <a:pt x="16623748" y="50229836"/>
                  </a:cubicBezTo>
                  <a:cubicBezTo>
                    <a:pt x="16634296" y="50204368"/>
                    <a:pt x="16651408" y="50189252"/>
                    <a:pt x="16675740" y="50183910"/>
                  </a:cubicBezTo>
                  <a:cubicBezTo>
                    <a:pt x="16695688" y="50179528"/>
                    <a:pt x="16726348" y="50164664"/>
                    <a:pt x="16743872" y="50150876"/>
                  </a:cubicBezTo>
                  <a:cubicBezTo>
                    <a:pt x="16761400" y="50137092"/>
                    <a:pt x="16816464" y="50118054"/>
                    <a:pt x="16866236" y="50108568"/>
                  </a:cubicBezTo>
                  <a:cubicBezTo>
                    <a:pt x="16943072" y="50093928"/>
                    <a:pt x="16963056" y="50084424"/>
                    <a:pt x="16998604" y="50045612"/>
                  </a:cubicBezTo>
                  <a:cubicBezTo>
                    <a:pt x="17028548" y="50012922"/>
                    <a:pt x="17051148" y="49999900"/>
                    <a:pt x="17077940" y="49999900"/>
                  </a:cubicBezTo>
                  <a:cubicBezTo>
                    <a:pt x="17103552" y="49999900"/>
                    <a:pt x="17126140" y="49987852"/>
                    <a:pt x="17149352" y="49961800"/>
                  </a:cubicBezTo>
                  <a:cubicBezTo>
                    <a:pt x="17168020" y="49940846"/>
                    <a:pt x="17191808" y="49923700"/>
                    <a:pt x="17202212" y="49923700"/>
                  </a:cubicBezTo>
                  <a:cubicBezTo>
                    <a:pt x="17212616" y="49923700"/>
                    <a:pt x="17243268" y="49903698"/>
                    <a:pt x="17270328" y="49879250"/>
                  </a:cubicBezTo>
                  <a:cubicBezTo>
                    <a:pt x="17300716" y="49851796"/>
                    <a:pt x="17332516" y="49834800"/>
                    <a:pt x="17353492" y="49834800"/>
                  </a:cubicBezTo>
                  <a:cubicBezTo>
                    <a:pt x="17385700" y="49834800"/>
                    <a:pt x="17449800" y="49785804"/>
                    <a:pt x="17449800" y="49761188"/>
                  </a:cubicBezTo>
                  <a:cubicBezTo>
                    <a:pt x="17449800" y="49754992"/>
                    <a:pt x="17471576" y="49743398"/>
                    <a:pt x="17498188" y="49735424"/>
                  </a:cubicBezTo>
                  <a:cubicBezTo>
                    <a:pt x="17524800" y="49727452"/>
                    <a:pt x="17560084" y="49706544"/>
                    <a:pt x="17576600" y="49688964"/>
                  </a:cubicBezTo>
                  <a:cubicBezTo>
                    <a:pt x="17593116" y="49671384"/>
                    <a:pt x="17617288" y="49657000"/>
                    <a:pt x="17630316" y="49657000"/>
                  </a:cubicBezTo>
                  <a:cubicBezTo>
                    <a:pt x="17643348" y="49657000"/>
                    <a:pt x="17675784" y="49634780"/>
                    <a:pt x="17702404" y="49607626"/>
                  </a:cubicBezTo>
                  <a:cubicBezTo>
                    <a:pt x="17729020" y="49580472"/>
                    <a:pt x="17768540" y="49554358"/>
                    <a:pt x="17790224" y="49549592"/>
                  </a:cubicBezTo>
                  <a:cubicBezTo>
                    <a:pt x="17843968" y="49537792"/>
                    <a:pt x="17858096" y="49493680"/>
                    <a:pt x="17816692" y="49466964"/>
                  </a:cubicBezTo>
                  <a:cubicBezTo>
                    <a:pt x="17759048" y="49429768"/>
                    <a:pt x="17692824" y="49357136"/>
                    <a:pt x="17683808" y="49321222"/>
                  </a:cubicBezTo>
                  <a:cubicBezTo>
                    <a:pt x="17670144" y="49266770"/>
                    <a:pt x="17691448" y="49221524"/>
                    <a:pt x="17736888" y="49208492"/>
                  </a:cubicBezTo>
                  <a:cubicBezTo>
                    <a:pt x="17758412" y="49202318"/>
                    <a:pt x="17785376" y="49181428"/>
                    <a:pt x="17796812" y="49162072"/>
                  </a:cubicBezTo>
                  <a:cubicBezTo>
                    <a:pt x="17819692" y="49123340"/>
                    <a:pt x="17848840" y="49114332"/>
                    <a:pt x="17981616" y="49104964"/>
                  </a:cubicBezTo>
                  <a:cubicBezTo>
                    <a:pt x="18050052" y="49100138"/>
                    <a:pt x="18079900" y="49104690"/>
                    <a:pt x="18141584" y="49129364"/>
                  </a:cubicBezTo>
                  <a:cubicBezTo>
                    <a:pt x="18211872" y="49157480"/>
                    <a:pt x="18220652" y="49158342"/>
                    <a:pt x="18261748" y="49141172"/>
                  </a:cubicBezTo>
                  <a:cubicBezTo>
                    <a:pt x="18286128" y="49130986"/>
                    <a:pt x="18339368" y="49119168"/>
                    <a:pt x="18380048" y="49114918"/>
                  </a:cubicBezTo>
                  <a:cubicBezTo>
                    <a:pt x="18442392" y="49108400"/>
                    <a:pt x="18458072" y="49101490"/>
                    <a:pt x="18479824" y="49070944"/>
                  </a:cubicBezTo>
                  <a:cubicBezTo>
                    <a:pt x="18494016" y="49051008"/>
                    <a:pt x="18513120" y="49034700"/>
                    <a:pt x="18522276" y="49034700"/>
                  </a:cubicBezTo>
                  <a:cubicBezTo>
                    <a:pt x="18531432" y="49034700"/>
                    <a:pt x="18564296" y="49004696"/>
                    <a:pt x="18595312" y="48968024"/>
                  </a:cubicBezTo>
                  <a:cubicBezTo>
                    <a:pt x="18677316" y="48871068"/>
                    <a:pt x="18678080" y="48870348"/>
                    <a:pt x="18713352" y="48856936"/>
                  </a:cubicBezTo>
                  <a:cubicBezTo>
                    <a:pt x="18731120" y="48850180"/>
                    <a:pt x="18751024" y="48830540"/>
                    <a:pt x="18757584" y="48813288"/>
                  </a:cubicBezTo>
                  <a:cubicBezTo>
                    <a:pt x="18764144" y="48796032"/>
                    <a:pt x="18786728" y="48773012"/>
                    <a:pt x="18807780" y="48762128"/>
                  </a:cubicBezTo>
                  <a:cubicBezTo>
                    <a:pt x="18828828" y="48751240"/>
                    <a:pt x="18852100" y="48731026"/>
                    <a:pt x="18859500" y="48717200"/>
                  </a:cubicBezTo>
                  <a:cubicBezTo>
                    <a:pt x="18866900" y="48703374"/>
                    <a:pt x="18891288" y="48682582"/>
                    <a:pt x="18913696" y="48670996"/>
                  </a:cubicBezTo>
                  <a:cubicBezTo>
                    <a:pt x="18936100" y="48659408"/>
                    <a:pt x="18969656" y="48633632"/>
                    <a:pt x="18988264" y="48613716"/>
                  </a:cubicBezTo>
                  <a:cubicBezTo>
                    <a:pt x="19006868" y="48593796"/>
                    <a:pt x="19033916" y="48577500"/>
                    <a:pt x="19048364" y="48577500"/>
                  </a:cubicBezTo>
                  <a:cubicBezTo>
                    <a:pt x="19062816" y="48577500"/>
                    <a:pt x="19087000" y="48560784"/>
                    <a:pt x="19102104" y="48540356"/>
                  </a:cubicBezTo>
                  <a:cubicBezTo>
                    <a:pt x="19117208" y="48519924"/>
                    <a:pt x="19142992" y="48499840"/>
                    <a:pt x="19159400" y="48495720"/>
                  </a:cubicBezTo>
                  <a:cubicBezTo>
                    <a:pt x="19175812" y="48491600"/>
                    <a:pt x="19198064" y="48471168"/>
                    <a:pt x="19208848" y="48450316"/>
                  </a:cubicBezTo>
                  <a:cubicBezTo>
                    <a:pt x="19219628" y="48429464"/>
                    <a:pt x="19234128" y="48412400"/>
                    <a:pt x="19241060" y="48412400"/>
                  </a:cubicBezTo>
                  <a:cubicBezTo>
                    <a:pt x="19247992" y="48412400"/>
                    <a:pt x="19313656" y="48348106"/>
                    <a:pt x="19386980" y="48269524"/>
                  </a:cubicBezTo>
                  <a:cubicBezTo>
                    <a:pt x="19460300" y="48190944"/>
                    <a:pt x="19545584" y="48110076"/>
                    <a:pt x="19576496" y="48089820"/>
                  </a:cubicBezTo>
                  <a:cubicBezTo>
                    <a:pt x="19617172" y="48063166"/>
                    <a:pt x="19634732" y="48042116"/>
                    <a:pt x="19640064" y="48013620"/>
                  </a:cubicBezTo>
                  <a:cubicBezTo>
                    <a:pt x="19645816" y="47982884"/>
                    <a:pt x="19657124" y="47970898"/>
                    <a:pt x="19691620" y="47958964"/>
                  </a:cubicBezTo>
                  <a:cubicBezTo>
                    <a:pt x="19716788" y="47950258"/>
                    <a:pt x="19741944" y="47930220"/>
                    <a:pt x="19750052" y="47912416"/>
                  </a:cubicBezTo>
                  <a:cubicBezTo>
                    <a:pt x="19770792" y="47866898"/>
                    <a:pt x="19799008" y="47853154"/>
                    <a:pt x="19857412" y="47860124"/>
                  </a:cubicBezTo>
                  <a:cubicBezTo>
                    <a:pt x="19904560" y="47865752"/>
                    <a:pt x="19911352" y="47862780"/>
                    <a:pt x="19933612" y="47826812"/>
                  </a:cubicBezTo>
                  <a:cubicBezTo>
                    <a:pt x="19947052" y="47805092"/>
                    <a:pt x="19969480" y="47782592"/>
                    <a:pt x="19983452" y="47776816"/>
                  </a:cubicBezTo>
                  <a:cubicBezTo>
                    <a:pt x="19993928" y="47772482"/>
                    <a:pt x="20053496" y="47770142"/>
                    <a:pt x="20128936" y="47770532"/>
                  </a:cubicBezTo>
                  <a:close/>
                  <a:moveTo>
                    <a:pt x="39318894" y="46692982"/>
                  </a:moveTo>
                  <a:cubicBezTo>
                    <a:pt x="39417916" y="46691768"/>
                    <a:pt x="39540640" y="46698436"/>
                    <a:pt x="39619612" y="46710608"/>
                  </a:cubicBezTo>
                  <a:cubicBezTo>
                    <a:pt x="39693604" y="46722012"/>
                    <a:pt x="39848742" y="46787402"/>
                    <a:pt x="39914476" y="46834888"/>
                  </a:cubicBezTo>
                  <a:cubicBezTo>
                    <a:pt x="39931050" y="46846856"/>
                    <a:pt x="39967864" y="46866732"/>
                    <a:pt x="39996288" y="46879056"/>
                  </a:cubicBezTo>
                  <a:cubicBezTo>
                    <a:pt x="40024720" y="46891376"/>
                    <a:pt x="40066224" y="46921380"/>
                    <a:pt x="40088526" y="46945730"/>
                  </a:cubicBezTo>
                  <a:cubicBezTo>
                    <a:pt x="40110832" y="46970080"/>
                    <a:pt x="40137652" y="46990000"/>
                    <a:pt x="40148128" y="46990000"/>
                  </a:cubicBezTo>
                  <a:cubicBezTo>
                    <a:pt x="40158608" y="46990000"/>
                    <a:pt x="40176216" y="47003792"/>
                    <a:pt x="40187260" y="47020646"/>
                  </a:cubicBezTo>
                  <a:cubicBezTo>
                    <a:pt x="40198304" y="47037500"/>
                    <a:pt x="40224818" y="47055132"/>
                    <a:pt x="40246176" y="47059822"/>
                  </a:cubicBezTo>
                  <a:cubicBezTo>
                    <a:pt x="40301226" y="47071914"/>
                    <a:pt x="40357400" y="47123500"/>
                    <a:pt x="40367668" y="47171390"/>
                  </a:cubicBezTo>
                  <a:cubicBezTo>
                    <a:pt x="40372488" y="47193864"/>
                    <a:pt x="40390728" y="47227664"/>
                    <a:pt x="40408200" y="47246502"/>
                  </a:cubicBezTo>
                  <a:cubicBezTo>
                    <a:pt x="40441480" y="47282384"/>
                    <a:pt x="40443350" y="47292216"/>
                    <a:pt x="40455300" y="47493852"/>
                  </a:cubicBezTo>
                  <a:cubicBezTo>
                    <a:pt x="40461316" y="47595360"/>
                    <a:pt x="40466468" y="47615422"/>
                    <a:pt x="40495366" y="47649764"/>
                  </a:cubicBezTo>
                  <a:cubicBezTo>
                    <a:pt x="40529816" y="47690708"/>
                    <a:pt x="40533400" y="47706680"/>
                    <a:pt x="40544448" y="47868500"/>
                  </a:cubicBezTo>
                  <a:cubicBezTo>
                    <a:pt x="40549930" y="47948766"/>
                    <a:pt x="40556836" y="47972764"/>
                    <a:pt x="40583612" y="48004588"/>
                  </a:cubicBezTo>
                  <a:cubicBezTo>
                    <a:pt x="40625924" y="48054876"/>
                    <a:pt x="40640002" y="48106874"/>
                    <a:pt x="40640002" y="48212900"/>
                  </a:cubicBezTo>
                  <a:cubicBezTo>
                    <a:pt x="40640002" y="48289914"/>
                    <a:pt x="40643636" y="48302684"/>
                    <a:pt x="40673426" y="48330290"/>
                  </a:cubicBezTo>
                  <a:cubicBezTo>
                    <a:pt x="40695596" y="48350836"/>
                    <a:pt x="40708240" y="48377360"/>
                    <a:pt x="40710974" y="48409058"/>
                  </a:cubicBezTo>
                  <a:cubicBezTo>
                    <a:pt x="40724488" y="48565732"/>
                    <a:pt x="40730006" y="48589560"/>
                    <a:pt x="40761412" y="48626888"/>
                  </a:cubicBezTo>
                  <a:cubicBezTo>
                    <a:pt x="40799004" y="48671560"/>
                    <a:pt x="40817802" y="48728384"/>
                    <a:pt x="40817802" y="48797324"/>
                  </a:cubicBezTo>
                  <a:cubicBezTo>
                    <a:pt x="40817802" y="48849626"/>
                    <a:pt x="40831736" y="48883534"/>
                    <a:pt x="40868220" y="48920020"/>
                  </a:cubicBezTo>
                  <a:cubicBezTo>
                    <a:pt x="40881044" y="48932844"/>
                    <a:pt x="40892564" y="48964890"/>
                    <a:pt x="40894124" y="48992082"/>
                  </a:cubicBezTo>
                  <a:cubicBezTo>
                    <a:pt x="40898380" y="49066326"/>
                    <a:pt x="40911926" y="49076352"/>
                    <a:pt x="40965362" y="49044828"/>
                  </a:cubicBezTo>
                  <a:cubicBezTo>
                    <a:pt x="40990248" y="49030142"/>
                    <a:pt x="41016724" y="49004712"/>
                    <a:pt x="41024196" y="48988316"/>
                  </a:cubicBezTo>
                  <a:cubicBezTo>
                    <a:pt x="41031664" y="48971916"/>
                    <a:pt x="41042704" y="48958500"/>
                    <a:pt x="41048720" y="48958500"/>
                  </a:cubicBezTo>
                  <a:cubicBezTo>
                    <a:pt x="41066560" y="48958500"/>
                    <a:pt x="41198802" y="48818642"/>
                    <a:pt x="41198802" y="48799776"/>
                  </a:cubicBezTo>
                  <a:cubicBezTo>
                    <a:pt x="41198802" y="48790234"/>
                    <a:pt x="41215948" y="48770220"/>
                    <a:pt x="41236902" y="48755300"/>
                  </a:cubicBezTo>
                  <a:cubicBezTo>
                    <a:pt x="41257856" y="48740380"/>
                    <a:pt x="41275002" y="48717148"/>
                    <a:pt x="41275002" y="48703672"/>
                  </a:cubicBezTo>
                  <a:cubicBezTo>
                    <a:pt x="41275002" y="48690196"/>
                    <a:pt x="41294780" y="48657280"/>
                    <a:pt x="41318952" y="48630526"/>
                  </a:cubicBezTo>
                  <a:cubicBezTo>
                    <a:pt x="41348160" y="48598196"/>
                    <a:pt x="41365828" y="48563578"/>
                    <a:pt x="41371626" y="48527316"/>
                  </a:cubicBezTo>
                  <a:cubicBezTo>
                    <a:pt x="41377516" y="48490488"/>
                    <a:pt x="41392124" y="48462268"/>
                    <a:pt x="41416578" y="48440480"/>
                  </a:cubicBezTo>
                  <a:cubicBezTo>
                    <a:pt x="41448860" y="48411712"/>
                    <a:pt x="41452128" y="48401868"/>
                    <a:pt x="41446626" y="48349976"/>
                  </a:cubicBezTo>
                  <a:cubicBezTo>
                    <a:pt x="41439108" y="48279106"/>
                    <a:pt x="41453204" y="48254976"/>
                    <a:pt x="41517064" y="48229424"/>
                  </a:cubicBezTo>
                  <a:cubicBezTo>
                    <a:pt x="41544048" y="48218628"/>
                    <a:pt x="41575392" y="48195654"/>
                    <a:pt x="41586720" y="48178368"/>
                  </a:cubicBezTo>
                  <a:cubicBezTo>
                    <a:pt x="41606020" y="48148908"/>
                    <a:pt x="41629428" y="48139102"/>
                    <a:pt x="41757602" y="48106766"/>
                  </a:cubicBezTo>
                  <a:cubicBezTo>
                    <a:pt x="41782050" y="48100596"/>
                    <a:pt x="41812100" y="48086832"/>
                    <a:pt x="41824386" y="48076176"/>
                  </a:cubicBezTo>
                  <a:cubicBezTo>
                    <a:pt x="41858508" y="48046572"/>
                    <a:pt x="41949264" y="48051556"/>
                    <a:pt x="42000120" y="48085828"/>
                  </a:cubicBezTo>
                  <a:cubicBezTo>
                    <a:pt x="42038240" y="48111516"/>
                    <a:pt x="42045024" y="48124954"/>
                    <a:pt x="42059108" y="48202676"/>
                  </a:cubicBezTo>
                  <a:cubicBezTo>
                    <a:pt x="42071960" y="48273590"/>
                    <a:pt x="42082596" y="48297416"/>
                    <a:pt x="42114344" y="48326412"/>
                  </a:cubicBezTo>
                  <a:lnTo>
                    <a:pt x="42153658" y="48362322"/>
                  </a:lnTo>
                  <a:lnTo>
                    <a:pt x="42142956" y="48481412"/>
                  </a:lnTo>
                  <a:cubicBezTo>
                    <a:pt x="42134908" y="48570928"/>
                    <a:pt x="42125524" y="48609772"/>
                    <a:pt x="42105162" y="48637820"/>
                  </a:cubicBezTo>
                  <a:cubicBezTo>
                    <a:pt x="42090264" y="48658342"/>
                    <a:pt x="42074140" y="48687518"/>
                    <a:pt x="42069338" y="48702656"/>
                  </a:cubicBezTo>
                  <a:cubicBezTo>
                    <a:pt x="42064532" y="48717792"/>
                    <a:pt x="42043860" y="48738836"/>
                    <a:pt x="42023404" y="48749416"/>
                  </a:cubicBezTo>
                  <a:cubicBezTo>
                    <a:pt x="42002942" y="48759994"/>
                    <a:pt x="41986202" y="48774640"/>
                    <a:pt x="41986202" y="48781962"/>
                  </a:cubicBezTo>
                  <a:cubicBezTo>
                    <a:pt x="41986202" y="48789280"/>
                    <a:pt x="41963834" y="48813420"/>
                    <a:pt x="41936492" y="48835608"/>
                  </a:cubicBezTo>
                  <a:cubicBezTo>
                    <a:pt x="41872280" y="48887724"/>
                    <a:pt x="41602672" y="49177510"/>
                    <a:pt x="41553878" y="49246858"/>
                  </a:cubicBezTo>
                  <a:cubicBezTo>
                    <a:pt x="41533212" y="49276232"/>
                    <a:pt x="41516302" y="49309216"/>
                    <a:pt x="41516302" y="49320156"/>
                  </a:cubicBezTo>
                  <a:cubicBezTo>
                    <a:pt x="41516302" y="49331094"/>
                    <a:pt x="41502124" y="49346504"/>
                    <a:pt x="41484796" y="49354398"/>
                  </a:cubicBezTo>
                  <a:cubicBezTo>
                    <a:pt x="41467468" y="49362296"/>
                    <a:pt x="41449528" y="49380608"/>
                    <a:pt x="41444930" y="49395096"/>
                  </a:cubicBezTo>
                  <a:cubicBezTo>
                    <a:pt x="41432212" y="49435176"/>
                    <a:pt x="41336912" y="49540348"/>
                    <a:pt x="41306368" y="49548012"/>
                  </a:cubicBezTo>
                  <a:cubicBezTo>
                    <a:pt x="41291512" y="49551740"/>
                    <a:pt x="41272646" y="49569516"/>
                    <a:pt x="41264444" y="49587520"/>
                  </a:cubicBezTo>
                  <a:cubicBezTo>
                    <a:pt x="41256244" y="49605518"/>
                    <a:pt x="41232698" y="49626116"/>
                    <a:pt x="41212116" y="49633290"/>
                  </a:cubicBezTo>
                  <a:cubicBezTo>
                    <a:pt x="41160740" y="49651200"/>
                    <a:pt x="41144824" y="49705518"/>
                    <a:pt x="41154332" y="49830518"/>
                  </a:cubicBezTo>
                  <a:cubicBezTo>
                    <a:pt x="41158500" y="49885262"/>
                    <a:pt x="41160206" y="50231144"/>
                    <a:pt x="41158128" y="50599150"/>
                  </a:cubicBezTo>
                  <a:lnTo>
                    <a:pt x="41154352" y="51268250"/>
                  </a:lnTo>
                  <a:lnTo>
                    <a:pt x="41123944" y="51312960"/>
                  </a:lnTo>
                  <a:cubicBezTo>
                    <a:pt x="41105352" y="51340290"/>
                    <a:pt x="41087680" y="51393678"/>
                    <a:pt x="41078474" y="51450308"/>
                  </a:cubicBezTo>
                  <a:cubicBezTo>
                    <a:pt x="41056840" y="51583394"/>
                    <a:pt x="41050152" y="51606576"/>
                    <a:pt x="41028136" y="51624848"/>
                  </a:cubicBezTo>
                  <a:cubicBezTo>
                    <a:pt x="41017328" y="51633820"/>
                    <a:pt x="41002148" y="51664688"/>
                    <a:pt x="40994404" y="51693446"/>
                  </a:cubicBezTo>
                  <a:cubicBezTo>
                    <a:pt x="40986664" y="51722200"/>
                    <a:pt x="40963762" y="51764598"/>
                    <a:pt x="40943516" y="51787658"/>
                  </a:cubicBezTo>
                  <a:cubicBezTo>
                    <a:pt x="40923268" y="51810716"/>
                    <a:pt x="40906702" y="51837268"/>
                    <a:pt x="40906702" y="51846662"/>
                  </a:cubicBezTo>
                  <a:cubicBezTo>
                    <a:pt x="40906702" y="51856052"/>
                    <a:pt x="40883840" y="51887292"/>
                    <a:pt x="40855902" y="51916084"/>
                  </a:cubicBezTo>
                  <a:cubicBezTo>
                    <a:pt x="40827964" y="51944872"/>
                    <a:pt x="40805102" y="51976952"/>
                    <a:pt x="40805102" y="51987368"/>
                  </a:cubicBezTo>
                  <a:cubicBezTo>
                    <a:pt x="40805102" y="51997780"/>
                    <a:pt x="40787956" y="52021580"/>
                    <a:pt x="40767002" y="52040252"/>
                  </a:cubicBezTo>
                  <a:cubicBezTo>
                    <a:pt x="40746048" y="52058924"/>
                    <a:pt x="40728902" y="52081676"/>
                    <a:pt x="40728902" y="52090824"/>
                  </a:cubicBezTo>
                  <a:cubicBezTo>
                    <a:pt x="40728902" y="52099964"/>
                    <a:pt x="40711508" y="52116440"/>
                    <a:pt x="40690250" y="52127436"/>
                  </a:cubicBezTo>
                  <a:cubicBezTo>
                    <a:pt x="40668992" y="52138430"/>
                    <a:pt x="40645760" y="52160240"/>
                    <a:pt x="40638622" y="52175904"/>
                  </a:cubicBezTo>
                  <a:cubicBezTo>
                    <a:pt x="40631348" y="52191872"/>
                    <a:pt x="40610756" y="52206952"/>
                    <a:pt x="40591772" y="52210220"/>
                  </a:cubicBezTo>
                  <a:cubicBezTo>
                    <a:pt x="40573144" y="52213428"/>
                    <a:pt x="40552088" y="52227480"/>
                    <a:pt x="40544978" y="52241450"/>
                  </a:cubicBezTo>
                  <a:cubicBezTo>
                    <a:pt x="40523014" y="52284610"/>
                    <a:pt x="40427104" y="52400200"/>
                    <a:pt x="40413256" y="52400200"/>
                  </a:cubicBezTo>
                  <a:cubicBezTo>
                    <a:pt x="40406044" y="52400200"/>
                    <a:pt x="40392316" y="52411376"/>
                    <a:pt x="40382748" y="52425028"/>
                  </a:cubicBezTo>
                  <a:cubicBezTo>
                    <a:pt x="40373180" y="52438692"/>
                    <a:pt x="40338968" y="52461176"/>
                    <a:pt x="40306724" y="52475000"/>
                  </a:cubicBezTo>
                  <a:cubicBezTo>
                    <a:pt x="40274474" y="52488820"/>
                    <a:pt x="40242026" y="52511460"/>
                    <a:pt x="40234616" y="52525302"/>
                  </a:cubicBezTo>
                  <a:cubicBezTo>
                    <a:pt x="40227204" y="52539150"/>
                    <a:pt x="40193888" y="52559532"/>
                    <a:pt x="40160574" y="52570596"/>
                  </a:cubicBezTo>
                  <a:cubicBezTo>
                    <a:pt x="40127258" y="52581664"/>
                    <a:pt x="40093024" y="52601888"/>
                    <a:pt x="40084498" y="52615542"/>
                  </a:cubicBezTo>
                  <a:cubicBezTo>
                    <a:pt x="40075968" y="52629196"/>
                    <a:pt x="40039832" y="52649028"/>
                    <a:pt x="40004192" y="52659614"/>
                  </a:cubicBezTo>
                  <a:cubicBezTo>
                    <a:pt x="39968036" y="52670354"/>
                    <a:pt x="39928808" y="52692312"/>
                    <a:pt x="39915454" y="52709292"/>
                  </a:cubicBezTo>
                  <a:cubicBezTo>
                    <a:pt x="39900780" y="52727944"/>
                    <a:pt x="39872448" y="52742772"/>
                    <a:pt x="39842258" y="52747602"/>
                  </a:cubicBezTo>
                  <a:cubicBezTo>
                    <a:pt x="39815166" y="52751930"/>
                    <a:pt x="39771336" y="52772692"/>
                    <a:pt x="39744856" y="52793740"/>
                  </a:cubicBezTo>
                  <a:lnTo>
                    <a:pt x="39696712" y="52832000"/>
                  </a:lnTo>
                  <a:lnTo>
                    <a:pt x="39523196" y="52832000"/>
                  </a:lnTo>
                  <a:cubicBezTo>
                    <a:pt x="39405176" y="52832000"/>
                    <a:pt x="39344808" y="52827126"/>
                    <a:pt x="39334440" y="52816758"/>
                  </a:cubicBezTo>
                  <a:cubicBezTo>
                    <a:pt x="39312324" y="52794644"/>
                    <a:pt x="39304368" y="52678396"/>
                    <a:pt x="39322828" y="52647056"/>
                  </a:cubicBezTo>
                  <a:cubicBezTo>
                    <a:pt x="39341412" y="52615498"/>
                    <a:pt x="39495852" y="52495208"/>
                    <a:pt x="39532864" y="52483464"/>
                  </a:cubicBezTo>
                  <a:cubicBezTo>
                    <a:pt x="39547348" y="52478862"/>
                    <a:pt x="39562788" y="52463812"/>
                    <a:pt x="39567164" y="52450014"/>
                  </a:cubicBezTo>
                  <a:cubicBezTo>
                    <a:pt x="39571546" y="52436210"/>
                    <a:pt x="39589306" y="52415636"/>
                    <a:pt x="39606636" y="52404280"/>
                  </a:cubicBezTo>
                  <a:cubicBezTo>
                    <a:pt x="39623962" y="52392926"/>
                    <a:pt x="39651628" y="52357362"/>
                    <a:pt x="39668116" y="52325240"/>
                  </a:cubicBezTo>
                  <a:cubicBezTo>
                    <a:pt x="39684604" y="52293124"/>
                    <a:pt x="39729832" y="52239744"/>
                    <a:pt x="39768624" y="52206618"/>
                  </a:cubicBezTo>
                  <a:cubicBezTo>
                    <a:pt x="39807414" y="52173492"/>
                    <a:pt x="39848040" y="52129204"/>
                    <a:pt x="39858902" y="52108192"/>
                  </a:cubicBezTo>
                  <a:cubicBezTo>
                    <a:pt x="39869768" y="52087190"/>
                    <a:pt x="39884222" y="52070000"/>
                    <a:pt x="39891028" y="52070000"/>
                  </a:cubicBezTo>
                  <a:cubicBezTo>
                    <a:pt x="39916272" y="52070000"/>
                    <a:pt x="39954202" y="52018052"/>
                    <a:pt x="39954202" y="51983476"/>
                  </a:cubicBezTo>
                  <a:cubicBezTo>
                    <a:pt x="39954202" y="51960580"/>
                    <a:pt x="39967516" y="51934996"/>
                    <a:pt x="39991276" y="51912232"/>
                  </a:cubicBezTo>
                  <a:cubicBezTo>
                    <a:pt x="40011664" y="51892700"/>
                    <a:pt x="40031996" y="51862186"/>
                    <a:pt x="40036452" y="51844424"/>
                  </a:cubicBezTo>
                  <a:cubicBezTo>
                    <a:pt x="40040910" y="51826664"/>
                    <a:pt x="40061374" y="51796424"/>
                    <a:pt x="40081932" y="51777220"/>
                  </a:cubicBezTo>
                  <a:cubicBezTo>
                    <a:pt x="40105536" y="51755170"/>
                    <a:pt x="40119302" y="51729616"/>
                    <a:pt x="40119302" y="51707842"/>
                  </a:cubicBezTo>
                  <a:cubicBezTo>
                    <a:pt x="40119302" y="51688884"/>
                    <a:pt x="40135716" y="51652602"/>
                    <a:pt x="40155776" y="51627212"/>
                  </a:cubicBezTo>
                  <a:cubicBezTo>
                    <a:pt x="40175838" y="51601824"/>
                    <a:pt x="40197812" y="51554392"/>
                    <a:pt x="40204608" y="51521810"/>
                  </a:cubicBezTo>
                  <a:cubicBezTo>
                    <a:pt x="40212740" y="51482820"/>
                    <a:pt x="40229104" y="51452128"/>
                    <a:pt x="40252472" y="51432028"/>
                  </a:cubicBezTo>
                  <a:cubicBezTo>
                    <a:pt x="40280988" y="51407498"/>
                    <a:pt x="40290136" y="51385724"/>
                    <a:pt x="40298922" y="51321456"/>
                  </a:cubicBezTo>
                  <a:cubicBezTo>
                    <a:pt x="40307116" y="51261540"/>
                    <a:pt x="40318918" y="51231120"/>
                    <a:pt x="40345874" y="51200420"/>
                  </a:cubicBezTo>
                  <a:cubicBezTo>
                    <a:pt x="40380526" y="51160956"/>
                    <a:pt x="40382194" y="51152872"/>
                    <a:pt x="40390206" y="50985800"/>
                  </a:cubicBezTo>
                  <a:cubicBezTo>
                    <a:pt x="40397520" y="50833288"/>
                    <a:pt x="40402576" y="50804212"/>
                    <a:pt x="40431788" y="50746564"/>
                  </a:cubicBezTo>
                  <a:cubicBezTo>
                    <a:pt x="40467364" y="50676358"/>
                    <a:pt x="40474348" y="50585498"/>
                    <a:pt x="40453058" y="50469800"/>
                  </a:cubicBezTo>
                  <a:cubicBezTo>
                    <a:pt x="40441212" y="50405412"/>
                    <a:pt x="40417568" y="50397900"/>
                    <a:pt x="40375672" y="50445206"/>
                  </a:cubicBezTo>
                  <a:cubicBezTo>
                    <a:pt x="40332994" y="50493392"/>
                    <a:pt x="40313928" y="50510492"/>
                    <a:pt x="40279228" y="50531712"/>
                  </a:cubicBezTo>
                  <a:cubicBezTo>
                    <a:pt x="40260664" y="50543064"/>
                    <a:pt x="40236086" y="50560924"/>
                    <a:pt x="40224610" y="50571400"/>
                  </a:cubicBezTo>
                  <a:cubicBezTo>
                    <a:pt x="40115442" y="50671076"/>
                    <a:pt x="39860716" y="50919784"/>
                    <a:pt x="39554632" y="51225560"/>
                  </a:cubicBezTo>
                  <a:cubicBezTo>
                    <a:pt x="39204062" y="51575780"/>
                    <a:pt x="39027102" y="51771108"/>
                    <a:pt x="39027102" y="51807848"/>
                  </a:cubicBezTo>
                  <a:cubicBezTo>
                    <a:pt x="39027102" y="51817008"/>
                    <a:pt x="39009956" y="51839778"/>
                    <a:pt x="38989002" y="51858450"/>
                  </a:cubicBezTo>
                  <a:cubicBezTo>
                    <a:pt x="38968048" y="51877120"/>
                    <a:pt x="38950902" y="51900732"/>
                    <a:pt x="38950902" y="51910924"/>
                  </a:cubicBezTo>
                  <a:cubicBezTo>
                    <a:pt x="38950902" y="51921112"/>
                    <a:pt x="38923756" y="51954072"/>
                    <a:pt x="38890576" y="51984164"/>
                  </a:cubicBezTo>
                  <a:cubicBezTo>
                    <a:pt x="38857398" y="52014252"/>
                    <a:pt x="38821680" y="52051776"/>
                    <a:pt x="38811202" y="52067538"/>
                  </a:cubicBezTo>
                  <a:cubicBezTo>
                    <a:pt x="38799908" y="52084536"/>
                    <a:pt x="38767040" y="52103108"/>
                    <a:pt x="38730468" y="52113166"/>
                  </a:cubicBezTo>
                  <a:cubicBezTo>
                    <a:pt x="38696544" y="52122500"/>
                    <a:pt x="38653684" y="52142504"/>
                    <a:pt x="38635220" y="52157624"/>
                  </a:cubicBezTo>
                  <a:cubicBezTo>
                    <a:pt x="38557600" y="52221178"/>
                    <a:pt x="38462920" y="52222890"/>
                    <a:pt x="38390616" y="52162050"/>
                  </a:cubicBezTo>
                  <a:cubicBezTo>
                    <a:pt x="38355356" y="52132384"/>
                    <a:pt x="38335868" y="52127244"/>
                    <a:pt x="38235700" y="52121196"/>
                  </a:cubicBezTo>
                  <a:cubicBezTo>
                    <a:pt x="38154836" y="52116324"/>
                    <a:pt x="38119408" y="52109172"/>
                    <a:pt x="38115322" y="52096908"/>
                  </a:cubicBezTo>
                  <a:cubicBezTo>
                    <a:pt x="38103912" y="52062684"/>
                    <a:pt x="38064934" y="52035632"/>
                    <a:pt x="38015668" y="52027752"/>
                  </a:cubicBezTo>
                  <a:cubicBezTo>
                    <a:pt x="37948708" y="52017048"/>
                    <a:pt x="37893972" y="51957668"/>
                    <a:pt x="37859588" y="51858438"/>
                  </a:cubicBezTo>
                  <a:lnTo>
                    <a:pt x="37832490" y="51780224"/>
                  </a:lnTo>
                  <a:lnTo>
                    <a:pt x="37864646" y="51732840"/>
                  </a:lnTo>
                  <a:cubicBezTo>
                    <a:pt x="37882332" y="51706780"/>
                    <a:pt x="37896802" y="51672112"/>
                    <a:pt x="37896802" y="51655804"/>
                  </a:cubicBezTo>
                  <a:cubicBezTo>
                    <a:pt x="37896802" y="51635862"/>
                    <a:pt x="37908984" y="51619854"/>
                    <a:pt x="37934004" y="51606916"/>
                  </a:cubicBezTo>
                  <a:cubicBezTo>
                    <a:pt x="37954460" y="51596336"/>
                    <a:pt x="37974868" y="51576124"/>
                    <a:pt x="37979352" y="51562000"/>
                  </a:cubicBezTo>
                  <a:cubicBezTo>
                    <a:pt x="37983836" y="51547876"/>
                    <a:pt x="38004072" y="51527752"/>
                    <a:pt x="38024326" y="51517280"/>
                  </a:cubicBezTo>
                  <a:cubicBezTo>
                    <a:pt x="38044580" y="51506806"/>
                    <a:pt x="38066816" y="51487652"/>
                    <a:pt x="38073740" y="51474708"/>
                  </a:cubicBezTo>
                  <a:cubicBezTo>
                    <a:pt x="38080668" y="51461770"/>
                    <a:pt x="38103148" y="51444218"/>
                    <a:pt x="38123706" y="51435700"/>
                  </a:cubicBezTo>
                  <a:cubicBezTo>
                    <a:pt x="38144264" y="51427188"/>
                    <a:pt x="38163936" y="51409304"/>
                    <a:pt x="38167424" y="51395968"/>
                  </a:cubicBezTo>
                  <a:cubicBezTo>
                    <a:pt x="38170912" y="51382628"/>
                    <a:pt x="38190486" y="51362120"/>
                    <a:pt x="38210920" y="51350394"/>
                  </a:cubicBezTo>
                  <a:cubicBezTo>
                    <a:pt x="38231356" y="51338664"/>
                    <a:pt x="38257354" y="51312900"/>
                    <a:pt x="38268696" y="51293136"/>
                  </a:cubicBezTo>
                  <a:cubicBezTo>
                    <a:pt x="38280040" y="51273370"/>
                    <a:pt x="38297744" y="51257200"/>
                    <a:pt x="38308040" y="51257200"/>
                  </a:cubicBezTo>
                  <a:cubicBezTo>
                    <a:pt x="38318336" y="51257200"/>
                    <a:pt x="38337220" y="51243904"/>
                    <a:pt x="38350000" y="51227656"/>
                  </a:cubicBezTo>
                  <a:cubicBezTo>
                    <a:pt x="38391674" y="51174672"/>
                    <a:pt x="38625828" y="50953674"/>
                    <a:pt x="38675036" y="50920880"/>
                  </a:cubicBezTo>
                  <a:cubicBezTo>
                    <a:pt x="38701428" y="50903290"/>
                    <a:pt x="38731284" y="50888900"/>
                    <a:pt x="38741386" y="50888900"/>
                  </a:cubicBezTo>
                  <a:cubicBezTo>
                    <a:pt x="38751484" y="50888900"/>
                    <a:pt x="38768042" y="50872868"/>
                    <a:pt x="38778176" y="50853272"/>
                  </a:cubicBezTo>
                  <a:cubicBezTo>
                    <a:pt x="38788308" y="50833680"/>
                    <a:pt x="38811428" y="50810886"/>
                    <a:pt x="38829554" y="50802628"/>
                  </a:cubicBezTo>
                  <a:cubicBezTo>
                    <a:pt x="38847680" y="50794368"/>
                    <a:pt x="38868012" y="50773152"/>
                    <a:pt x="38874730" y="50755480"/>
                  </a:cubicBezTo>
                  <a:cubicBezTo>
                    <a:pt x="38881448" y="50737804"/>
                    <a:pt x="38900988" y="50718004"/>
                    <a:pt x="38918154" y="50711480"/>
                  </a:cubicBezTo>
                  <a:cubicBezTo>
                    <a:pt x="38935316" y="50704956"/>
                    <a:pt x="38955204" y="50688696"/>
                    <a:pt x="38962344" y="50675350"/>
                  </a:cubicBezTo>
                  <a:cubicBezTo>
                    <a:pt x="38969488" y="50662002"/>
                    <a:pt x="38992964" y="50643780"/>
                    <a:pt x="39014516" y="50634852"/>
                  </a:cubicBezTo>
                  <a:cubicBezTo>
                    <a:pt x="39036066" y="50625928"/>
                    <a:pt x="39061624" y="50603302"/>
                    <a:pt x="39071308" y="50584574"/>
                  </a:cubicBezTo>
                  <a:cubicBezTo>
                    <a:pt x="39082894" y="50562170"/>
                    <a:pt x="39106660" y="50545208"/>
                    <a:pt x="39140816" y="50534974"/>
                  </a:cubicBezTo>
                  <a:cubicBezTo>
                    <a:pt x="39178112" y="50523804"/>
                    <a:pt x="39195328" y="50510564"/>
                    <a:pt x="39201988" y="50487938"/>
                  </a:cubicBezTo>
                  <a:cubicBezTo>
                    <a:pt x="39209476" y="50462486"/>
                    <a:pt x="39221452" y="50455240"/>
                    <a:pt x="39264460" y="50450142"/>
                  </a:cubicBezTo>
                  <a:cubicBezTo>
                    <a:pt x="39303358" y="50445532"/>
                    <a:pt x="39319856" y="50436948"/>
                    <a:pt x="39325794" y="50418240"/>
                  </a:cubicBezTo>
                  <a:cubicBezTo>
                    <a:pt x="39330262" y="50404164"/>
                    <a:pt x="39355948" y="50378740"/>
                    <a:pt x="39382872" y="50361744"/>
                  </a:cubicBezTo>
                  <a:cubicBezTo>
                    <a:pt x="39409796" y="50344748"/>
                    <a:pt x="39433632" y="50320076"/>
                    <a:pt x="39435840" y="50306924"/>
                  </a:cubicBezTo>
                  <a:cubicBezTo>
                    <a:pt x="39439774" y="50283468"/>
                    <a:pt x="39480820" y="50266600"/>
                    <a:pt x="39533972" y="50266600"/>
                  </a:cubicBezTo>
                  <a:cubicBezTo>
                    <a:pt x="39548242" y="50266600"/>
                    <a:pt x="39569456" y="50252040"/>
                    <a:pt x="39581118" y="50234244"/>
                  </a:cubicBezTo>
                  <a:cubicBezTo>
                    <a:pt x="39592776" y="50216448"/>
                    <a:pt x="39620932" y="50194112"/>
                    <a:pt x="39643684" y="50184604"/>
                  </a:cubicBezTo>
                  <a:cubicBezTo>
                    <a:pt x="39666440" y="50175096"/>
                    <a:pt x="39688756" y="50155658"/>
                    <a:pt x="39693278" y="50141408"/>
                  </a:cubicBezTo>
                  <a:cubicBezTo>
                    <a:pt x="39697802" y="50127156"/>
                    <a:pt x="39712792" y="50111916"/>
                    <a:pt x="39726594" y="50107536"/>
                  </a:cubicBezTo>
                  <a:cubicBezTo>
                    <a:pt x="39740396" y="50103156"/>
                    <a:pt x="39777596" y="50077144"/>
                    <a:pt x="39809264" y="50049736"/>
                  </a:cubicBezTo>
                  <a:cubicBezTo>
                    <a:pt x="39840934" y="50022328"/>
                    <a:pt x="39877796" y="49999900"/>
                    <a:pt x="39891184" y="49999900"/>
                  </a:cubicBezTo>
                  <a:cubicBezTo>
                    <a:pt x="39904564" y="49999900"/>
                    <a:pt x="39925056" y="49985340"/>
                    <a:pt x="39936718" y="49967544"/>
                  </a:cubicBezTo>
                  <a:cubicBezTo>
                    <a:pt x="39948376" y="49949748"/>
                    <a:pt x="39976532" y="49927412"/>
                    <a:pt x="39999284" y="49917904"/>
                  </a:cubicBezTo>
                  <a:cubicBezTo>
                    <a:pt x="40022040" y="49908396"/>
                    <a:pt x="40044448" y="49888666"/>
                    <a:pt x="40049084" y="49874060"/>
                  </a:cubicBezTo>
                  <a:cubicBezTo>
                    <a:pt x="40053722" y="49859452"/>
                    <a:pt x="40062964" y="49847500"/>
                    <a:pt x="40069628" y="49847500"/>
                  </a:cubicBezTo>
                  <a:cubicBezTo>
                    <a:pt x="40085068" y="49847500"/>
                    <a:pt x="40220902" y="49716448"/>
                    <a:pt x="40220902" y="49701548"/>
                  </a:cubicBezTo>
                  <a:cubicBezTo>
                    <a:pt x="40220902" y="49695410"/>
                    <a:pt x="40233676" y="49676792"/>
                    <a:pt x="40249288" y="49660172"/>
                  </a:cubicBezTo>
                  <a:lnTo>
                    <a:pt x="40277672" y="49629956"/>
                  </a:lnTo>
                  <a:lnTo>
                    <a:pt x="40248132" y="49578626"/>
                  </a:lnTo>
                  <a:cubicBezTo>
                    <a:pt x="40228626" y="49544740"/>
                    <a:pt x="40215548" y="49495468"/>
                    <a:pt x="40209640" y="49433628"/>
                  </a:cubicBezTo>
                  <a:cubicBezTo>
                    <a:pt x="40202164" y="49355352"/>
                    <a:pt x="40194904" y="49333916"/>
                    <a:pt x="40165470" y="49303192"/>
                  </a:cubicBezTo>
                  <a:cubicBezTo>
                    <a:pt x="40135816" y="49272242"/>
                    <a:pt x="40128788" y="49251152"/>
                    <a:pt x="40121020" y="49169842"/>
                  </a:cubicBezTo>
                  <a:cubicBezTo>
                    <a:pt x="40113252" y="49088532"/>
                    <a:pt x="40106224" y="49067444"/>
                    <a:pt x="40076570" y="49036492"/>
                  </a:cubicBezTo>
                  <a:cubicBezTo>
                    <a:pt x="40046916" y="49005542"/>
                    <a:pt x="40039888" y="48984452"/>
                    <a:pt x="40032120" y="48903142"/>
                  </a:cubicBezTo>
                  <a:cubicBezTo>
                    <a:pt x="40024400" y="48822328"/>
                    <a:pt x="40017240" y="48800658"/>
                    <a:pt x="39988274" y="48770424"/>
                  </a:cubicBezTo>
                  <a:cubicBezTo>
                    <a:pt x="39959972" y="48740882"/>
                    <a:pt x="39952168" y="48718352"/>
                    <a:pt x="39945500" y="48646928"/>
                  </a:cubicBezTo>
                  <a:cubicBezTo>
                    <a:pt x="39938548" y="48572474"/>
                    <a:pt x="39931968" y="48554660"/>
                    <a:pt x="39900980" y="48526360"/>
                  </a:cubicBezTo>
                  <a:cubicBezTo>
                    <a:pt x="39873860" y="48501584"/>
                    <a:pt x="39859672" y="48470796"/>
                    <a:pt x="39845130" y="48405152"/>
                  </a:cubicBezTo>
                  <a:cubicBezTo>
                    <a:pt x="39834412" y="48356752"/>
                    <a:pt x="39817506" y="48308304"/>
                    <a:pt x="39807568" y="48297496"/>
                  </a:cubicBezTo>
                  <a:cubicBezTo>
                    <a:pt x="39797632" y="48286684"/>
                    <a:pt x="39777892" y="48244094"/>
                    <a:pt x="39763702" y="48202850"/>
                  </a:cubicBezTo>
                  <a:cubicBezTo>
                    <a:pt x="39749512" y="48161606"/>
                    <a:pt x="39724216" y="48113302"/>
                    <a:pt x="39707488" y="48095504"/>
                  </a:cubicBezTo>
                  <a:cubicBezTo>
                    <a:pt x="39690760" y="48077710"/>
                    <a:pt x="39673556" y="48041980"/>
                    <a:pt x="39669256" y="48016102"/>
                  </a:cubicBezTo>
                  <a:cubicBezTo>
                    <a:pt x="39664952" y="47990228"/>
                    <a:pt x="39647220" y="47952160"/>
                    <a:pt x="39629848" y="47931516"/>
                  </a:cubicBezTo>
                  <a:cubicBezTo>
                    <a:pt x="39612474" y="47910872"/>
                    <a:pt x="39593120" y="47866464"/>
                    <a:pt x="39586838" y="47832836"/>
                  </a:cubicBezTo>
                  <a:cubicBezTo>
                    <a:pt x="39578836" y="47789998"/>
                    <a:pt x="39564344" y="47762092"/>
                    <a:pt x="39538426" y="47739622"/>
                  </a:cubicBezTo>
                  <a:cubicBezTo>
                    <a:pt x="39518084" y="47721984"/>
                    <a:pt x="39494272" y="47683320"/>
                    <a:pt x="39485516" y="47653704"/>
                  </a:cubicBezTo>
                  <a:cubicBezTo>
                    <a:pt x="39476764" y="47624092"/>
                    <a:pt x="39464348" y="47596614"/>
                    <a:pt x="39457924" y="47592648"/>
                  </a:cubicBezTo>
                  <a:cubicBezTo>
                    <a:pt x="39451504" y="47588680"/>
                    <a:pt x="39431800" y="47554884"/>
                    <a:pt x="39414136" y="47517544"/>
                  </a:cubicBezTo>
                  <a:cubicBezTo>
                    <a:pt x="39396472" y="47480206"/>
                    <a:pt x="39373740" y="47446478"/>
                    <a:pt x="39363624" y="47442596"/>
                  </a:cubicBezTo>
                  <a:cubicBezTo>
                    <a:pt x="39353508" y="47438714"/>
                    <a:pt x="39338664" y="47409472"/>
                    <a:pt x="39330644" y="47377614"/>
                  </a:cubicBezTo>
                  <a:cubicBezTo>
                    <a:pt x="39320844" y="47338704"/>
                    <a:pt x="39304172" y="47311228"/>
                    <a:pt x="39279848" y="47293908"/>
                  </a:cubicBezTo>
                  <a:cubicBezTo>
                    <a:pt x="39258530" y="47278728"/>
                    <a:pt x="39237304" y="47246972"/>
                    <a:pt x="39228228" y="47216688"/>
                  </a:cubicBezTo>
                  <a:cubicBezTo>
                    <a:pt x="39219754" y="47188396"/>
                    <a:pt x="39199606" y="47156594"/>
                    <a:pt x="39183458" y="47146016"/>
                  </a:cubicBezTo>
                  <a:cubicBezTo>
                    <a:pt x="39167314" y="47135436"/>
                    <a:pt x="39154102" y="47115748"/>
                    <a:pt x="39154102" y="47102264"/>
                  </a:cubicBezTo>
                  <a:cubicBezTo>
                    <a:pt x="39154102" y="47081140"/>
                    <a:pt x="39112688" y="47032380"/>
                    <a:pt x="39066412" y="46999026"/>
                  </a:cubicBezTo>
                  <a:cubicBezTo>
                    <a:pt x="39058520" y="46993336"/>
                    <a:pt x="39052502" y="46948924"/>
                    <a:pt x="39052502" y="46896376"/>
                  </a:cubicBezTo>
                  <a:cubicBezTo>
                    <a:pt x="39052502" y="46806668"/>
                    <a:pt x="39054004" y="46802182"/>
                    <a:pt x="39100100" y="46754002"/>
                  </a:cubicBezTo>
                  <a:cubicBezTo>
                    <a:pt x="39143482" y="46708650"/>
                    <a:pt x="39154998" y="46703602"/>
                    <a:pt x="39230274" y="46696912"/>
                  </a:cubicBezTo>
                  <a:cubicBezTo>
                    <a:pt x="39255514" y="46694668"/>
                    <a:pt x="39285888" y="46693388"/>
                    <a:pt x="39318894" y="46692982"/>
                  </a:cubicBezTo>
                  <a:close/>
                  <a:moveTo>
                    <a:pt x="18923224" y="45910500"/>
                  </a:moveTo>
                  <a:cubicBezTo>
                    <a:pt x="18962336" y="45910500"/>
                    <a:pt x="18981880" y="45920648"/>
                    <a:pt x="19029620" y="45965744"/>
                  </a:cubicBezTo>
                  <a:cubicBezTo>
                    <a:pt x="19061784" y="45996126"/>
                    <a:pt x="19088104" y="46026004"/>
                    <a:pt x="19088104" y="46032140"/>
                  </a:cubicBezTo>
                  <a:cubicBezTo>
                    <a:pt x="19088104" y="46038276"/>
                    <a:pt x="19106676" y="46061650"/>
                    <a:pt x="19129376" y="46084088"/>
                  </a:cubicBezTo>
                  <a:cubicBezTo>
                    <a:pt x="19152080" y="46106524"/>
                    <a:pt x="19180244" y="46135224"/>
                    <a:pt x="19191968" y="46147864"/>
                  </a:cubicBezTo>
                  <a:cubicBezTo>
                    <a:pt x="19203688" y="46160506"/>
                    <a:pt x="19224436" y="46180434"/>
                    <a:pt x="19238064" y="46192152"/>
                  </a:cubicBezTo>
                  <a:cubicBezTo>
                    <a:pt x="19261328" y="46212144"/>
                    <a:pt x="19262976" y="46233218"/>
                    <a:pt x="19264856" y="46535052"/>
                  </a:cubicBezTo>
                  <a:cubicBezTo>
                    <a:pt x="19265960" y="46711930"/>
                    <a:pt x="19264804" y="46926466"/>
                    <a:pt x="19262292" y="47011794"/>
                  </a:cubicBezTo>
                  <a:cubicBezTo>
                    <a:pt x="19257888" y="47161264"/>
                    <a:pt x="19256516" y="47167890"/>
                    <a:pt x="19224688" y="47192924"/>
                  </a:cubicBezTo>
                  <a:cubicBezTo>
                    <a:pt x="19206520" y="47207216"/>
                    <a:pt x="19187768" y="47236586"/>
                    <a:pt x="19183024" y="47258194"/>
                  </a:cubicBezTo>
                  <a:cubicBezTo>
                    <a:pt x="19176408" y="47288316"/>
                    <a:pt x="19164252" y="47300868"/>
                    <a:pt x="19130896" y="47312014"/>
                  </a:cubicBezTo>
                  <a:cubicBezTo>
                    <a:pt x="19095876" y="47323716"/>
                    <a:pt x="19087188" y="47333376"/>
                    <a:pt x="19086348" y="47361560"/>
                  </a:cubicBezTo>
                  <a:cubicBezTo>
                    <a:pt x="19085432" y="47392264"/>
                    <a:pt x="19073808" y="47402024"/>
                    <a:pt x="18991816" y="47440934"/>
                  </a:cubicBezTo>
                  <a:cubicBezTo>
                    <a:pt x="18919724" y="47475146"/>
                    <a:pt x="18882112" y="47485300"/>
                    <a:pt x="18827484" y="47485300"/>
                  </a:cubicBezTo>
                  <a:cubicBezTo>
                    <a:pt x="18764136" y="47485300"/>
                    <a:pt x="18751952" y="47489858"/>
                    <a:pt x="18712288" y="47528376"/>
                  </a:cubicBezTo>
                  <a:cubicBezTo>
                    <a:pt x="18686340" y="47553578"/>
                    <a:pt x="18644800" y="47577280"/>
                    <a:pt x="18612184" y="47585492"/>
                  </a:cubicBezTo>
                  <a:cubicBezTo>
                    <a:pt x="18576460" y="47594488"/>
                    <a:pt x="18553672" y="47608238"/>
                    <a:pt x="18548740" y="47623778"/>
                  </a:cubicBezTo>
                  <a:cubicBezTo>
                    <a:pt x="18543804" y="47639328"/>
                    <a:pt x="18521856" y="47652558"/>
                    <a:pt x="18487548" y="47660664"/>
                  </a:cubicBezTo>
                  <a:cubicBezTo>
                    <a:pt x="18449080" y="47669752"/>
                    <a:pt x="18427284" y="47684252"/>
                    <a:pt x="18409960" y="47712280"/>
                  </a:cubicBezTo>
                  <a:cubicBezTo>
                    <a:pt x="18396296" y="47734392"/>
                    <a:pt x="18367396" y="47757358"/>
                    <a:pt x="18343184" y="47765348"/>
                  </a:cubicBezTo>
                  <a:cubicBezTo>
                    <a:pt x="18319712" y="47773096"/>
                    <a:pt x="18294632" y="47790416"/>
                    <a:pt x="18287448" y="47803840"/>
                  </a:cubicBezTo>
                  <a:cubicBezTo>
                    <a:pt x="18280264" y="47817260"/>
                    <a:pt x="18255140" y="47836284"/>
                    <a:pt x="18231616" y="47846112"/>
                  </a:cubicBezTo>
                  <a:cubicBezTo>
                    <a:pt x="18208096" y="47855940"/>
                    <a:pt x="18185056" y="47875934"/>
                    <a:pt x="18180420" y="47890540"/>
                  </a:cubicBezTo>
                  <a:cubicBezTo>
                    <a:pt x="18175784" y="47905148"/>
                    <a:pt x="18166852" y="47917100"/>
                    <a:pt x="18160568" y="47917100"/>
                  </a:cubicBezTo>
                  <a:cubicBezTo>
                    <a:pt x="18145928" y="47917100"/>
                    <a:pt x="18013876" y="48010192"/>
                    <a:pt x="17964152" y="48055568"/>
                  </a:cubicBezTo>
                  <a:cubicBezTo>
                    <a:pt x="17943196" y="48074692"/>
                    <a:pt x="17911080" y="48100324"/>
                    <a:pt x="17892776" y="48112528"/>
                  </a:cubicBezTo>
                  <a:cubicBezTo>
                    <a:pt x="17874472" y="48124732"/>
                    <a:pt x="17853124" y="48148700"/>
                    <a:pt x="17845336" y="48165796"/>
                  </a:cubicBezTo>
                  <a:cubicBezTo>
                    <a:pt x="17837548" y="48182888"/>
                    <a:pt x="17817436" y="48203136"/>
                    <a:pt x="17800640" y="48210788"/>
                  </a:cubicBezTo>
                  <a:cubicBezTo>
                    <a:pt x="17783844" y="48218440"/>
                    <a:pt x="17763952" y="48238200"/>
                    <a:pt x="17756432" y="48254700"/>
                  </a:cubicBezTo>
                  <a:cubicBezTo>
                    <a:pt x="17748916" y="48271200"/>
                    <a:pt x="17729016" y="48288150"/>
                    <a:pt x="17712212" y="48292368"/>
                  </a:cubicBezTo>
                  <a:cubicBezTo>
                    <a:pt x="17695408" y="48296588"/>
                    <a:pt x="17674136" y="48314092"/>
                    <a:pt x="17664944" y="48331270"/>
                  </a:cubicBezTo>
                  <a:cubicBezTo>
                    <a:pt x="17655748" y="48348448"/>
                    <a:pt x="17633636" y="48369494"/>
                    <a:pt x="17615808" y="48378042"/>
                  </a:cubicBezTo>
                  <a:cubicBezTo>
                    <a:pt x="17597972" y="48386588"/>
                    <a:pt x="17575876" y="48409248"/>
                    <a:pt x="17566700" y="48428390"/>
                  </a:cubicBezTo>
                  <a:cubicBezTo>
                    <a:pt x="17557524" y="48447536"/>
                    <a:pt x="17541560" y="48463200"/>
                    <a:pt x="17531232" y="48463200"/>
                  </a:cubicBezTo>
                  <a:cubicBezTo>
                    <a:pt x="17520896" y="48463200"/>
                    <a:pt x="17500644" y="48483202"/>
                    <a:pt x="17486220" y="48507650"/>
                  </a:cubicBezTo>
                  <a:cubicBezTo>
                    <a:pt x="17471792" y="48532098"/>
                    <a:pt x="17451900" y="48552100"/>
                    <a:pt x="17442008" y="48552100"/>
                  </a:cubicBezTo>
                  <a:cubicBezTo>
                    <a:pt x="17432120" y="48552100"/>
                    <a:pt x="17413216" y="48569882"/>
                    <a:pt x="17400000" y="48591614"/>
                  </a:cubicBezTo>
                  <a:cubicBezTo>
                    <a:pt x="17386784" y="48613346"/>
                    <a:pt x="17362692" y="48637748"/>
                    <a:pt x="17346460" y="48645840"/>
                  </a:cubicBezTo>
                  <a:cubicBezTo>
                    <a:pt x="17330232" y="48653928"/>
                    <a:pt x="17310680" y="48673128"/>
                    <a:pt x="17303020" y="48688498"/>
                  </a:cubicBezTo>
                  <a:cubicBezTo>
                    <a:pt x="17295356" y="48703872"/>
                    <a:pt x="17274456" y="48727956"/>
                    <a:pt x="17256568" y="48742024"/>
                  </a:cubicBezTo>
                  <a:cubicBezTo>
                    <a:pt x="17238688" y="48756088"/>
                    <a:pt x="17220696" y="48780998"/>
                    <a:pt x="17216584" y="48797372"/>
                  </a:cubicBezTo>
                  <a:cubicBezTo>
                    <a:pt x="17212472" y="48813746"/>
                    <a:pt x="17194688" y="48833716"/>
                    <a:pt x="17177056" y="48841752"/>
                  </a:cubicBezTo>
                  <a:cubicBezTo>
                    <a:pt x="17159424" y="48849784"/>
                    <a:pt x="17145000" y="48862384"/>
                    <a:pt x="17145000" y="48869752"/>
                  </a:cubicBezTo>
                  <a:cubicBezTo>
                    <a:pt x="17145000" y="48877120"/>
                    <a:pt x="17123572" y="48899676"/>
                    <a:pt x="17097376" y="48919876"/>
                  </a:cubicBezTo>
                  <a:cubicBezTo>
                    <a:pt x="17029456" y="48972260"/>
                    <a:pt x="16852904" y="49195462"/>
                    <a:pt x="16852904" y="49228948"/>
                  </a:cubicBezTo>
                  <a:cubicBezTo>
                    <a:pt x="16852904" y="49238548"/>
                    <a:pt x="16835756" y="49261678"/>
                    <a:pt x="16814800" y="49280350"/>
                  </a:cubicBezTo>
                  <a:cubicBezTo>
                    <a:pt x="16793848" y="49299020"/>
                    <a:pt x="16776704" y="49322676"/>
                    <a:pt x="16776704" y="49332920"/>
                  </a:cubicBezTo>
                  <a:cubicBezTo>
                    <a:pt x="16776704" y="49343164"/>
                    <a:pt x="16760032" y="49360168"/>
                    <a:pt x="16739660" y="49370704"/>
                  </a:cubicBezTo>
                  <a:cubicBezTo>
                    <a:pt x="16717112" y="49382364"/>
                    <a:pt x="16697032" y="49406784"/>
                    <a:pt x="16688344" y="49433112"/>
                  </a:cubicBezTo>
                  <a:cubicBezTo>
                    <a:pt x="16680492" y="49456904"/>
                    <a:pt x="16654296" y="49496728"/>
                    <a:pt x="16630136" y="49521608"/>
                  </a:cubicBezTo>
                  <a:cubicBezTo>
                    <a:pt x="16605972" y="49546486"/>
                    <a:pt x="16586200" y="49574628"/>
                    <a:pt x="16586200" y="49584146"/>
                  </a:cubicBezTo>
                  <a:cubicBezTo>
                    <a:pt x="16586200" y="49593660"/>
                    <a:pt x="16569520" y="49617430"/>
                    <a:pt x="16549128" y="49636968"/>
                  </a:cubicBezTo>
                  <a:cubicBezTo>
                    <a:pt x="16528740" y="49656500"/>
                    <a:pt x="16508672" y="49685978"/>
                    <a:pt x="16504528" y="49702476"/>
                  </a:cubicBezTo>
                  <a:cubicBezTo>
                    <a:pt x="16500392" y="49718972"/>
                    <a:pt x="16485656" y="49738540"/>
                    <a:pt x="16471792" y="49745960"/>
                  </a:cubicBezTo>
                  <a:cubicBezTo>
                    <a:pt x="16457928" y="49753380"/>
                    <a:pt x="16435464" y="49781248"/>
                    <a:pt x="16421876" y="49807884"/>
                  </a:cubicBezTo>
                  <a:cubicBezTo>
                    <a:pt x="16408284" y="49834524"/>
                    <a:pt x="16382984" y="49865614"/>
                    <a:pt x="16365648" y="49876972"/>
                  </a:cubicBezTo>
                  <a:cubicBezTo>
                    <a:pt x="16348312" y="49888332"/>
                    <a:pt x="16327324" y="49907776"/>
                    <a:pt x="16319008" y="49920188"/>
                  </a:cubicBezTo>
                  <a:cubicBezTo>
                    <a:pt x="16310692" y="49932596"/>
                    <a:pt x="16291172" y="49960166"/>
                    <a:pt x="16275632" y="49981452"/>
                  </a:cubicBezTo>
                  <a:cubicBezTo>
                    <a:pt x="16260088" y="50002736"/>
                    <a:pt x="16240832" y="50039882"/>
                    <a:pt x="16232840" y="50064002"/>
                  </a:cubicBezTo>
                  <a:cubicBezTo>
                    <a:pt x="16224848" y="50088118"/>
                    <a:pt x="16204048" y="50120372"/>
                    <a:pt x="16186624" y="50135680"/>
                  </a:cubicBezTo>
                  <a:cubicBezTo>
                    <a:pt x="16166960" y="50152952"/>
                    <a:pt x="16151752" y="50183444"/>
                    <a:pt x="16146536" y="50216060"/>
                  </a:cubicBezTo>
                  <a:cubicBezTo>
                    <a:pt x="16139904" y="50257552"/>
                    <a:pt x="16131572" y="50270404"/>
                    <a:pt x="16106948" y="50277132"/>
                  </a:cubicBezTo>
                  <a:cubicBezTo>
                    <a:pt x="16082680" y="50283762"/>
                    <a:pt x="16070552" y="50301852"/>
                    <a:pt x="16052280" y="50358676"/>
                  </a:cubicBezTo>
                  <a:cubicBezTo>
                    <a:pt x="16039368" y="50398840"/>
                    <a:pt x="16022096" y="50431700"/>
                    <a:pt x="16013904" y="50431700"/>
                  </a:cubicBezTo>
                  <a:cubicBezTo>
                    <a:pt x="16005708" y="50431700"/>
                    <a:pt x="15979480" y="50448846"/>
                    <a:pt x="15955612" y="50469800"/>
                  </a:cubicBezTo>
                  <a:cubicBezTo>
                    <a:pt x="15904536" y="50514644"/>
                    <a:pt x="15884048" y="50516858"/>
                    <a:pt x="15840080" y="50482274"/>
                  </a:cubicBezTo>
                  <a:cubicBezTo>
                    <a:pt x="15822160" y="50468178"/>
                    <a:pt x="15775616" y="50447376"/>
                    <a:pt x="15736652" y="50436050"/>
                  </a:cubicBezTo>
                  <a:cubicBezTo>
                    <a:pt x="15659228" y="50413544"/>
                    <a:pt x="15549400" y="50331098"/>
                    <a:pt x="15537884" y="50286838"/>
                  </a:cubicBezTo>
                  <a:cubicBezTo>
                    <a:pt x="15534076" y="50272216"/>
                    <a:pt x="15509108" y="50235538"/>
                    <a:pt x="15482396" y="50205340"/>
                  </a:cubicBezTo>
                  <a:lnTo>
                    <a:pt x="15433828" y="50150424"/>
                  </a:lnTo>
                  <a:lnTo>
                    <a:pt x="15379168" y="50165144"/>
                  </a:lnTo>
                  <a:cubicBezTo>
                    <a:pt x="15349104" y="50173238"/>
                    <a:pt x="15314176" y="50192998"/>
                    <a:pt x="15301544" y="50209052"/>
                  </a:cubicBezTo>
                  <a:cubicBezTo>
                    <a:pt x="15286408" y="50228292"/>
                    <a:pt x="15258840" y="50241206"/>
                    <a:pt x="15220656" y="50246930"/>
                  </a:cubicBezTo>
                  <a:cubicBezTo>
                    <a:pt x="15188796" y="50251708"/>
                    <a:pt x="15141540" y="50268832"/>
                    <a:pt x="15115640" y="50284980"/>
                  </a:cubicBezTo>
                  <a:cubicBezTo>
                    <a:pt x="15089740" y="50301132"/>
                    <a:pt x="15038492" y="50324024"/>
                    <a:pt x="15001752" y="50335848"/>
                  </a:cubicBezTo>
                  <a:cubicBezTo>
                    <a:pt x="14965008" y="50347676"/>
                    <a:pt x="14917808" y="50371776"/>
                    <a:pt x="14896864" y="50389402"/>
                  </a:cubicBezTo>
                  <a:cubicBezTo>
                    <a:pt x="14867608" y="50414016"/>
                    <a:pt x="14844816" y="50421348"/>
                    <a:pt x="14798564" y="50421012"/>
                  </a:cubicBezTo>
                  <a:cubicBezTo>
                    <a:pt x="14733156" y="50420538"/>
                    <a:pt x="14716168" y="50427306"/>
                    <a:pt x="14656312" y="50477668"/>
                  </a:cubicBezTo>
                  <a:cubicBezTo>
                    <a:pt x="14625844" y="50503308"/>
                    <a:pt x="14596228" y="50513200"/>
                    <a:pt x="14527268" y="50520768"/>
                  </a:cubicBezTo>
                  <a:cubicBezTo>
                    <a:pt x="14453872" y="50528826"/>
                    <a:pt x="14431008" y="50537068"/>
                    <a:pt x="14400208" y="50566576"/>
                  </a:cubicBezTo>
                  <a:cubicBezTo>
                    <a:pt x="14368008" y="50597426"/>
                    <a:pt x="14349000" y="50603674"/>
                    <a:pt x="14266952" y="50610388"/>
                  </a:cubicBezTo>
                  <a:cubicBezTo>
                    <a:pt x="14185812" y="50617022"/>
                    <a:pt x="14166608" y="50623224"/>
                    <a:pt x="14140716" y="50651144"/>
                  </a:cubicBezTo>
                  <a:cubicBezTo>
                    <a:pt x="14105048" y="50689610"/>
                    <a:pt x="14109496" y="50689264"/>
                    <a:pt x="13725852" y="50683384"/>
                  </a:cubicBezTo>
                  <a:cubicBezTo>
                    <a:pt x="13419328" y="50678686"/>
                    <a:pt x="13424652" y="50680800"/>
                    <a:pt x="13410184" y="50558076"/>
                  </a:cubicBezTo>
                  <a:cubicBezTo>
                    <a:pt x="13403308" y="50499788"/>
                    <a:pt x="13392804" y="50471592"/>
                    <a:pt x="13368512" y="50446236"/>
                  </a:cubicBezTo>
                  <a:cubicBezTo>
                    <a:pt x="13349432" y="50426320"/>
                    <a:pt x="13330192" y="50385124"/>
                    <a:pt x="13321888" y="50346394"/>
                  </a:cubicBezTo>
                  <a:cubicBezTo>
                    <a:pt x="13314004" y="50309644"/>
                    <a:pt x="13291288" y="50259752"/>
                    <a:pt x="13270572" y="50233680"/>
                  </a:cubicBezTo>
                  <a:cubicBezTo>
                    <a:pt x="13243976" y="50200216"/>
                    <a:pt x="13233400" y="50172962"/>
                    <a:pt x="13233400" y="50137892"/>
                  </a:cubicBezTo>
                  <a:cubicBezTo>
                    <a:pt x="13233400" y="50099708"/>
                    <a:pt x="13223576" y="50077998"/>
                    <a:pt x="13188952" y="50039672"/>
                  </a:cubicBezTo>
                  <a:cubicBezTo>
                    <a:pt x="13145800" y="49991910"/>
                    <a:pt x="13144504" y="49987442"/>
                    <a:pt x="13144504" y="49886806"/>
                  </a:cubicBezTo>
                  <a:lnTo>
                    <a:pt x="13144504" y="49783144"/>
                  </a:lnTo>
                  <a:lnTo>
                    <a:pt x="13186944" y="49758100"/>
                  </a:lnTo>
                  <a:cubicBezTo>
                    <a:pt x="13210288" y="49744328"/>
                    <a:pt x="13236020" y="49718506"/>
                    <a:pt x="13244124" y="49700718"/>
                  </a:cubicBezTo>
                  <a:cubicBezTo>
                    <a:pt x="13252228" y="49682932"/>
                    <a:pt x="13277420" y="49656716"/>
                    <a:pt x="13300104" y="49642458"/>
                  </a:cubicBezTo>
                  <a:cubicBezTo>
                    <a:pt x="13322792" y="49628202"/>
                    <a:pt x="13357440" y="49601354"/>
                    <a:pt x="13377104" y="49582794"/>
                  </a:cubicBezTo>
                  <a:lnTo>
                    <a:pt x="13412856" y="49549050"/>
                  </a:lnTo>
                  <a:lnTo>
                    <a:pt x="13827956" y="49549174"/>
                  </a:lnTo>
                  <a:cubicBezTo>
                    <a:pt x="14224752" y="49549296"/>
                    <a:pt x="14526464" y="49560938"/>
                    <a:pt x="14610392" y="49579368"/>
                  </a:cubicBezTo>
                  <a:cubicBezTo>
                    <a:pt x="14631876" y="49584088"/>
                    <a:pt x="14743752" y="49584272"/>
                    <a:pt x="14859000" y="49579784"/>
                  </a:cubicBezTo>
                  <a:lnTo>
                    <a:pt x="15068552" y="49571620"/>
                  </a:lnTo>
                  <a:lnTo>
                    <a:pt x="15175160" y="49646824"/>
                  </a:lnTo>
                  <a:lnTo>
                    <a:pt x="15337756" y="49636036"/>
                  </a:lnTo>
                  <a:cubicBezTo>
                    <a:pt x="15440584" y="49629216"/>
                    <a:pt x="15520460" y="49617080"/>
                    <a:pt x="15555052" y="49603024"/>
                  </a:cubicBezTo>
                  <a:cubicBezTo>
                    <a:pt x="15585140" y="49590802"/>
                    <a:pt x="15629544" y="49580800"/>
                    <a:pt x="15653728" y="49580800"/>
                  </a:cubicBezTo>
                  <a:cubicBezTo>
                    <a:pt x="15700336" y="49580800"/>
                    <a:pt x="15734940" y="49554636"/>
                    <a:pt x="15826608" y="49450092"/>
                  </a:cubicBezTo>
                  <a:cubicBezTo>
                    <a:pt x="15852384" y="49420698"/>
                    <a:pt x="15997508" y="49275880"/>
                    <a:pt x="16149116" y="49128272"/>
                  </a:cubicBezTo>
                  <a:cubicBezTo>
                    <a:pt x="16308548" y="48973048"/>
                    <a:pt x="16427556" y="48847216"/>
                    <a:pt x="16431388" y="48829824"/>
                  </a:cubicBezTo>
                  <a:cubicBezTo>
                    <a:pt x="16435160" y="48812692"/>
                    <a:pt x="16480824" y="48763730"/>
                    <a:pt x="16537504" y="48716044"/>
                  </a:cubicBezTo>
                  <a:cubicBezTo>
                    <a:pt x="16592228" y="48670006"/>
                    <a:pt x="16637000" y="48626632"/>
                    <a:pt x="16637000" y="48619660"/>
                  </a:cubicBezTo>
                  <a:cubicBezTo>
                    <a:pt x="16637000" y="48612682"/>
                    <a:pt x="16651372" y="48600428"/>
                    <a:pt x="16668940" y="48592426"/>
                  </a:cubicBezTo>
                  <a:cubicBezTo>
                    <a:pt x="16686504" y="48584424"/>
                    <a:pt x="16707136" y="48564132"/>
                    <a:pt x="16714792" y="48547338"/>
                  </a:cubicBezTo>
                  <a:cubicBezTo>
                    <a:pt x="16722440" y="48530542"/>
                    <a:pt x="16742476" y="48510528"/>
                    <a:pt x="16759308" y="48502856"/>
                  </a:cubicBezTo>
                  <a:cubicBezTo>
                    <a:pt x="16776140" y="48495186"/>
                    <a:pt x="16795580" y="48474002"/>
                    <a:pt x="16802512" y="48455776"/>
                  </a:cubicBezTo>
                  <a:cubicBezTo>
                    <a:pt x="16809440" y="48437552"/>
                    <a:pt x="16826696" y="48419612"/>
                    <a:pt x="16840864" y="48415908"/>
                  </a:cubicBezTo>
                  <a:cubicBezTo>
                    <a:pt x="16855028" y="48412202"/>
                    <a:pt x="16875060" y="48392852"/>
                    <a:pt x="16885376" y="48372902"/>
                  </a:cubicBezTo>
                  <a:cubicBezTo>
                    <a:pt x="16895692" y="48352952"/>
                    <a:pt x="16920512" y="48328160"/>
                    <a:pt x="16940528" y="48317808"/>
                  </a:cubicBezTo>
                  <a:cubicBezTo>
                    <a:pt x="16960548" y="48307458"/>
                    <a:pt x="16980520" y="48284664"/>
                    <a:pt x="16984912" y="48267160"/>
                  </a:cubicBezTo>
                  <a:cubicBezTo>
                    <a:pt x="16989308" y="48249656"/>
                    <a:pt x="17004536" y="48229106"/>
                    <a:pt x="17018760" y="48221494"/>
                  </a:cubicBezTo>
                  <a:cubicBezTo>
                    <a:pt x="17032984" y="48213882"/>
                    <a:pt x="17049956" y="48193612"/>
                    <a:pt x="17056480" y="48176452"/>
                  </a:cubicBezTo>
                  <a:cubicBezTo>
                    <a:pt x="17063008" y="48159288"/>
                    <a:pt x="17082840" y="48139734"/>
                    <a:pt x="17100552" y="48133000"/>
                  </a:cubicBezTo>
                  <a:cubicBezTo>
                    <a:pt x="17118264" y="48126266"/>
                    <a:pt x="17138372" y="48105984"/>
                    <a:pt x="17145240" y="48087932"/>
                  </a:cubicBezTo>
                  <a:cubicBezTo>
                    <a:pt x="17152100" y="48069878"/>
                    <a:pt x="17194860" y="48018508"/>
                    <a:pt x="17240260" y="47973776"/>
                  </a:cubicBezTo>
                  <a:cubicBezTo>
                    <a:pt x="17285656" y="47929044"/>
                    <a:pt x="17322800" y="47886296"/>
                    <a:pt x="17322800" y="47878784"/>
                  </a:cubicBezTo>
                  <a:cubicBezTo>
                    <a:pt x="17322800" y="47852530"/>
                    <a:pt x="17418456" y="47734968"/>
                    <a:pt x="17465676" y="47703184"/>
                  </a:cubicBezTo>
                  <a:cubicBezTo>
                    <a:pt x="17491872" y="47685552"/>
                    <a:pt x="17513304" y="47663340"/>
                    <a:pt x="17513304" y="47653824"/>
                  </a:cubicBezTo>
                  <a:cubicBezTo>
                    <a:pt x="17513304" y="47644304"/>
                    <a:pt x="17527604" y="47623928"/>
                    <a:pt x="17545084" y="47608532"/>
                  </a:cubicBezTo>
                  <a:cubicBezTo>
                    <a:pt x="17562568" y="47593140"/>
                    <a:pt x="17583340" y="47572182"/>
                    <a:pt x="17591256" y="47561952"/>
                  </a:cubicBezTo>
                  <a:cubicBezTo>
                    <a:pt x="17628932" y="47513252"/>
                    <a:pt x="17714064" y="47436988"/>
                    <a:pt x="17739908" y="47428784"/>
                  </a:cubicBezTo>
                  <a:cubicBezTo>
                    <a:pt x="17755776" y="47423748"/>
                    <a:pt x="17774032" y="47405758"/>
                    <a:pt x="17780476" y="47388808"/>
                  </a:cubicBezTo>
                  <a:cubicBezTo>
                    <a:pt x="17786920" y="47371856"/>
                    <a:pt x="17805964" y="47351714"/>
                    <a:pt x="17822796" y="47344044"/>
                  </a:cubicBezTo>
                  <a:cubicBezTo>
                    <a:pt x="17839628" y="47336372"/>
                    <a:pt x="17859664" y="47316358"/>
                    <a:pt x="17867316" y="47299564"/>
                  </a:cubicBezTo>
                  <a:cubicBezTo>
                    <a:pt x="17874968" y="47282768"/>
                    <a:pt x="17894968" y="47262764"/>
                    <a:pt x="17911764" y="47255112"/>
                  </a:cubicBezTo>
                  <a:cubicBezTo>
                    <a:pt x="17928560" y="47247460"/>
                    <a:pt x="17948560" y="47227458"/>
                    <a:pt x="17956216" y="47210664"/>
                  </a:cubicBezTo>
                  <a:cubicBezTo>
                    <a:pt x="17963868" y="47193868"/>
                    <a:pt x="17984636" y="47173514"/>
                    <a:pt x="18002368" y="47165434"/>
                  </a:cubicBezTo>
                  <a:cubicBezTo>
                    <a:pt x="18020104" y="47157356"/>
                    <a:pt x="18037968" y="47137374"/>
                    <a:pt x="18042068" y="47121032"/>
                  </a:cubicBezTo>
                  <a:cubicBezTo>
                    <a:pt x="18046168" y="47104692"/>
                    <a:pt x="18065696" y="47079802"/>
                    <a:pt x="18085464" y="47065728"/>
                  </a:cubicBezTo>
                  <a:cubicBezTo>
                    <a:pt x="18105228" y="47051656"/>
                    <a:pt x="18125084" y="47028532"/>
                    <a:pt x="18129588" y="47014344"/>
                  </a:cubicBezTo>
                  <a:cubicBezTo>
                    <a:pt x="18134088" y="47000154"/>
                    <a:pt x="18151860" y="46983192"/>
                    <a:pt x="18169072" y="46976646"/>
                  </a:cubicBezTo>
                  <a:cubicBezTo>
                    <a:pt x="18186676" y="46969956"/>
                    <a:pt x="18206240" y="46947922"/>
                    <a:pt x="18213772" y="46926304"/>
                  </a:cubicBezTo>
                  <a:cubicBezTo>
                    <a:pt x="18221144" y="46905162"/>
                    <a:pt x="18237944" y="46882100"/>
                    <a:pt x="18251108" y="46875056"/>
                  </a:cubicBezTo>
                  <a:cubicBezTo>
                    <a:pt x="18264272" y="46868012"/>
                    <a:pt x="18281576" y="46840986"/>
                    <a:pt x="18289572" y="46815000"/>
                  </a:cubicBezTo>
                  <a:cubicBezTo>
                    <a:pt x="18298464" y="46786078"/>
                    <a:pt x="18325612" y="46749388"/>
                    <a:pt x="18359552" y="46720410"/>
                  </a:cubicBezTo>
                  <a:cubicBezTo>
                    <a:pt x="18390048" y="46694372"/>
                    <a:pt x="18415000" y="46668144"/>
                    <a:pt x="18415000" y="46662122"/>
                  </a:cubicBezTo>
                  <a:cubicBezTo>
                    <a:pt x="18415000" y="46656100"/>
                    <a:pt x="18429000" y="46644800"/>
                    <a:pt x="18446112" y="46637004"/>
                  </a:cubicBezTo>
                  <a:cubicBezTo>
                    <a:pt x="18466936" y="46627514"/>
                    <a:pt x="18481848" y="46605640"/>
                    <a:pt x="18491228" y="46570810"/>
                  </a:cubicBezTo>
                  <a:cubicBezTo>
                    <a:pt x="18498928" y="46542200"/>
                    <a:pt x="18513716" y="46515536"/>
                    <a:pt x="18524088" y="46511558"/>
                  </a:cubicBezTo>
                  <a:cubicBezTo>
                    <a:pt x="18534456" y="46507576"/>
                    <a:pt x="18549224" y="46483584"/>
                    <a:pt x="18556904" y="46458236"/>
                  </a:cubicBezTo>
                  <a:cubicBezTo>
                    <a:pt x="18564960" y="46431632"/>
                    <a:pt x="18591604" y="46394688"/>
                    <a:pt x="18619932" y="46370838"/>
                  </a:cubicBezTo>
                  <a:cubicBezTo>
                    <a:pt x="18646920" y="46348116"/>
                    <a:pt x="18669000" y="46320296"/>
                    <a:pt x="18669000" y="46309016"/>
                  </a:cubicBezTo>
                  <a:cubicBezTo>
                    <a:pt x="18669000" y="46297732"/>
                    <a:pt x="18685948" y="46269204"/>
                    <a:pt x="18706656" y="46245618"/>
                  </a:cubicBezTo>
                  <a:cubicBezTo>
                    <a:pt x="18733228" y="46215356"/>
                    <a:pt x="18746852" y="46183568"/>
                    <a:pt x="18752948" y="46137624"/>
                  </a:cubicBezTo>
                  <a:cubicBezTo>
                    <a:pt x="18759384" y="46089106"/>
                    <a:pt x="18770544" y="46064534"/>
                    <a:pt x="18796748" y="46041184"/>
                  </a:cubicBezTo>
                  <a:cubicBezTo>
                    <a:pt x="18816088" y="46023950"/>
                    <a:pt x="18835720" y="45994676"/>
                    <a:pt x="18840376" y="45976120"/>
                  </a:cubicBezTo>
                  <a:cubicBezTo>
                    <a:pt x="18845036" y="45957570"/>
                    <a:pt x="18854800" y="45935218"/>
                    <a:pt x="18862080" y="45926446"/>
                  </a:cubicBezTo>
                  <a:cubicBezTo>
                    <a:pt x="18869356" y="45917676"/>
                    <a:pt x="18896872" y="45910500"/>
                    <a:pt x="18923224" y="45910500"/>
                  </a:cubicBezTo>
                  <a:close/>
                  <a:moveTo>
                    <a:pt x="11824484" y="44011183"/>
                  </a:moveTo>
                  <a:cubicBezTo>
                    <a:pt x="11797504" y="44010823"/>
                    <a:pt x="11778140" y="44011656"/>
                    <a:pt x="11772904" y="44013767"/>
                  </a:cubicBezTo>
                  <a:cubicBezTo>
                    <a:pt x="11762424" y="44017990"/>
                    <a:pt x="11741316" y="44040721"/>
                    <a:pt x="11725992" y="44064273"/>
                  </a:cubicBezTo>
                  <a:cubicBezTo>
                    <a:pt x="11698976" y="44105805"/>
                    <a:pt x="11695588" y="44107101"/>
                    <a:pt x="11613892" y="44107101"/>
                  </a:cubicBezTo>
                  <a:cubicBezTo>
                    <a:pt x="11542092" y="44107101"/>
                    <a:pt x="11522760" y="44112208"/>
                    <a:pt x="11483000" y="44141669"/>
                  </a:cubicBezTo>
                  <a:cubicBezTo>
                    <a:pt x="11442540" y="44171655"/>
                    <a:pt x="11417488" y="44177993"/>
                    <a:pt x="11294148" y="44189449"/>
                  </a:cubicBezTo>
                  <a:cubicBezTo>
                    <a:pt x="11176708" y="44200360"/>
                    <a:pt x="11143952" y="44208161"/>
                    <a:pt x="11106028" y="44234256"/>
                  </a:cubicBezTo>
                  <a:cubicBezTo>
                    <a:pt x="11062616" y="44264127"/>
                    <a:pt x="11048256" y="44266198"/>
                    <a:pt x="10842856" y="44272201"/>
                  </a:cubicBezTo>
                  <a:cubicBezTo>
                    <a:pt x="10714872" y="44275940"/>
                    <a:pt x="10623964" y="44283769"/>
                    <a:pt x="10621608" y="44291251"/>
                  </a:cubicBezTo>
                  <a:cubicBezTo>
                    <a:pt x="10616000" y="44309089"/>
                    <a:pt x="10628120" y="44323029"/>
                    <a:pt x="10693400" y="44373801"/>
                  </a:cubicBezTo>
                  <a:lnTo>
                    <a:pt x="10750552" y="44418251"/>
                  </a:lnTo>
                  <a:lnTo>
                    <a:pt x="11080752" y="44414803"/>
                  </a:lnTo>
                  <a:cubicBezTo>
                    <a:pt x="11262360" y="44412906"/>
                    <a:pt x="11453816" y="44405852"/>
                    <a:pt x="11506200" y="44399127"/>
                  </a:cubicBezTo>
                  <a:cubicBezTo>
                    <a:pt x="11558592" y="44392401"/>
                    <a:pt x="11704752" y="44385034"/>
                    <a:pt x="11831008" y="44382759"/>
                  </a:cubicBezTo>
                  <a:cubicBezTo>
                    <a:pt x="12046004" y="44378880"/>
                    <a:pt x="12063628" y="44376722"/>
                    <a:pt x="12108884" y="44348751"/>
                  </a:cubicBezTo>
                  <a:cubicBezTo>
                    <a:pt x="12149512" y="44323643"/>
                    <a:pt x="12181244" y="44317501"/>
                    <a:pt x="12308120" y="44310196"/>
                  </a:cubicBezTo>
                  <a:cubicBezTo>
                    <a:pt x="12391120" y="44305418"/>
                    <a:pt x="12462352" y="44298187"/>
                    <a:pt x="12466408" y="44294125"/>
                  </a:cubicBezTo>
                  <a:cubicBezTo>
                    <a:pt x="12477832" y="44282706"/>
                    <a:pt x="12329024" y="44185037"/>
                    <a:pt x="12296440" y="44182569"/>
                  </a:cubicBezTo>
                  <a:cubicBezTo>
                    <a:pt x="12280544" y="44181366"/>
                    <a:pt x="12262072" y="44170179"/>
                    <a:pt x="12255400" y="44157715"/>
                  </a:cubicBezTo>
                  <a:cubicBezTo>
                    <a:pt x="12248728" y="44145248"/>
                    <a:pt x="12216280" y="44125850"/>
                    <a:pt x="12183288" y="44114611"/>
                  </a:cubicBezTo>
                  <a:cubicBezTo>
                    <a:pt x="12150296" y="44103368"/>
                    <a:pt x="12107156" y="44078703"/>
                    <a:pt x="12087420" y="44059795"/>
                  </a:cubicBezTo>
                  <a:cubicBezTo>
                    <a:pt x="12055064" y="44028793"/>
                    <a:pt x="12038800" y="44024470"/>
                    <a:pt x="11921744" y="44015755"/>
                  </a:cubicBezTo>
                  <a:cubicBezTo>
                    <a:pt x="11886052" y="44013096"/>
                    <a:pt x="11851460" y="44011543"/>
                    <a:pt x="11824484" y="44011183"/>
                  </a:cubicBezTo>
                  <a:close/>
                  <a:moveTo>
                    <a:pt x="48448067" y="43760539"/>
                  </a:moveTo>
                  <a:cubicBezTo>
                    <a:pt x="48519093" y="43762220"/>
                    <a:pt x="48584554" y="43767510"/>
                    <a:pt x="48605538" y="43775489"/>
                  </a:cubicBezTo>
                  <a:cubicBezTo>
                    <a:pt x="48649604" y="43792242"/>
                    <a:pt x="48818803" y="43967416"/>
                    <a:pt x="48818803" y="43996285"/>
                  </a:cubicBezTo>
                  <a:cubicBezTo>
                    <a:pt x="48818803" y="44009946"/>
                    <a:pt x="48838805" y="44039445"/>
                    <a:pt x="48863253" y="44061838"/>
                  </a:cubicBezTo>
                  <a:cubicBezTo>
                    <a:pt x="48916003" y="44110157"/>
                    <a:pt x="48918552" y="44134993"/>
                    <a:pt x="48875953" y="44185616"/>
                  </a:cubicBezTo>
                  <a:cubicBezTo>
                    <a:pt x="48858491" y="44206368"/>
                    <a:pt x="48844203" y="44231930"/>
                    <a:pt x="48844203" y="44242419"/>
                  </a:cubicBezTo>
                  <a:cubicBezTo>
                    <a:pt x="48844203" y="44252908"/>
                    <a:pt x="48821342" y="44284125"/>
                    <a:pt x="48793403" y="44311785"/>
                  </a:cubicBezTo>
                  <a:cubicBezTo>
                    <a:pt x="48747052" y="44357677"/>
                    <a:pt x="48742603" y="44367887"/>
                    <a:pt x="48742603" y="44428349"/>
                  </a:cubicBezTo>
                  <a:cubicBezTo>
                    <a:pt x="48742603" y="44517388"/>
                    <a:pt x="48724855" y="44573673"/>
                    <a:pt x="48687527" y="44603039"/>
                  </a:cubicBezTo>
                  <a:cubicBezTo>
                    <a:pt x="48670493" y="44616436"/>
                    <a:pt x="48649793" y="44640348"/>
                    <a:pt x="48641524" y="44656173"/>
                  </a:cubicBezTo>
                  <a:cubicBezTo>
                    <a:pt x="48633258" y="44672002"/>
                    <a:pt x="48615163" y="44702728"/>
                    <a:pt x="48601312" y="44724458"/>
                  </a:cubicBezTo>
                  <a:cubicBezTo>
                    <a:pt x="48587465" y="44746188"/>
                    <a:pt x="48565867" y="44789048"/>
                    <a:pt x="48553315" y="44819708"/>
                  </a:cubicBezTo>
                  <a:cubicBezTo>
                    <a:pt x="48540764" y="44850366"/>
                    <a:pt x="48516784" y="44895596"/>
                    <a:pt x="48500026" y="44920220"/>
                  </a:cubicBezTo>
                  <a:cubicBezTo>
                    <a:pt x="48467907" y="44967404"/>
                    <a:pt x="48428973" y="45080404"/>
                    <a:pt x="48440770" y="45092200"/>
                  </a:cubicBezTo>
                  <a:cubicBezTo>
                    <a:pt x="48444587" y="45096016"/>
                    <a:pt x="48493896" y="45103796"/>
                    <a:pt x="48550345" y="45109488"/>
                  </a:cubicBezTo>
                  <a:cubicBezTo>
                    <a:pt x="48639533" y="45118476"/>
                    <a:pt x="48658909" y="45125038"/>
                    <a:pt x="48698234" y="45159566"/>
                  </a:cubicBezTo>
                  <a:cubicBezTo>
                    <a:pt x="48732070" y="45189276"/>
                    <a:pt x="48755753" y="45199300"/>
                    <a:pt x="48792098" y="45199300"/>
                  </a:cubicBezTo>
                  <a:cubicBezTo>
                    <a:pt x="48826992" y="45199300"/>
                    <a:pt x="48854240" y="45210052"/>
                    <a:pt x="48888653" y="45237400"/>
                  </a:cubicBezTo>
                  <a:cubicBezTo>
                    <a:pt x="48915020" y="45258354"/>
                    <a:pt x="48942954" y="45273052"/>
                    <a:pt x="48950724" y="45270052"/>
                  </a:cubicBezTo>
                  <a:cubicBezTo>
                    <a:pt x="48982830" y="45257678"/>
                    <a:pt x="49161470" y="45287660"/>
                    <a:pt x="49244253" y="45319324"/>
                  </a:cubicBezTo>
                  <a:cubicBezTo>
                    <a:pt x="49341835" y="45356642"/>
                    <a:pt x="49401719" y="45405970"/>
                    <a:pt x="49448476" y="45487544"/>
                  </a:cubicBezTo>
                  <a:cubicBezTo>
                    <a:pt x="49465278" y="45516856"/>
                    <a:pt x="49483944" y="45542572"/>
                    <a:pt x="49489959" y="45544692"/>
                  </a:cubicBezTo>
                  <a:cubicBezTo>
                    <a:pt x="49495974" y="45546814"/>
                    <a:pt x="49510302" y="45563892"/>
                    <a:pt x="49521799" y="45582640"/>
                  </a:cubicBezTo>
                  <a:cubicBezTo>
                    <a:pt x="49539556" y="45611600"/>
                    <a:pt x="49541702" y="45644096"/>
                    <a:pt x="49536049" y="45798540"/>
                  </a:cubicBezTo>
                  <a:cubicBezTo>
                    <a:pt x="49526093" y="46070656"/>
                    <a:pt x="49523873" y="46085648"/>
                    <a:pt x="49488712" y="46118236"/>
                  </a:cubicBezTo>
                  <a:cubicBezTo>
                    <a:pt x="49467067" y="46138294"/>
                    <a:pt x="49455080" y="46166840"/>
                    <a:pt x="49448972" y="46212872"/>
                  </a:cubicBezTo>
                  <a:cubicBezTo>
                    <a:pt x="49442229" y="46263722"/>
                    <a:pt x="49432933" y="46283566"/>
                    <a:pt x="49408311" y="46299700"/>
                  </a:cubicBezTo>
                  <a:cubicBezTo>
                    <a:pt x="49390756" y="46311204"/>
                    <a:pt x="49368484" y="46339540"/>
                    <a:pt x="49358820" y="46362674"/>
                  </a:cubicBezTo>
                  <a:cubicBezTo>
                    <a:pt x="49347447" y="46389892"/>
                    <a:pt x="49326170" y="46411032"/>
                    <a:pt x="49298519" y="46422584"/>
                  </a:cubicBezTo>
                  <a:cubicBezTo>
                    <a:pt x="49275020" y="46432400"/>
                    <a:pt x="49245921" y="46455502"/>
                    <a:pt x="49233857" y="46473916"/>
                  </a:cubicBezTo>
                  <a:cubicBezTo>
                    <a:pt x="49215064" y="46502596"/>
                    <a:pt x="49205130" y="46506532"/>
                    <a:pt x="49164587" y="46501354"/>
                  </a:cubicBezTo>
                  <a:cubicBezTo>
                    <a:pt x="49090036" y="46491828"/>
                    <a:pt x="49018009" y="46513600"/>
                    <a:pt x="49001341" y="46550700"/>
                  </a:cubicBezTo>
                  <a:cubicBezTo>
                    <a:pt x="48992811" y="46569684"/>
                    <a:pt x="48965718" y="46591082"/>
                    <a:pt x="48934294" y="46603656"/>
                  </a:cubicBezTo>
                  <a:cubicBezTo>
                    <a:pt x="48905291" y="46615260"/>
                    <a:pt x="48875947" y="46635246"/>
                    <a:pt x="48869082" y="46648070"/>
                  </a:cubicBezTo>
                  <a:cubicBezTo>
                    <a:pt x="48856953" y="46670736"/>
                    <a:pt x="48841496" y="46674534"/>
                    <a:pt x="48692485" y="46691480"/>
                  </a:cubicBezTo>
                  <a:cubicBezTo>
                    <a:pt x="48660887" y="46695072"/>
                    <a:pt x="48614654" y="46712704"/>
                    <a:pt x="48587512" y="46731516"/>
                  </a:cubicBezTo>
                  <a:cubicBezTo>
                    <a:pt x="48541400" y="46763472"/>
                    <a:pt x="48530250" y="46765284"/>
                    <a:pt x="48361938" y="46768232"/>
                  </a:cubicBezTo>
                  <a:cubicBezTo>
                    <a:pt x="48239672" y="46770372"/>
                    <a:pt x="48178411" y="46766606"/>
                    <a:pt x="48163996" y="46756068"/>
                  </a:cubicBezTo>
                  <a:cubicBezTo>
                    <a:pt x="48140987" y="46739244"/>
                    <a:pt x="48125261" y="46641580"/>
                    <a:pt x="48137626" y="46592312"/>
                  </a:cubicBezTo>
                  <a:cubicBezTo>
                    <a:pt x="48142196" y="46574104"/>
                    <a:pt x="48160964" y="46554960"/>
                    <a:pt x="48183332" y="46545696"/>
                  </a:cubicBezTo>
                  <a:cubicBezTo>
                    <a:pt x="48211665" y="46533960"/>
                    <a:pt x="48223342" y="46518990"/>
                    <a:pt x="48229413" y="46486626"/>
                  </a:cubicBezTo>
                  <a:cubicBezTo>
                    <a:pt x="48233887" y="46462786"/>
                    <a:pt x="48248797" y="46435398"/>
                    <a:pt x="48262549" y="46425764"/>
                  </a:cubicBezTo>
                  <a:cubicBezTo>
                    <a:pt x="48276945" y="46415682"/>
                    <a:pt x="48291815" y="46384834"/>
                    <a:pt x="48297598" y="46353052"/>
                  </a:cubicBezTo>
                  <a:cubicBezTo>
                    <a:pt x="48305138" y="46311596"/>
                    <a:pt x="48317274" y="46291524"/>
                    <a:pt x="48346323" y="46272450"/>
                  </a:cubicBezTo>
                  <a:cubicBezTo>
                    <a:pt x="48367600" y="46258480"/>
                    <a:pt x="48393945" y="46236964"/>
                    <a:pt x="48404869" y="46224640"/>
                  </a:cubicBezTo>
                  <a:cubicBezTo>
                    <a:pt x="48415792" y="46212312"/>
                    <a:pt x="48439099" y="46195676"/>
                    <a:pt x="48456667" y="46187674"/>
                  </a:cubicBezTo>
                  <a:cubicBezTo>
                    <a:pt x="48474232" y="46179672"/>
                    <a:pt x="48488603" y="46168546"/>
                    <a:pt x="48488603" y="46162952"/>
                  </a:cubicBezTo>
                  <a:cubicBezTo>
                    <a:pt x="48488603" y="46157360"/>
                    <a:pt x="48511464" y="46130148"/>
                    <a:pt x="48539403" y="46102484"/>
                  </a:cubicBezTo>
                  <a:cubicBezTo>
                    <a:pt x="48567342" y="46074824"/>
                    <a:pt x="48590203" y="46044968"/>
                    <a:pt x="48590203" y="46036140"/>
                  </a:cubicBezTo>
                  <a:cubicBezTo>
                    <a:pt x="48590203" y="46027312"/>
                    <a:pt x="48602122" y="46007400"/>
                    <a:pt x="48616691" y="45991890"/>
                  </a:cubicBezTo>
                  <a:cubicBezTo>
                    <a:pt x="48650388" y="45956024"/>
                    <a:pt x="48635093" y="45922328"/>
                    <a:pt x="48567603" y="45883770"/>
                  </a:cubicBezTo>
                  <a:cubicBezTo>
                    <a:pt x="48541614" y="45868920"/>
                    <a:pt x="48510279" y="45843584"/>
                    <a:pt x="48497970" y="45827464"/>
                  </a:cubicBezTo>
                  <a:cubicBezTo>
                    <a:pt x="48485661" y="45811340"/>
                    <a:pt x="48459107" y="45794528"/>
                    <a:pt x="48438963" y="45790104"/>
                  </a:cubicBezTo>
                  <a:cubicBezTo>
                    <a:pt x="48418818" y="45785680"/>
                    <a:pt x="48392472" y="45771160"/>
                    <a:pt x="48380414" y="45757836"/>
                  </a:cubicBezTo>
                  <a:cubicBezTo>
                    <a:pt x="48368356" y="45744512"/>
                    <a:pt x="48333673" y="45724132"/>
                    <a:pt x="48303337" y="45712548"/>
                  </a:cubicBezTo>
                  <a:cubicBezTo>
                    <a:pt x="48273004" y="45700966"/>
                    <a:pt x="48239282" y="45677900"/>
                    <a:pt x="48228402" y="45661294"/>
                  </a:cubicBezTo>
                  <a:cubicBezTo>
                    <a:pt x="48192051" y="45605818"/>
                    <a:pt x="48116294" y="45633304"/>
                    <a:pt x="48101606" y="45707300"/>
                  </a:cubicBezTo>
                  <a:cubicBezTo>
                    <a:pt x="48096751" y="45731748"/>
                    <a:pt x="48079509" y="45777656"/>
                    <a:pt x="48063283" y="45809316"/>
                  </a:cubicBezTo>
                  <a:cubicBezTo>
                    <a:pt x="48047061" y="45840980"/>
                    <a:pt x="48029822" y="45893320"/>
                    <a:pt x="48024975" y="45925632"/>
                  </a:cubicBezTo>
                  <a:cubicBezTo>
                    <a:pt x="48018855" y="45966466"/>
                    <a:pt x="48004936" y="45995136"/>
                    <a:pt x="47979335" y="46019664"/>
                  </a:cubicBezTo>
                  <a:cubicBezTo>
                    <a:pt x="47939840" y="46057504"/>
                    <a:pt x="47932646" y="46087712"/>
                    <a:pt x="47924098" y="46251600"/>
                  </a:cubicBezTo>
                  <a:cubicBezTo>
                    <a:pt x="47919593" y="46337972"/>
                    <a:pt x="47916384" y="46347104"/>
                    <a:pt x="47881685" y="46372248"/>
                  </a:cubicBezTo>
                  <a:lnTo>
                    <a:pt x="47844146" y="46399450"/>
                  </a:lnTo>
                  <a:lnTo>
                    <a:pt x="47842698" y="46550848"/>
                  </a:lnTo>
                  <a:cubicBezTo>
                    <a:pt x="47841312" y="46695628"/>
                    <a:pt x="47839923" y="46703120"/>
                    <a:pt x="47810914" y="46722300"/>
                  </a:cubicBezTo>
                  <a:cubicBezTo>
                    <a:pt x="47767841" y="46750768"/>
                    <a:pt x="47755500" y="46782296"/>
                    <a:pt x="47752946" y="46870404"/>
                  </a:cubicBezTo>
                  <a:cubicBezTo>
                    <a:pt x="47751036" y="46936260"/>
                    <a:pt x="47745259" y="46953624"/>
                    <a:pt x="47713794" y="46988076"/>
                  </a:cubicBezTo>
                  <a:cubicBezTo>
                    <a:pt x="47667478" y="47038782"/>
                    <a:pt x="47652080" y="47080884"/>
                    <a:pt x="47650431" y="47161308"/>
                  </a:cubicBezTo>
                  <a:cubicBezTo>
                    <a:pt x="47649513" y="47206142"/>
                    <a:pt x="47641619" y="47232664"/>
                    <a:pt x="47623428" y="47252024"/>
                  </a:cubicBezTo>
                  <a:cubicBezTo>
                    <a:pt x="47609292" y="47267076"/>
                    <a:pt x="47590394" y="47304210"/>
                    <a:pt x="47581437" y="47334552"/>
                  </a:cubicBezTo>
                  <a:cubicBezTo>
                    <a:pt x="47566842" y="47383982"/>
                    <a:pt x="47559506" y="47391348"/>
                    <a:pt x="47510846" y="47405438"/>
                  </a:cubicBezTo>
                  <a:cubicBezTo>
                    <a:pt x="47480981" y="47414086"/>
                    <a:pt x="47431486" y="47433292"/>
                    <a:pt x="47400859" y="47448118"/>
                  </a:cubicBezTo>
                  <a:cubicBezTo>
                    <a:pt x="47368780" y="47463646"/>
                    <a:pt x="47319688" y="47475228"/>
                    <a:pt x="47285061" y="47475436"/>
                  </a:cubicBezTo>
                  <a:cubicBezTo>
                    <a:pt x="47239520" y="47475712"/>
                    <a:pt x="47216492" y="47483360"/>
                    <a:pt x="47190028" y="47506984"/>
                  </a:cubicBezTo>
                  <a:cubicBezTo>
                    <a:pt x="47170820" y="47524138"/>
                    <a:pt x="47155103" y="47543200"/>
                    <a:pt x="47155103" y="47549346"/>
                  </a:cubicBezTo>
                  <a:cubicBezTo>
                    <a:pt x="47155103" y="47555492"/>
                    <a:pt x="47130928" y="47567032"/>
                    <a:pt x="47101379" y="47574988"/>
                  </a:cubicBezTo>
                  <a:cubicBezTo>
                    <a:pt x="47060944" y="47585876"/>
                    <a:pt x="47002052" y="47585704"/>
                    <a:pt x="46863254" y="47574284"/>
                  </a:cubicBezTo>
                  <a:cubicBezTo>
                    <a:pt x="46761834" y="47565944"/>
                    <a:pt x="46669415" y="47554176"/>
                    <a:pt x="46657881" y="47548136"/>
                  </a:cubicBezTo>
                  <a:cubicBezTo>
                    <a:pt x="46631126" y="47534128"/>
                    <a:pt x="46592303" y="47433392"/>
                    <a:pt x="46595875" y="47387252"/>
                  </a:cubicBezTo>
                  <a:cubicBezTo>
                    <a:pt x="46597379" y="47367836"/>
                    <a:pt x="46602377" y="47262888"/>
                    <a:pt x="46606981" y="47154032"/>
                  </a:cubicBezTo>
                  <a:lnTo>
                    <a:pt x="46615353" y="46956116"/>
                  </a:lnTo>
                  <a:lnTo>
                    <a:pt x="46662978" y="46915468"/>
                  </a:lnTo>
                  <a:cubicBezTo>
                    <a:pt x="46704765" y="46879802"/>
                    <a:pt x="46710603" y="46867900"/>
                    <a:pt x="46710603" y="46818400"/>
                  </a:cubicBezTo>
                  <a:cubicBezTo>
                    <a:pt x="46710603" y="46776828"/>
                    <a:pt x="46718122" y="46754468"/>
                    <a:pt x="46739178" y="46733412"/>
                  </a:cubicBezTo>
                  <a:cubicBezTo>
                    <a:pt x="46781730" y="46690862"/>
                    <a:pt x="46785826" y="46683098"/>
                    <a:pt x="46792958" y="46631516"/>
                  </a:cubicBezTo>
                  <a:cubicBezTo>
                    <a:pt x="46796557" y="46605484"/>
                    <a:pt x="46812361" y="46571328"/>
                    <a:pt x="46828078" y="46555612"/>
                  </a:cubicBezTo>
                  <a:cubicBezTo>
                    <a:pt x="46871223" y="46512466"/>
                    <a:pt x="46874785" y="46505340"/>
                    <a:pt x="46881858" y="46447996"/>
                  </a:cubicBezTo>
                  <a:cubicBezTo>
                    <a:pt x="46886710" y="46408664"/>
                    <a:pt x="46898229" y="46387252"/>
                    <a:pt x="46926391" y="46365210"/>
                  </a:cubicBezTo>
                  <a:cubicBezTo>
                    <a:pt x="46959075" y="46339632"/>
                    <a:pt x="46965549" y="46324280"/>
                    <a:pt x="46972764" y="46255240"/>
                  </a:cubicBezTo>
                  <a:cubicBezTo>
                    <a:pt x="46979616" y="46189680"/>
                    <a:pt x="46988933" y="46165684"/>
                    <a:pt x="47023678" y="46124096"/>
                  </a:cubicBezTo>
                  <a:cubicBezTo>
                    <a:pt x="47057918" y="46083112"/>
                    <a:pt x="47066203" y="46062184"/>
                    <a:pt x="47066203" y="46016670"/>
                  </a:cubicBezTo>
                  <a:cubicBezTo>
                    <a:pt x="47066203" y="45972642"/>
                    <a:pt x="47073548" y="45952800"/>
                    <a:pt x="47099429" y="45926920"/>
                  </a:cubicBezTo>
                  <a:cubicBezTo>
                    <a:pt x="47136140" y="45890210"/>
                    <a:pt x="47155103" y="45837716"/>
                    <a:pt x="47155103" y="45772804"/>
                  </a:cubicBezTo>
                  <a:cubicBezTo>
                    <a:pt x="47155103" y="45741500"/>
                    <a:pt x="47165583" y="45720404"/>
                    <a:pt x="47194592" y="45693300"/>
                  </a:cubicBezTo>
                  <a:cubicBezTo>
                    <a:pt x="47227251" y="45662794"/>
                    <a:pt x="47235666" y="45642978"/>
                    <a:pt x="47243237" y="45578762"/>
                  </a:cubicBezTo>
                  <a:cubicBezTo>
                    <a:pt x="47250164" y="45520016"/>
                    <a:pt x="47259289" y="45495908"/>
                    <a:pt x="47280711" y="45479748"/>
                  </a:cubicBezTo>
                  <a:cubicBezTo>
                    <a:pt x="47300502" y="45464822"/>
                    <a:pt x="47310622" y="45441368"/>
                    <a:pt x="47314315" y="45401872"/>
                  </a:cubicBezTo>
                  <a:cubicBezTo>
                    <a:pt x="47326265" y="45274024"/>
                    <a:pt x="47333588" y="45249152"/>
                    <a:pt x="47370727" y="45210288"/>
                  </a:cubicBezTo>
                  <a:cubicBezTo>
                    <a:pt x="47399197" y="45180498"/>
                    <a:pt x="47408619" y="45158544"/>
                    <a:pt x="47408827" y="45121506"/>
                  </a:cubicBezTo>
                  <a:cubicBezTo>
                    <a:pt x="47409208" y="45053556"/>
                    <a:pt x="47428159" y="45006930"/>
                    <a:pt x="47472761" y="44964198"/>
                  </a:cubicBezTo>
                  <a:cubicBezTo>
                    <a:pt x="47493628" y="44944204"/>
                    <a:pt x="47510703" y="44917676"/>
                    <a:pt x="47510703" y="44905248"/>
                  </a:cubicBezTo>
                  <a:cubicBezTo>
                    <a:pt x="47510703" y="44892816"/>
                    <a:pt x="47530705" y="44862644"/>
                    <a:pt x="47555153" y="44838196"/>
                  </a:cubicBezTo>
                  <a:cubicBezTo>
                    <a:pt x="47592403" y="44800946"/>
                    <a:pt x="47598605" y="44786990"/>
                    <a:pt x="47593448" y="44752050"/>
                  </a:cubicBezTo>
                  <a:cubicBezTo>
                    <a:pt x="47586001" y="44701594"/>
                    <a:pt x="47594093" y="44688796"/>
                    <a:pt x="47645637" y="44669531"/>
                  </a:cubicBezTo>
                  <a:lnTo>
                    <a:pt x="47685325" y="44654698"/>
                  </a:lnTo>
                  <a:lnTo>
                    <a:pt x="47690773" y="44540751"/>
                  </a:lnTo>
                  <a:cubicBezTo>
                    <a:pt x="47695479" y="44442311"/>
                    <a:pt x="47700946" y="44419986"/>
                    <a:pt x="47730944" y="44376702"/>
                  </a:cubicBezTo>
                  <a:cubicBezTo>
                    <a:pt x="47750502" y="44348478"/>
                    <a:pt x="47770241" y="44297647"/>
                    <a:pt x="47776144" y="44260303"/>
                  </a:cubicBezTo>
                  <a:cubicBezTo>
                    <a:pt x="47784110" y="44209912"/>
                    <a:pt x="47796183" y="44185278"/>
                    <a:pt x="47826464" y="44157618"/>
                  </a:cubicBezTo>
                  <a:cubicBezTo>
                    <a:pt x="47848375" y="44137607"/>
                    <a:pt x="47866303" y="44112114"/>
                    <a:pt x="47866303" y="44100967"/>
                  </a:cubicBezTo>
                  <a:cubicBezTo>
                    <a:pt x="47866303" y="44075930"/>
                    <a:pt x="47987499" y="43954700"/>
                    <a:pt x="48012533" y="43954700"/>
                  </a:cubicBezTo>
                  <a:cubicBezTo>
                    <a:pt x="48022551" y="43954700"/>
                    <a:pt x="48039837" y="43937129"/>
                    <a:pt x="48050943" y="43915654"/>
                  </a:cubicBezTo>
                  <a:cubicBezTo>
                    <a:pt x="48062046" y="43894180"/>
                    <a:pt x="48086776" y="43871158"/>
                    <a:pt x="48105895" y="43864492"/>
                  </a:cubicBezTo>
                  <a:cubicBezTo>
                    <a:pt x="48125013" y="43857828"/>
                    <a:pt x="48150528" y="43835662"/>
                    <a:pt x="48162595" y="43815233"/>
                  </a:cubicBezTo>
                  <a:cubicBezTo>
                    <a:pt x="48181084" y="43783935"/>
                    <a:pt x="48195963" y="43776385"/>
                    <a:pt x="48257194" y="43767245"/>
                  </a:cubicBezTo>
                  <a:cubicBezTo>
                    <a:pt x="48300446" y="43760787"/>
                    <a:pt x="48377039" y="43758858"/>
                    <a:pt x="48448067" y="43760539"/>
                  </a:cubicBezTo>
                  <a:close/>
                  <a:moveTo>
                    <a:pt x="36031870" y="43641671"/>
                  </a:moveTo>
                  <a:cubicBezTo>
                    <a:pt x="35869694" y="43642208"/>
                    <a:pt x="35764304" y="43653032"/>
                    <a:pt x="35746118" y="43673128"/>
                  </a:cubicBezTo>
                  <a:cubicBezTo>
                    <a:pt x="35734556" y="43685900"/>
                    <a:pt x="35725100" y="43700752"/>
                    <a:pt x="35725100" y="43706131"/>
                  </a:cubicBezTo>
                  <a:cubicBezTo>
                    <a:pt x="35725100" y="43711511"/>
                    <a:pt x="35707952" y="43731928"/>
                    <a:pt x="35687000" y="43751502"/>
                  </a:cubicBezTo>
                  <a:cubicBezTo>
                    <a:pt x="35660030" y="43776694"/>
                    <a:pt x="35648900" y="43798956"/>
                    <a:pt x="35648900" y="43827702"/>
                  </a:cubicBezTo>
                  <a:cubicBezTo>
                    <a:pt x="35648900" y="43860441"/>
                    <a:pt x="35639668" y="43874546"/>
                    <a:pt x="35601274" y="43900488"/>
                  </a:cubicBezTo>
                  <a:lnTo>
                    <a:pt x="35553648" y="43932663"/>
                  </a:lnTo>
                  <a:lnTo>
                    <a:pt x="35556044" y="44164119"/>
                  </a:lnTo>
                  <a:cubicBezTo>
                    <a:pt x="35558432" y="44395283"/>
                    <a:pt x="35558476" y="44395612"/>
                    <a:pt x="35591222" y="44425963"/>
                  </a:cubicBezTo>
                  <a:cubicBezTo>
                    <a:pt x="35609256" y="44442678"/>
                    <a:pt x="35630326" y="44480549"/>
                    <a:pt x="35638044" y="44510119"/>
                  </a:cubicBezTo>
                  <a:cubicBezTo>
                    <a:pt x="35651760" y="44562668"/>
                    <a:pt x="35747330" y="44678602"/>
                    <a:pt x="35776932" y="44678602"/>
                  </a:cubicBezTo>
                  <a:cubicBezTo>
                    <a:pt x="35784280" y="44678602"/>
                    <a:pt x="35809716" y="44693416"/>
                    <a:pt x="35833456" y="44711524"/>
                  </a:cubicBezTo>
                  <a:cubicBezTo>
                    <a:pt x="35885898" y="44751520"/>
                    <a:pt x="36003194" y="44763116"/>
                    <a:pt x="36211644" y="44748912"/>
                  </a:cubicBezTo>
                  <a:cubicBezTo>
                    <a:pt x="36334852" y="44740516"/>
                    <a:pt x="36351092" y="44736392"/>
                    <a:pt x="36393368" y="44702796"/>
                  </a:cubicBezTo>
                  <a:cubicBezTo>
                    <a:pt x="36418902" y="44682504"/>
                    <a:pt x="36457578" y="44662956"/>
                    <a:pt x="36479320" y="44659357"/>
                  </a:cubicBezTo>
                  <a:cubicBezTo>
                    <a:pt x="36522650" y="44652185"/>
                    <a:pt x="36536268" y="44644973"/>
                    <a:pt x="36567916" y="44612448"/>
                  </a:cubicBezTo>
                  <a:cubicBezTo>
                    <a:pt x="36579534" y="44600508"/>
                    <a:pt x="36614680" y="44579399"/>
                    <a:pt x="36646016" y="44565536"/>
                  </a:cubicBezTo>
                  <a:cubicBezTo>
                    <a:pt x="36677356" y="44551673"/>
                    <a:pt x="36703000" y="44535284"/>
                    <a:pt x="36703000" y="44529117"/>
                  </a:cubicBezTo>
                  <a:cubicBezTo>
                    <a:pt x="36703000" y="44522949"/>
                    <a:pt x="36725980" y="44486908"/>
                    <a:pt x="36754068" y="44449028"/>
                  </a:cubicBezTo>
                  <a:cubicBezTo>
                    <a:pt x="36782156" y="44411145"/>
                    <a:pt x="36813084" y="44364596"/>
                    <a:pt x="36822796" y="44345584"/>
                  </a:cubicBezTo>
                  <a:cubicBezTo>
                    <a:pt x="36832510" y="44326571"/>
                    <a:pt x="36853818" y="44294213"/>
                    <a:pt x="36870152" y="44273681"/>
                  </a:cubicBezTo>
                  <a:cubicBezTo>
                    <a:pt x="36894616" y="44242929"/>
                    <a:pt x="36901736" y="44213554"/>
                    <a:pt x="36910564" y="44107034"/>
                  </a:cubicBezTo>
                  <a:cubicBezTo>
                    <a:pt x="36923516" y="43950727"/>
                    <a:pt x="36915468" y="43900262"/>
                    <a:pt x="36870568" y="43856237"/>
                  </a:cubicBezTo>
                  <a:cubicBezTo>
                    <a:pt x="36851748" y="43837785"/>
                    <a:pt x="36827760" y="43805241"/>
                    <a:pt x="36817262" y="43783919"/>
                  </a:cubicBezTo>
                  <a:cubicBezTo>
                    <a:pt x="36802232" y="43753393"/>
                    <a:pt x="36788732" y="43744318"/>
                    <a:pt x="36753762" y="43741230"/>
                  </a:cubicBezTo>
                  <a:cubicBezTo>
                    <a:pt x="36724846" y="43738678"/>
                    <a:pt x="36698060" y="43725011"/>
                    <a:pt x="36676994" y="43702054"/>
                  </a:cubicBezTo>
                  <a:lnTo>
                    <a:pt x="36644640" y="43666800"/>
                  </a:lnTo>
                  <a:lnTo>
                    <a:pt x="36378544" y="43652035"/>
                  </a:lnTo>
                  <a:cubicBezTo>
                    <a:pt x="36246924" y="43644731"/>
                    <a:pt x="36129176" y="43641349"/>
                    <a:pt x="36031870" y="43641671"/>
                  </a:cubicBezTo>
                  <a:close/>
                  <a:moveTo>
                    <a:pt x="18473800" y="43065647"/>
                  </a:moveTo>
                  <a:cubicBezTo>
                    <a:pt x="18494792" y="43062400"/>
                    <a:pt x="18516204" y="43068967"/>
                    <a:pt x="18530736" y="43086477"/>
                  </a:cubicBezTo>
                  <a:cubicBezTo>
                    <a:pt x="18540220" y="43097906"/>
                    <a:pt x="18569496" y="43120838"/>
                    <a:pt x="18595792" y="43137435"/>
                  </a:cubicBezTo>
                  <a:lnTo>
                    <a:pt x="18643604" y="43167619"/>
                  </a:lnTo>
                  <a:lnTo>
                    <a:pt x="18643604" y="43256358"/>
                  </a:lnTo>
                  <a:cubicBezTo>
                    <a:pt x="18643604" y="43384772"/>
                    <a:pt x="18629552" y="43395900"/>
                    <a:pt x="18467360" y="43395900"/>
                  </a:cubicBezTo>
                  <a:cubicBezTo>
                    <a:pt x="18372840" y="43395900"/>
                    <a:pt x="18338120" y="43391327"/>
                    <a:pt x="18326516" y="43377349"/>
                  </a:cubicBezTo>
                  <a:cubicBezTo>
                    <a:pt x="18306096" y="43352746"/>
                    <a:pt x="18295532" y="43268695"/>
                    <a:pt x="18305904" y="43213403"/>
                  </a:cubicBezTo>
                  <a:cubicBezTo>
                    <a:pt x="18312600" y="43177706"/>
                    <a:pt x="18322348" y="43166317"/>
                    <a:pt x="18355592" y="43155347"/>
                  </a:cubicBezTo>
                  <a:cubicBezTo>
                    <a:pt x="18378776" y="43147695"/>
                    <a:pt x="18406808" y="43125005"/>
                    <a:pt x="18419392" y="43103698"/>
                  </a:cubicBezTo>
                  <a:cubicBezTo>
                    <a:pt x="18432240" y="43081954"/>
                    <a:pt x="18452808" y="43068893"/>
                    <a:pt x="18473800" y="43065647"/>
                  </a:cubicBezTo>
                  <a:close/>
                  <a:moveTo>
                    <a:pt x="26308088" y="43030836"/>
                  </a:moveTo>
                  <a:cubicBezTo>
                    <a:pt x="26243464" y="43031468"/>
                    <a:pt x="26191532" y="43034623"/>
                    <a:pt x="26181052" y="43039116"/>
                  </a:cubicBezTo>
                  <a:cubicBezTo>
                    <a:pt x="26167080" y="43045103"/>
                    <a:pt x="26147624" y="43064965"/>
                    <a:pt x="26137808" y="43083252"/>
                  </a:cubicBezTo>
                  <a:cubicBezTo>
                    <a:pt x="26126284" y="43104727"/>
                    <a:pt x="26109320" y="43116500"/>
                    <a:pt x="26089904" y="43116500"/>
                  </a:cubicBezTo>
                  <a:cubicBezTo>
                    <a:pt x="26049908" y="43116500"/>
                    <a:pt x="25951224" y="43208547"/>
                    <a:pt x="25933436" y="43262448"/>
                  </a:cubicBezTo>
                  <a:cubicBezTo>
                    <a:pt x="25925756" y="43285714"/>
                    <a:pt x="25911360" y="43307868"/>
                    <a:pt x="25901440" y="43311676"/>
                  </a:cubicBezTo>
                  <a:cubicBezTo>
                    <a:pt x="25891520" y="43315480"/>
                    <a:pt x="25871496" y="43337417"/>
                    <a:pt x="25856936" y="43360423"/>
                  </a:cubicBezTo>
                  <a:cubicBezTo>
                    <a:pt x="25842380" y="43383426"/>
                    <a:pt x="25817280" y="43419775"/>
                    <a:pt x="25801156" y="43441190"/>
                  </a:cubicBezTo>
                  <a:cubicBezTo>
                    <a:pt x="25775792" y="43474887"/>
                    <a:pt x="25770576" y="43501407"/>
                    <a:pt x="25762420" y="43638015"/>
                  </a:cubicBezTo>
                  <a:cubicBezTo>
                    <a:pt x="25754988" y="43762572"/>
                    <a:pt x="25748200" y="43801264"/>
                    <a:pt x="25730256" y="43821325"/>
                  </a:cubicBezTo>
                  <a:cubicBezTo>
                    <a:pt x="25703008" y="43851792"/>
                    <a:pt x="25673804" y="44014597"/>
                    <a:pt x="25685796" y="44069195"/>
                  </a:cubicBezTo>
                  <a:cubicBezTo>
                    <a:pt x="25690448" y="44090379"/>
                    <a:pt x="25704376" y="44120429"/>
                    <a:pt x="25716744" y="44135979"/>
                  </a:cubicBezTo>
                  <a:cubicBezTo>
                    <a:pt x="25729112" y="44151528"/>
                    <a:pt x="25745128" y="44194744"/>
                    <a:pt x="25752328" y="44232013"/>
                  </a:cubicBezTo>
                  <a:cubicBezTo>
                    <a:pt x="25761504" y="44279483"/>
                    <a:pt x="25777400" y="44312126"/>
                    <a:pt x="25805404" y="44341021"/>
                  </a:cubicBezTo>
                  <a:cubicBezTo>
                    <a:pt x="25827392" y="44363704"/>
                    <a:pt x="25851076" y="44402893"/>
                    <a:pt x="25858036" y="44428104"/>
                  </a:cubicBezTo>
                  <a:cubicBezTo>
                    <a:pt x="25865464" y="44454992"/>
                    <a:pt x="25880892" y="44477177"/>
                    <a:pt x="25895368" y="44481772"/>
                  </a:cubicBezTo>
                  <a:cubicBezTo>
                    <a:pt x="25908936" y="44486078"/>
                    <a:pt x="25931056" y="44503606"/>
                    <a:pt x="25944520" y="44520721"/>
                  </a:cubicBezTo>
                  <a:cubicBezTo>
                    <a:pt x="25957984" y="44537840"/>
                    <a:pt x="25992944" y="44560291"/>
                    <a:pt x="26022208" y="44570616"/>
                  </a:cubicBezTo>
                  <a:cubicBezTo>
                    <a:pt x="26051472" y="44580941"/>
                    <a:pt x="26092480" y="44603749"/>
                    <a:pt x="26113336" y="44621295"/>
                  </a:cubicBezTo>
                  <a:cubicBezTo>
                    <a:pt x="26147604" y="44650130"/>
                    <a:pt x="26162108" y="44653200"/>
                    <a:pt x="26264136" y="44653200"/>
                  </a:cubicBezTo>
                  <a:cubicBezTo>
                    <a:pt x="26376692" y="44653200"/>
                    <a:pt x="26377120" y="44653076"/>
                    <a:pt x="26412384" y="44610635"/>
                  </a:cubicBezTo>
                  <a:cubicBezTo>
                    <a:pt x="26445244" y="44571090"/>
                    <a:pt x="26453516" y="44567912"/>
                    <a:pt x="26529004" y="44565853"/>
                  </a:cubicBezTo>
                  <a:cubicBezTo>
                    <a:pt x="26599336" y="44563934"/>
                    <a:pt x="26616032" y="44558561"/>
                    <a:pt x="26653272" y="44525868"/>
                  </a:cubicBezTo>
                  <a:cubicBezTo>
                    <a:pt x="26689588" y="44493982"/>
                    <a:pt x="26706936" y="44488100"/>
                    <a:pt x="26764656" y="44488100"/>
                  </a:cubicBezTo>
                  <a:cubicBezTo>
                    <a:pt x="26827216" y="44488100"/>
                    <a:pt x="26837552" y="44483753"/>
                    <a:pt x="26886236" y="44436981"/>
                  </a:cubicBezTo>
                  <a:lnTo>
                    <a:pt x="26939440" y="44385861"/>
                  </a:lnTo>
                  <a:lnTo>
                    <a:pt x="26937448" y="44004592"/>
                  </a:lnTo>
                  <a:cubicBezTo>
                    <a:pt x="26935424" y="43618057"/>
                    <a:pt x="26932692" y="43593922"/>
                    <a:pt x="26885344" y="43544998"/>
                  </a:cubicBezTo>
                  <a:cubicBezTo>
                    <a:pt x="26873248" y="43532503"/>
                    <a:pt x="26860992" y="43494365"/>
                    <a:pt x="26857548" y="43458516"/>
                  </a:cubicBezTo>
                  <a:cubicBezTo>
                    <a:pt x="26852408" y="43405010"/>
                    <a:pt x="26843904" y="43387680"/>
                    <a:pt x="26806216" y="43353872"/>
                  </a:cubicBezTo>
                  <a:cubicBezTo>
                    <a:pt x="26780396" y="43330710"/>
                    <a:pt x="26757604" y="43296148"/>
                    <a:pt x="26753008" y="43273197"/>
                  </a:cubicBezTo>
                  <a:cubicBezTo>
                    <a:pt x="26748592" y="43251115"/>
                    <a:pt x="26736856" y="43229932"/>
                    <a:pt x="26726940" y="43226124"/>
                  </a:cubicBezTo>
                  <a:cubicBezTo>
                    <a:pt x="26717020" y="43222320"/>
                    <a:pt x="26700428" y="43198917"/>
                    <a:pt x="26690072" y="43174121"/>
                  </a:cubicBezTo>
                  <a:cubicBezTo>
                    <a:pt x="26678748" y="43147028"/>
                    <a:pt x="26657808" y="43123935"/>
                    <a:pt x="26637588" y="43116249"/>
                  </a:cubicBezTo>
                  <a:cubicBezTo>
                    <a:pt x="26619084" y="43109214"/>
                    <a:pt x="26590752" y="43087816"/>
                    <a:pt x="26574624" y="43068704"/>
                  </a:cubicBezTo>
                  <a:cubicBezTo>
                    <a:pt x="26545640" y="43034347"/>
                    <a:pt x="26543368" y="43033916"/>
                    <a:pt x="26375880" y="43031088"/>
                  </a:cubicBezTo>
                  <a:cubicBezTo>
                    <a:pt x="26352584" y="43030694"/>
                    <a:pt x="26329632" y="43030625"/>
                    <a:pt x="26308088" y="43030836"/>
                  </a:cubicBezTo>
                  <a:close/>
                  <a:moveTo>
                    <a:pt x="31280102" y="42812404"/>
                  </a:moveTo>
                  <a:cubicBezTo>
                    <a:pt x="31531912" y="42812277"/>
                    <a:pt x="31555624" y="42814196"/>
                    <a:pt x="31584902" y="42837100"/>
                  </a:cubicBezTo>
                  <a:cubicBezTo>
                    <a:pt x="31606928" y="42854330"/>
                    <a:pt x="31638040" y="42862351"/>
                    <a:pt x="31686502" y="42863291"/>
                  </a:cubicBezTo>
                  <a:cubicBezTo>
                    <a:pt x="31794112" y="42865374"/>
                    <a:pt x="31911336" y="42892325"/>
                    <a:pt x="31943524" y="42922375"/>
                  </a:cubicBezTo>
                  <a:cubicBezTo>
                    <a:pt x="31959326" y="42937128"/>
                    <a:pt x="31998732" y="42958308"/>
                    <a:pt x="32031098" y="42969439"/>
                  </a:cubicBezTo>
                  <a:cubicBezTo>
                    <a:pt x="32063462" y="42980573"/>
                    <a:pt x="32094896" y="42996284"/>
                    <a:pt x="32100948" y="43004355"/>
                  </a:cubicBezTo>
                  <a:cubicBezTo>
                    <a:pt x="32107000" y="43012426"/>
                    <a:pt x="32139088" y="43032648"/>
                    <a:pt x="32172252" y="43049298"/>
                  </a:cubicBezTo>
                  <a:cubicBezTo>
                    <a:pt x="32207022" y="43066751"/>
                    <a:pt x="32240572" y="43095072"/>
                    <a:pt x="32251488" y="43116184"/>
                  </a:cubicBezTo>
                  <a:cubicBezTo>
                    <a:pt x="32261904" y="43136322"/>
                    <a:pt x="32281980" y="43156467"/>
                    <a:pt x="32296102" y="43160950"/>
                  </a:cubicBezTo>
                  <a:cubicBezTo>
                    <a:pt x="32310224" y="43165433"/>
                    <a:pt x="32330176" y="43185336"/>
                    <a:pt x="32340436" y="43205180"/>
                  </a:cubicBezTo>
                  <a:cubicBezTo>
                    <a:pt x="32350700" y="43225021"/>
                    <a:pt x="32374180" y="43253124"/>
                    <a:pt x="32392616" y="43267626"/>
                  </a:cubicBezTo>
                  <a:cubicBezTo>
                    <a:pt x="32418572" y="43288043"/>
                    <a:pt x="32429154" y="43311945"/>
                    <a:pt x="32439498" y="43373523"/>
                  </a:cubicBezTo>
                  <a:cubicBezTo>
                    <a:pt x="32454608" y="43463490"/>
                    <a:pt x="32454648" y="43465558"/>
                    <a:pt x="32445742" y="43703184"/>
                  </a:cubicBezTo>
                  <a:cubicBezTo>
                    <a:pt x="32439688" y="43864771"/>
                    <a:pt x="32436996" y="43879762"/>
                    <a:pt x="32407828" y="43914430"/>
                  </a:cubicBezTo>
                  <a:cubicBezTo>
                    <a:pt x="32390560" y="43934949"/>
                    <a:pt x="32366092" y="43976696"/>
                    <a:pt x="32353450" y="44007196"/>
                  </a:cubicBezTo>
                  <a:cubicBezTo>
                    <a:pt x="32340812" y="44037696"/>
                    <a:pt x="32318064" y="44076938"/>
                    <a:pt x="32302902" y="44094400"/>
                  </a:cubicBezTo>
                  <a:cubicBezTo>
                    <a:pt x="32287736" y="44111863"/>
                    <a:pt x="32268724" y="44144292"/>
                    <a:pt x="32260652" y="44166461"/>
                  </a:cubicBezTo>
                  <a:cubicBezTo>
                    <a:pt x="32252582" y="44188633"/>
                    <a:pt x="32234688" y="44210356"/>
                    <a:pt x="32220892" y="44214737"/>
                  </a:cubicBezTo>
                  <a:cubicBezTo>
                    <a:pt x="32207090" y="44219115"/>
                    <a:pt x="32189172" y="44232407"/>
                    <a:pt x="32181070" y="44244276"/>
                  </a:cubicBezTo>
                  <a:cubicBezTo>
                    <a:pt x="32120088" y="44333598"/>
                    <a:pt x="32084916" y="44373800"/>
                    <a:pt x="32067750" y="44373800"/>
                  </a:cubicBezTo>
                  <a:cubicBezTo>
                    <a:pt x="32039442" y="44373800"/>
                    <a:pt x="31991302" y="44409959"/>
                    <a:pt x="31991302" y="44431223"/>
                  </a:cubicBezTo>
                  <a:cubicBezTo>
                    <a:pt x="31991302" y="44460145"/>
                    <a:pt x="32038056" y="44477053"/>
                    <a:pt x="32139178" y="44484702"/>
                  </a:cubicBezTo>
                  <a:cubicBezTo>
                    <a:pt x="32205948" y="44489750"/>
                    <a:pt x="32247800" y="44500375"/>
                    <a:pt x="32280894" y="44520675"/>
                  </a:cubicBezTo>
                  <a:cubicBezTo>
                    <a:pt x="32306722" y="44536516"/>
                    <a:pt x="32350712" y="44553144"/>
                    <a:pt x="32378652" y="44557621"/>
                  </a:cubicBezTo>
                  <a:cubicBezTo>
                    <a:pt x="32459838" y="44570634"/>
                    <a:pt x="32493966" y="44586937"/>
                    <a:pt x="32508976" y="44619881"/>
                  </a:cubicBezTo>
                  <a:cubicBezTo>
                    <a:pt x="32517440" y="44638460"/>
                    <a:pt x="32542216" y="44657011"/>
                    <a:pt x="32571446" y="44666657"/>
                  </a:cubicBezTo>
                  <a:cubicBezTo>
                    <a:pt x="32629788" y="44685912"/>
                    <a:pt x="32674460" y="44731540"/>
                    <a:pt x="32698748" y="44796680"/>
                  </a:cubicBezTo>
                  <a:cubicBezTo>
                    <a:pt x="32709588" y="44825752"/>
                    <a:pt x="32728732" y="44849472"/>
                    <a:pt x="32746944" y="44856396"/>
                  </a:cubicBezTo>
                  <a:cubicBezTo>
                    <a:pt x="32788162" y="44872068"/>
                    <a:pt x="32805256" y="44908918"/>
                    <a:pt x="32798104" y="44966692"/>
                  </a:cubicBezTo>
                  <a:cubicBezTo>
                    <a:pt x="32793040" y="45007622"/>
                    <a:pt x="32798958" y="45023884"/>
                    <a:pt x="32836204" y="45071388"/>
                  </a:cubicBezTo>
                  <a:cubicBezTo>
                    <a:pt x="32879942" y="45127164"/>
                    <a:pt x="32880302" y="45128676"/>
                    <a:pt x="32880302" y="45256500"/>
                  </a:cubicBezTo>
                  <a:cubicBezTo>
                    <a:pt x="32880302" y="45376972"/>
                    <a:pt x="32878264" y="45387284"/>
                    <a:pt x="32849072" y="45414712"/>
                  </a:cubicBezTo>
                  <a:cubicBezTo>
                    <a:pt x="32817028" y="45444814"/>
                    <a:pt x="32795020" y="45508336"/>
                    <a:pt x="32784460" y="45601210"/>
                  </a:cubicBezTo>
                  <a:cubicBezTo>
                    <a:pt x="32780882" y="45632660"/>
                    <a:pt x="32770582" y="45656896"/>
                    <a:pt x="32758888" y="45661388"/>
                  </a:cubicBezTo>
                  <a:cubicBezTo>
                    <a:pt x="32748118" y="45665520"/>
                    <a:pt x="32727932" y="45694608"/>
                    <a:pt x="32714032" y="45726032"/>
                  </a:cubicBezTo>
                  <a:cubicBezTo>
                    <a:pt x="32700136" y="45757452"/>
                    <a:pt x="32678352" y="45788734"/>
                    <a:pt x="32665624" y="45795546"/>
                  </a:cubicBezTo>
                  <a:cubicBezTo>
                    <a:pt x="32652900" y="45802358"/>
                    <a:pt x="32633008" y="45821008"/>
                    <a:pt x="32621428" y="45836988"/>
                  </a:cubicBezTo>
                  <a:cubicBezTo>
                    <a:pt x="32609848" y="45852972"/>
                    <a:pt x="32586202" y="45878640"/>
                    <a:pt x="32568884" y="45894032"/>
                  </a:cubicBezTo>
                  <a:cubicBezTo>
                    <a:pt x="32551568" y="45909428"/>
                    <a:pt x="32537402" y="45930710"/>
                    <a:pt x="32537402" y="45941332"/>
                  </a:cubicBezTo>
                  <a:cubicBezTo>
                    <a:pt x="32537402" y="45951956"/>
                    <a:pt x="32520426" y="45969428"/>
                    <a:pt x="32499676" y="45980156"/>
                  </a:cubicBezTo>
                  <a:cubicBezTo>
                    <a:pt x="32478932" y="45990886"/>
                    <a:pt x="32456340" y="46010152"/>
                    <a:pt x="32449480" y="46022976"/>
                  </a:cubicBezTo>
                  <a:cubicBezTo>
                    <a:pt x="32442614" y="46035800"/>
                    <a:pt x="32411478" y="46056038"/>
                    <a:pt x="32380280" y="46067954"/>
                  </a:cubicBezTo>
                  <a:cubicBezTo>
                    <a:pt x="32349084" y="46079866"/>
                    <a:pt x="32314748" y="46103064"/>
                    <a:pt x="32303974" y="46119508"/>
                  </a:cubicBezTo>
                  <a:cubicBezTo>
                    <a:pt x="32291178" y="46139038"/>
                    <a:pt x="32266634" y="46152402"/>
                    <a:pt x="32233176" y="46158054"/>
                  </a:cubicBezTo>
                  <a:cubicBezTo>
                    <a:pt x="32196942" y="46164174"/>
                    <a:pt x="32174256" y="46177528"/>
                    <a:pt x="32155618" y="46203704"/>
                  </a:cubicBezTo>
                  <a:cubicBezTo>
                    <a:pt x="32135452" y="46232024"/>
                    <a:pt x="32119244" y="46240700"/>
                    <a:pt x="32086516" y="46240700"/>
                  </a:cubicBezTo>
                  <a:cubicBezTo>
                    <a:pt x="31998030" y="46240700"/>
                    <a:pt x="31960110" y="46253420"/>
                    <a:pt x="31945020" y="46288160"/>
                  </a:cubicBezTo>
                  <a:cubicBezTo>
                    <a:pt x="31931734" y="46318742"/>
                    <a:pt x="31923548" y="46321868"/>
                    <a:pt x="31849770" y="46324536"/>
                  </a:cubicBezTo>
                  <a:cubicBezTo>
                    <a:pt x="31681476" y="46330626"/>
                    <a:pt x="31634832" y="46340432"/>
                    <a:pt x="31590952" y="46378960"/>
                  </a:cubicBezTo>
                  <a:lnTo>
                    <a:pt x="31549200" y="46415620"/>
                  </a:lnTo>
                  <a:lnTo>
                    <a:pt x="31278124" y="46418812"/>
                  </a:lnTo>
                  <a:cubicBezTo>
                    <a:pt x="30737296" y="46425180"/>
                    <a:pt x="30657876" y="46422096"/>
                    <a:pt x="30620984" y="46393304"/>
                  </a:cubicBezTo>
                  <a:cubicBezTo>
                    <a:pt x="30559088" y="46344998"/>
                    <a:pt x="30545616" y="46340788"/>
                    <a:pt x="30428720" y="46333216"/>
                  </a:cubicBezTo>
                  <a:cubicBezTo>
                    <a:pt x="30317456" y="46326006"/>
                    <a:pt x="30309728" y="46323580"/>
                    <a:pt x="30269316" y="46283168"/>
                  </a:cubicBezTo>
                  <a:cubicBezTo>
                    <a:pt x="30237312" y="46251164"/>
                    <a:pt x="30215880" y="46240700"/>
                    <a:pt x="30182332" y="46240700"/>
                  </a:cubicBezTo>
                  <a:cubicBezTo>
                    <a:pt x="30137772" y="46240700"/>
                    <a:pt x="30114392" y="46224174"/>
                    <a:pt x="30003752" y="46114468"/>
                  </a:cubicBezTo>
                  <a:cubicBezTo>
                    <a:pt x="29900782" y="46012370"/>
                    <a:pt x="29891212" y="45992704"/>
                    <a:pt x="29885406" y="45871272"/>
                  </a:cubicBezTo>
                  <a:lnTo>
                    <a:pt x="29879996" y="45758104"/>
                  </a:lnTo>
                  <a:lnTo>
                    <a:pt x="29926448" y="45738692"/>
                  </a:lnTo>
                  <a:cubicBezTo>
                    <a:pt x="29952620" y="45727758"/>
                    <a:pt x="29977932" y="45706050"/>
                    <a:pt x="29984426" y="45688980"/>
                  </a:cubicBezTo>
                  <a:cubicBezTo>
                    <a:pt x="29990764" y="45672310"/>
                    <a:pt x="30007576" y="45654984"/>
                    <a:pt x="30021788" y="45650472"/>
                  </a:cubicBezTo>
                  <a:cubicBezTo>
                    <a:pt x="30036000" y="45645960"/>
                    <a:pt x="30071160" y="45622612"/>
                    <a:pt x="30099916" y="45598584"/>
                  </a:cubicBezTo>
                  <a:cubicBezTo>
                    <a:pt x="30157712" y="45550300"/>
                    <a:pt x="30190492" y="45540100"/>
                    <a:pt x="30279806" y="45542620"/>
                  </a:cubicBezTo>
                  <a:cubicBezTo>
                    <a:pt x="30323384" y="45543846"/>
                    <a:pt x="30349224" y="45537022"/>
                    <a:pt x="30373592" y="45517856"/>
                  </a:cubicBezTo>
                  <a:cubicBezTo>
                    <a:pt x="30392092" y="45503306"/>
                    <a:pt x="30423426" y="45491400"/>
                    <a:pt x="30443220" y="45491400"/>
                  </a:cubicBezTo>
                  <a:cubicBezTo>
                    <a:pt x="30497064" y="45491400"/>
                    <a:pt x="30722176" y="45570364"/>
                    <a:pt x="30731896" y="45592662"/>
                  </a:cubicBezTo>
                  <a:cubicBezTo>
                    <a:pt x="30736548" y="45603324"/>
                    <a:pt x="30740352" y="45693204"/>
                    <a:pt x="30740352" y="45792388"/>
                  </a:cubicBezTo>
                  <a:lnTo>
                    <a:pt x="30740352" y="45972732"/>
                  </a:lnTo>
                  <a:lnTo>
                    <a:pt x="30841952" y="46076986"/>
                  </a:lnTo>
                  <a:lnTo>
                    <a:pt x="31464252" y="46071098"/>
                  </a:lnTo>
                  <a:lnTo>
                    <a:pt x="31509604" y="46035248"/>
                  </a:lnTo>
                  <a:cubicBezTo>
                    <a:pt x="31540544" y="46010792"/>
                    <a:pt x="31569640" y="45999400"/>
                    <a:pt x="31601176" y="45999400"/>
                  </a:cubicBezTo>
                  <a:cubicBezTo>
                    <a:pt x="31636242" y="45999400"/>
                    <a:pt x="31649822" y="45993048"/>
                    <a:pt x="31657428" y="45973088"/>
                  </a:cubicBezTo>
                  <a:cubicBezTo>
                    <a:pt x="31670928" y="45937656"/>
                    <a:pt x="31716388" y="45910500"/>
                    <a:pt x="31762204" y="45910500"/>
                  </a:cubicBezTo>
                  <a:cubicBezTo>
                    <a:pt x="31788712" y="45910500"/>
                    <a:pt x="31802758" y="45902652"/>
                    <a:pt x="31809828" y="45883892"/>
                  </a:cubicBezTo>
                  <a:cubicBezTo>
                    <a:pt x="31822684" y="45849768"/>
                    <a:pt x="31867072" y="45805380"/>
                    <a:pt x="31901192" y="45792526"/>
                  </a:cubicBezTo>
                  <a:cubicBezTo>
                    <a:pt x="31921344" y="45784932"/>
                    <a:pt x="31927802" y="45771526"/>
                    <a:pt x="31927802" y="45737296"/>
                  </a:cubicBezTo>
                  <a:cubicBezTo>
                    <a:pt x="31927802" y="45703520"/>
                    <a:pt x="31937360" y="45683160"/>
                    <a:pt x="31965612" y="45656770"/>
                  </a:cubicBezTo>
                  <a:cubicBezTo>
                    <a:pt x="31998706" y="45625856"/>
                    <a:pt x="32003628" y="45612156"/>
                    <a:pt x="32005076" y="45546900"/>
                  </a:cubicBezTo>
                  <a:cubicBezTo>
                    <a:pt x="32007836" y="45422312"/>
                    <a:pt x="31989952" y="45284544"/>
                    <a:pt x="31964556" y="45234760"/>
                  </a:cubicBezTo>
                  <a:cubicBezTo>
                    <a:pt x="31940388" y="45187384"/>
                    <a:pt x="31933012" y="45162712"/>
                    <a:pt x="31921350" y="45090224"/>
                  </a:cubicBezTo>
                  <a:cubicBezTo>
                    <a:pt x="31916578" y="45060560"/>
                    <a:pt x="31891448" y="45031156"/>
                    <a:pt x="31818248" y="44969574"/>
                  </a:cubicBezTo>
                  <a:cubicBezTo>
                    <a:pt x="31765016" y="44924792"/>
                    <a:pt x="31704830" y="44872432"/>
                    <a:pt x="31684508" y="44853224"/>
                  </a:cubicBezTo>
                  <a:cubicBezTo>
                    <a:pt x="31653936" y="44824332"/>
                    <a:pt x="31632828" y="44817178"/>
                    <a:pt x="31562252" y="44811798"/>
                  </a:cubicBezTo>
                  <a:cubicBezTo>
                    <a:pt x="31499670" y="44807026"/>
                    <a:pt x="31461732" y="44796036"/>
                    <a:pt x="31419802" y="44770528"/>
                  </a:cubicBezTo>
                  <a:lnTo>
                    <a:pt x="31362652" y="44735762"/>
                  </a:lnTo>
                  <a:lnTo>
                    <a:pt x="30985436" y="44729406"/>
                  </a:lnTo>
                  <a:cubicBezTo>
                    <a:pt x="30777964" y="44725908"/>
                    <a:pt x="30603944" y="44718762"/>
                    <a:pt x="30598720" y="44713524"/>
                  </a:cubicBezTo>
                  <a:cubicBezTo>
                    <a:pt x="30584024" y="44698784"/>
                    <a:pt x="30590204" y="44527391"/>
                    <a:pt x="30606120" y="44508210"/>
                  </a:cubicBezTo>
                  <a:cubicBezTo>
                    <a:pt x="30613904" y="44498834"/>
                    <a:pt x="30637156" y="44487784"/>
                    <a:pt x="30657790" y="44483657"/>
                  </a:cubicBezTo>
                  <a:cubicBezTo>
                    <a:pt x="30678424" y="44479530"/>
                    <a:pt x="30717340" y="44461574"/>
                    <a:pt x="30744264" y="44443755"/>
                  </a:cubicBezTo>
                  <a:cubicBezTo>
                    <a:pt x="30787214" y="44415332"/>
                    <a:pt x="30815448" y="44409547"/>
                    <a:pt x="30974320" y="44396623"/>
                  </a:cubicBezTo>
                  <a:cubicBezTo>
                    <a:pt x="31141160" y="44383049"/>
                    <a:pt x="31158844" y="44379161"/>
                    <a:pt x="31199006" y="44347243"/>
                  </a:cubicBezTo>
                  <a:cubicBezTo>
                    <a:pt x="31226530" y="44325372"/>
                    <a:pt x="31265900" y="44309398"/>
                    <a:pt x="31305818" y="44303907"/>
                  </a:cubicBezTo>
                  <a:cubicBezTo>
                    <a:pt x="31349116" y="44297950"/>
                    <a:pt x="31376078" y="44286261"/>
                    <a:pt x="31391382" y="44266805"/>
                  </a:cubicBezTo>
                  <a:cubicBezTo>
                    <a:pt x="31403672" y="44251181"/>
                    <a:pt x="31427952" y="44227390"/>
                    <a:pt x="31445338" y="44213937"/>
                  </a:cubicBezTo>
                  <a:cubicBezTo>
                    <a:pt x="31466026" y="44197929"/>
                    <a:pt x="31478356" y="44174141"/>
                    <a:pt x="31481014" y="44145113"/>
                  </a:cubicBezTo>
                  <a:cubicBezTo>
                    <a:pt x="31483652" y="44116268"/>
                    <a:pt x="31499202" y="44086063"/>
                    <a:pt x="31525464" y="44058759"/>
                  </a:cubicBezTo>
                  <a:lnTo>
                    <a:pt x="31565852" y="44016764"/>
                  </a:lnTo>
                  <a:lnTo>
                    <a:pt x="31574680" y="43411487"/>
                  </a:lnTo>
                  <a:lnTo>
                    <a:pt x="31379274" y="43216082"/>
                  </a:lnTo>
                  <a:lnTo>
                    <a:pt x="30778006" y="43211750"/>
                  </a:lnTo>
                  <a:lnTo>
                    <a:pt x="30723276" y="43258581"/>
                  </a:lnTo>
                  <a:cubicBezTo>
                    <a:pt x="30693172" y="43284338"/>
                    <a:pt x="30651792" y="43309090"/>
                    <a:pt x="30631316" y="43313589"/>
                  </a:cubicBezTo>
                  <a:cubicBezTo>
                    <a:pt x="30610844" y="43318085"/>
                    <a:pt x="30588220" y="43332738"/>
                    <a:pt x="30581038" y="43346154"/>
                  </a:cubicBezTo>
                  <a:cubicBezTo>
                    <a:pt x="30573860" y="43359567"/>
                    <a:pt x="30548190" y="43378813"/>
                    <a:pt x="30523992" y="43388924"/>
                  </a:cubicBezTo>
                  <a:cubicBezTo>
                    <a:pt x="30478098" y="43408101"/>
                    <a:pt x="30466096" y="43442403"/>
                    <a:pt x="30495876" y="43469288"/>
                  </a:cubicBezTo>
                  <a:cubicBezTo>
                    <a:pt x="30575880" y="43541519"/>
                    <a:pt x="30579680" y="43547543"/>
                    <a:pt x="30588204" y="43615753"/>
                  </a:cubicBezTo>
                  <a:cubicBezTo>
                    <a:pt x="30599096" y="43702942"/>
                    <a:pt x="30568254" y="43822162"/>
                    <a:pt x="30531812" y="43833731"/>
                  </a:cubicBezTo>
                  <a:cubicBezTo>
                    <a:pt x="30518528" y="43837947"/>
                    <a:pt x="30492572" y="43861174"/>
                    <a:pt x="30474132" y="43885349"/>
                  </a:cubicBezTo>
                  <a:cubicBezTo>
                    <a:pt x="30440634" y="43929269"/>
                    <a:pt x="30440532" y="43929300"/>
                    <a:pt x="30335078" y="43929300"/>
                  </a:cubicBezTo>
                  <a:cubicBezTo>
                    <a:pt x="30252260" y="43929300"/>
                    <a:pt x="30217548" y="43935247"/>
                    <a:pt x="30173800" y="43956929"/>
                  </a:cubicBezTo>
                  <a:cubicBezTo>
                    <a:pt x="30084274" y="44001296"/>
                    <a:pt x="30054028" y="44002731"/>
                    <a:pt x="30013624" y="43964532"/>
                  </a:cubicBezTo>
                  <a:cubicBezTo>
                    <a:pt x="29994224" y="43946189"/>
                    <a:pt x="29961206" y="43927437"/>
                    <a:pt x="29940252" y="43922860"/>
                  </a:cubicBezTo>
                  <a:cubicBezTo>
                    <a:pt x="29919298" y="43918281"/>
                    <a:pt x="29889344" y="43911469"/>
                    <a:pt x="29873688" y="43907723"/>
                  </a:cubicBezTo>
                  <a:cubicBezTo>
                    <a:pt x="29820662" y="43895032"/>
                    <a:pt x="29784504" y="43819477"/>
                    <a:pt x="29780690" y="43713400"/>
                  </a:cubicBezTo>
                  <a:cubicBezTo>
                    <a:pt x="29774104" y="43530199"/>
                    <a:pt x="29798918" y="43452235"/>
                    <a:pt x="29895802" y="43351741"/>
                  </a:cubicBezTo>
                  <a:cubicBezTo>
                    <a:pt x="29922820" y="43323715"/>
                    <a:pt x="30059404" y="43230800"/>
                    <a:pt x="30073584" y="43230800"/>
                  </a:cubicBezTo>
                  <a:cubicBezTo>
                    <a:pt x="30080092" y="43230800"/>
                    <a:pt x="30101334" y="43211527"/>
                    <a:pt x="30120784" y="43187969"/>
                  </a:cubicBezTo>
                  <a:cubicBezTo>
                    <a:pt x="30147872" y="43155164"/>
                    <a:pt x="30166880" y="43144616"/>
                    <a:pt x="30201992" y="43142901"/>
                  </a:cubicBezTo>
                  <a:cubicBezTo>
                    <a:pt x="30234330" y="43141323"/>
                    <a:pt x="30258408" y="43129625"/>
                    <a:pt x="30283744" y="43103183"/>
                  </a:cubicBezTo>
                  <a:cubicBezTo>
                    <a:pt x="30303496" y="43082567"/>
                    <a:pt x="30332604" y="43065700"/>
                    <a:pt x="30348432" y="43065700"/>
                  </a:cubicBezTo>
                  <a:cubicBezTo>
                    <a:pt x="30390696" y="43065700"/>
                    <a:pt x="30440352" y="43039795"/>
                    <a:pt x="30448740" y="43013368"/>
                  </a:cubicBezTo>
                  <a:cubicBezTo>
                    <a:pt x="30459952" y="42978037"/>
                    <a:pt x="30529248" y="42950585"/>
                    <a:pt x="30588950" y="42957821"/>
                  </a:cubicBezTo>
                  <a:cubicBezTo>
                    <a:pt x="30631564" y="42962987"/>
                    <a:pt x="30651020" y="42957294"/>
                    <a:pt x="30698708" y="42925709"/>
                  </a:cubicBezTo>
                  <a:cubicBezTo>
                    <a:pt x="30747004" y="42893720"/>
                    <a:pt x="30774012" y="42885978"/>
                    <a:pt x="30860652" y="42879296"/>
                  </a:cubicBezTo>
                  <a:cubicBezTo>
                    <a:pt x="30949654" y="42872434"/>
                    <a:pt x="30967688" y="42867049"/>
                    <a:pt x="30985840" y="42841912"/>
                  </a:cubicBezTo>
                  <a:cubicBezTo>
                    <a:pt x="31006868" y="42812798"/>
                    <a:pt x="31009416" y="42812543"/>
                    <a:pt x="31280102" y="42812404"/>
                  </a:cubicBezTo>
                  <a:close/>
                  <a:moveTo>
                    <a:pt x="46004375" y="42773600"/>
                  </a:moveTo>
                  <a:cubicBezTo>
                    <a:pt x="45995480" y="42773600"/>
                    <a:pt x="45984541" y="42779525"/>
                    <a:pt x="45980064" y="42786765"/>
                  </a:cubicBezTo>
                  <a:cubicBezTo>
                    <a:pt x="45967922" y="42806414"/>
                    <a:pt x="45986190" y="42897065"/>
                    <a:pt x="46005529" y="42913117"/>
                  </a:cubicBezTo>
                  <a:cubicBezTo>
                    <a:pt x="46026005" y="42930108"/>
                    <a:pt x="46087809" y="42916658"/>
                    <a:pt x="46096791" y="42893255"/>
                  </a:cubicBezTo>
                  <a:cubicBezTo>
                    <a:pt x="46104475" y="42873231"/>
                    <a:pt x="46027524" y="42773600"/>
                    <a:pt x="46004375" y="42773600"/>
                  </a:cubicBezTo>
                  <a:close/>
                  <a:moveTo>
                    <a:pt x="39359530" y="42710220"/>
                  </a:moveTo>
                  <a:cubicBezTo>
                    <a:pt x="39399386" y="42710557"/>
                    <a:pt x="39438248" y="42716661"/>
                    <a:pt x="39449898" y="42728310"/>
                  </a:cubicBezTo>
                  <a:cubicBezTo>
                    <a:pt x="39459912" y="42738325"/>
                    <a:pt x="39471972" y="42775659"/>
                    <a:pt x="39476696" y="42811278"/>
                  </a:cubicBezTo>
                  <a:cubicBezTo>
                    <a:pt x="39488572" y="42900795"/>
                    <a:pt x="39464748" y="42928905"/>
                    <a:pt x="39365456" y="42942514"/>
                  </a:cubicBezTo>
                  <a:cubicBezTo>
                    <a:pt x="39305550" y="42950724"/>
                    <a:pt x="39285116" y="42948631"/>
                    <a:pt x="39259168" y="42931628"/>
                  </a:cubicBezTo>
                  <a:cubicBezTo>
                    <a:pt x="39228848" y="42911762"/>
                    <a:pt x="39227422" y="42905880"/>
                    <a:pt x="39233752" y="42826970"/>
                  </a:cubicBezTo>
                  <a:cubicBezTo>
                    <a:pt x="39238588" y="42766782"/>
                    <a:pt x="39246836" y="42738706"/>
                    <a:pt x="39263212" y="42726732"/>
                  </a:cubicBezTo>
                  <a:cubicBezTo>
                    <a:pt x="39278828" y="42715314"/>
                    <a:pt x="39319676" y="42709884"/>
                    <a:pt x="39359530" y="42710220"/>
                  </a:cubicBezTo>
                  <a:close/>
                  <a:moveTo>
                    <a:pt x="45454348" y="42666819"/>
                  </a:moveTo>
                  <a:cubicBezTo>
                    <a:pt x="45446315" y="42664247"/>
                    <a:pt x="45440602" y="42732352"/>
                    <a:pt x="45440602" y="42858864"/>
                  </a:cubicBezTo>
                  <a:lnTo>
                    <a:pt x="45440602" y="43059925"/>
                  </a:lnTo>
                  <a:lnTo>
                    <a:pt x="45485126" y="43083905"/>
                  </a:lnTo>
                  <a:cubicBezTo>
                    <a:pt x="45509618" y="43097091"/>
                    <a:pt x="45532454" y="43105085"/>
                    <a:pt x="45535874" y="43101662"/>
                  </a:cubicBezTo>
                  <a:cubicBezTo>
                    <a:pt x="45539294" y="43098242"/>
                    <a:pt x="45545616" y="43069744"/>
                    <a:pt x="45549919" y="43038335"/>
                  </a:cubicBezTo>
                  <a:cubicBezTo>
                    <a:pt x="45556527" y="42990143"/>
                    <a:pt x="45551591" y="42969397"/>
                    <a:pt x="45518306" y="42905441"/>
                  </a:cubicBezTo>
                  <a:cubicBezTo>
                    <a:pt x="45492825" y="42856486"/>
                    <a:pt x="45475930" y="42801609"/>
                    <a:pt x="45470582" y="42750433"/>
                  </a:cubicBezTo>
                  <a:cubicBezTo>
                    <a:pt x="45464824" y="42695350"/>
                    <a:pt x="45459168" y="42668363"/>
                    <a:pt x="45454348" y="42666819"/>
                  </a:cubicBezTo>
                  <a:close/>
                  <a:moveTo>
                    <a:pt x="26221188" y="42647981"/>
                  </a:moveTo>
                  <a:cubicBezTo>
                    <a:pt x="26235812" y="42647299"/>
                    <a:pt x="26253492" y="42653854"/>
                    <a:pt x="26279672" y="42667393"/>
                  </a:cubicBezTo>
                  <a:cubicBezTo>
                    <a:pt x="26305756" y="42680880"/>
                    <a:pt x="26375500" y="42692058"/>
                    <a:pt x="26478224" y="42699208"/>
                  </a:cubicBezTo>
                  <a:cubicBezTo>
                    <a:pt x="26565308" y="42705272"/>
                    <a:pt x="26647472" y="42717346"/>
                    <a:pt x="26660800" y="42726040"/>
                  </a:cubicBezTo>
                  <a:cubicBezTo>
                    <a:pt x="26724868" y="42767830"/>
                    <a:pt x="26769720" y="42786796"/>
                    <a:pt x="26818256" y="42792631"/>
                  </a:cubicBezTo>
                  <a:cubicBezTo>
                    <a:pt x="26849016" y="42796327"/>
                    <a:pt x="26887240" y="42812453"/>
                    <a:pt x="26909364" y="42831066"/>
                  </a:cubicBezTo>
                  <a:cubicBezTo>
                    <a:pt x="26930324" y="42848705"/>
                    <a:pt x="26973616" y="42871002"/>
                    <a:pt x="27005568" y="42880617"/>
                  </a:cubicBezTo>
                  <a:cubicBezTo>
                    <a:pt x="27072448" y="42900746"/>
                    <a:pt x="27196836" y="42979467"/>
                    <a:pt x="27208084" y="43008786"/>
                  </a:cubicBezTo>
                  <a:cubicBezTo>
                    <a:pt x="27212284" y="43019721"/>
                    <a:pt x="27234376" y="43035575"/>
                    <a:pt x="27257184" y="43044018"/>
                  </a:cubicBezTo>
                  <a:cubicBezTo>
                    <a:pt x="27307524" y="43062652"/>
                    <a:pt x="27514284" y="43270047"/>
                    <a:pt x="27546056" y="43333777"/>
                  </a:cubicBezTo>
                  <a:cubicBezTo>
                    <a:pt x="27558624" y="43358981"/>
                    <a:pt x="27577552" y="43387556"/>
                    <a:pt x="27588120" y="43397277"/>
                  </a:cubicBezTo>
                  <a:cubicBezTo>
                    <a:pt x="27598690" y="43406997"/>
                    <a:pt x="27616836" y="43442660"/>
                    <a:pt x="27628444" y="43476525"/>
                  </a:cubicBezTo>
                  <a:cubicBezTo>
                    <a:pt x="27640058" y="43510392"/>
                    <a:pt x="27665480" y="43560085"/>
                    <a:pt x="27684944" y="43586952"/>
                  </a:cubicBezTo>
                  <a:cubicBezTo>
                    <a:pt x="27713498" y="43626367"/>
                    <a:pt x="27721708" y="43653980"/>
                    <a:pt x="27727452" y="43729892"/>
                  </a:cubicBezTo>
                  <a:cubicBezTo>
                    <a:pt x="27732434" y="43795829"/>
                    <a:pt x="27744796" y="43844490"/>
                    <a:pt x="27768760" y="43892518"/>
                  </a:cubicBezTo>
                  <a:lnTo>
                    <a:pt x="27802952" y="43961050"/>
                  </a:lnTo>
                  <a:lnTo>
                    <a:pt x="27803560" y="44585973"/>
                  </a:lnTo>
                  <a:lnTo>
                    <a:pt x="27768882" y="44645148"/>
                  </a:lnTo>
                  <a:cubicBezTo>
                    <a:pt x="27741500" y="44691864"/>
                    <a:pt x="27732228" y="44728136"/>
                    <a:pt x="27724836" y="44817388"/>
                  </a:cubicBezTo>
                  <a:cubicBezTo>
                    <a:pt x="27717016" y="44911764"/>
                    <a:pt x="27710164" y="44936758"/>
                    <a:pt x="27683374" y="44968596"/>
                  </a:cubicBezTo>
                  <a:cubicBezTo>
                    <a:pt x="27660184" y="44996152"/>
                    <a:pt x="27647466" y="45032430"/>
                    <a:pt x="27637540" y="45099300"/>
                  </a:cubicBezTo>
                  <a:cubicBezTo>
                    <a:pt x="27625752" y="45178708"/>
                    <a:pt x="27619408" y="45193744"/>
                    <a:pt x="27592890" y="45205104"/>
                  </a:cubicBezTo>
                  <a:cubicBezTo>
                    <a:pt x="27560912" y="45218806"/>
                    <a:pt x="27546304" y="45256686"/>
                    <a:pt x="27546304" y="45325888"/>
                  </a:cubicBezTo>
                  <a:cubicBezTo>
                    <a:pt x="27546304" y="45353936"/>
                    <a:pt x="27533528" y="45378020"/>
                    <a:pt x="27501852" y="45409696"/>
                  </a:cubicBezTo>
                  <a:cubicBezTo>
                    <a:pt x="27477404" y="45434144"/>
                    <a:pt x="27457404" y="45465216"/>
                    <a:pt x="27457404" y="45478744"/>
                  </a:cubicBezTo>
                  <a:cubicBezTo>
                    <a:pt x="27457404" y="45492272"/>
                    <a:pt x="27440516" y="45515824"/>
                    <a:pt x="27419884" y="45531080"/>
                  </a:cubicBezTo>
                  <a:cubicBezTo>
                    <a:pt x="27399244" y="45546340"/>
                    <a:pt x="27378880" y="45574666"/>
                    <a:pt x="27374628" y="45594036"/>
                  </a:cubicBezTo>
                  <a:cubicBezTo>
                    <a:pt x="27364292" y="45641080"/>
                    <a:pt x="27309460" y="45693974"/>
                    <a:pt x="27254468" y="45709942"/>
                  </a:cubicBezTo>
                  <a:cubicBezTo>
                    <a:pt x="27223756" y="45718860"/>
                    <a:pt x="27202504" y="45736388"/>
                    <a:pt x="27186608" y="45765912"/>
                  </a:cubicBezTo>
                  <a:cubicBezTo>
                    <a:pt x="27173876" y="45789556"/>
                    <a:pt x="27155448" y="45808900"/>
                    <a:pt x="27145656" y="45808900"/>
                  </a:cubicBezTo>
                  <a:cubicBezTo>
                    <a:pt x="27135864" y="45808900"/>
                    <a:pt x="27119032" y="45825964"/>
                    <a:pt x="27108248" y="45846816"/>
                  </a:cubicBezTo>
                  <a:cubicBezTo>
                    <a:pt x="27097464" y="45867668"/>
                    <a:pt x="27075216" y="45888100"/>
                    <a:pt x="27058804" y="45892220"/>
                  </a:cubicBezTo>
                  <a:cubicBezTo>
                    <a:pt x="27042396" y="45896340"/>
                    <a:pt x="27017200" y="45915624"/>
                    <a:pt x="27002816" y="45935080"/>
                  </a:cubicBezTo>
                  <a:cubicBezTo>
                    <a:pt x="26988432" y="45954536"/>
                    <a:pt x="26959532" y="45973880"/>
                    <a:pt x="26938592" y="45978068"/>
                  </a:cubicBezTo>
                  <a:cubicBezTo>
                    <a:pt x="26917652" y="45982254"/>
                    <a:pt x="26882748" y="46003056"/>
                    <a:pt x="26861024" y="46024292"/>
                  </a:cubicBezTo>
                  <a:cubicBezTo>
                    <a:pt x="26839272" y="46045552"/>
                    <a:pt x="26807868" y="46062900"/>
                    <a:pt x="26791120" y="46062900"/>
                  </a:cubicBezTo>
                  <a:cubicBezTo>
                    <a:pt x="26759840" y="46062900"/>
                    <a:pt x="26729884" y="46085700"/>
                    <a:pt x="26708392" y="46125864"/>
                  </a:cubicBezTo>
                  <a:cubicBezTo>
                    <a:pt x="26699000" y="46143412"/>
                    <a:pt x="26673424" y="46150876"/>
                    <a:pt x="26598688" y="46157876"/>
                  </a:cubicBezTo>
                  <a:cubicBezTo>
                    <a:pt x="26518040" y="46165436"/>
                    <a:pt x="26495628" y="46172620"/>
                    <a:pt x="26468700" y="46199546"/>
                  </a:cubicBezTo>
                  <a:cubicBezTo>
                    <a:pt x="26438800" y="46229452"/>
                    <a:pt x="26425336" y="46232524"/>
                    <a:pt x="26302256" y="46237550"/>
                  </a:cubicBezTo>
                  <a:cubicBezTo>
                    <a:pt x="26228608" y="46240556"/>
                    <a:pt x="26038576" y="46243792"/>
                    <a:pt x="25879964" y="46244740"/>
                  </a:cubicBezTo>
                  <a:lnTo>
                    <a:pt x="25591576" y="46246460"/>
                  </a:lnTo>
                  <a:lnTo>
                    <a:pt x="25549764" y="46211720"/>
                  </a:lnTo>
                  <a:cubicBezTo>
                    <a:pt x="25500572" y="46170840"/>
                    <a:pt x="25484120" y="46165470"/>
                    <a:pt x="25377716" y="46155532"/>
                  </a:cubicBezTo>
                  <a:cubicBezTo>
                    <a:pt x="25308424" y="46149062"/>
                    <a:pt x="25293964" y="46143136"/>
                    <a:pt x="25271920" y="46112176"/>
                  </a:cubicBezTo>
                  <a:cubicBezTo>
                    <a:pt x="25251824" y="46083956"/>
                    <a:pt x="25232800" y="46074512"/>
                    <a:pt x="25182640" y="46067858"/>
                  </a:cubicBezTo>
                  <a:cubicBezTo>
                    <a:pt x="25130480" y="46060936"/>
                    <a:pt x="25113912" y="46052218"/>
                    <a:pt x="25091468" y="46019876"/>
                  </a:cubicBezTo>
                  <a:cubicBezTo>
                    <a:pt x="25056720" y="45969802"/>
                    <a:pt x="25043064" y="45960184"/>
                    <a:pt x="25017580" y="45967844"/>
                  </a:cubicBezTo>
                  <a:cubicBezTo>
                    <a:pt x="24995720" y="45974416"/>
                    <a:pt x="24884272" y="45892056"/>
                    <a:pt x="24829224" y="45828652"/>
                  </a:cubicBezTo>
                  <a:cubicBezTo>
                    <a:pt x="24811364" y="45808078"/>
                    <a:pt x="24763452" y="45758798"/>
                    <a:pt x="24722752" y="45719136"/>
                  </a:cubicBezTo>
                  <a:cubicBezTo>
                    <a:pt x="24672648" y="45670308"/>
                    <a:pt x="24643016" y="45629072"/>
                    <a:pt x="24630984" y="45591434"/>
                  </a:cubicBezTo>
                  <a:cubicBezTo>
                    <a:pt x="24609900" y="45525496"/>
                    <a:pt x="24617132" y="45425184"/>
                    <a:pt x="24644980" y="45397338"/>
                  </a:cubicBezTo>
                  <a:cubicBezTo>
                    <a:pt x="24655800" y="45386516"/>
                    <a:pt x="24668800" y="45370390"/>
                    <a:pt x="24673860" y="45361504"/>
                  </a:cubicBezTo>
                  <a:cubicBezTo>
                    <a:pt x="24693712" y="45326656"/>
                    <a:pt x="24739604" y="45291376"/>
                    <a:pt x="24774040" y="45284488"/>
                  </a:cubicBezTo>
                  <a:cubicBezTo>
                    <a:pt x="24793928" y="45280512"/>
                    <a:pt x="24828552" y="45259716"/>
                    <a:pt x="24850984" y="45238276"/>
                  </a:cubicBezTo>
                  <a:cubicBezTo>
                    <a:pt x="24904048" y="45187570"/>
                    <a:pt x="24984544" y="45184928"/>
                    <a:pt x="25084352" y="45230624"/>
                  </a:cubicBezTo>
                  <a:cubicBezTo>
                    <a:pt x="25121984" y="45247852"/>
                    <a:pt x="25191376" y="45270040"/>
                    <a:pt x="25238552" y="45279928"/>
                  </a:cubicBezTo>
                  <a:cubicBezTo>
                    <a:pt x="25309048" y="45294704"/>
                    <a:pt x="25332208" y="45306258"/>
                    <a:pt x="25368520" y="45344758"/>
                  </a:cubicBezTo>
                  <a:cubicBezTo>
                    <a:pt x="25392820" y="45370528"/>
                    <a:pt x="25412704" y="45397480"/>
                    <a:pt x="25412704" y="45404658"/>
                  </a:cubicBezTo>
                  <a:cubicBezTo>
                    <a:pt x="25412704" y="45411836"/>
                    <a:pt x="25431108" y="45434900"/>
                    <a:pt x="25453600" y="45455914"/>
                  </a:cubicBezTo>
                  <a:cubicBezTo>
                    <a:pt x="25493488" y="45493176"/>
                    <a:pt x="25494512" y="45496836"/>
                    <a:pt x="25494876" y="45603886"/>
                  </a:cubicBezTo>
                  <a:lnTo>
                    <a:pt x="25495252" y="45713650"/>
                  </a:lnTo>
                  <a:lnTo>
                    <a:pt x="25551176" y="45767624"/>
                  </a:lnTo>
                  <a:cubicBezTo>
                    <a:pt x="25588520" y="45803668"/>
                    <a:pt x="25618356" y="45821600"/>
                    <a:pt x="25640988" y="45821600"/>
                  </a:cubicBezTo>
                  <a:cubicBezTo>
                    <a:pt x="25659628" y="45821600"/>
                    <a:pt x="25701828" y="45830784"/>
                    <a:pt x="25734768" y="45842004"/>
                  </a:cubicBezTo>
                  <a:cubicBezTo>
                    <a:pt x="25767708" y="45853228"/>
                    <a:pt x="25807012" y="45859182"/>
                    <a:pt x="25822108" y="45855236"/>
                  </a:cubicBezTo>
                  <a:cubicBezTo>
                    <a:pt x="25838696" y="45850896"/>
                    <a:pt x="25866956" y="45858808"/>
                    <a:pt x="25893512" y="45875218"/>
                  </a:cubicBezTo>
                  <a:cubicBezTo>
                    <a:pt x="25955884" y="45913768"/>
                    <a:pt x="26032364" y="45904568"/>
                    <a:pt x="26088256" y="45851794"/>
                  </a:cubicBezTo>
                  <a:cubicBezTo>
                    <a:pt x="26119380" y="45822406"/>
                    <a:pt x="26146696" y="45810100"/>
                    <a:pt x="26193752" y="45804264"/>
                  </a:cubicBezTo>
                  <a:cubicBezTo>
                    <a:pt x="26228680" y="45799936"/>
                    <a:pt x="26271892" y="45785852"/>
                    <a:pt x="26289780" y="45772974"/>
                  </a:cubicBezTo>
                  <a:cubicBezTo>
                    <a:pt x="26307672" y="45760094"/>
                    <a:pt x="26340044" y="45743372"/>
                    <a:pt x="26361720" y="45735816"/>
                  </a:cubicBezTo>
                  <a:cubicBezTo>
                    <a:pt x="26383396" y="45728260"/>
                    <a:pt x="26420600" y="45697322"/>
                    <a:pt x="26444388" y="45667064"/>
                  </a:cubicBezTo>
                  <a:cubicBezTo>
                    <a:pt x="26505760" y="45589010"/>
                    <a:pt x="26513188" y="45581768"/>
                    <a:pt x="26548136" y="45565842"/>
                  </a:cubicBezTo>
                  <a:cubicBezTo>
                    <a:pt x="26565324" y="45558012"/>
                    <a:pt x="26586064" y="45535480"/>
                    <a:pt x="26594228" y="45515772"/>
                  </a:cubicBezTo>
                  <a:cubicBezTo>
                    <a:pt x="26602392" y="45496064"/>
                    <a:pt x="26622780" y="45470956"/>
                    <a:pt x="26639536" y="45459976"/>
                  </a:cubicBezTo>
                  <a:cubicBezTo>
                    <a:pt x="26659392" y="45446966"/>
                    <a:pt x="26670004" y="45427924"/>
                    <a:pt x="26670004" y="45405300"/>
                  </a:cubicBezTo>
                  <a:cubicBezTo>
                    <a:pt x="26670004" y="45348742"/>
                    <a:pt x="26690340" y="45294420"/>
                    <a:pt x="26724180" y="45260576"/>
                  </a:cubicBezTo>
                  <a:cubicBezTo>
                    <a:pt x="26752068" y="45232688"/>
                    <a:pt x="26756228" y="45216692"/>
                    <a:pt x="26758552" y="45128348"/>
                  </a:cubicBezTo>
                  <a:cubicBezTo>
                    <a:pt x="26760696" y="45046934"/>
                    <a:pt x="26766840" y="45019410"/>
                    <a:pt x="26790916" y="44983400"/>
                  </a:cubicBezTo>
                  <a:cubicBezTo>
                    <a:pt x="26807264" y="44958952"/>
                    <a:pt x="26827384" y="44920376"/>
                    <a:pt x="26835632" y="44897676"/>
                  </a:cubicBezTo>
                  <a:cubicBezTo>
                    <a:pt x="26848180" y="44863138"/>
                    <a:pt x="26847612" y="44856400"/>
                    <a:pt x="26832136" y="44856400"/>
                  </a:cubicBezTo>
                  <a:cubicBezTo>
                    <a:pt x="26821964" y="44856400"/>
                    <a:pt x="26803944" y="44867112"/>
                    <a:pt x="26792096" y="44880206"/>
                  </a:cubicBezTo>
                  <a:cubicBezTo>
                    <a:pt x="26776144" y="44897830"/>
                    <a:pt x="26744292" y="44906304"/>
                    <a:pt x="26669408" y="44912834"/>
                  </a:cubicBezTo>
                  <a:cubicBezTo>
                    <a:pt x="26587668" y="44919964"/>
                    <a:pt x="26560964" y="44927800"/>
                    <a:pt x="26530220" y="44953672"/>
                  </a:cubicBezTo>
                  <a:cubicBezTo>
                    <a:pt x="26493208" y="44984814"/>
                    <a:pt x="26487008" y="44985672"/>
                    <a:pt x="26301752" y="44985322"/>
                  </a:cubicBezTo>
                  <a:lnTo>
                    <a:pt x="26111328" y="44984964"/>
                  </a:lnTo>
                  <a:lnTo>
                    <a:pt x="26074224" y="44942906"/>
                  </a:lnTo>
                  <a:cubicBezTo>
                    <a:pt x="26033504" y="44896754"/>
                    <a:pt x="26019804" y="44894852"/>
                    <a:pt x="25790104" y="44903484"/>
                  </a:cubicBezTo>
                  <a:cubicBezTo>
                    <a:pt x="25692092" y="44907168"/>
                    <a:pt x="25690880" y="44906824"/>
                    <a:pt x="25646808" y="44862750"/>
                  </a:cubicBezTo>
                  <a:cubicBezTo>
                    <a:pt x="25609428" y="44825372"/>
                    <a:pt x="25593436" y="44818300"/>
                    <a:pt x="25546276" y="44818300"/>
                  </a:cubicBezTo>
                  <a:cubicBezTo>
                    <a:pt x="25497416" y="44818300"/>
                    <a:pt x="25485952" y="44812738"/>
                    <a:pt x="25457232" y="44775084"/>
                  </a:cubicBezTo>
                  <a:cubicBezTo>
                    <a:pt x="25439104" y="44751318"/>
                    <a:pt x="25411232" y="44728596"/>
                    <a:pt x="25395296" y="44724596"/>
                  </a:cubicBezTo>
                  <a:cubicBezTo>
                    <a:pt x="25379364" y="44720596"/>
                    <a:pt x="25348236" y="44700040"/>
                    <a:pt x="25326128" y="44678913"/>
                  </a:cubicBezTo>
                  <a:cubicBezTo>
                    <a:pt x="25304024" y="44657786"/>
                    <a:pt x="25278036" y="44640500"/>
                    <a:pt x="25268384" y="44640500"/>
                  </a:cubicBezTo>
                  <a:cubicBezTo>
                    <a:pt x="25258736" y="44640500"/>
                    <a:pt x="25224504" y="44610496"/>
                    <a:pt x="25192312" y="44573825"/>
                  </a:cubicBezTo>
                  <a:cubicBezTo>
                    <a:pt x="25160124" y="44537154"/>
                    <a:pt x="25120820" y="44492863"/>
                    <a:pt x="25104968" y="44475400"/>
                  </a:cubicBezTo>
                  <a:cubicBezTo>
                    <a:pt x="25089120" y="44457938"/>
                    <a:pt x="25072484" y="44431601"/>
                    <a:pt x="25068000" y="44416876"/>
                  </a:cubicBezTo>
                  <a:cubicBezTo>
                    <a:pt x="25060164" y="44391154"/>
                    <a:pt x="25033008" y="44357417"/>
                    <a:pt x="24947748" y="44267465"/>
                  </a:cubicBezTo>
                  <a:cubicBezTo>
                    <a:pt x="24919992" y="44238180"/>
                    <a:pt x="24905516" y="44207596"/>
                    <a:pt x="24899072" y="44164625"/>
                  </a:cubicBezTo>
                  <a:cubicBezTo>
                    <a:pt x="24894028" y="44130984"/>
                    <a:pt x="24871848" y="44069019"/>
                    <a:pt x="24849784" y="44026925"/>
                  </a:cubicBezTo>
                  <a:cubicBezTo>
                    <a:pt x="24811296" y="43953506"/>
                    <a:pt x="24809400" y="43942750"/>
                    <a:pt x="24803208" y="43762752"/>
                  </a:cubicBezTo>
                  <a:lnTo>
                    <a:pt x="24796752" y="43575117"/>
                  </a:lnTo>
                  <a:lnTo>
                    <a:pt x="24844376" y="43538880"/>
                  </a:lnTo>
                  <a:cubicBezTo>
                    <a:pt x="24888768" y="43505103"/>
                    <a:pt x="24892004" y="43498111"/>
                    <a:pt x="24892004" y="43435922"/>
                  </a:cubicBezTo>
                  <a:cubicBezTo>
                    <a:pt x="24892004" y="43381659"/>
                    <a:pt x="24898856" y="43360435"/>
                    <a:pt x="24928704" y="43322227"/>
                  </a:cubicBezTo>
                  <a:cubicBezTo>
                    <a:pt x="24948892" y="43296390"/>
                    <a:pt x="24972096" y="43256212"/>
                    <a:pt x="24980276" y="43232943"/>
                  </a:cubicBezTo>
                  <a:cubicBezTo>
                    <a:pt x="24988452" y="43209673"/>
                    <a:pt x="25008964" y="43178242"/>
                    <a:pt x="25025856" y="43163093"/>
                  </a:cubicBezTo>
                  <a:cubicBezTo>
                    <a:pt x="25042748" y="43147943"/>
                    <a:pt x="25065648" y="43123433"/>
                    <a:pt x="25076744" y="43108621"/>
                  </a:cubicBezTo>
                  <a:cubicBezTo>
                    <a:pt x="25087840" y="43093813"/>
                    <a:pt x="25110520" y="43075498"/>
                    <a:pt x="25127140" y="43067926"/>
                  </a:cubicBezTo>
                  <a:cubicBezTo>
                    <a:pt x="25143760" y="43060351"/>
                    <a:pt x="25167080" y="43039317"/>
                    <a:pt x="25178968" y="43021179"/>
                  </a:cubicBezTo>
                  <a:cubicBezTo>
                    <a:pt x="25190852" y="43003040"/>
                    <a:pt x="25218088" y="42979144"/>
                    <a:pt x="25239492" y="42968078"/>
                  </a:cubicBezTo>
                  <a:cubicBezTo>
                    <a:pt x="25260896" y="42957009"/>
                    <a:pt x="25288424" y="42935218"/>
                    <a:pt x="25300664" y="42919656"/>
                  </a:cubicBezTo>
                  <a:cubicBezTo>
                    <a:pt x="25314936" y="42901515"/>
                    <a:pt x="25342324" y="42888759"/>
                    <a:pt x="25376988" y="42884111"/>
                  </a:cubicBezTo>
                  <a:cubicBezTo>
                    <a:pt x="25422320" y="42878031"/>
                    <a:pt x="25435212" y="42869532"/>
                    <a:pt x="25456804" y="42831500"/>
                  </a:cubicBezTo>
                  <a:cubicBezTo>
                    <a:pt x="25482388" y="42786430"/>
                    <a:pt x="25483192" y="42786108"/>
                    <a:pt x="25582236" y="42780902"/>
                  </a:cubicBezTo>
                  <a:cubicBezTo>
                    <a:pt x="25663508" y="42776629"/>
                    <a:pt x="25687504" y="42770416"/>
                    <a:pt x="25712160" y="42747257"/>
                  </a:cubicBezTo>
                  <a:cubicBezTo>
                    <a:pt x="25763096" y="42699406"/>
                    <a:pt x="25835560" y="42685658"/>
                    <a:pt x="26004460" y="42691807"/>
                  </a:cubicBezTo>
                  <a:cubicBezTo>
                    <a:pt x="26145888" y="42696957"/>
                    <a:pt x="26159888" y="42695388"/>
                    <a:pt x="26181052" y="42672000"/>
                  </a:cubicBezTo>
                  <a:cubicBezTo>
                    <a:pt x="26195004" y="42656586"/>
                    <a:pt x="26206568" y="42648664"/>
                    <a:pt x="26221188" y="42647981"/>
                  </a:cubicBezTo>
                  <a:close/>
                  <a:moveTo>
                    <a:pt x="17743708" y="42339041"/>
                  </a:moveTo>
                  <a:cubicBezTo>
                    <a:pt x="17777660" y="42338394"/>
                    <a:pt x="17838808" y="42348621"/>
                    <a:pt x="17877344" y="42363411"/>
                  </a:cubicBezTo>
                  <a:cubicBezTo>
                    <a:pt x="17912364" y="42376849"/>
                    <a:pt x="17932400" y="42440399"/>
                    <a:pt x="17932400" y="42538021"/>
                  </a:cubicBezTo>
                  <a:cubicBezTo>
                    <a:pt x="17932400" y="42663799"/>
                    <a:pt x="17914216" y="42684700"/>
                    <a:pt x="17804772" y="42684700"/>
                  </a:cubicBezTo>
                  <a:cubicBezTo>
                    <a:pt x="17677944" y="42684700"/>
                    <a:pt x="17602200" y="42623544"/>
                    <a:pt x="17602200" y="42521141"/>
                  </a:cubicBezTo>
                  <a:cubicBezTo>
                    <a:pt x="17602200" y="42476276"/>
                    <a:pt x="17607356" y="42466788"/>
                    <a:pt x="17641248" y="42449260"/>
                  </a:cubicBezTo>
                  <a:cubicBezTo>
                    <a:pt x="17662720" y="42438157"/>
                    <a:pt x="17686024" y="42412627"/>
                    <a:pt x="17693032" y="42392526"/>
                  </a:cubicBezTo>
                  <a:cubicBezTo>
                    <a:pt x="17700036" y="42372428"/>
                    <a:pt x="17712472" y="42350386"/>
                    <a:pt x="17720660" y="42343546"/>
                  </a:cubicBezTo>
                  <a:cubicBezTo>
                    <a:pt x="17724092" y="42340680"/>
                    <a:pt x="17732388" y="42339256"/>
                    <a:pt x="17743708" y="42339041"/>
                  </a:cubicBezTo>
                  <a:close/>
                  <a:moveTo>
                    <a:pt x="18371568" y="42335168"/>
                  </a:moveTo>
                  <a:cubicBezTo>
                    <a:pt x="18387924" y="42333969"/>
                    <a:pt x="18410708" y="42335494"/>
                    <a:pt x="18444448" y="42339410"/>
                  </a:cubicBezTo>
                  <a:cubicBezTo>
                    <a:pt x="18492072" y="42344942"/>
                    <a:pt x="18533420" y="42354885"/>
                    <a:pt x="18536328" y="42361508"/>
                  </a:cubicBezTo>
                  <a:cubicBezTo>
                    <a:pt x="18539236" y="42368131"/>
                    <a:pt x="18544560" y="42397140"/>
                    <a:pt x="18548160" y="42425970"/>
                  </a:cubicBezTo>
                  <a:cubicBezTo>
                    <a:pt x="18557540" y="42501118"/>
                    <a:pt x="18541104" y="42510312"/>
                    <a:pt x="18419476" y="42497956"/>
                  </a:cubicBezTo>
                  <a:cubicBezTo>
                    <a:pt x="18333232" y="42489194"/>
                    <a:pt x="18318664" y="42484133"/>
                    <a:pt x="18309956" y="42459893"/>
                  </a:cubicBezTo>
                  <a:cubicBezTo>
                    <a:pt x="18297296" y="42424661"/>
                    <a:pt x="18310392" y="42370630"/>
                    <a:pt x="18337260" y="42347267"/>
                  </a:cubicBezTo>
                  <a:cubicBezTo>
                    <a:pt x="18345284" y="42340289"/>
                    <a:pt x="18355212" y="42336367"/>
                    <a:pt x="18371568" y="42335168"/>
                  </a:cubicBezTo>
                  <a:close/>
                  <a:moveTo>
                    <a:pt x="39898702" y="42071464"/>
                  </a:moveTo>
                  <a:cubicBezTo>
                    <a:pt x="39918802" y="42071487"/>
                    <a:pt x="39943544" y="42073571"/>
                    <a:pt x="39972474" y="42077715"/>
                  </a:cubicBezTo>
                  <a:cubicBezTo>
                    <a:pt x="40047434" y="42088452"/>
                    <a:pt x="40069594" y="42097918"/>
                    <a:pt x="40120790" y="42141091"/>
                  </a:cubicBezTo>
                  <a:cubicBezTo>
                    <a:pt x="40166710" y="42179811"/>
                    <a:pt x="40182904" y="42203236"/>
                    <a:pt x="40189100" y="42239903"/>
                  </a:cubicBezTo>
                  <a:cubicBezTo>
                    <a:pt x="40202342" y="42318286"/>
                    <a:pt x="40185204" y="42378003"/>
                    <a:pt x="40143244" y="42399701"/>
                  </a:cubicBezTo>
                  <a:cubicBezTo>
                    <a:pt x="40123024" y="42410160"/>
                    <a:pt x="40098220" y="42438871"/>
                    <a:pt x="40087740" y="42463949"/>
                  </a:cubicBezTo>
                  <a:lnTo>
                    <a:pt x="40068796" y="42509292"/>
                  </a:lnTo>
                  <a:lnTo>
                    <a:pt x="39934388" y="42498570"/>
                  </a:lnTo>
                  <a:cubicBezTo>
                    <a:pt x="39835726" y="42490700"/>
                    <a:pt x="39797956" y="42482899"/>
                    <a:pt x="39792372" y="42469232"/>
                  </a:cubicBezTo>
                  <a:cubicBezTo>
                    <a:pt x="39785412" y="42452200"/>
                    <a:pt x="39765068" y="42431721"/>
                    <a:pt x="39698756" y="42374993"/>
                  </a:cubicBezTo>
                  <a:cubicBezTo>
                    <a:pt x="39668060" y="42348737"/>
                    <a:pt x="39665664" y="42240514"/>
                    <a:pt x="39694856" y="42198926"/>
                  </a:cubicBezTo>
                  <a:cubicBezTo>
                    <a:pt x="39719336" y="42164051"/>
                    <a:pt x="39809696" y="42094619"/>
                    <a:pt x="39852780" y="42077578"/>
                  </a:cubicBezTo>
                  <a:cubicBezTo>
                    <a:pt x="39863142" y="42073479"/>
                    <a:pt x="39878602" y="42071441"/>
                    <a:pt x="39898702" y="42071464"/>
                  </a:cubicBezTo>
                  <a:close/>
                  <a:moveTo>
                    <a:pt x="39279024" y="42067784"/>
                  </a:moveTo>
                  <a:cubicBezTo>
                    <a:pt x="39327768" y="42070744"/>
                    <a:pt x="39384204" y="42096025"/>
                    <a:pt x="39423624" y="42135444"/>
                  </a:cubicBezTo>
                  <a:cubicBezTo>
                    <a:pt x="39465548" y="42177367"/>
                    <a:pt x="39473248" y="42193421"/>
                    <a:pt x="39473896" y="42240206"/>
                  </a:cubicBezTo>
                  <a:cubicBezTo>
                    <a:pt x="39474952" y="42316660"/>
                    <a:pt x="39453736" y="42329100"/>
                    <a:pt x="39322292" y="42329100"/>
                  </a:cubicBezTo>
                  <a:cubicBezTo>
                    <a:pt x="39204316" y="42329100"/>
                    <a:pt x="39171456" y="42317594"/>
                    <a:pt x="39153340" y="42269941"/>
                  </a:cubicBezTo>
                  <a:cubicBezTo>
                    <a:pt x="39130194" y="42209064"/>
                    <a:pt x="39178776" y="42089831"/>
                    <a:pt x="39233760" y="42072567"/>
                  </a:cubicBezTo>
                  <a:cubicBezTo>
                    <a:pt x="39247384" y="42068290"/>
                    <a:pt x="39262776" y="42066797"/>
                    <a:pt x="39279024" y="42067784"/>
                  </a:cubicBezTo>
                  <a:close/>
                  <a:moveTo>
                    <a:pt x="35391218" y="41988582"/>
                  </a:moveTo>
                  <a:cubicBezTo>
                    <a:pt x="35379324" y="41988445"/>
                    <a:pt x="35370078" y="41997970"/>
                    <a:pt x="35352416" y="42017027"/>
                  </a:cubicBezTo>
                  <a:cubicBezTo>
                    <a:pt x="35330438" y="42040740"/>
                    <a:pt x="35304952" y="42049993"/>
                    <a:pt x="35241956" y="42057121"/>
                  </a:cubicBezTo>
                  <a:cubicBezTo>
                    <a:pt x="35176224" y="42064556"/>
                    <a:pt x="35153742" y="42073157"/>
                    <a:pt x="35128004" y="42100709"/>
                  </a:cubicBezTo>
                  <a:cubicBezTo>
                    <a:pt x="35110368" y="42119588"/>
                    <a:pt x="35082344" y="42139348"/>
                    <a:pt x="35065732" y="42144619"/>
                  </a:cubicBezTo>
                  <a:cubicBezTo>
                    <a:pt x="35032236" y="42155251"/>
                    <a:pt x="34925000" y="42259890"/>
                    <a:pt x="34925000" y="42281944"/>
                  </a:cubicBezTo>
                  <a:cubicBezTo>
                    <a:pt x="34925000" y="42289652"/>
                    <a:pt x="34906426" y="42309505"/>
                    <a:pt x="34883724" y="42326063"/>
                  </a:cubicBezTo>
                  <a:lnTo>
                    <a:pt x="34842448" y="42356166"/>
                  </a:lnTo>
                  <a:lnTo>
                    <a:pt x="34842448" y="42724621"/>
                  </a:lnTo>
                  <a:lnTo>
                    <a:pt x="34881504" y="42758635"/>
                  </a:lnTo>
                  <a:cubicBezTo>
                    <a:pt x="34902984" y="42777340"/>
                    <a:pt x="34929764" y="42810687"/>
                    <a:pt x="34941016" y="42832735"/>
                  </a:cubicBezTo>
                  <a:cubicBezTo>
                    <a:pt x="34954756" y="42859661"/>
                    <a:pt x="34974200" y="42875617"/>
                    <a:pt x="35000232" y="42881334"/>
                  </a:cubicBezTo>
                  <a:cubicBezTo>
                    <a:pt x="35021548" y="42886016"/>
                    <a:pt x="35046204" y="42899680"/>
                    <a:pt x="35055020" y="42911695"/>
                  </a:cubicBezTo>
                  <a:cubicBezTo>
                    <a:pt x="35089138" y="42958194"/>
                    <a:pt x="35119672" y="42967983"/>
                    <a:pt x="35247592" y="42973415"/>
                  </a:cubicBezTo>
                  <a:cubicBezTo>
                    <a:pt x="35471828" y="42982940"/>
                    <a:pt x="35680164" y="42996549"/>
                    <a:pt x="35695156" y="43002648"/>
                  </a:cubicBezTo>
                  <a:cubicBezTo>
                    <a:pt x="35713352" y="43010049"/>
                    <a:pt x="35852100" y="42880140"/>
                    <a:pt x="35852100" y="42855702"/>
                  </a:cubicBezTo>
                  <a:cubicBezTo>
                    <a:pt x="35852100" y="42834475"/>
                    <a:pt x="35904100" y="42780112"/>
                    <a:pt x="35920772" y="42783911"/>
                  </a:cubicBezTo>
                  <a:cubicBezTo>
                    <a:pt x="35927280" y="42785393"/>
                    <a:pt x="35931114" y="42722125"/>
                    <a:pt x="35929584" y="42638580"/>
                  </a:cubicBezTo>
                  <a:cubicBezTo>
                    <a:pt x="35927112" y="42503859"/>
                    <a:pt x="35924116" y="42487020"/>
                    <a:pt x="35896116" y="42450306"/>
                  </a:cubicBezTo>
                  <a:cubicBezTo>
                    <a:pt x="35875880" y="42423781"/>
                    <a:pt x="35861340" y="42381591"/>
                    <a:pt x="35853606" y="42326993"/>
                  </a:cubicBezTo>
                  <a:cubicBezTo>
                    <a:pt x="35842756" y="42250387"/>
                    <a:pt x="35837204" y="42239696"/>
                    <a:pt x="35781480" y="42188124"/>
                  </a:cubicBezTo>
                  <a:cubicBezTo>
                    <a:pt x="35748276" y="42157391"/>
                    <a:pt x="35705024" y="42115592"/>
                    <a:pt x="35685362" y="42095233"/>
                  </a:cubicBezTo>
                  <a:cubicBezTo>
                    <a:pt x="35654704" y="42063483"/>
                    <a:pt x="35638394" y="42057632"/>
                    <a:pt x="35570788" y="42054113"/>
                  </a:cubicBezTo>
                  <a:cubicBezTo>
                    <a:pt x="35511848" y="42051047"/>
                    <a:pt x="35480354" y="42041965"/>
                    <a:pt x="35445924" y="42018103"/>
                  </a:cubicBezTo>
                  <a:cubicBezTo>
                    <a:pt x="35417660" y="41998517"/>
                    <a:pt x="35403114" y="41988719"/>
                    <a:pt x="35391218" y="41988582"/>
                  </a:cubicBezTo>
                  <a:close/>
                  <a:moveTo>
                    <a:pt x="19066848" y="41891770"/>
                  </a:moveTo>
                  <a:cubicBezTo>
                    <a:pt x="19116140" y="41890838"/>
                    <a:pt x="19160228" y="41912069"/>
                    <a:pt x="19211936" y="41959336"/>
                  </a:cubicBezTo>
                  <a:cubicBezTo>
                    <a:pt x="19264840" y="42007696"/>
                    <a:pt x="19265904" y="42010298"/>
                    <a:pt x="19265904" y="42091279"/>
                  </a:cubicBezTo>
                  <a:cubicBezTo>
                    <a:pt x="19265904" y="42204149"/>
                    <a:pt x="19247664" y="42217597"/>
                    <a:pt x="19075208" y="42231872"/>
                  </a:cubicBezTo>
                  <a:lnTo>
                    <a:pt x="18945728" y="42242590"/>
                  </a:lnTo>
                  <a:lnTo>
                    <a:pt x="18902492" y="42200686"/>
                  </a:lnTo>
                  <a:cubicBezTo>
                    <a:pt x="18824736" y="42125323"/>
                    <a:pt x="18818360" y="42022960"/>
                    <a:pt x="18889952" y="41999331"/>
                  </a:cubicBezTo>
                  <a:cubicBezTo>
                    <a:pt x="18912168" y="41992001"/>
                    <a:pt x="18940248" y="41969240"/>
                    <a:pt x="18952348" y="41948751"/>
                  </a:cubicBezTo>
                  <a:cubicBezTo>
                    <a:pt x="18965324" y="41926790"/>
                    <a:pt x="18991180" y="41906760"/>
                    <a:pt x="19015352" y="41899945"/>
                  </a:cubicBezTo>
                  <a:cubicBezTo>
                    <a:pt x="19033412" y="41894853"/>
                    <a:pt x="19050420" y="41892080"/>
                    <a:pt x="19066848" y="41891770"/>
                  </a:cubicBezTo>
                  <a:close/>
                  <a:moveTo>
                    <a:pt x="38667728" y="41891446"/>
                  </a:moveTo>
                  <a:cubicBezTo>
                    <a:pt x="38746666" y="41900103"/>
                    <a:pt x="38762594" y="41908034"/>
                    <a:pt x="38808816" y="41961702"/>
                  </a:cubicBezTo>
                  <a:cubicBezTo>
                    <a:pt x="38841572" y="41999737"/>
                    <a:pt x="38851044" y="42022393"/>
                    <a:pt x="38851618" y="42064099"/>
                  </a:cubicBezTo>
                  <a:cubicBezTo>
                    <a:pt x="38852664" y="42139766"/>
                    <a:pt x="38831412" y="42151300"/>
                    <a:pt x="38690952" y="42151300"/>
                  </a:cubicBezTo>
                  <a:cubicBezTo>
                    <a:pt x="38545814" y="42151300"/>
                    <a:pt x="38519102" y="42136513"/>
                    <a:pt x="38519102" y="42056155"/>
                  </a:cubicBezTo>
                  <a:cubicBezTo>
                    <a:pt x="38519102" y="41982433"/>
                    <a:pt x="38536794" y="41939477"/>
                    <a:pt x="38579332" y="41909926"/>
                  </a:cubicBezTo>
                  <a:cubicBezTo>
                    <a:pt x="38604952" y="41892125"/>
                    <a:pt x="38628680" y="41887164"/>
                    <a:pt x="38667728" y="41891446"/>
                  </a:cubicBezTo>
                  <a:close/>
                  <a:moveTo>
                    <a:pt x="17133908" y="41745804"/>
                  </a:moveTo>
                  <a:cubicBezTo>
                    <a:pt x="17152084" y="41743274"/>
                    <a:pt x="17170524" y="41749532"/>
                    <a:pt x="17184308" y="41765265"/>
                  </a:cubicBezTo>
                  <a:cubicBezTo>
                    <a:pt x="17194704" y="41777131"/>
                    <a:pt x="17206624" y="41834569"/>
                    <a:pt x="17212864" y="41902872"/>
                  </a:cubicBezTo>
                  <a:cubicBezTo>
                    <a:pt x="17222156" y="42004590"/>
                    <a:pt x="17220776" y="42022914"/>
                    <a:pt x="17202432" y="42041257"/>
                  </a:cubicBezTo>
                  <a:cubicBezTo>
                    <a:pt x="17169260" y="42074427"/>
                    <a:pt x="17098896" y="42068669"/>
                    <a:pt x="17074052" y="42030752"/>
                  </a:cubicBezTo>
                  <a:cubicBezTo>
                    <a:pt x="17046036" y="41987992"/>
                    <a:pt x="17053056" y="41827974"/>
                    <a:pt x="17085096" y="41779078"/>
                  </a:cubicBezTo>
                  <a:cubicBezTo>
                    <a:pt x="17097824" y="41759654"/>
                    <a:pt x="17115732" y="41748335"/>
                    <a:pt x="17133908" y="41745804"/>
                  </a:cubicBezTo>
                  <a:close/>
                  <a:moveTo>
                    <a:pt x="40949458" y="41716047"/>
                  </a:moveTo>
                  <a:cubicBezTo>
                    <a:pt x="41000076" y="41715799"/>
                    <a:pt x="41075592" y="41730224"/>
                    <a:pt x="41103370" y="41749021"/>
                  </a:cubicBezTo>
                  <a:cubicBezTo>
                    <a:pt x="41158748" y="41786488"/>
                    <a:pt x="41190160" y="41991499"/>
                    <a:pt x="41152638" y="42070564"/>
                  </a:cubicBezTo>
                  <a:cubicBezTo>
                    <a:pt x="41122764" y="42133515"/>
                    <a:pt x="41078938" y="42151300"/>
                    <a:pt x="40953676" y="42151300"/>
                  </a:cubicBezTo>
                  <a:cubicBezTo>
                    <a:pt x="40765272" y="42151300"/>
                    <a:pt x="40731402" y="42121733"/>
                    <a:pt x="40744252" y="41968483"/>
                  </a:cubicBezTo>
                  <a:cubicBezTo>
                    <a:pt x="40750116" y="41898543"/>
                    <a:pt x="40758898" y="41871370"/>
                    <a:pt x="40787872" y="41833493"/>
                  </a:cubicBezTo>
                  <a:cubicBezTo>
                    <a:pt x="40833624" y="41773680"/>
                    <a:pt x="40873232" y="41737331"/>
                    <a:pt x="40909828" y="41721568"/>
                  </a:cubicBezTo>
                  <a:cubicBezTo>
                    <a:pt x="40918478" y="41717843"/>
                    <a:pt x="40932584" y="41716130"/>
                    <a:pt x="40949458" y="41716047"/>
                  </a:cubicBezTo>
                  <a:close/>
                  <a:moveTo>
                    <a:pt x="46253228" y="41706946"/>
                  </a:moveTo>
                  <a:cubicBezTo>
                    <a:pt x="46247437" y="41702106"/>
                    <a:pt x="46241355" y="41710135"/>
                    <a:pt x="46234777" y="41730861"/>
                  </a:cubicBezTo>
                  <a:cubicBezTo>
                    <a:pt x="46227001" y="41755361"/>
                    <a:pt x="46144426" y="41830089"/>
                    <a:pt x="46073047" y="41877218"/>
                  </a:cubicBezTo>
                  <a:cubicBezTo>
                    <a:pt x="46054177" y="41889676"/>
                    <a:pt x="46029757" y="41913578"/>
                    <a:pt x="46018778" y="41930334"/>
                  </a:cubicBezTo>
                  <a:cubicBezTo>
                    <a:pt x="46004276" y="41952466"/>
                    <a:pt x="45987164" y="41960800"/>
                    <a:pt x="45956214" y="41960800"/>
                  </a:cubicBezTo>
                  <a:cubicBezTo>
                    <a:pt x="45893492" y="41960800"/>
                    <a:pt x="45885335" y="41979097"/>
                    <a:pt x="45890742" y="42107631"/>
                  </a:cubicBezTo>
                  <a:cubicBezTo>
                    <a:pt x="45894891" y="42206261"/>
                    <a:pt x="45900664" y="42230179"/>
                    <a:pt x="45934761" y="42289977"/>
                  </a:cubicBezTo>
                  <a:cubicBezTo>
                    <a:pt x="45967978" y="42348237"/>
                    <a:pt x="45974002" y="42372009"/>
                    <a:pt x="45974002" y="42444801"/>
                  </a:cubicBezTo>
                  <a:cubicBezTo>
                    <a:pt x="45974002" y="42492101"/>
                    <a:pt x="45979450" y="42534167"/>
                    <a:pt x="45986107" y="42538281"/>
                  </a:cubicBezTo>
                  <a:cubicBezTo>
                    <a:pt x="45992764" y="42542396"/>
                    <a:pt x="46018957" y="42512729"/>
                    <a:pt x="46044317" y="42472356"/>
                  </a:cubicBezTo>
                  <a:cubicBezTo>
                    <a:pt x="46112180" y="42364313"/>
                    <a:pt x="46130603" y="42354500"/>
                    <a:pt x="46265575" y="42354500"/>
                  </a:cubicBezTo>
                  <a:cubicBezTo>
                    <a:pt x="46374610" y="42354500"/>
                    <a:pt x="46381428" y="42356177"/>
                    <a:pt x="46423857" y="42393431"/>
                  </a:cubicBezTo>
                  <a:cubicBezTo>
                    <a:pt x="46448246" y="42414844"/>
                    <a:pt x="46478117" y="42454847"/>
                    <a:pt x="46490243" y="42482331"/>
                  </a:cubicBezTo>
                  <a:cubicBezTo>
                    <a:pt x="46518459" y="42546277"/>
                    <a:pt x="46532802" y="42545784"/>
                    <a:pt x="46532802" y="42480871"/>
                  </a:cubicBezTo>
                  <a:cubicBezTo>
                    <a:pt x="46532802" y="42428176"/>
                    <a:pt x="46503343" y="42354500"/>
                    <a:pt x="46482272" y="42354500"/>
                  </a:cubicBezTo>
                  <a:cubicBezTo>
                    <a:pt x="46462013" y="42354500"/>
                    <a:pt x="46431038" y="42248720"/>
                    <a:pt x="46437623" y="42202016"/>
                  </a:cubicBezTo>
                  <a:cubicBezTo>
                    <a:pt x="46445858" y="42143598"/>
                    <a:pt x="46427729" y="42083385"/>
                    <a:pt x="46387512" y="42035589"/>
                  </a:cubicBezTo>
                  <a:cubicBezTo>
                    <a:pt x="46363374" y="42006900"/>
                    <a:pt x="46355002" y="41982510"/>
                    <a:pt x="46355002" y="41940873"/>
                  </a:cubicBezTo>
                  <a:cubicBezTo>
                    <a:pt x="46355002" y="41894795"/>
                    <a:pt x="46348326" y="41878848"/>
                    <a:pt x="46317559" y="41851433"/>
                  </a:cubicBezTo>
                  <a:cubicBezTo>
                    <a:pt x="46291741" y="41828430"/>
                    <a:pt x="46276954" y="41800118"/>
                    <a:pt x="46269934" y="41760248"/>
                  </a:cubicBezTo>
                  <a:cubicBezTo>
                    <a:pt x="46264519" y="41729497"/>
                    <a:pt x="46259019" y="41711787"/>
                    <a:pt x="46253228" y="41706946"/>
                  </a:cubicBezTo>
                  <a:close/>
                  <a:moveTo>
                    <a:pt x="21494752" y="41599514"/>
                  </a:moveTo>
                  <a:cubicBezTo>
                    <a:pt x="21508720" y="41603898"/>
                    <a:pt x="21603020" y="41612427"/>
                    <a:pt x="21704304" y="41618464"/>
                  </a:cubicBezTo>
                  <a:cubicBezTo>
                    <a:pt x="21926328" y="41631698"/>
                    <a:pt x="22018336" y="41645625"/>
                    <a:pt x="22110704" y="41679986"/>
                  </a:cubicBezTo>
                  <a:cubicBezTo>
                    <a:pt x="22173676" y="41703411"/>
                    <a:pt x="22211188" y="41706087"/>
                    <a:pt x="22491704" y="41707141"/>
                  </a:cubicBezTo>
                  <a:cubicBezTo>
                    <a:pt x="22808448" y="41708335"/>
                    <a:pt x="22928080" y="41721850"/>
                    <a:pt x="22951436" y="41759082"/>
                  </a:cubicBezTo>
                  <a:cubicBezTo>
                    <a:pt x="22957496" y="41768744"/>
                    <a:pt x="22986552" y="41788128"/>
                    <a:pt x="23016004" y="41802155"/>
                  </a:cubicBezTo>
                  <a:cubicBezTo>
                    <a:pt x="23067040" y="41826464"/>
                    <a:pt x="23070028" y="41831028"/>
                    <a:pt x="23079700" y="41899427"/>
                  </a:cubicBezTo>
                  <a:cubicBezTo>
                    <a:pt x="23089736" y="41970409"/>
                    <a:pt x="23089376" y="41971590"/>
                    <a:pt x="23046684" y="42007272"/>
                  </a:cubicBezTo>
                  <a:cubicBezTo>
                    <a:pt x="23011792" y="42036436"/>
                    <a:pt x="23001912" y="42055517"/>
                    <a:pt x="22995120" y="42106850"/>
                  </a:cubicBezTo>
                  <a:cubicBezTo>
                    <a:pt x="22990168" y="42144265"/>
                    <a:pt x="22973732" y="42187568"/>
                    <a:pt x="22955108" y="42212270"/>
                  </a:cubicBezTo>
                  <a:cubicBezTo>
                    <a:pt x="22924592" y="42252739"/>
                    <a:pt x="22917824" y="42276092"/>
                    <a:pt x="22904428" y="42387093"/>
                  </a:cubicBezTo>
                  <a:cubicBezTo>
                    <a:pt x="22900376" y="42420657"/>
                    <a:pt x="22887312" y="42448203"/>
                    <a:pt x="22867108" y="42465768"/>
                  </a:cubicBezTo>
                  <a:cubicBezTo>
                    <a:pt x="22843176" y="42486579"/>
                    <a:pt x="22834008" y="42510577"/>
                    <a:pt x="22827280" y="42570068"/>
                  </a:cubicBezTo>
                  <a:cubicBezTo>
                    <a:pt x="22820872" y="42626725"/>
                    <a:pt x="22809128" y="42659179"/>
                    <a:pt x="22783272" y="42691720"/>
                  </a:cubicBezTo>
                  <a:cubicBezTo>
                    <a:pt x="22763872" y="42716128"/>
                    <a:pt x="22741336" y="42763108"/>
                    <a:pt x="22733184" y="42796123"/>
                  </a:cubicBezTo>
                  <a:cubicBezTo>
                    <a:pt x="22725036" y="42829138"/>
                    <a:pt x="22706404" y="42871423"/>
                    <a:pt x="22691784" y="42890092"/>
                  </a:cubicBezTo>
                  <a:cubicBezTo>
                    <a:pt x="22674716" y="42911883"/>
                    <a:pt x="22661560" y="42954268"/>
                    <a:pt x="22655032" y="43008463"/>
                  </a:cubicBezTo>
                  <a:cubicBezTo>
                    <a:pt x="22646624" y="43078335"/>
                    <a:pt x="22638452" y="43098886"/>
                    <a:pt x="22607656" y="43127653"/>
                  </a:cubicBezTo>
                  <a:cubicBezTo>
                    <a:pt x="22576336" y="43156913"/>
                    <a:pt x="22568992" y="43176016"/>
                    <a:pt x="22561240" y="43248387"/>
                  </a:cubicBezTo>
                  <a:cubicBezTo>
                    <a:pt x="22554472" y="43311576"/>
                    <a:pt x="22546564" y="43335897"/>
                    <a:pt x="22531392" y="43340164"/>
                  </a:cubicBezTo>
                  <a:cubicBezTo>
                    <a:pt x="22478304" y="43355090"/>
                    <a:pt x="22467132" y="43375315"/>
                    <a:pt x="22466456" y="43457716"/>
                  </a:cubicBezTo>
                  <a:cubicBezTo>
                    <a:pt x="22465868" y="43529867"/>
                    <a:pt x="22461884" y="43542235"/>
                    <a:pt x="22429512" y="43572478"/>
                  </a:cubicBezTo>
                  <a:cubicBezTo>
                    <a:pt x="22398656" y="43601298"/>
                    <a:pt x="22391864" y="43619920"/>
                    <a:pt x="22384136" y="43696852"/>
                  </a:cubicBezTo>
                  <a:cubicBezTo>
                    <a:pt x="22375368" y="43784171"/>
                    <a:pt x="22367784" y="43800347"/>
                    <a:pt x="22310524" y="43853900"/>
                  </a:cubicBezTo>
                  <a:cubicBezTo>
                    <a:pt x="22298592" y="43865062"/>
                    <a:pt x="22289876" y="43898614"/>
                    <a:pt x="22288096" y="43940273"/>
                  </a:cubicBezTo>
                  <a:cubicBezTo>
                    <a:pt x="22285784" y="43994353"/>
                    <a:pt x="22277828" y="44016774"/>
                    <a:pt x="22249492" y="44049045"/>
                  </a:cubicBezTo>
                  <a:cubicBezTo>
                    <a:pt x="22229864" y="44071403"/>
                    <a:pt x="22207036" y="44117899"/>
                    <a:pt x="22198772" y="44152372"/>
                  </a:cubicBezTo>
                  <a:cubicBezTo>
                    <a:pt x="22190504" y="44186844"/>
                    <a:pt x="22170428" y="44242779"/>
                    <a:pt x="22154156" y="44276671"/>
                  </a:cubicBezTo>
                  <a:cubicBezTo>
                    <a:pt x="22137884" y="44310564"/>
                    <a:pt x="22120792" y="44363463"/>
                    <a:pt x="22116180" y="44394230"/>
                  </a:cubicBezTo>
                  <a:cubicBezTo>
                    <a:pt x="22111304" y="44426764"/>
                    <a:pt x="22092596" y="44469292"/>
                    <a:pt x="22071472" y="44495873"/>
                  </a:cubicBezTo>
                  <a:cubicBezTo>
                    <a:pt x="22028312" y="44550180"/>
                    <a:pt x="22016848" y="44601482"/>
                    <a:pt x="22024432" y="44706322"/>
                  </a:cubicBezTo>
                  <a:cubicBezTo>
                    <a:pt x="22030860" y="44795236"/>
                    <a:pt x="22055976" y="44825464"/>
                    <a:pt x="22134160" y="44838388"/>
                  </a:cubicBezTo>
                  <a:cubicBezTo>
                    <a:pt x="22181116" y="44846152"/>
                    <a:pt x="22188460" y="44849520"/>
                    <a:pt x="22256752" y="44894636"/>
                  </a:cubicBezTo>
                  <a:cubicBezTo>
                    <a:pt x="22277708" y="44908476"/>
                    <a:pt x="22318352" y="44922684"/>
                    <a:pt x="22347080" y="44926204"/>
                  </a:cubicBezTo>
                  <a:cubicBezTo>
                    <a:pt x="22378280" y="44930024"/>
                    <a:pt x="22418088" y="44947520"/>
                    <a:pt x="22445940" y="44969658"/>
                  </a:cubicBezTo>
                  <a:cubicBezTo>
                    <a:pt x="22475832" y="44993412"/>
                    <a:pt x="22509512" y="45007620"/>
                    <a:pt x="22539760" y="45009232"/>
                  </a:cubicBezTo>
                  <a:cubicBezTo>
                    <a:pt x="22618664" y="45013442"/>
                    <a:pt x="22644104" y="45037920"/>
                    <a:pt x="22644104" y="45109648"/>
                  </a:cubicBezTo>
                  <a:cubicBezTo>
                    <a:pt x="22644104" y="45161732"/>
                    <a:pt x="22637084" y="45179896"/>
                    <a:pt x="22599652" y="45224700"/>
                  </a:cubicBezTo>
                  <a:cubicBezTo>
                    <a:pt x="22575204" y="45253960"/>
                    <a:pt x="22555200" y="45287648"/>
                    <a:pt x="22555200" y="45299560"/>
                  </a:cubicBezTo>
                  <a:cubicBezTo>
                    <a:pt x="22555200" y="45338992"/>
                    <a:pt x="22526876" y="45351700"/>
                    <a:pt x="22439008" y="45351700"/>
                  </a:cubicBezTo>
                  <a:cubicBezTo>
                    <a:pt x="22360044" y="45351700"/>
                    <a:pt x="22350468" y="45348684"/>
                    <a:pt x="22317492" y="45313398"/>
                  </a:cubicBezTo>
                  <a:cubicBezTo>
                    <a:pt x="22286664" y="45280414"/>
                    <a:pt x="22269680" y="45273972"/>
                    <a:pt x="22195176" y="45267014"/>
                  </a:cubicBezTo>
                  <a:cubicBezTo>
                    <a:pt x="22110820" y="45259138"/>
                    <a:pt x="22093752" y="45250564"/>
                    <a:pt x="22050500" y="45194368"/>
                  </a:cubicBezTo>
                  <a:cubicBezTo>
                    <a:pt x="22039128" y="45179586"/>
                    <a:pt x="22013672" y="45173900"/>
                    <a:pt x="21958868" y="45173900"/>
                  </a:cubicBezTo>
                  <a:cubicBezTo>
                    <a:pt x="21892208" y="45173900"/>
                    <a:pt x="21877564" y="45169140"/>
                    <a:pt x="21838392" y="45134746"/>
                  </a:cubicBezTo>
                  <a:cubicBezTo>
                    <a:pt x="21805016" y="45105442"/>
                    <a:pt x="21775492" y="45093104"/>
                    <a:pt x="21721064" y="45085720"/>
                  </a:cubicBezTo>
                  <a:cubicBezTo>
                    <a:pt x="21681064" y="45080290"/>
                    <a:pt x="21645928" y="45068624"/>
                    <a:pt x="21642984" y="45059788"/>
                  </a:cubicBezTo>
                  <a:cubicBezTo>
                    <a:pt x="21628132" y="45015236"/>
                    <a:pt x="21589512" y="44996100"/>
                    <a:pt x="21514456" y="44996100"/>
                  </a:cubicBezTo>
                  <a:cubicBezTo>
                    <a:pt x="21447368" y="44996100"/>
                    <a:pt x="21434216" y="44991676"/>
                    <a:pt x="21396980" y="44956592"/>
                  </a:cubicBezTo>
                  <a:cubicBezTo>
                    <a:pt x="21351060" y="44913324"/>
                    <a:pt x="21333864" y="44907200"/>
                    <a:pt x="21258260" y="44907200"/>
                  </a:cubicBezTo>
                  <a:cubicBezTo>
                    <a:pt x="21218064" y="44907200"/>
                    <a:pt x="21200320" y="44899260"/>
                    <a:pt x="21172536" y="44868844"/>
                  </a:cubicBezTo>
                  <a:cubicBezTo>
                    <a:pt x="21142240" y="44835676"/>
                    <a:pt x="21125800" y="44829392"/>
                    <a:pt x="21051044" y="44822408"/>
                  </a:cubicBezTo>
                  <a:cubicBezTo>
                    <a:pt x="20975232" y="44815330"/>
                    <a:pt x="20959356" y="44809108"/>
                    <a:pt x="20922116" y="44771868"/>
                  </a:cubicBezTo>
                  <a:cubicBezTo>
                    <a:pt x="20886296" y="44736048"/>
                    <a:pt x="20870524" y="44729400"/>
                    <a:pt x="20821360" y="44729400"/>
                  </a:cubicBezTo>
                  <a:cubicBezTo>
                    <a:pt x="20772608" y="44729400"/>
                    <a:pt x="20757292" y="44723076"/>
                    <a:pt x="20727768" y="44690748"/>
                  </a:cubicBezTo>
                  <a:cubicBezTo>
                    <a:pt x="20697088" y="44657156"/>
                    <a:pt x="20680448" y="44650813"/>
                    <a:pt x="20600648" y="44642286"/>
                  </a:cubicBezTo>
                  <a:cubicBezTo>
                    <a:pt x="20519484" y="44633614"/>
                    <a:pt x="20504880" y="44627881"/>
                    <a:pt x="20474744" y="44592847"/>
                  </a:cubicBezTo>
                  <a:cubicBezTo>
                    <a:pt x="20455992" y="44571050"/>
                    <a:pt x="20421392" y="44547141"/>
                    <a:pt x="20397848" y="44539719"/>
                  </a:cubicBezTo>
                  <a:lnTo>
                    <a:pt x="20355048" y="44526219"/>
                  </a:lnTo>
                  <a:lnTo>
                    <a:pt x="20360592" y="44449554"/>
                  </a:lnTo>
                  <a:cubicBezTo>
                    <a:pt x="20366120" y="44373174"/>
                    <a:pt x="20376148" y="44352763"/>
                    <a:pt x="20455936" y="44255510"/>
                  </a:cubicBezTo>
                  <a:cubicBezTo>
                    <a:pt x="20495380" y="44207432"/>
                    <a:pt x="20585824" y="44206669"/>
                    <a:pt x="20633168" y="44254012"/>
                  </a:cubicBezTo>
                  <a:cubicBezTo>
                    <a:pt x="20672780" y="44293622"/>
                    <a:pt x="20713816" y="44310300"/>
                    <a:pt x="20771680" y="44310300"/>
                  </a:cubicBezTo>
                  <a:cubicBezTo>
                    <a:pt x="20797796" y="44310300"/>
                    <a:pt x="20825108" y="44320107"/>
                    <a:pt x="20839740" y="44334739"/>
                  </a:cubicBezTo>
                  <a:cubicBezTo>
                    <a:pt x="20877396" y="44372392"/>
                    <a:pt x="20906424" y="44384339"/>
                    <a:pt x="20994440" y="44398400"/>
                  </a:cubicBezTo>
                  <a:cubicBezTo>
                    <a:pt x="21077216" y="44411624"/>
                    <a:pt x="21199804" y="44400778"/>
                    <a:pt x="21222344" y="44378237"/>
                  </a:cubicBezTo>
                  <a:cubicBezTo>
                    <a:pt x="21228844" y="44371741"/>
                    <a:pt x="21234944" y="44335223"/>
                    <a:pt x="21235900" y="44297088"/>
                  </a:cubicBezTo>
                  <a:cubicBezTo>
                    <a:pt x="21237488" y="44233914"/>
                    <a:pt x="21241512" y="44224808"/>
                    <a:pt x="21281200" y="44194642"/>
                  </a:cubicBezTo>
                  <a:cubicBezTo>
                    <a:pt x="21322628" y="44163155"/>
                    <a:pt x="21324800" y="44157556"/>
                    <a:pt x="21325504" y="44080342"/>
                  </a:cubicBezTo>
                  <a:cubicBezTo>
                    <a:pt x="21326232" y="44000682"/>
                    <a:pt x="21327176" y="43998502"/>
                    <a:pt x="21375576" y="43964873"/>
                  </a:cubicBezTo>
                  <a:cubicBezTo>
                    <a:pt x="21423520" y="43931554"/>
                    <a:pt x="21424904" y="43928475"/>
                    <a:pt x="21424904" y="43854948"/>
                  </a:cubicBezTo>
                  <a:cubicBezTo>
                    <a:pt x="21424904" y="43787098"/>
                    <a:pt x="21429480" y="43773821"/>
                    <a:pt x="21469352" y="43726100"/>
                  </a:cubicBezTo>
                  <a:cubicBezTo>
                    <a:pt x="21505256" y="43683126"/>
                    <a:pt x="21513800" y="43662225"/>
                    <a:pt x="21513800" y="43617390"/>
                  </a:cubicBezTo>
                  <a:cubicBezTo>
                    <a:pt x="21513800" y="43573936"/>
                    <a:pt x="21522000" y="43552545"/>
                    <a:pt x="21551568" y="43518869"/>
                  </a:cubicBezTo>
                  <a:cubicBezTo>
                    <a:pt x="21580152" y="43486316"/>
                    <a:pt x="21591420" y="43458150"/>
                    <a:pt x="21597892" y="43403087"/>
                  </a:cubicBezTo>
                  <a:cubicBezTo>
                    <a:pt x="21604536" y="43346532"/>
                    <a:pt x="21615928" y="43318974"/>
                    <a:pt x="21649024" y="43279361"/>
                  </a:cubicBezTo>
                  <a:cubicBezTo>
                    <a:pt x="21684484" y="43236917"/>
                    <a:pt x="21691600" y="43218088"/>
                    <a:pt x="21691600" y="43166742"/>
                  </a:cubicBezTo>
                  <a:cubicBezTo>
                    <a:pt x="21691600" y="43120714"/>
                    <a:pt x="21699624" y="43094461"/>
                    <a:pt x="21723244" y="43063170"/>
                  </a:cubicBezTo>
                  <a:cubicBezTo>
                    <a:pt x="21740648" y="43040114"/>
                    <a:pt x="21761540" y="42987692"/>
                    <a:pt x="21769668" y="42946678"/>
                  </a:cubicBezTo>
                  <a:cubicBezTo>
                    <a:pt x="21780784" y="42890576"/>
                    <a:pt x="21794964" y="42861582"/>
                    <a:pt x="21826920" y="42829624"/>
                  </a:cubicBezTo>
                  <a:cubicBezTo>
                    <a:pt x="21863968" y="42792582"/>
                    <a:pt x="21869400" y="42778877"/>
                    <a:pt x="21869400" y="42722509"/>
                  </a:cubicBezTo>
                  <a:cubicBezTo>
                    <a:pt x="21869400" y="42673963"/>
                    <a:pt x="21877004" y="42647769"/>
                    <a:pt x="21899932" y="42617309"/>
                  </a:cubicBezTo>
                  <a:cubicBezTo>
                    <a:pt x="21916724" y="42595000"/>
                    <a:pt x="21939244" y="42540783"/>
                    <a:pt x="21949976" y="42496826"/>
                  </a:cubicBezTo>
                  <a:cubicBezTo>
                    <a:pt x="21963960" y="42439546"/>
                    <a:pt x="21980496" y="42406621"/>
                    <a:pt x="22008344" y="42380607"/>
                  </a:cubicBezTo>
                  <a:cubicBezTo>
                    <a:pt x="22038820" y="42352140"/>
                    <a:pt x="22047200" y="42333642"/>
                    <a:pt x="22047200" y="42294857"/>
                  </a:cubicBezTo>
                  <a:cubicBezTo>
                    <a:pt x="22047200" y="42249989"/>
                    <a:pt x="22038348" y="42236817"/>
                    <a:pt x="21951624" y="42152652"/>
                  </a:cubicBezTo>
                  <a:cubicBezTo>
                    <a:pt x="21873120" y="42076461"/>
                    <a:pt x="21846956" y="42058676"/>
                    <a:pt x="21805136" y="42053067"/>
                  </a:cubicBezTo>
                  <a:cubicBezTo>
                    <a:pt x="21770836" y="42048466"/>
                    <a:pt x="21745808" y="42035543"/>
                    <a:pt x="21728440" y="42013460"/>
                  </a:cubicBezTo>
                  <a:cubicBezTo>
                    <a:pt x="21706708" y="41985834"/>
                    <a:pt x="21688928" y="41979425"/>
                    <a:pt x="21615280" y="41972672"/>
                  </a:cubicBezTo>
                  <a:cubicBezTo>
                    <a:pt x="21541528" y="41965913"/>
                    <a:pt x="21520800" y="41958425"/>
                    <a:pt x="21482312" y="41924632"/>
                  </a:cubicBezTo>
                  <a:cubicBezTo>
                    <a:pt x="21457236" y="41902614"/>
                    <a:pt x="21426760" y="41884600"/>
                    <a:pt x="21414584" y="41884600"/>
                  </a:cubicBezTo>
                  <a:cubicBezTo>
                    <a:pt x="21371452" y="41884600"/>
                    <a:pt x="21336000" y="41847443"/>
                    <a:pt x="21336000" y="41802236"/>
                  </a:cubicBezTo>
                  <a:cubicBezTo>
                    <a:pt x="21336000" y="41762583"/>
                    <a:pt x="21362124" y="41719500"/>
                    <a:pt x="21386168" y="41719500"/>
                  </a:cubicBezTo>
                  <a:cubicBezTo>
                    <a:pt x="21391808" y="41719500"/>
                    <a:pt x="21403616" y="41702127"/>
                    <a:pt x="21412412" y="41680895"/>
                  </a:cubicBezTo>
                  <a:cubicBezTo>
                    <a:pt x="21421208" y="41659662"/>
                    <a:pt x="21437616" y="41630870"/>
                    <a:pt x="21448876" y="41616914"/>
                  </a:cubicBezTo>
                  <a:cubicBezTo>
                    <a:pt x="21462600" y="41599907"/>
                    <a:pt x="21477728" y="41594168"/>
                    <a:pt x="21494752" y="41599514"/>
                  </a:cubicBezTo>
                  <a:close/>
                  <a:moveTo>
                    <a:pt x="18586152" y="41541998"/>
                  </a:moveTo>
                  <a:cubicBezTo>
                    <a:pt x="18602980" y="41542246"/>
                    <a:pt x="18624136" y="41543203"/>
                    <a:pt x="18651320" y="41544625"/>
                  </a:cubicBezTo>
                  <a:cubicBezTo>
                    <a:pt x="18716972" y="41548060"/>
                    <a:pt x="18778412" y="41557774"/>
                    <a:pt x="18788752" y="41566360"/>
                  </a:cubicBezTo>
                  <a:cubicBezTo>
                    <a:pt x="18811736" y="41585432"/>
                    <a:pt x="18826908" y="41678226"/>
                    <a:pt x="18815524" y="41730068"/>
                  </a:cubicBezTo>
                  <a:cubicBezTo>
                    <a:pt x="18804480" y="41780337"/>
                    <a:pt x="18759496" y="41795704"/>
                    <a:pt x="18623376" y="41795704"/>
                  </a:cubicBezTo>
                  <a:cubicBezTo>
                    <a:pt x="18528924" y="41795704"/>
                    <a:pt x="18516000" y="41792789"/>
                    <a:pt x="18498272" y="41767479"/>
                  </a:cubicBezTo>
                  <a:cubicBezTo>
                    <a:pt x="18467168" y="41723070"/>
                    <a:pt x="18471620" y="41599387"/>
                    <a:pt x="18505548" y="41565461"/>
                  </a:cubicBezTo>
                  <a:cubicBezTo>
                    <a:pt x="18524124" y="41546882"/>
                    <a:pt x="18535668" y="41541253"/>
                    <a:pt x="18586152" y="41541998"/>
                  </a:cubicBezTo>
                  <a:close/>
                  <a:moveTo>
                    <a:pt x="35706052" y="41540036"/>
                  </a:moveTo>
                  <a:lnTo>
                    <a:pt x="35877502" y="41544042"/>
                  </a:lnTo>
                  <a:cubicBezTo>
                    <a:pt x="36043988" y="41547936"/>
                    <a:pt x="36050368" y="41549115"/>
                    <a:pt x="36097916" y="41584793"/>
                  </a:cubicBezTo>
                  <a:cubicBezTo>
                    <a:pt x="36136744" y="41613932"/>
                    <a:pt x="36165732" y="41623383"/>
                    <a:pt x="36237954" y="41630455"/>
                  </a:cubicBezTo>
                  <a:cubicBezTo>
                    <a:pt x="36327834" y="41639255"/>
                    <a:pt x="36385502" y="41658937"/>
                    <a:pt x="36385502" y="41680812"/>
                  </a:cubicBezTo>
                  <a:cubicBezTo>
                    <a:pt x="36385502" y="41686982"/>
                    <a:pt x="36414006" y="41704913"/>
                    <a:pt x="36448840" y="41720658"/>
                  </a:cubicBezTo>
                  <a:cubicBezTo>
                    <a:pt x="36483680" y="41736402"/>
                    <a:pt x="36515140" y="41758606"/>
                    <a:pt x="36518756" y="41770003"/>
                  </a:cubicBezTo>
                  <a:cubicBezTo>
                    <a:pt x="36522374" y="41781398"/>
                    <a:pt x="36547300" y="41813579"/>
                    <a:pt x="36574144" y="41841518"/>
                  </a:cubicBezTo>
                  <a:cubicBezTo>
                    <a:pt x="36616224" y="41885311"/>
                    <a:pt x="36624170" y="41903022"/>
                    <a:pt x="36631736" y="41969898"/>
                  </a:cubicBezTo>
                  <a:cubicBezTo>
                    <a:pt x="36637864" y="42024081"/>
                    <a:pt x="36650316" y="42060262"/>
                    <a:pt x="36673026" y="42089866"/>
                  </a:cubicBezTo>
                  <a:cubicBezTo>
                    <a:pt x="36702670" y="42128512"/>
                    <a:pt x="36705672" y="42143605"/>
                    <a:pt x="36707058" y="42260897"/>
                  </a:cubicBezTo>
                  <a:cubicBezTo>
                    <a:pt x="36708506" y="42383464"/>
                    <a:pt x="36706832" y="42392061"/>
                    <a:pt x="36671600" y="42442899"/>
                  </a:cubicBezTo>
                  <a:cubicBezTo>
                    <a:pt x="36643750" y="42483085"/>
                    <a:pt x="36633276" y="42514882"/>
                    <a:pt x="36629164" y="42571725"/>
                  </a:cubicBezTo>
                  <a:cubicBezTo>
                    <a:pt x="36624772" y="42632462"/>
                    <a:pt x="36617760" y="42651869"/>
                    <a:pt x="36593240" y="42671158"/>
                  </a:cubicBezTo>
                  <a:cubicBezTo>
                    <a:pt x="36576486" y="42684338"/>
                    <a:pt x="36553564" y="42711351"/>
                    <a:pt x="36542304" y="42731185"/>
                  </a:cubicBezTo>
                  <a:cubicBezTo>
                    <a:pt x="36531048" y="42751023"/>
                    <a:pt x="36503480" y="42787253"/>
                    <a:pt x="36481040" y="42811701"/>
                  </a:cubicBezTo>
                  <a:cubicBezTo>
                    <a:pt x="36458604" y="42836149"/>
                    <a:pt x="36430798" y="42879666"/>
                    <a:pt x="36419252" y="42908405"/>
                  </a:cubicBezTo>
                  <a:lnTo>
                    <a:pt x="36398258" y="42960656"/>
                  </a:lnTo>
                  <a:lnTo>
                    <a:pt x="36457152" y="42968730"/>
                  </a:lnTo>
                  <a:cubicBezTo>
                    <a:pt x="36489544" y="42973167"/>
                    <a:pt x="36550968" y="42974029"/>
                    <a:pt x="36593652" y="42970637"/>
                  </a:cubicBezTo>
                  <a:cubicBezTo>
                    <a:pt x="36673880" y="42964265"/>
                    <a:pt x="36690276" y="42969533"/>
                    <a:pt x="36764048" y="43025381"/>
                  </a:cubicBezTo>
                  <a:cubicBezTo>
                    <a:pt x="36792880" y="43047206"/>
                    <a:pt x="36828048" y="43057295"/>
                    <a:pt x="36898852" y="43064061"/>
                  </a:cubicBezTo>
                  <a:cubicBezTo>
                    <a:pt x="36979784" y="43071791"/>
                    <a:pt x="37000438" y="43078761"/>
                    <a:pt x="37032008" y="43109007"/>
                  </a:cubicBezTo>
                  <a:cubicBezTo>
                    <a:pt x="37058596" y="43134481"/>
                    <a:pt x="37086858" y="43146775"/>
                    <a:pt x="37130002" y="43151637"/>
                  </a:cubicBezTo>
                  <a:cubicBezTo>
                    <a:pt x="37185352" y="43157875"/>
                    <a:pt x="37199282" y="43167155"/>
                    <a:pt x="37289896" y="43258136"/>
                  </a:cubicBezTo>
                  <a:cubicBezTo>
                    <a:pt x="37344492" y="43312951"/>
                    <a:pt x="37394412" y="43357801"/>
                    <a:pt x="37400826" y="43357801"/>
                  </a:cubicBezTo>
                  <a:cubicBezTo>
                    <a:pt x="37407240" y="43357801"/>
                    <a:pt x="37416320" y="43369862"/>
                    <a:pt x="37420998" y="43384606"/>
                  </a:cubicBezTo>
                  <a:cubicBezTo>
                    <a:pt x="37425676" y="43399346"/>
                    <a:pt x="37445308" y="43429350"/>
                    <a:pt x="37464618" y="43451281"/>
                  </a:cubicBezTo>
                  <a:cubicBezTo>
                    <a:pt x="37483932" y="43473208"/>
                    <a:pt x="37503980" y="43505439"/>
                    <a:pt x="37509168" y="43522901"/>
                  </a:cubicBezTo>
                  <a:cubicBezTo>
                    <a:pt x="37514356" y="43540364"/>
                    <a:pt x="37534840" y="43571797"/>
                    <a:pt x="37554684" y="43592751"/>
                  </a:cubicBezTo>
                  <a:cubicBezTo>
                    <a:pt x="37593360" y="43633595"/>
                    <a:pt x="37591392" y="43619875"/>
                    <a:pt x="37601434" y="43918573"/>
                  </a:cubicBezTo>
                  <a:cubicBezTo>
                    <a:pt x="37604612" y="44013119"/>
                    <a:pt x="37603476" y="44017262"/>
                    <a:pt x="37560252" y="44069001"/>
                  </a:cubicBezTo>
                  <a:cubicBezTo>
                    <a:pt x="37535804" y="44098261"/>
                    <a:pt x="37515802" y="44132554"/>
                    <a:pt x="37515802" y="44145201"/>
                  </a:cubicBezTo>
                  <a:cubicBezTo>
                    <a:pt x="37515802" y="44157848"/>
                    <a:pt x="37493228" y="44190169"/>
                    <a:pt x="37465636" y="44217023"/>
                  </a:cubicBezTo>
                  <a:cubicBezTo>
                    <a:pt x="37438042" y="44243880"/>
                    <a:pt x="37393754" y="44293403"/>
                    <a:pt x="37367210" y="44327075"/>
                  </a:cubicBezTo>
                  <a:cubicBezTo>
                    <a:pt x="37340668" y="44360751"/>
                    <a:pt x="37302832" y="44403613"/>
                    <a:pt x="37283128" y="44422325"/>
                  </a:cubicBezTo>
                  <a:cubicBezTo>
                    <a:pt x="37263424" y="44441040"/>
                    <a:pt x="37242516" y="44477230"/>
                    <a:pt x="37236662" y="44502751"/>
                  </a:cubicBezTo>
                  <a:cubicBezTo>
                    <a:pt x="37229920" y="44532163"/>
                    <a:pt x="37216684" y="44552116"/>
                    <a:pt x="37200522" y="44557247"/>
                  </a:cubicBezTo>
                  <a:cubicBezTo>
                    <a:pt x="37186498" y="44561697"/>
                    <a:pt x="37169396" y="44581491"/>
                    <a:pt x="37162512" y="44601229"/>
                  </a:cubicBezTo>
                  <a:cubicBezTo>
                    <a:pt x="37154748" y="44623510"/>
                    <a:pt x="37137810" y="44640182"/>
                    <a:pt x="37117848" y="44645189"/>
                  </a:cubicBezTo>
                  <a:cubicBezTo>
                    <a:pt x="37100164" y="44649629"/>
                    <a:pt x="37081906" y="44665197"/>
                    <a:pt x="37077274" y="44679789"/>
                  </a:cubicBezTo>
                  <a:cubicBezTo>
                    <a:pt x="37071770" y="44697136"/>
                    <a:pt x="37052792" y="44709924"/>
                    <a:pt x="37022452" y="44716732"/>
                  </a:cubicBezTo>
                  <a:cubicBezTo>
                    <a:pt x="36986910" y="44724708"/>
                    <a:pt x="36970956" y="44737548"/>
                    <a:pt x="36954264" y="44771616"/>
                  </a:cubicBezTo>
                  <a:cubicBezTo>
                    <a:pt x="36939260" y="44802240"/>
                    <a:pt x="36921028" y="44818604"/>
                    <a:pt x="36895724" y="44824164"/>
                  </a:cubicBezTo>
                  <a:cubicBezTo>
                    <a:pt x="36875508" y="44828600"/>
                    <a:pt x="36843384" y="44848508"/>
                    <a:pt x="36824332" y="44868392"/>
                  </a:cubicBezTo>
                  <a:cubicBezTo>
                    <a:pt x="36798202" y="44895668"/>
                    <a:pt x="36773152" y="44906616"/>
                    <a:pt x="36722390" y="44912960"/>
                  </a:cubicBezTo>
                  <a:cubicBezTo>
                    <a:pt x="36669980" y="44919508"/>
                    <a:pt x="36647732" y="44929632"/>
                    <a:pt x="36621800" y="44958732"/>
                  </a:cubicBezTo>
                  <a:cubicBezTo>
                    <a:pt x="36594160" y="44989752"/>
                    <a:pt x="36578676" y="44996100"/>
                    <a:pt x="36530620" y="44996100"/>
                  </a:cubicBezTo>
                  <a:cubicBezTo>
                    <a:pt x="36466880" y="44996100"/>
                    <a:pt x="36429296" y="45011660"/>
                    <a:pt x="36397164" y="45051336"/>
                  </a:cubicBezTo>
                  <a:cubicBezTo>
                    <a:pt x="36380308" y="45072148"/>
                    <a:pt x="36354834" y="45079264"/>
                    <a:pt x="36271532" y="45086424"/>
                  </a:cubicBezTo>
                  <a:cubicBezTo>
                    <a:pt x="36180660" y="45094236"/>
                    <a:pt x="36162160" y="45100076"/>
                    <a:pt x="36129624" y="45131248"/>
                  </a:cubicBezTo>
                  <a:lnTo>
                    <a:pt x="36092208" y="45167096"/>
                  </a:lnTo>
                  <a:lnTo>
                    <a:pt x="35791182" y="45172336"/>
                  </a:lnTo>
                  <a:cubicBezTo>
                    <a:pt x="35625612" y="45175220"/>
                    <a:pt x="35419880" y="45176160"/>
                    <a:pt x="35333992" y="45174428"/>
                  </a:cubicBezTo>
                  <a:cubicBezTo>
                    <a:pt x="35189392" y="45171508"/>
                    <a:pt x="35175108" y="45168984"/>
                    <a:pt x="35141032" y="45140312"/>
                  </a:cubicBezTo>
                  <a:cubicBezTo>
                    <a:pt x="35120792" y="45123280"/>
                    <a:pt x="35076764" y="45098076"/>
                    <a:pt x="35043192" y="45084296"/>
                  </a:cubicBezTo>
                  <a:cubicBezTo>
                    <a:pt x="35007400" y="45069608"/>
                    <a:pt x="34976140" y="45046728"/>
                    <a:pt x="34967616" y="45028980"/>
                  </a:cubicBezTo>
                  <a:cubicBezTo>
                    <a:pt x="34959044" y="45011124"/>
                    <a:pt x="34937212" y="44995224"/>
                    <a:pt x="34914398" y="44990208"/>
                  </a:cubicBezTo>
                  <a:cubicBezTo>
                    <a:pt x="34878868" y="44982408"/>
                    <a:pt x="34861656" y="44964232"/>
                    <a:pt x="34797220" y="44866472"/>
                  </a:cubicBezTo>
                  <a:cubicBezTo>
                    <a:pt x="34789360" y="44854548"/>
                    <a:pt x="34775168" y="44763112"/>
                    <a:pt x="34765680" y="44663272"/>
                  </a:cubicBezTo>
                  <a:cubicBezTo>
                    <a:pt x="34751312" y="44512047"/>
                    <a:pt x="34751220" y="44454562"/>
                    <a:pt x="34765124" y="44318843"/>
                  </a:cubicBezTo>
                  <a:cubicBezTo>
                    <a:pt x="34775020" y="44222204"/>
                    <a:pt x="34790372" y="44139546"/>
                    <a:pt x="34802858" y="44115643"/>
                  </a:cubicBezTo>
                  <a:cubicBezTo>
                    <a:pt x="34845990" y="44033065"/>
                    <a:pt x="34886998" y="43979512"/>
                    <a:pt x="34917868" y="43965448"/>
                  </a:cubicBezTo>
                  <a:cubicBezTo>
                    <a:pt x="34935680" y="43957330"/>
                    <a:pt x="34955576" y="43933056"/>
                    <a:pt x="34963102" y="43910251"/>
                  </a:cubicBezTo>
                  <a:cubicBezTo>
                    <a:pt x="34970552" y="43887673"/>
                    <a:pt x="34990512" y="43863175"/>
                    <a:pt x="35007918" y="43855244"/>
                  </a:cubicBezTo>
                  <a:cubicBezTo>
                    <a:pt x="35026394" y="43846825"/>
                    <a:pt x="35039302" y="43830271"/>
                    <a:pt x="35039302" y="43814989"/>
                  </a:cubicBezTo>
                  <a:cubicBezTo>
                    <a:pt x="35039302" y="43800714"/>
                    <a:pt x="35062808" y="43763534"/>
                    <a:pt x="35091538" y="43732364"/>
                  </a:cubicBezTo>
                  <a:cubicBezTo>
                    <a:pt x="35162948" y="43654896"/>
                    <a:pt x="35153596" y="43635784"/>
                    <a:pt x="35049056" y="43645548"/>
                  </a:cubicBezTo>
                  <a:cubicBezTo>
                    <a:pt x="34974172" y="43652540"/>
                    <a:pt x="34965924" y="43650636"/>
                    <a:pt x="34926168" y="43617184"/>
                  </a:cubicBezTo>
                  <a:cubicBezTo>
                    <a:pt x="34889044" y="43585945"/>
                    <a:pt x="34869824" y="43580411"/>
                    <a:pt x="34777042" y="43574250"/>
                  </a:cubicBezTo>
                  <a:cubicBezTo>
                    <a:pt x="34676490" y="43567574"/>
                    <a:pt x="34668592" y="43564889"/>
                    <a:pt x="34635840" y="43526234"/>
                  </a:cubicBezTo>
                  <a:cubicBezTo>
                    <a:pt x="34616764" y="43503718"/>
                    <a:pt x="34582580" y="43479390"/>
                    <a:pt x="34559876" y="43472175"/>
                  </a:cubicBezTo>
                  <a:cubicBezTo>
                    <a:pt x="34537162" y="43464957"/>
                    <a:pt x="34518602" y="43450378"/>
                    <a:pt x="34518602" y="43439753"/>
                  </a:cubicBezTo>
                  <a:cubicBezTo>
                    <a:pt x="34518602" y="43429133"/>
                    <a:pt x="34498600" y="43408641"/>
                    <a:pt x="34474152" y="43394217"/>
                  </a:cubicBezTo>
                  <a:cubicBezTo>
                    <a:pt x="34448816" y="43379269"/>
                    <a:pt x="34429702" y="43357888"/>
                    <a:pt x="34429702" y="43344493"/>
                  </a:cubicBezTo>
                  <a:cubicBezTo>
                    <a:pt x="34429702" y="43331567"/>
                    <a:pt x="34409852" y="43305854"/>
                    <a:pt x="34385592" y="43287349"/>
                  </a:cubicBezTo>
                  <a:cubicBezTo>
                    <a:pt x="34355352" y="43264284"/>
                    <a:pt x="34338792" y="43239362"/>
                    <a:pt x="34332928" y="43208083"/>
                  </a:cubicBezTo>
                  <a:cubicBezTo>
                    <a:pt x="34328056" y="43182128"/>
                    <a:pt x="34308798" y="43148235"/>
                    <a:pt x="34288252" y="43129474"/>
                  </a:cubicBezTo>
                  <a:cubicBezTo>
                    <a:pt x="34263820" y="43107159"/>
                    <a:pt x="34248468" y="43076826"/>
                    <a:pt x="34240784" y="43035690"/>
                  </a:cubicBezTo>
                  <a:cubicBezTo>
                    <a:pt x="34233922" y="42998973"/>
                    <a:pt x="34216270" y="42961162"/>
                    <a:pt x="34196212" y="42940226"/>
                  </a:cubicBezTo>
                  <a:cubicBezTo>
                    <a:pt x="34164876" y="42907515"/>
                    <a:pt x="34163002" y="42898325"/>
                    <a:pt x="34163002" y="42777142"/>
                  </a:cubicBezTo>
                  <a:cubicBezTo>
                    <a:pt x="34163002" y="42653543"/>
                    <a:pt x="34164240" y="42647816"/>
                    <a:pt x="34195952" y="42624717"/>
                  </a:cubicBezTo>
                  <a:cubicBezTo>
                    <a:pt x="34224092" y="42604219"/>
                    <a:pt x="34230408" y="42587005"/>
                    <a:pt x="34239212" y="42506830"/>
                  </a:cubicBezTo>
                  <a:cubicBezTo>
                    <a:pt x="34247148" y="42434496"/>
                    <a:pt x="34256936" y="42404048"/>
                    <a:pt x="34281852" y="42374199"/>
                  </a:cubicBezTo>
                  <a:cubicBezTo>
                    <a:pt x="34299632" y="42352886"/>
                    <a:pt x="34320716" y="42322894"/>
                    <a:pt x="34328700" y="42307546"/>
                  </a:cubicBezTo>
                  <a:cubicBezTo>
                    <a:pt x="34336688" y="42292195"/>
                    <a:pt x="34357420" y="42270332"/>
                    <a:pt x="34374778" y="42258960"/>
                  </a:cubicBezTo>
                  <a:cubicBezTo>
                    <a:pt x="34392632" y="42247261"/>
                    <a:pt x="34410028" y="42220388"/>
                    <a:pt x="34414844" y="42197066"/>
                  </a:cubicBezTo>
                  <a:cubicBezTo>
                    <a:pt x="34424236" y="42151574"/>
                    <a:pt x="34506404" y="42087801"/>
                    <a:pt x="34555632" y="42087801"/>
                  </a:cubicBezTo>
                  <a:cubicBezTo>
                    <a:pt x="34573316" y="42087801"/>
                    <a:pt x="34592064" y="42072366"/>
                    <a:pt x="34608768" y="42044061"/>
                  </a:cubicBezTo>
                  <a:cubicBezTo>
                    <a:pt x="34624792" y="42016897"/>
                    <a:pt x="34650712" y="41994994"/>
                    <a:pt x="34677148" y="41986269"/>
                  </a:cubicBezTo>
                  <a:cubicBezTo>
                    <a:pt x="34700564" y="41978539"/>
                    <a:pt x="34728436" y="41958916"/>
                    <a:pt x="34739088" y="41942659"/>
                  </a:cubicBezTo>
                  <a:cubicBezTo>
                    <a:pt x="34752604" y="41922031"/>
                    <a:pt x="34775836" y="41910497"/>
                    <a:pt x="34815982" y="41904476"/>
                  </a:cubicBezTo>
                  <a:cubicBezTo>
                    <a:pt x="34858992" y="41898027"/>
                    <a:pt x="34879960" y="41886787"/>
                    <a:pt x="34899072" y="41859945"/>
                  </a:cubicBezTo>
                  <a:cubicBezTo>
                    <a:pt x="34915072" y="41837475"/>
                    <a:pt x="34944904" y="41818447"/>
                    <a:pt x="34978796" y="41809096"/>
                  </a:cubicBezTo>
                  <a:cubicBezTo>
                    <a:pt x="35010140" y="41800448"/>
                    <a:pt x="35046324" y="41778397"/>
                    <a:pt x="35064702" y="41756748"/>
                  </a:cubicBezTo>
                  <a:cubicBezTo>
                    <a:pt x="35093856" y="41722397"/>
                    <a:pt x="35104510" y="41718924"/>
                    <a:pt x="35195040" y="41714239"/>
                  </a:cubicBezTo>
                  <a:cubicBezTo>
                    <a:pt x="35285792" y="41709545"/>
                    <a:pt x="35296544" y="41706017"/>
                    <a:pt x="35330312" y="41669870"/>
                  </a:cubicBezTo>
                  <a:cubicBezTo>
                    <a:pt x="35365484" y="41632216"/>
                    <a:pt x="35371232" y="41630601"/>
                    <a:pt x="35470088" y="41630601"/>
                  </a:cubicBezTo>
                  <a:cubicBezTo>
                    <a:pt x="35567380" y="41630601"/>
                    <a:pt x="35576920" y="41628052"/>
                    <a:pt x="35639616" y="41585317"/>
                  </a:cubicBezTo>
                  <a:close/>
                  <a:moveTo>
                    <a:pt x="39532944" y="41531964"/>
                  </a:moveTo>
                  <a:cubicBezTo>
                    <a:pt x="39547060" y="41531672"/>
                    <a:pt x="39563392" y="41531817"/>
                    <a:pt x="39582276" y="41532358"/>
                  </a:cubicBezTo>
                  <a:cubicBezTo>
                    <a:pt x="39670332" y="41534882"/>
                    <a:pt x="39690942" y="41539691"/>
                    <a:pt x="39714428" y="41563181"/>
                  </a:cubicBezTo>
                  <a:cubicBezTo>
                    <a:pt x="39738436" y="41587195"/>
                    <a:pt x="39741546" y="41601690"/>
                    <a:pt x="39737100" y="41668929"/>
                  </a:cubicBezTo>
                  <a:cubicBezTo>
                    <a:pt x="39729596" y="41782460"/>
                    <a:pt x="39715440" y="41795700"/>
                    <a:pt x="39601546" y="41795700"/>
                  </a:cubicBezTo>
                  <a:cubicBezTo>
                    <a:pt x="39515416" y="41795700"/>
                    <a:pt x="39504796" y="41792748"/>
                    <a:pt x="39471652" y="41759606"/>
                  </a:cubicBezTo>
                  <a:cubicBezTo>
                    <a:pt x="39403288" y="41691244"/>
                    <a:pt x="39396674" y="41598320"/>
                    <a:pt x="39456556" y="41547517"/>
                  </a:cubicBezTo>
                  <a:cubicBezTo>
                    <a:pt x="39468174" y="41537659"/>
                    <a:pt x="39490594" y="41532842"/>
                    <a:pt x="39532944" y="41531964"/>
                  </a:cubicBezTo>
                  <a:close/>
                  <a:moveTo>
                    <a:pt x="17913156" y="41530460"/>
                  </a:moveTo>
                  <a:cubicBezTo>
                    <a:pt x="17986416" y="41526758"/>
                    <a:pt x="18081760" y="41557448"/>
                    <a:pt x="18098108" y="41600441"/>
                  </a:cubicBezTo>
                  <a:cubicBezTo>
                    <a:pt x="18104760" y="41617937"/>
                    <a:pt x="18110200" y="41675003"/>
                    <a:pt x="18110200" y="41727255"/>
                  </a:cubicBezTo>
                  <a:cubicBezTo>
                    <a:pt x="18110200" y="41811184"/>
                    <a:pt x="18106568" y="41825887"/>
                    <a:pt x="18079028" y="41853427"/>
                  </a:cubicBezTo>
                  <a:cubicBezTo>
                    <a:pt x="18050624" y="41881831"/>
                    <a:pt x="18037864" y="41884600"/>
                    <a:pt x="17935408" y="41884600"/>
                  </a:cubicBezTo>
                  <a:cubicBezTo>
                    <a:pt x="17775204" y="41884600"/>
                    <a:pt x="17760952" y="41871788"/>
                    <a:pt x="17760952" y="41727806"/>
                  </a:cubicBezTo>
                  <a:cubicBezTo>
                    <a:pt x="17760952" y="41613398"/>
                    <a:pt x="17769240" y="41596704"/>
                    <a:pt x="17850996" y="41546444"/>
                  </a:cubicBezTo>
                  <a:cubicBezTo>
                    <a:pt x="17866768" y="41536749"/>
                    <a:pt x="17888736" y="41531694"/>
                    <a:pt x="17913156" y="41530460"/>
                  </a:cubicBezTo>
                  <a:close/>
                  <a:moveTo>
                    <a:pt x="19508696" y="41266439"/>
                  </a:moveTo>
                  <a:cubicBezTo>
                    <a:pt x="19522196" y="41265543"/>
                    <a:pt x="19539800" y="41267919"/>
                    <a:pt x="19566556" y="41273230"/>
                  </a:cubicBezTo>
                  <a:cubicBezTo>
                    <a:pt x="19602696" y="41280404"/>
                    <a:pt x="19644024" y="41293619"/>
                    <a:pt x="19658404" y="41302601"/>
                  </a:cubicBezTo>
                  <a:cubicBezTo>
                    <a:pt x="19712096" y="41336131"/>
                    <a:pt x="19728500" y="41460102"/>
                    <a:pt x="19685000" y="41503600"/>
                  </a:cubicBezTo>
                  <a:cubicBezTo>
                    <a:pt x="19647048" y="41541551"/>
                    <a:pt x="19507400" y="41540261"/>
                    <a:pt x="19473832" y="41501647"/>
                  </a:cubicBezTo>
                  <a:cubicBezTo>
                    <a:pt x="19438424" y="41460924"/>
                    <a:pt x="19439552" y="41306242"/>
                    <a:pt x="19475452" y="41279270"/>
                  </a:cubicBezTo>
                  <a:cubicBezTo>
                    <a:pt x="19485796" y="41271499"/>
                    <a:pt x="19495192" y="41267334"/>
                    <a:pt x="19508696" y="41266439"/>
                  </a:cubicBezTo>
                  <a:close/>
                  <a:moveTo>
                    <a:pt x="40518004" y="41186100"/>
                  </a:moveTo>
                  <a:cubicBezTo>
                    <a:pt x="40623256" y="41186100"/>
                    <a:pt x="40640002" y="41203680"/>
                    <a:pt x="40640002" y="41314160"/>
                  </a:cubicBezTo>
                  <a:cubicBezTo>
                    <a:pt x="40640002" y="41430398"/>
                    <a:pt x="40624748" y="41445411"/>
                    <a:pt x="40515536" y="41436646"/>
                  </a:cubicBezTo>
                  <a:cubicBezTo>
                    <a:pt x="40410984" y="41428253"/>
                    <a:pt x="40395012" y="41412161"/>
                    <a:pt x="40388416" y="41308589"/>
                  </a:cubicBezTo>
                  <a:cubicBezTo>
                    <a:pt x="40383740" y="41235111"/>
                    <a:pt x="40386014" y="41225632"/>
                    <a:pt x="40412856" y="41206831"/>
                  </a:cubicBezTo>
                  <a:cubicBezTo>
                    <a:pt x="40432180" y="41193296"/>
                    <a:pt x="40468680" y="41186100"/>
                    <a:pt x="40518004" y="41186100"/>
                  </a:cubicBezTo>
                  <a:close/>
                  <a:moveTo>
                    <a:pt x="38551180" y="41177311"/>
                  </a:moveTo>
                  <a:cubicBezTo>
                    <a:pt x="38604708" y="41176006"/>
                    <a:pt x="38671744" y="41203744"/>
                    <a:pt x="38716516" y="41250195"/>
                  </a:cubicBezTo>
                  <a:cubicBezTo>
                    <a:pt x="38750032" y="41284968"/>
                    <a:pt x="38754570" y="41299380"/>
                    <a:pt x="38758876" y="41384742"/>
                  </a:cubicBezTo>
                  <a:cubicBezTo>
                    <a:pt x="38765152" y="41509125"/>
                    <a:pt x="38763648" y="41509950"/>
                    <a:pt x="38530884" y="41509950"/>
                  </a:cubicBezTo>
                  <a:cubicBezTo>
                    <a:pt x="38386778" y="41509950"/>
                    <a:pt x="38350740" y="41506338"/>
                    <a:pt x="38340748" y="41490900"/>
                  </a:cubicBezTo>
                  <a:cubicBezTo>
                    <a:pt x="38333966" y="41480423"/>
                    <a:pt x="38329888" y="41431877"/>
                    <a:pt x="38331688" y="41383024"/>
                  </a:cubicBezTo>
                  <a:cubicBezTo>
                    <a:pt x="38334848" y="41297027"/>
                    <a:pt x="38336232" y="41293588"/>
                    <a:pt x="38375184" y="41275074"/>
                  </a:cubicBezTo>
                  <a:cubicBezTo>
                    <a:pt x="38397312" y="41264554"/>
                    <a:pt x="38430288" y="41243473"/>
                    <a:pt x="38448460" y="41228225"/>
                  </a:cubicBezTo>
                  <a:cubicBezTo>
                    <a:pt x="38466636" y="41212976"/>
                    <a:pt x="38491396" y="41195182"/>
                    <a:pt x="38503480" y="41188680"/>
                  </a:cubicBezTo>
                  <a:cubicBezTo>
                    <a:pt x="38516996" y="41181408"/>
                    <a:pt x="38533338" y="41177746"/>
                    <a:pt x="38551180" y="41177311"/>
                  </a:cubicBezTo>
                  <a:close/>
                  <a:moveTo>
                    <a:pt x="39133568" y="41124330"/>
                  </a:moveTo>
                  <a:cubicBezTo>
                    <a:pt x="39153672" y="41126363"/>
                    <a:pt x="39179738" y="41136525"/>
                    <a:pt x="39217260" y="41155371"/>
                  </a:cubicBezTo>
                  <a:cubicBezTo>
                    <a:pt x="39291476" y="41192649"/>
                    <a:pt x="39299768" y="41211104"/>
                    <a:pt x="39288128" y="41313101"/>
                  </a:cubicBezTo>
                  <a:cubicBezTo>
                    <a:pt x="39275280" y="41425665"/>
                    <a:pt x="39267856" y="41433627"/>
                    <a:pt x="39177720" y="41431556"/>
                  </a:cubicBezTo>
                  <a:cubicBezTo>
                    <a:pt x="39081288" y="41429339"/>
                    <a:pt x="39062880" y="41412673"/>
                    <a:pt x="39055252" y="41320685"/>
                  </a:cubicBezTo>
                  <a:cubicBezTo>
                    <a:pt x="39048184" y="41235459"/>
                    <a:pt x="39059658" y="41168059"/>
                    <a:pt x="39085656" y="41142060"/>
                  </a:cubicBezTo>
                  <a:cubicBezTo>
                    <a:pt x="39099324" y="41128391"/>
                    <a:pt x="39113464" y="41122296"/>
                    <a:pt x="39133568" y="41124330"/>
                  </a:cubicBezTo>
                  <a:close/>
                  <a:moveTo>
                    <a:pt x="41359534" y="41001972"/>
                  </a:moveTo>
                  <a:cubicBezTo>
                    <a:pt x="41400092" y="40999620"/>
                    <a:pt x="41463038" y="41013995"/>
                    <a:pt x="41484552" y="41034972"/>
                  </a:cubicBezTo>
                  <a:cubicBezTo>
                    <a:pt x="41506472" y="41056348"/>
                    <a:pt x="41510440" y="41079280"/>
                    <a:pt x="41513504" y="41202298"/>
                  </a:cubicBezTo>
                  <a:cubicBezTo>
                    <a:pt x="41517752" y="41372803"/>
                    <a:pt x="41507376" y="41400553"/>
                    <a:pt x="41429700" y="41426471"/>
                  </a:cubicBezTo>
                  <a:cubicBezTo>
                    <a:pt x="41363876" y="41448432"/>
                    <a:pt x="41314496" y="41435078"/>
                    <a:pt x="41291582" y="41389121"/>
                  </a:cubicBezTo>
                  <a:cubicBezTo>
                    <a:pt x="41282944" y="41371789"/>
                    <a:pt x="41258158" y="41343152"/>
                    <a:pt x="41236508" y="41325482"/>
                  </a:cubicBezTo>
                  <a:cubicBezTo>
                    <a:pt x="41167368" y="41269054"/>
                    <a:pt x="41167060" y="41136154"/>
                    <a:pt x="41236012" y="41112118"/>
                  </a:cubicBezTo>
                  <a:cubicBezTo>
                    <a:pt x="41256560" y="41104955"/>
                    <a:pt x="41282236" y="41081958"/>
                    <a:pt x="41293068" y="41061014"/>
                  </a:cubicBezTo>
                  <a:cubicBezTo>
                    <a:pt x="41303896" y="41040070"/>
                    <a:pt x="41319980" y="41017237"/>
                    <a:pt x="41328804" y="41010273"/>
                  </a:cubicBezTo>
                  <a:cubicBezTo>
                    <a:pt x="41334984" y="41005397"/>
                    <a:pt x="41346016" y="41002755"/>
                    <a:pt x="41359534" y="41001972"/>
                  </a:cubicBezTo>
                  <a:close/>
                  <a:moveTo>
                    <a:pt x="16481980" y="40914028"/>
                  </a:moveTo>
                  <a:cubicBezTo>
                    <a:pt x="16514096" y="40916894"/>
                    <a:pt x="16548000" y="40925726"/>
                    <a:pt x="16567152" y="40939049"/>
                  </a:cubicBezTo>
                  <a:cubicBezTo>
                    <a:pt x="16667204" y="41008642"/>
                    <a:pt x="16667952" y="41010118"/>
                    <a:pt x="16679444" y="41160906"/>
                  </a:cubicBezTo>
                  <a:lnTo>
                    <a:pt x="16690136" y="41301185"/>
                  </a:lnTo>
                  <a:lnTo>
                    <a:pt x="16644520" y="41342972"/>
                  </a:lnTo>
                  <a:cubicBezTo>
                    <a:pt x="16619432" y="41365950"/>
                    <a:pt x="16598904" y="41391292"/>
                    <a:pt x="16598904" y="41399282"/>
                  </a:cubicBezTo>
                  <a:cubicBezTo>
                    <a:pt x="16598904" y="41444188"/>
                    <a:pt x="16423864" y="41458177"/>
                    <a:pt x="16387912" y="41416143"/>
                  </a:cubicBezTo>
                  <a:cubicBezTo>
                    <a:pt x="16376640" y="41402968"/>
                    <a:pt x="16353128" y="41377900"/>
                    <a:pt x="16335664" y="41360438"/>
                  </a:cubicBezTo>
                  <a:cubicBezTo>
                    <a:pt x="16318204" y="41342975"/>
                    <a:pt x="16293136" y="41319467"/>
                    <a:pt x="16279960" y="41308193"/>
                  </a:cubicBezTo>
                  <a:cubicBezTo>
                    <a:pt x="16261240" y="41292181"/>
                    <a:pt x="16254652" y="41264788"/>
                    <a:pt x="16249828" y="41182926"/>
                  </a:cubicBezTo>
                  <a:cubicBezTo>
                    <a:pt x="16242976" y="41066756"/>
                    <a:pt x="16251812" y="41042076"/>
                    <a:pt x="16307136" y="41022787"/>
                  </a:cubicBezTo>
                  <a:cubicBezTo>
                    <a:pt x="16326872" y="41015907"/>
                    <a:pt x="16353044" y="40994981"/>
                    <a:pt x="16365296" y="40976287"/>
                  </a:cubicBezTo>
                  <a:cubicBezTo>
                    <a:pt x="16377544" y="40957591"/>
                    <a:pt x="16396544" y="40934423"/>
                    <a:pt x="16407512" y="40924802"/>
                  </a:cubicBezTo>
                  <a:cubicBezTo>
                    <a:pt x="16419532" y="40914261"/>
                    <a:pt x="16449864" y="40911162"/>
                    <a:pt x="16481980" y="40914028"/>
                  </a:cubicBezTo>
                  <a:close/>
                  <a:moveTo>
                    <a:pt x="17277988" y="40843200"/>
                  </a:moveTo>
                  <a:cubicBezTo>
                    <a:pt x="17339576" y="40843200"/>
                    <a:pt x="17349200" y="40847035"/>
                    <a:pt x="17373580" y="40881269"/>
                  </a:cubicBezTo>
                  <a:cubicBezTo>
                    <a:pt x="17388488" y="40902207"/>
                    <a:pt x="17414744" y="40922866"/>
                    <a:pt x="17431928" y="40927179"/>
                  </a:cubicBezTo>
                  <a:cubicBezTo>
                    <a:pt x="17473380" y="40937585"/>
                    <a:pt x="17489328" y="40970643"/>
                    <a:pt x="17481376" y="41029691"/>
                  </a:cubicBezTo>
                  <a:cubicBezTo>
                    <a:pt x="17477792" y="41056344"/>
                    <a:pt x="17474272" y="41093833"/>
                    <a:pt x="17473564" y="41113004"/>
                  </a:cubicBezTo>
                  <a:cubicBezTo>
                    <a:pt x="17471644" y="41164957"/>
                    <a:pt x="17411796" y="41178792"/>
                    <a:pt x="17247836" y="41165180"/>
                  </a:cubicBezTo>
                  <a:cubicBezTo>
                    <a:pt x="17134392" y="41155764"/>
                    <a:pt x="17114204" y="41150530"/>
                    <a:pt x="17093088" y="41125068"/>
                  </a:cubicBezTo>
                  <a:cubicBezTo>
                    <a:pt x="17060052" y="41085232"/>
                    <a:pt x="17059860" y="40990549"/>
                    <a:pt x="17092760" y="40962408"/>
                  </a:cubicBezTo>
                  <a:cubicBezTo>
                    <a:pt x="17105936" y="40951134"/>
                    <a:pt x="17127364" y="40925961"/>
                    <a:pt x="17140384" y="40906464"/>
                  </a:cubicBezTo>
                  <a:cubicBezTo>
                    <a:pt x="17153400" y="40886971"/>
                    <a:pt x="17174280" y="40864758"/>
                    <a:pt x="17186776" y="40857109"/>
                  </a:cubicBezTo>
                  <a:cubicBezTo>
                    <a:pt x="17199276" y="40849460"/>
                    <a:pt x="17240320" y="40843200"/>
                    <a:pt x="17277988" y="40843200"/>
                  </a:cubicBezTo>
                  <a:close/>
                  <a:moveTo>
                    <a:pt x="39896558" y="40825480"/>
                  </a:moveTo>
                  <a:cubicBezTo>
                    <a:pt x="39914348" y="40824247"/>
                    <a:pt x="39934994" y="40824235"/>
                    <a:pt x="39954202" y="40825744"/>
                  </a:cubicBezTo>
                  <a:cubicBezTo>
                    <a:pt x="40015624" y="40830565"/>
                    <a:pt x="40029552" y="40837129"/>
                    <a:pt x="40069660" y="40880168"/>
                  </a:cubicBezTo>
                  <a:cubicBezTo>
                    <a:pt x="40094742" y="40907084"/>
                    <a:pt x="40127932" y="40933126"/>
                    <a:pt x="40143412" y="40938041"/>
                  </a:cubicBezTo>
                  <a:cubicBezTo>
                    <a:pt x="40181560" y="40950149"/>
                    <a:pt x="40195502" y="40993197"/>
                    <a:pt x="40195502" y="41098862"/>
                  </a:cubicBezTo>
                  <a:cubicBezTo>
                    <a:pt x="40195502" y="41199262"/>
                    <a:pt x="40182542" y="41232801"/>
                    <a:pt x="40137056" y="41250093"/>
                  </a:cubicBezTo>
                  <a:cubicBezTo>
                    <a:pt x="40119730" y="41256682"/>
                    <a:pt x="40092928" y="41276380"/>
                    <a:pt x="40077504" y="41293870"/>
                  </a:cubicBezTo>
                  <a:cubicBezTo>
                    <a:pt x="40017188" y="41362241"/>
                    <a:pt x="39906972" y="41368321"/>
                    <a:pt x="39834652" y="41307265"/>
                  </a:cubicBezTo>
                  <a:cubicBezTo>
                    <a:pt x="39813092" y="41289064"/>
                    <a:pt x="39773728" y="41265388"/>
                    <a:pt x="39747180" y="41254654"/>
                  </a:cubicBezTo>
                  <a:cubicBezTo>
                    <a:pt x="39687434" y="41230500"/>
                    <a:pt x="39674802" y="41199733"/>
                    <a:pt x="39674802" y="41078361"/>
                  </a:cubicBezTo>
                  <a:cubicBezTo>
                    <a:pt x="39674802" y="40961739"/>
                    <a:pt x="39680092" y="40948235"/>
                    <a:pt x="39734740" y="40925403"/>
                  </a:cubicBezTo>
                  <a:cubicBezTo>
                    <a:pt x="39759026" y="40915258"/>
                    <a:pt x="39789892" y="40892977"/>
                    <a:pt x="39803328" y="40875893"/>
                  </a:cubicBezTo>
                  <a:cubicBezTo>
                    <a:pt x="39816764" y="40858811"/>
                    <a:pt x="39840494" y="40839306"/>
                    <a:pt x="39856056" y="40832546"/>
                  </a:cubicBezTo>
                  <a:cubicBezTo>
                    <a:pt x="39863838" y="40829168"/>
                    <a:pt x="39878770" y="40826713"/>
                    <a:pt x="39896558" y="40825480"/>
                  </a:cubicBezTo>
                  <a:close/>
                  <a:moveTo>
                    <a:pt x="18162956" y="40822938"/>
                  </a:moveTo>
                  <a:cubicBezTo>
                    <a:pt x="18172968" y="40822911"/>
                    <a:pt x="18184340" y="40823511"/>
                    <a:pt x="18197600" y="40824646"/>
                  </a:cubicBezTo>
                  <a:cubicBezTo>
                    <a:pt x="18257824" y="40829805"/>
                    <a:pt x="18272536" y="40837092"/>
                    <a:pt x="18321424" y="40885979"/>
                  </a:cubicBezTo>
                  <a:cubicBezTo>
                    <a:pt x="18368924" y="40933480"/>
                    <a:pt x="18376904" y="40948961"/>
                    <a:pt x="18376904" y="40993637"/>
                  </a:cubicBezTo>
                  <a:cubicBezTo>
                    <a:pt x="18376904" y="41075952"/>
                    <a:pt x="18345480" y="41089641"/>
                    <a:pt x="18187360" y="41076212"/>
                  </a:cubicBezTo>
                  <a:cubicBezTo>
                    <a:pt x="18117656" y="41070293"/>
                    <a:pt x="18056404" y="41061215"/>
                    <a:pt x="18051240" y="41056037"/>
                  </a:cubicBezTo>
                  <a:cubicBezTo>
                    <a:pt x="18039524" y="41044298"/>
                    <a:pt x="18040576" y="40933306"/>
                    <a:pt x="18052768" y="40894899"/>
                  </a:cubicBezTo>
                  <a:cubicBezTo>
                    <a:pt x="18057752" y="40879201"/>
                    <a:pt x="18077000" y="40855652"/>
                    <a:pt x="18095540" y="40842574"/>
                  </a:cubicBezTo>
                  <a:cubicBezTo>
                    <a:pt x="18115160" y="40828735"/>
                    <a:pt x="18132928" y="40823017"/>
                    <a:pt x="18162956" y="40822938"/>
                  </a:cubicBezTo>
                  <a:close/>
                  <a:moveTo>
                    <a:pt x="19913600" y="40818501"/>
                  </a:moveTo>
                  <a:cubicBezTo>
                    <a:pt x="19972972" y="40818327"/>
                    <a:pt x="20030124" y="40823626"/>
                    <a:pt x="20040600" y="40830277"/>
                  </a:cubicBezTo>
                  <a:cubicBezTo>
                    <a:pt x="20066960" y="40847005"/>
                    <a:pt x="20077896" y="41035812"/>
                    <a:pt x="20054160" y="41064411"/>
                  </a:cubicBezTo>
                  <a:cubicBezTo>
                    <a:pt x="20031668" y="41091511"/>
                    <a:pt x="19850260" y="41081424"/>
                    <a:pt x="19786928" y="41049553"/>
                  </a:cubicBezTo>
                  <a:cubicBezTo>
                    <a:pt x="19713420" y="41012563"/>
                    <a:pt x="19709104" y="40906195"/>
                    <a:pt x="19778560" y="40843333"/>
                  </a:cubicBezTo>
                  <a:cubicBezTo>
                    <a:pt x="19800784" y="40823220"/>
                    <a:pt x="19825048" y="40818758"/>
                    <a:pt x="19913600" y="40818501"/>
                  </a:cubicBezTo>
                  <a:close/>
                  <a:moveTo>
                    <a:pt x="40928520" y="40772515"/>
                  </a:moveTo>
                  <a:cubicBezTo>
                    <a:pt x="40943736" y="40774734"/>
                    <a:pt x="40956244" y="40790191"/>
                    <a:pt x="40974652" y="40820141"/>
                  </a:cubicBezTo>
                  <a:cubicBezTo>
                    <a:pt x="41002712" y="40865797"/>
                    <a:pt x="41003468" y="41016820"/>
                    <a:pt x="40975832" y="41056275"/>
                  </a:cubicBezTo>
                  <a:cubicBezTo>
                    <a:pt x="40958882" y="41080475"/>
                    <a:pt x="40944396" y="41084500"/>
                    <a:pt x="40874232" y="41084500"/>
                  </a:cubicBezTo>
                  <a:cubicBezTo>
                    <a:pt x="40765868" y="41084500"/>
                    <a:pt x="40741602" y="41062275"/>
                    <a:pt x="40741602" y="40963016"/>
                  </a:cubicBezTo>
                  <a:cubicBezTo>
                    <a:pt x="40741602" y="40877861"/>
                    <a:pt x="40755210" y="40848914"/>
                    <a:pt x="40800592" y="40837523"/>
                  </a:cubicBezTo>
                  <a:cubicBezTo>
                    <a:pt x="40819432" y="40832794"/>
                    <a:pt x="40848928" y="40817850"/>
                    <a:pt x="40866136" y="40804312"/>
                  </a:cubicBezTo>
                  <a:cubicBezTo>
                    <a:pt x="40895376" y="40781312"/>
                    <a:pt x="40913302" y="40770294"/>
                    <a:pt x="40928520" y="40772515"/>
                  </a:cubicBezTo>
                  <a:close/>
                  <a:moveTo>
                    <a:pt x="18853332" y="40737482"/>
                  </a:moveTo>
                  <a:cubicBezTo>
                    <a:pt x="18922612" y="40736960"/>
                    <a:pt x="19039600" y="40751162"/>
                    <a:pt x="19054808" y="40766343"/>
                  </a:cubicBezTo>
                  <a:cubicBezTo>
                    <a:pt x="19062640" y="40774162"/>
                    <a:pt x="19073848" y="40839690"/>
                    <a:pt x="19079716" y="40911962"/>
                  </a:cubicBezTo>
                  <a:cubicBezTo>
                    <a:pt x="19090160" y="41040605"/>
                    <a:pt x="19089768" y="41043792"/>
                    <a:pt x="19061016" y="41063934"/>
                  </a:cubicBezTo>
                  <a:cubicBezTo>
                    <a:pt x="19023452" y="41090242"/>
                    <a:pt x="18875808" y="41091656"/>
                    <a:pt x="18815092" y="41066290"/>
                  </a:cubicBezTo>
                  <a:cubicBezTo>
                    <a:pt x="18759768" y="41043172"/>
                    <a:pt x="18738536" y="40991014"/>
                    <a:pt x="18739800" y="40881303"/>
                  </a:cubicBezTo>
                  <a:cubicBezTo>
                    <a:pt x="18740764" y="40797618"/>
                    <a:pt x="18752124" y="40773778"/>
                    <a:pt x="18805496" y="40743420"/>
                  </a:cubicBezTo>
                  <a:cubicBezTo>
                    <a:pt x="18812448" y="40739465"/>
                    <a:pt x="18830240" y="40737655"/>
                    <a:pt x="18853332" y="40737482"/>
                  </a:cubicBezTo>
                  <a:close/>
                  <a:moveTo>
                    <a:pt x="15708940" y="40733654"/>
                  </a:moveTo>
                  <a:cubicBezTo>
                    <a:pt x="15720624" y="40733793"/>
                    <a:pt x="15734528" y="40734476"/>
                    <a:pt x="15751176" y="40735635"/>
                  </a:cubicBezTo>
                  <a:cubicBezTo>
                    <a:pt x="15846752" y="40742282"/>
                    <a:pt x="15887704" y="40768833"/>
                    <a:pt x="15887704" y="40824147"/>
                  </a:cubicBezTo>
                  <a:cubicBezTo>
                    <a:pt x="15887704" y="40881316"/>
                    <a:pt x="15846984" y="40906697"/>
                    <a:pt x="15755260" y="40906697"/>
                  </a:cubicBezTo>
                  <a:cubicBezTo>
                    <a:pt x="15697972" y="40906697"/>
                    <a:pt x="15667664" y="40900744"/>
                    <a:pt x="15653660" y="40886739"/>
                  </a:cubicBezTo>
                  <a:cubicBezTo>
                    <a:pt x="15629712" y="40862793"/>
                    <a:pt x="15627148" y="40776227"/>
                    <a:pt x="15649576" y="40748964"/>
                  </a:cubicBezTo>
                  <a:cubicBezTo>
                    <a:pt x="15658828" y="40737723"/>
                    <a:pt x="15673892" y="40733238"/>
                    <a:pt x="15708940" y="40733654"/>
                  </a:cubicBezTo>
                  <a:close/>
                  <a:moveTo>
                    <a:pt x="38216758" y="40660051"/>
                  </a:moveTo>
                  <a:cubicBezTo>
                    <a:pt x="38295532" y="40667121"/>
                    <a:pt x="38315902" y="40696105"/>
                    <a:pt x="38315902" y="40801128"/>
                  </a:cubicBezTo>
                  <a:cubicBezTo>
                    <a:pt x="38315902" y="40895107"/>
                    <a:pt x="38303052" y="40906700"/>
                    <a:pt x="38198914" y="40906700"/>
                  </a:cubicBezTo>
                  <a:cubicBezTo>
                    <a:pt x="38108702" y="40906700"/>
                    <a:pt x="38074602" y="40882636"/>
                    <a:pt x="38074602" y="40818975"/>
                  </a:cubicBezTo>
                  <a:cubicBezTo>
                    <a:pt x="38074602" y="40753581"/>
                    <a:pt x="38096308" y="40696118"/>
                    <a:pt x="38129566" y="40673480"/>
                  </a:cubicBezTo>
                  <a:cubicBezTo>
                    <a:pt x="38147794" y="40661075"/>
                    <a:pt x="38177372" y="40656520"/>
                    <a:pt x="38216758" y="40660051"/>
                  </a:cubicBezTo>
                  <a:close/>
                  <a:moveTo>
                    <a:pt x="11727628" y="40556345"/>
                  </a:moveTo>
                  <a:cubicBezTo>
                    <a:pt x="11790044" y="40551677"/>
                    <a:pt x="11887940" y="40572187"/>
                    <a:pt x="11921832" y="40603865"/>
                  </a:cubicBezTo>
                  <a:cubicBezTo>
                    <a:pt x="11945104" y="40625615"/>
                    <a:pt x="11982488" y="40641512"/>
                    <a:pt x="12032044" y="40650727"/>
                  </a:cubicBezTo>
                  <a:cubicBezTo>
                    <a:pt x="12074560" y="40658633"/>
                    <a:pt x="12119168" y="40676065"/>
                    <a:pt x="12135044" y="40690982"/>
                  </a:cubicBezTo>
                  <a:cubicBezTo>
                    <a:pt x="12150448" y="40705452"/>
                    <a:pt x="12193476" y="40728852"/>
                    <a:pt x="12230660" y="40742982"/>
                  </a:cubicBezTo>
                  <a:cubicBezTo>
                    <a:pt x="12267848" y="40757111"/>
                    <a:pt x="12314804" y="40782586"/>
                    <a:pt x="12335008" y="40799586"/>
                  </a:cubicBezTo>
                  <a:cubicBezTo>
                    <a:pt x="12355216" y="40816590"/>
                    <a:pt x="12379696" y="40830502"/>
                    <a:pt x="12389400" y="40830502"/>
                  </a:cubicBezTo>
                  <a:cubicBezTo>
                    <a:pt x="12406600" y="40830502"/>
                    <a:pt x="12495032" y="40898777"/>
                    <a:pt x="12561664" y="40963499"/>
                  </a:cubicBezTo>
                  <a:cubicBezTo>
                    <a:pt x="12579880" y="40981187"/>
                    <a:pt x="12611312" y="40999487"/>
                    <a:pt x="12631516" y="41004169"/>
                  </a:cubicBezTo>
                  <a:cubicBezTo>
                    <a:pt x="12651720" y="41008848"/>
                    <a:pt x="12682540" y="41026276"/>
                    <a:pt x="12700000" y="41042898"/>
                  </a:cubicBezTo>
                  <a:cubicBezTo>
                    <a:pt x="12771920" y="41111359"/>
                    <a:pt x="12891480" y="41211502"/>
                    <a:pt x="12901296" y="41211502"/>
                  </a:cubicBezTo>
                  <a:cubicBezTo>
                    <a:pt x="12907088" y="41211502"/>
                    <a:pt x="12918108" y="41225293"/>
                    <a:pt x="12925788" y="41242151"/>
                  </a:cubicBezTo>
                  <a:cubicBezTo>
                    <a:pt x="12933472" y="41259006"/>
                    <a:pt x="12952704" y="41276909"/>
                    <a:pt x="12968536" y="41281935"/>
                  </a:cubicBezTo>
                  <a:cubicBezTo>
                    <a:pt x="12984364" y="41286958"/>
                    <a:pt x="13035716" y="41330316"/>
                    <a:pt x="13082648" y="41378286"/>
                  </a:cubicBezTo>
                  <a:cubicBezTo>
                    <a:pt x="13129584" y="41426255"/>
                    <a:pt x="13173816" y="41465502"/>
                    <a:pt x="13180948" y="41465502"/>
                  </a:cubicBezTo>
                  <a:cubicBezTo>
                    <a:pt x="13188080" y="41465502"/>
                    <a:pt x="13198512" y="41478155"/>
                    <a:pt x="13204136" y="41493621"/>
                  </a:cubicBezTo>
                  <a:cubicBezTo>
                    <a:pt x="13209996" y="41509750"/>
                    <a:pt x="13234932" y="41529566"/>
                    <a:pt x="13262616" y="41540093"/>
                  </a:cubicBezTo>
                  <a:cubicBezTo>
                    <a:pt x="13289164" y="41550185"/>
                    <a:pt x="13335844" y="41586211"/>
                    <a:pt x="13366360" y="41620147"/>
                  </a:cubicBezTo>
                  <a:cubicBezTo>
                    <a:pt x="13396872" y="41654083"/>
                    <a:pt x="13458016" y="41713636"/>
                    <a:pt x="13502244" y="41752486"/>
                  </a:cubicBezTo>
                  <a:cubicBezTo>
                    <a:pt x="13571768" y="41813561"/>
                    <a:pt x="13740132" y="41967533"/>
                    <a:pt x="13789328" y="42015034"/>
                  </a:cubicBezTo>
                  <a:cubicBezTo>
                    <a:pt x="13798224" y="42023623"/>
                    <a:pt x="13837076" y="42063512"/>
                    <a:pt x="13875660" y="42103677"/>
                  </a:cubicBezTo>
                  <a:cubicBezTo>
                    <a:pt x="13914244" y="42143842"/>
                    <a:pt x="13956132" y="42176702"/>
                    <a:pt x="13968744" y="42176702"/>
                  </a:cubicBezTo>
                  <a:cubicBezTo>
                    <a:pt x="13994328" y="42176702"/>
                    <a:pt x="14016632" y="42194453"/>
                    <a:pt x="14152252" y="42322752"/>
                  </a:cubicBezTo>
                  <a:cubicBezTo>
                    <a:pt x="14203940" y="42371648"/>
                    <a:pt x="14278620" y="42437368"/>
                    <a:pt x="14318208" y="42468802"/>
                  </a:cubicBezTo>
                  <a:cubicBezTo>
                    <a:pt x="14357796" y="42500236"/>
                    <a:pt x="14399944" y="42535868"/>
                    <a:pt x="14411872" y="42547988"/>
                  </a:cubicBezTo>
                  <a:cubicBezTo>
                    <a:pt x="14423792" y="42560108"/>
                    <a:pt x="14464488" y="42601544"/>
                    <a:pt x="14502296" y="42640063"/>
                  </a:cubicBezTo>
                  <a:cubicBezTo>
                    <a:pt x="14540108" y="42678585"/>
                    <a:pt x="14580672" y="42710102"/>
                    <a:pt x="14592436" y="42710102"/>
                  </a:cubicBezTo>
                  <a:cubicBezTo>
                    <a:pt x="14604200" y="42710102"/>
                    <a:pt x="14650416" y="42744215"/>
                    <a:pt x="14695140" y="42785911"/>
                  </a:cubicBezTo>
                  <a:cubicBezTo>
                    <a:pt x="14739864" y="42827605"/>
                    <a:pt x="14784432" y="42864753"/>
                    <a:pt x="14794184" y="42868461"/>
                  </a:cubicBezTo>
                  <a:cubicBezTo>
                    <a:pt x="14803940" y="42872170"/>
                    <a:pt x="14839412" y="42900918"/>
                    <a:pt x="14873016" y="42932352"/>
                  </a:cubicBezTo>
                  <a:cubicBezTo>
                    <a:pt x="14906620" y="42963786"/>
                    <a:pt x="14939928" y="42989502"/>
                    <a:pt x="14947032" y="42989502"/>
                  </a:cubicBezTo>
                  <a:cubicBezTo>
                    <a:pt x="14954136" y="42989502"/>
                    <a:pt x="14968816" y="43006648"/>
                    <a:pt x="14979652" y="43027602"/>
                  </a:cubicBezTo>
                  <a:cubicBezTo>
                    <a:pt x="14990488" y="43048556"/>
                    <a:pt x="15007580" y="43065702"/>
                    <a:pt x="15017636" y="43065702"/>
                  </a:cubicBezTo>
                  <a:cubicBezTo>
                    <a:pt x="15027692" y="43065702"/>
                    <a:pt x="15055448" y="43082848"/>
                    <a:pt x="15079312" y="43103802"/>
                  </a:cubicBezTo>
                  <a:cubicBezTo>
                    <a:pt x="15103176" y="43124756"/>
                    <a:pt x="15128176" y="43141902"/>
                    <a:pt x="15134864" y="43141902"/>
                  </a:cubicBezTo>
                  <a:cubicBezTo>
                    <a:pt x="15141548" y="43141902"/>
                    <a:pt x="15165224" y="43161904"/>
                    <a:pt x="15187468" y="43186352"/>
                  </a:cubicBezTo>
                  <a:cubicBezTo>
                    <a:pt x="15209716" y="43210800"/>
                    <a:pt x="15233304" y="43230802"/>
                    <a:pt x="15239888" y="43230802"/>
                  </a:cubicBezTo>
                  <a:cubicBezTo>
                    <a:pt x="15246468" y="43230802"/>
                    <a:pt x="15280808" y="43256518"/>
                    <a:pt x="15316200" y="43287952"/>
                  </a:cubicBezTo>
                  <a:cubicBezTo>
                    <a:pt x="15351592" y="43319386"/>
                    <a:pt x="15385108" y="43345102"/>
                    <a:pt x="15390680" y="43345102"/>
                  </a:cubicBezTo>
                  <a:cubicBezTo>
                    <a:pt x="15396252" y="43345102"/>
                    <a:pt x="15408408" y="43359293"/>
                    <a:pt x="15417688" y="43376641"/>
                  </a:cubicBezTo>
                  <a:cubicBezTo>
                    <a:pt x="15426976" y="43393989"/>
                    <a:pt x="15443656" y="43409033"/>
                    <a:pt x="15454760" y="43410075"/>
                  </a:cubicBezTo>
                  <a:cubicBezTo>
                    <a:pt x="15465864" y="43411117"/>
                    <a:pt x="15495820" y="43432641"/>
                    <a:pt x="15521328" y="43457911"/>
                  </a:cubicBezTo>
                  <a:cubicBezTo>
                    <a:pt x="15546832" y="43483177"/>
                    <a:pt x="15596840" y="43529202"/>
                    <a:pt x="15632452" y="43560190"/>
                  </a:cubicBezTo>
                  <a:cubicBezTo>
                    <a:pt x="15668064" y="43591174"/>
                    <a:pt x="15697200" y="43626986"/>
                    <a:pt x="15697200" y="43639769"/>
                  </a:cubicBezTo>
                  <a:cubicBezTo>
                    <a:pt x="15697200" y="43653527"/>
                    <a:pt x="15714184" y="43671110"/>
                    <a:pt x="15738820" y="43682858"/>
                  </a:cubicBezTo>
                  <a:cubicBezTo>
                    <a:pt x="15761712" y="43693775"/>
                    <a:pt x="15787432" y="43715114"/>
                    <a:pt x="15795984" y="43730278"/>
                  </a:cubicBezTo>
                  <a:cubicBezTo>
                    <a:pt x="15830240" y="43791038"/>
                    <a:pt x="15878624" y="43847946"/>
                    <a:pt x="15914512" y="43869690"/>
                  </a:cubicBezTo>
                  <a:cubicBezTo>
                    <a:pt x="15961568" y="43898197"/>
                    <a:pt x="15978492" y="43940709"/>
                    <a:pt x="15970180" y="44009505"/>
                  </a:cubicBezTo>
                  <a:cubicBezTo>
                    <a:pt x="15949664" y="44179336"/>
                    <a:pt x="15954136" y="44167136"/>
                    <a:pt x="15909732" y="44174437"/>
                  </a:cubicBezTo>
                  <a:cubicBezTo>
                    <a:pt x="15829824" y="44187578"/>
                    <a:pt x="15784484" y="44207750"/>
                    <a:pt x="15748656" y="44246101"/>
                  </a:cubicBezTo>
                  <a:lnTo>
                    <a:pt x="15712412" y="44284902"/>
                  </a:lnTo>
                  <a:lnTo>
                    <a:pt x="15550236" y="44284902"/>
                  </a:lnTo>
                  <a:cubicBezTo>
                    <a:pt x="15395600" y="44284902"/>
                    <a:pt x="15384396" y="44283116"/>
                    <a:pt x="15309224" y="44246495"/>
                  </a:cubicBezTo>
                  <a:cubicBezTo>
                    <a:pt x="15262224" y="44223600"/>
                    <a:pt x="15196504" y="44204011"/>
                    <a:pt x="15146472" y="44197986"/>
                  </a:cubicBezTo>
                  <a:cubicBezTo>
                    <a:pt x="15059748" y="44187547"/>
                    <a:pt x="15052376" y="44183724"/>
                    <a:pt x="15026316" y="44135677"/>
                  </a:cubicBezTo>
                  <a:cubicBezTo>
                    <a:pt x="15013828" y="44112655"/>
                    <a:pt x="14999848" y="44107102"/>
                    <a:pt x="14954384" y="44107102"/>
                  </a:cubicBezTo>
                  <a:cubicBezTo>
                    <a:pt x="14906820" y="44107102"/>
                    <a:pt x="14890960" y="44100113"/>
                    <a:pt x="14853496" y="44062652"/>
                  </a:cubicBezTo>
                  <a:cubicBezTo>
                    <a:pt x="14826112" y="44035268"/>
                    <a:pt x="14796708" y="44018202"/>
                    <a:pt x="14776904" y="44018202"/>
                  </a:cubicBezTo>
                  <a:cubicBezTo>
                    <a:pt x="14757616" y="44018202"/>
                    <a:pt x="14725928" y="44000436"/>
                    <a:pt x="14697660" y="43973777"/>
                  </a:cubicBezTo>
                  <a:cubicBezTo>
                    <a:pt x="14671756" y="43949341"/>
                    <a:pt x="14640248" y="43926077"/>
                    <a:pt x="14627640" y="43922078"/>
                  </a:cubicBezTo>
                  <a:cubicBezTo>
                    <a:pt x="14615036" y="43918075"/>
                    <a:pt x="14596312" y="43898538"/>
                    <a:pt x="14586032" y="43878660"/>
                  </a:cubicBezTo>
                  <a:cubicBezTo>
                    <a:pt x="14574184" y="43855750"/>
                    <a:pt x="14553276" y="43839428"/>
                    <a:pt x="14528916" y="43834077"/>
                  </a:cubicBezTo>
                  <a:cubicBezTo>
                    <a:pt x="14507784" y="43829435"/>
                    <a:pt x="14484616" y="43814664"/>
                    <a:pt x="14477440" y="43801248"/>
                  </a:cubicBezTo>
                  <a:cubicBezTo>
                    <a:pt x="14470260" y="43787835"/>
                    <a:pt x="14443820" y="43768267"/>
                    <a:pt x="14418684" y="43757765"/>
                  </a:cubicBezTo>
                  <a:cubicBezTo>
                    <a:pt x="14393552" y="43747263"/>
                    <a:pt x="14350876" y="43718698"/>
                    <a:pt x="14323856" y="43694287"/>
                  </a:cubicBezTo>
                  <a:cubicBezTo>
                    <a:pt x="14296836" y="43669876"/>
                    <a:pt x="14269176" y="43649902"/>
                    <a:pt x="14262392" y="43649902"/>
                  </a:cubicBezTo>
                  <a:cubicBezTo>
                    <a:pt x="14255608" y="43649902"/>
                    <a:pt x="14241604" y="43633562"/>
                    <a:pt x="14231280" y="43613591"/>
                  </a:cubicBezTo>
                  <a:cubicBezTo>
                    <a:pt x="14220948" y="43593620"/>
                    <a:pt x="14195276" y="43570146"/>
                    <a:pt x="14174224" y="43561424"/>
                  </a:cubicBezTo>
                  <a:cubicBezTo>
                    <a:pt x="14153172" y="43552705"/>
                    <a:pt x="14129272" y="43530467"/>
                    <a:pt x="14121112" y="43512010"/>
                  </a:cubicBezTo>
                  <a:cubicBezTo>
                    <a:pt x="14112952" y="43493555"/>
                    <a:pt x="14092736" y="43462512"/>
                    <a:pt x="14076192" y="43443031"/>
                  </a:cubicBezTo>
                  <a:lnTo>
                    <a:pt x="14046108" y="43407613"/>
                  </a:lnTo>
                  <a:lnTo>
                    <a:pt x="14077904" y="43347883"/>
                  </a:lnTo>
                  <a:cubicBezTo>
                    <a:pt x="14095392" y="43315033"/>
                    <a:pt x="14109704" y="43281208"/>
                    <a:pt x="14109704" y="43272719"/>
                  </a:cubicBezTo>
                  <a:cubicBezTo>
                    <a:pt x="14109704" y="43264229"/>
                    <a:pt x="14126848" y="43238467"/>
                    <a:pt x="14147800" y="43215470"/>
                  </a:cubicBezTo>
                  <a:cubicBezTo>
                    <a:pt x="14200088" y="43158081"/>
                    <a:pt x="14203464" y="43143573"/>
                    <a:pt x="14168252" y="43127531"/>
                  </a:cubicBezTo>
                  <a:cubicBezTo>
                    <a:pt x="14151560" y="43119925"/>
                    <a:pt x="14131628" y="43099929"/>
                    <a:pt x="14123960" y="43083096"/>
                  </a:cubicBezTo>
                  <a:cubicBezTo>
                    <a:pt x="14116288" y="43066263"/>
                    <a:pt x="14095552" y="43046993"/>
                    <a:pt x="14077880" y="43040274"/>
                  </a:cubicBezTo>
                  <a:cubicBezTo>
                    <a:pt x="14060208" y="43033555"/>
                    <a:pt x="14040236" y="43013566"/>
                    <a:pt x="14033504" y="42995852"/>
                  </a:cubicBezTo>
                  <a:cubicBezTo>
                    <a:pt x="14026768" y="42978138"/>
                    <a:pt x="14007864" y="42958555"/>
                    <a:pt x="13991500" y="42952332"/>
                  </a:cubicBezTo>
                  <a:cubicBezTo>
                    <a:pt x="13975132" y="42946109"/>
                    <a:pt x="13952320" y="42926644"/>
                    <a:pt x="13940808" y="42909073"/>
                  </a:cubicBezTo>
                  <a:cubicBezTo>
                    <a:pt x="13929296" y="42891505"/>
                    <a:pt x="13904012" y="42870235"/>
                    <a:pt x="13884616" y="42861807"/>
                  </a:cubicBezTo>
                  <a:cubicBezTo>
                    <a:pt x="13849528" y="42846565"/>
                    <a:pt x="13769596" y="42782820"/>
                    <a:pt x="13696952" y="42712145"/>
                  </a:cubicBezTo>
                  <a:cubicBezTo>
                    <a:pt x="13675996" y="42691759"/>
                    <a:pt x="13643136" y="42668523"/>
                    <a:pt x="13623928" y="42660514"/>
                  </a:cubicBezTo>
                  <a:cubicBezTo>
                    <a:pt x="13604720" y="42652502"/>
                    <a:pt x="13589000" y="42641074"/>
                    <a:pt x="13589000" y="42635117"/>
                  </a:cubicBezTo>
                  <a:cubicBezTo>
                    <a:pt x="13589000" y="42629158"/>
                    <a:pt x="13571416" y="42616998"/>
                    <a:pt x="13549920" y="42608096"/>
                  </a:cubicBezTo>
                  <a:cubicBezTo>
                    <a:pt x="13528424" y="42599191"/>
                    <a:pt x="13502240" y="42578789"/>
                    <a:pt x="13491736" y="42562762"/>
                  </a:cubicBezTo>
                  <a:cubicBezTo>
                    <a:pt x="13481236" y="42546732"/>
                    <a:pt x="13447072" y="42523850"/>
                    <a:pt x="13415816" y="42511916"/>
                  </a:cubicBezTo>
                  <a:cubicBezTo>
                    <a:pt x="13379764" y="42498146"/>
                    <a:pt x="13352384" y="42477437"/>
                    <a:pt x="13340920" y="42455271"/>
                  </a:cubicBezTo>
                  <a:cubicBezTo>
                    <a:pt x="13327224" y="42428783"/>
                    <a:pt x="13310000" y="42418157"/>
                    <a:pt x="13269728" y="42411351"/>
                  </a:cubicBezTo>
                  <a:cubicBezTo>
                    <a:pt x="13233796" y="42405280"/>
                    <a:pt x="13206624" y="42390518"/>
                    <a:pt x="13185772" y="42365739"/>
                  </a:cubicBezTo>
                  <a:cubicBezTo>
                    <a:pt x="13131388" y="42301107"/>
                    <a:pt x="13096808" y="42326073"/>
                    <a:pt x="13125424" y="42409311"/>
                  </a:cubicBezTo>
                  <a:cubicBezTo>
                    <a:pt x="13134360" y="42435303"/>
                    <a:pt x="13156084" y="42467906"/>
                    <a:pt x="13173696" y="42481762"/>
                  </a:cubicBezTo>
                  <a:cubicBezTo>
                    <a:pt x="13202848" y="42504691"/>
                    <a:pt x="13205952" y="42516365"/>
                    <a:pt x="13208252" y="42611705"/>
                  </a:cubicBezTo>
                  <a:cubicBezTo>
                    <a:pt x="13210604" y="42709128"/>
                    <a:pt x="13220036" y="42751287"/>
                    <a:pt x="13277080" y="42919305"/>
                  </a:cubicBezTo>
                  <a:cubicBezTo>
                    <a:pt x="13300352" y="42987856"/>
                    <a:pt x="13292800" y="43020257"/>
                    <a:pt x="13239988" y="43078402"/>
                  </a:cubicBezTo>
                  <a:cubicBezTo>
                    <a:pt x="13216024" y="43104788"/>
                    <a:pt x="13211064" y="43124908"/>
                    <a:pt x="13210632" y="43197496"/>
                  </a:cubicBezTo>
                  <a:cubicBezTo>
                    <a:pt x="13210152" y="43278567"/>
                    <a:pt x="13207304" y="43287409"/>
                    <a:pt x="13170960" y="43320604"/>
                  </a:cubicBezTo>
                  <a:cubicBezTo>
                    <a:pt x="13149424" y="43340277"/>
                    <a:pt x="13131800" y="43364205"/>
                    <a:pt x="13131800" y="43373779"/>
                  </a:cubicBezTo>
                  <a:cubicBezTo>
                    <a:pt x="13131800" y="43399998"/>
                    <a:pt x="12943856" y="43572893"/>
                    <a:pt x="12905176" y="43582266"/>
                  </a:cubicBezTo>
                  <a:cubicBezTo>
                    <a:pt x="12885904" y="43586932"/>
                    <a:pt x="12867364" y="43602742"/>
                    <a:pt x="12861912" y="43619163"/>
                  </a:cubicBezTo>
                  <a:cubicBezTo>
                    <a:pt x="12856028" y="43636880"/>
                    <a:pt x="12838192" y="43651006"/>
                    <a:pt x="12815384" y="43656013"/>
                  </a:cubicBezTo>
                  <a:cubicBezTo>
                    <a:pt x="12783000" y="43663126"/>
                    <a:pt x="12654920" y="43750426"/>
                    <a:pt x="12664604" y="43758785"/>
                  </a:cubicBezTo>
                  <a:cubicBezTo>
                    <a:pt x="12666608" y="43760519"/>
                    <a:pt x="12719688" y="43763963"/>
                    <a:pt x="12782552" y="43766441"/>
                  </a:cubicBezTo>
                  <a:cubicBezTo>
                    <a:pt x="12887744" y="43770583"/>
                    <a:pt x="12901512" y="43774254"/>
                    <a:pt x="12955352" y="43812503"/>
                  </a:cubicBezTo>
                  <a:cubicBezTo>
                    <a:pt x="13007392" y="43849471"/>
                    <a:pt x="13027084" y="43855179"/>
                    <a:pt x="13133632" y="43864168"/>
                  </a:cubicBezTo>
                  <a:cubicBezTo>
                    <a:pt x="13228768" y="43872195"/>
                    <a:pt x="13265348" y="43881268"/>
                    <a:pt x="13311396" y="43908252"/>
                  </a:cubicBezTo>
                  <a:cubicBezTo>
                    <a:pt x="13349568" y="43930623"/>
                    <a:pt x="13400704" y="43946163"/>
                    <a:pt x="13461088" y="43953747"/>
                  </a:cubicBezTo>
                  <a:cubicBezTo>
                    <a:pt x="13526056" y="43961905"/>
                    <a:pt x="13566812" y="43974974"/>
                    <a:pt x="13600852" y="43998563"/>
                  </a:cubicBezTo>
                  <a:cubicBezTo>
                    <a:pt x="13631004" y="44019458"/>
                    <a:pt x="13669680" y="44033181"/>
                    <a:pt x="13704680" y="44035401"/>
                  </a:cubicBezTo>
                  <a:cubicBezTo>
                    <a:pt x="13749532" y="44038247"/>
                    <a:pt x="13769584" y="44048101"/>
                    <a:pt x="13807100" y="44085720"/>
                  </a:cubicBezTo>
                  <a:cubicBezTo>
                    <a:pt x="13842936" y="44121659"/>
                    <a:pt x="13863952" y="44132502"/>
                    <a:pt x="13897768" y="44132502"/>
                  </a:cubicBezTo>
                  <a:cubicBezTo>
                    <a:pt x="13990912" y="44132502"/>
                    <a:pt x="14014320" y="44186567"/>
                    <a:pt x="13999496" y="44367452"/>
                  </a:cubicBezTo>
                  <a:cubicBezTo>
                    <a:pt x="13993472" y="44440973"/>
                    <a:pt x="13986164" y="44462944"/>
                    <a:pt x="13957260" y="44494452"/>
                  </a:cubicBezTo>
                  <a:cubicBezTo>
                    <a:pt x="13931912" y="44522081"/>
                    <a:pt x="13919916" y="44551751"/>
                    <a:pt x="13913612" y="44602402"/>
                  </a:cubicBezTo>
                  <a:cubicBezTo>
                    <a:pt x="13908324" y="44644883"/>
                    <a:pt x="13893360" y="44687620"/>
                    <a:pt x="13875424" y="44711472"/>
                  </a:cubicBezTo>
                  <a:cubicBezTo>
                    <a:pt x="13859200" y="44733048"/>
                    <a:pt x="13841968" y="44774144"/>
                    <a:pt x="13837128" y="44802796"/>
                  </a:cubicBezTo>
                  <a:cubicBezTo>
                    <a:pt x="13830584" y="44841508"/>
                    <a:pt x="13817160" y="44863412"/>
                    <a:pt x="13784864" y="44888048"/>
                  </a:cubicBezTo>
                  <a:cubicBezTo>
                    <a:pt x="13760960" y="44906276"/>
                    <a:pt x="13741400" y="44931920"/>
                    <a:pt x="13741400" y="44945024"/>
                  </a:cubicBezTo>
                  <a:cubicBezTo>
                    <a:pt x="13741400" y="44958504"/>
                    <a:pt x="13726200" y="44976156"/>
                    <a:pt x="13706412" y="44985656"/>
                  </a:cubicBezTo>
                  <a:cubicBezTo>
                    <a:pt x="13687168" y="44994892"/>
                    <a:pt x="13664460" y="45020592"/>
                    <a:pt x="13655952" y="45042764"/>
                  </a:cubicBezTo>
                  <a:cubicBezTo>
                    <a:pt x="13647440" y="45064936"/>
                    <a:pt x="13629188" y="45086656"/>
                    <a:pt x="13615392" y="45091040"/>
                  </a:cubicBezTo>
                  <a:cubicBezTo>
                    <a:pt x="13601592" y="45095416"/>
                    <a:pt x="13586692" y="45110372"/>
                    <a:pt x="13582280" y="45124272"/>
                  </a:cubicBezTo>
                  <a:cubicBezTo>
                    <a:pt x="13570396" y="45161716"/>
                    <a:pt x="13474568" y="45251912"/>
                    <a:pt x="13434448" y="45263420"/>
                  </a:cubicBezTo>
                  <a:cubicBezTo>
                    <a:pt x="13415252" y="45268924"/>
                    <a:pt x="13351124" y="45269016"/>
                    <a:pt x="13291936" y="45263620"/>
                  </a:cubicBezTo>
                  <a:cubicBezTo>
                    <a:pt x="13202416" y="45255464"/>
                    <a:pt x="13177616" y="45248164"/>
                    <a:pt x="13144392" y="45220204"/>
                  </a:cubicBezTo>
                  <a:cubicBezTo>
                    <a:pt x="13105344" y="45187348"/>
                    <a:pt x="13100476" y="45186600"/>
                    <a:pt x="12925652" y="45186600"/>
                  </a:cubicBezTo>
                  <a:cubicBezTo>
                    <a:pt x="12752604" y="45186600"/>
                    <a:pt x="12745456" y="45187664"/>
                    <a:pt x="12703504" y="45219664"/>
                  </a:cubicBezTo>
                  <a:cubicBezTo>
                    <a:pt x="12661112" y="45252000"/>
                    <a:pt x="12655920" y="45252712"/>
                    <a:pt x="12467356" y="45252124"/>
                  </a:cubicBezTo>
                  <a:cubicBezTo>
                    <a:pt x="12361312" y="45251796"/>
                    <a:pt x="12131676" y="45255528"/>
                    <a:pt x="11957052" y="45260420"/>
                  </a:cubicBezTo>
                  <a:lnTo>
                    <a:pt x="11639552" y="45269316"/>
                  </a:lnTo>
                  <a:lnTo>
                    <a:pt x="11571884" y="45342164"/>
                  </a:lnTo>
                  <a:lnTo>
                    <a:pt x="11173920" y="45341636"/>
                  </a:lnTo>
                  <a:cubicBezTo>
                    <a:pt x="10766256" y="45341096"/>
                    <a:pt x="10751404" y="45339492"/>
                    <a:pt x="10675648" y="45287876"/>
                  </a:cubicBezTo>
                  <a:cubicBezTo>
                    <a:pt x="10651572" y="45271472"/>
                    <a:pt x="10617688" y="45262800"/>
                    <a:pt x="10577664" y="45262800"/>
                  </a:cubicBezTo>
                  <a:cubicBezTo>
                    <a:pt x="10527796" y="45262800"/>
                    <a:pt x="10508464" y="45255756"/>
                    <a:pt x="10473092" y="45224700"/>
                  </a:cubicBezTo>
                  <a:cubicBezTo>
                    <a:pt x="10449224" y="45203748"/>
                    <a:pt x="10423584" y="45186600"/>
                    <a:pt x="10416112" y="45186600"/>
                  </a:cubicBezTo>
                  <a:cubicBezTo>
                    <a:pt x="10395380" y="45186600"/>
                    <a:pt x="10316584" y="45100816"/>
                    <a:pt x="10261368" y="45018132"/>
                  </a:cubicBezTo>
                  <a:cubicBezTo>
                    <a:pt x="10216620" y="44951120"/>
                    <a:pt x="10164032" y="44821524"/>
                    <a:pt x="10133904" y="44704000"/>
                  </a:cubicBezTo>
                  <a:cubicBezTo>
                    <a:pt x="10127636" y="44679554"/>
                    <a:pt x="10121948" y="44619548"/>
                    <a:pt x="10121264" y="44570652"/>
                  </a:cubicBezTo>
                  <a:cubicBezTo>
                    <a:pt x="10120580" y="44521756"/>
                    <a:pt x="10116156" y="44456036"/>
                    <a:pt x="10111436" y="44424602"/>
                  </a:cubicBezTo>
                  <a:lnTo>
                    <a:pt x="10102852" y="44367452"/>
                  </a:lnTo>
                  <a:lnTo>
                    <a:pt x="10020304" y="44359437"/>
                  </a:lnTo>
                  <a:cubicBezTo>
                    <a:pt x="9909360" y="44348669"/>
                    <a:pt x="9847872" y="44368032"/>
                    <a:pt x="9851468" y="44412612"/>
                  </a:cubicBezTo>
                  <a:cubicBezTo>
                    <a:pt x="9852908" y="44430456"/>
                    <a:pt x="9865768" y="44455626"/>
                    <a:pt x="9880044" y="44468547"/>
                  </a:cubicBezTo>
                  <a:cubicBezTo>
                    <a:pt x="9894320" y="44481467"/>
                    <a:pt x="9906000" y="44502808"/>
                    <a:pt x="9906000" y="44515973"/>
                  </a:cubicBezTo>
                  <a:cubicBezTo>
                    <a:pt x="9906000" y="44529138"/>
                    <a:pt x="9928864" y="44562315"/>
                    <a:pt x="9956800" y="44589702"/>
                  </a:cubicBezTo>
                  <a:cubicBezTo>
                    <a:pt x="9984744" y="44617089"/>
                    <a:pt x="10007600" y="44647438"/>
                    <a:pt x="10007600" y="44657143"/>
                  </a:cubicBezTo>
                  <a:cubicBezTo>
                    <a:pt x="10007600" y="44666851"/>
                    <a:pt x="10024560" y="44698204"/>
                    <a:pt x="10045288" y="44726816"/>
                  </a:cubicBezTo>
                  <a:cubicBezTo>
                    <a:pt x="10066016" y="44755432"/>
                    <a:pt x="10084120" y="44792008"/>
                    <a:pt x="10085520" y="44808096"/>
                  </a:cubicBezTo>
                  <a:cubicBezTo>
                    <a:pt x="10086916" y="44824188"/>
                    <a:pt x="10107104" y="44866560"/>
                    <a:pt x="10130380" y="44902256"/>
                  </a:cubicBezTo>
                  <a:cubicBezTo>
                    <a:pt x="10153656" y="44937952"/>
                    <a:pt x="10172704" y="44971080"/>
                    <a:pt x="10172704" y="44975868"/>
                  </a:cubicBezTo>
                  <a:cubicBezTo>
                    <a:pt x="10172704" y="44980656"/>
                    <a:pt x="10190772" y="45025748"/>
                    <a:pt x="10212860" y="45076064"/>
                  </a:cubicBezTo>
                  <a:cubicBezTo>
                    <a:pt x="10245872" y="45151276"/>
                    <a:pt x="10253216" y="45184900"/>
                    <a:pt x="10254136" y="45265072"/>
                  </a:cubicBezTo>
                  <a:cubicBezTo>
                    <a:pt x="10255072" y="45346724"/>
                    <a:pt x="10250524" y="45369652"/>
                    <a:pt x="10226200" y="45405964"/>
                  </a:cubicBezTo>
                  <a:cubicBezTo>
                    <a:pt x="10210224" y="45429816"/>
                    <a:pt x="10188568" y="45465944"/>
                    <a:pt x="10178080" y="45486244"/>
                  </a:cubicBezTo>
                  <a:cubicBezTo>
                    <a:pt x="10167592" y="45506540"/>
                    <a:pt x="10138612" y="45544584"/>
                    <a:pt x="10113684" y="45570776"/>
                  </a:cubicBezTo>
                  <a:lnTo>
                    <a:pt x="10068356" y="45618400"/>
                  </a:lnTo>
                  <a:lnTo>
                    <a:pt x="9920404" y="45618400"/>
                  </a:lnTo>
                  <a:cubicBezTo>
                    <a:pt x="9786932" y="45618400"/>
                    <a:pt x="9766608" y="45615292"/>
                    <a:pt x="9712768" y="45586628"/>
                  </a:cubicBezTo>
                  <a:cubicBezTo>
                    <a:pt x="9679944" y="45569156"/>
                    <a:pt x="9617860" y="45546640"/>
                    <a:pt x="9574804" y="45536600"/>
                  </a:cubicBezTo>
                  <a:cubicBezTo>
                    <a:pt x="9528948" y="45525900"/>
                    <a:pt x="9482696" y="45505460"/>
                    <a:pt x="9463136" y="45487252"/>
                  </a:cubicBezTo>
                  <a:cubicBezTo>
                    <a:pt x="9444776" y="45470156"/>
                    <a:pt x="9409192" y="45447280"/>
                    <a:pt x="9384068" y="45436416"/>
                  </a:cubicBezTo>
                  <a:cubicBezTo>
                    <a:pt x="9358940" y="45425556"/>
                    <a:pt x="9328804" y="45402048"/>
                    <a:pt x="9317100" y="45384184"/>
                  </a:cubicBezTo>
                  <a:cubicBezTo>
                    <a:pt x="9305392" y="45366316"/>
                    <a:pt x="9286904" y="45351700"/>
                    <a:pt x="9276016" y="45351700"/>
                  </a:cubicBezTo>
                  <a:cubicBezTo>
                    <a:pt x="9265124" y="45351700"/>
                    <a:pt x="9227336" y="45322976"/>
                    <a:pt x="9192048" y="45287872"/>
                  </a:cubicBezTo>
                  <a:cubicBezTo>
                    <a:pt x="9127984" y="45224148"/>
                    <a:pt x="9127884" y="45223920"/>
                    <a:pt x="9129700" y="45144996"/>
                  </a:cubicBezTo>
                  <a:cubicBezTo>
                    <a:pt x="9131400" y="45071040"/>
                    <a:pt x="9134008" y="45064524"/>
                    <a:pt x="9170220" y="45043728"/>
                  </a:cubicBezTo>
                  <a:cubicBezTo>
                    <a:pt x="9226492" y="45011408"/>
                    <a:pt x="9270456" y="45003140"/>
                    <a:pt x="9330132" y="45013652"/>
                  </a:cubicBezTo>
                  <a:cubicBezTo>
                    <a:pt x="9405488" y="45026924"/>
                    <a:pt x="9410984" y="45004516"/>
                    <a:pt x="9347920" y="44941164"/>
                  </a:cubicBezTo>
                  <a:cubicBezTo>
                    <a:pt x="9268128" y="44861008"/>
                    <a:pt x="9153260" y="44732328"/>
                    <a:pt x="9133108" y="44700516"/>
                  </a:cubicBezTo>
                  <a:cubicBezTo>
                    <a:pt x="9123260" y="44684972"/>
                    <a:pt x="9102044" y="44657965"/>
                    <a:pt x="9085960" y="44640502"/>
                  </a:cubicBezTo>
                  <a:cubicBezTo>
                    <a:pt x="9069876" y="44623040"/>
                    <a:pt x="9053612" y="44595823"/>
                    <a:pt x="9049816" y="44580022"/>
                  </a:cubicBezTo>
                  <a:cubicBezTo>
                    <a:pt x="9046016" y="44564218"/>
                    <a:pt x="9029140" y="44545016"/>
                    <a:pt x="9012308" y="44537346"/>
                  </a:cubicBezTo>
                  <a:cubicBezTo>
                    <a:pt x="8965784" y="44516150"/>
                    <a:pt x="8953504" y="44473529"/>
                    <a:pt x="8953504" y="44333311"/>
                  </a:cubicBezTo>
                  <a:cubicBezTo>
                    <a:pt x="8953504" y="44208615"/>
                    <a:pt x="8954568" y="44203862"/>
                    <a:pt x="8992516" y="44159282"/>
                  </a:cubicBezTo>
                  <a:cubicBezTo>
                    <a:pt x="9040052" y="44103440"/>
                    <a:pt x="9125080" y="44044213"/>
                    <a:pt x="9170840" y="44035060"/>
                  </a:cubicBezTo>
                  <a:cubicBezTo>
                    <a:pt x="9189436" y="44031339"/>
                    <a:pt x="9216896" y="44011737"/>
                    <a:pt x="9231856" y="43991500"/>
                  </a:cubicBezTo>
                  <a:cubicBezTo>
                    <a:pt x="9246820" y="43971262"/>
                    <a:pt x="9267952" y="43954702"/>
                    <a:pt x="9278816" y="43954702"/>
                  </a:cubicBezTo>
                  <a:cubicBezTo>
                    <a:pt x="9289680" y="43954702"/>
                    <a:pt x="9316280" y="43934700"/>
                    <a:pt x="9337924" y="43910252"/>
                  </a:cubicBezTo>
                  <a:cubicBezTo>
                    <a:pt x="9371212" y="43872651"/>
                    <a:pt x="9385560" y="43865802"/>
                    <a:pt x="9431032" y="43865802"/>
                  </a:cubicBezTo>
                  <a:cubicBezTo>
                    <a:pt x="9474144" y="43865802"/>
                    <a:pt x="9484584" y="43861402"/>
                    <a:pt x="9483776" y="43843577"/>
                  </a:cubicBezTo>
                  <a:cubicBezTo>
                    <a:pt x="9483224" y="43831354"/>
                    <a:pt x="9483084" y="43814407"/>
                    <a:pt x="9483468" y="43805917"/>
                  </a:cubicBezTo>
                  <a:cubicBezTo>
                    <a:pt x="9483856" y="43797431"/>
                    <a:pt x="9453604" y="43773234"/>
                    <a:pt x="9416244" y="43752150"/>
                  </a:cubicBezTo>
                  <a:cubicBezTo>
                    <a:pt x="9337284" y="43707588"/>
                    <a:pt x="9330144" y="43696674"/>
                    <a:pt x="9303056" y="43579144"/>
                  </a:cubicBezTo>
                  <a:cubicBezTo>
                    <a:pt x="9285016" y="43500882"/>
                    <a:pt x="9284744" y="43477168"/>
                    <a:pt x="9300632" y="43364664"/>
                  </a:cubicBezTo>
                  <a:cubicBezTo>
                    <a:pt x="9317040" y="43248478"/>
                    <a:pt x="9321732" y="43235475"/>
                    <a:pt x="9358248" y="43204990"/>
                  </a:cubicBezTo>
                  <a:cubicBezTo>
                    <a:pt x="9427984" y="43146770"/>
                    <a:pt x="9413892" y="43132926"/>
                    <a:pt x="9278876" y="43127022"/>
                  </a:cubicBezTo>
                  <a:cubicBezTo>
                    <a:pt x="9166288" y="43122099"/>
                    <a:pt x="9157208" y="43119575"/>
                    <a:pt x="9113336" y="43081056"/>
                  </a:cubicBezTo>
                  <a:cubicBezTo>
                    <a:pt x="9087808" y="43058642"/>
                    <a:pt x="9053028" y="43040302"/>
                    <a:pt x="9036052" y="43040302"/>
                  </a:cubicBezTo>
                  <a:cubicBezTo>
                    <a:pt x="9019076" y="43040302"/>
                    <a:pt x="8985660" y="43023156"/>
                    <a:pt x="8961792" y="43002202"/>
                  </a:cubicBezTo>
                  <a:cubicBezTo>
                    <a:pt x="8937928" y="42981248"/>
                    <a:pt x="8912200" y="42964102"/>
                    <a:pt x="8904624" y="42964102"/>
                  </a:cubicBezTo>
                  <a:cubicBezTo>
                    <a:pt x="8890784" y="42964102"/>
                    <a:pt x="8772040" y="42867016"/>
                    <a:pt x="8711496" y="42806202"/>
                  </a:cubicBezTo>
                  <a:cubicBezTo>
                    <a:pt x="8670968" y="42765491"/>
                    <a:pt x="8619056" y="42763587"/>
                    <a:pt x="8592272" y="42801827"/>
                  </a:cubicBezTo>
                  <a:cubicBezTo>
                    <a:pt x="8581400" y="42817351"/>
                    <a:pt x="8572504" y="42838801"/>
                    <a:pt x="8572504" y="42849495"/>
                  </a:cubicBezTo>
                  <a:cubicBezTo>
                    <a:pt x="8572504" y="42860186"/>
                    <a:pt x="8556008" y="42884501"/>
                    <a:pt x="8535852" y="42903526"/>
                  </a:cubicBezTo>
                  <a:cubicBezTo>
                    <a:pt x="8515696" y="42922551"/>
                    <a:pt x="8492428" y="42951107"/>
                    <a:pt x="8484144" y="42966986"/>
                  </a:cubicBezTo>
                  <a:cubicBezTo>
                    <a:pt x="8475864" y="42982861"/>
                    <a:pt x="8457960" y="43013423"/>
                    <a:pt x="8444352" y="43034901"/>
                  </a:cubicBezTo>
                  <a:cubicBezTo>
                    <a:pt x="8430748" y="43056375"/>
                    <a:pt x="8413388" y="43109309"/>
                    <a:pt x="8405776" y="43152528"/>
                  </a:cubicBezTo>
                  <a:cubicBezTo>
                    <a:pt x="8392456" y="43228139"/>
                    <a:pt x="8388700" y="43233856"/>
                    <a:pt x="8306208" y="43303979"/>
                  </a:cubicBezTo>
                  <a:cubicBezTo>
                    <a:pt x="8259060" y="43344060"/>
                    <a:pt x="8199956" y="43398370"/>
                    <a:pt x="8174868" y="43424669"/>
                  </a:cubicBezTo>
                  <a:cubicBezTo>
                    <a:pt x="8149768" y="43450981"/>
                    <a:pt x="8111588" y="43476021"/>
                    <a:pt x="8089976" y="43480343"/>
                  </a:cubicBezTo>
                  <a:cubicBezTo>
                    <a:pt x="8064468" y="43485444"/>
                    <a:pt x="8044260" y="43500646"/>
                    <a:pt x="8032340" y="43523699"/>
                  </a:cubicBezTo>
                  <a:cubicBezTo>
                    <a:pt x="8020432" y="43546724"/>
                    <a:pt x="8003888" y="43559185"/>
                    <a:pt x="7985268" y="43559154"/>
                  </a:cubicBezTo>
                  <a:cubicBezTo>
                    <a:pt x="7942832" y="43559083"/>
                    <a:pt x="7889584" y="43584405"/>
                    <a:pt x="7856000" y="43620623"/>
                  </a:cubicBezTo>
                  <a:cubicBezTo>
                    <a:pt x="7833128" y="43645285"/>
                    <a:pt x="7810756" y="43653744"/>
                    <a:pt x="7758104" y="43657629"/>
                  </a:cubicBezTo>
                  <a:cubicBezTo>
                    <a:pt x="7700936" y="43661845"/>
                    <a:pt x="7684696" y="43668865"/>
                    <a:pt x="7658104" y="43700848"/>
                  </a:cubicBezTo>
                  <a:cubicBezTo>
                    <a:pt x="7605788" y="43763762"/>
                    <a:pt x="7518112" y="43761446"/>
                    <a:pt x="7466464" y="43695788"/>
                  </a:cubicBezTo>
                  <a:cubicBezTo>
                    <a:pt x="7453592" y="43679426"/>
                    <a:pt x="7425916" y="43658937"/>
                    <a:pt x="7404956" y="43650255"/>
                  </a:cubicBezTo>
                  <a:cubicBezTo>
                    <a:pt x="7383996" y="43641574"/>
                    <a:pt x="7363392" y="43623594"/>
                    <a:pt x="7359176" y="43610298"/>
                  </a:cubicBezTo>
                  <a:cubicBezTo>
                    <a:pt x="7354956" y="43597003"/>
                    <a:pt x="7335488" y="43577841"/>
                    <a:pt x="7315916" y="43567721"/>
                  </a:cubicBezTo>
                  <a:cubicBezTo>
                    <a:pt x="7262000" y="43539841"/>
                    <a:pt x="7251256" y="43496724"/>
                    <a:pt x="7258224" y="43336222"/>
                  </a:cubicBezTo>
                  <a:cubicBezTo>
                    <a:pt x="7263720" y="43209684"/>
                    <a:pt x="7267888" y="43189363"/>
                    <a:pt x="7295996" y="43152072"/>
                  </a:cubicBezTo>
                  <a:cubicBezTo>
                    <a:pt x="7313376" y="43129016"/>
                    <a:pt x="7335468" y="43086014"/>
                    <a:pt x="7345096" y="43056512"/>
                  </a:cubicBezTo>
                  <a:cubicBezTo>
                    <a:pt x="7354720" y="43027010"/>
                    <a:pt x="7380508" y="42986141"/>
                    <a:pt x="7402400" y="42965693"/>
                  </a:cubicBezTo>
                  <a:cubicBezTo>
                    <a:pt x="7427552" y="42942196"/>
                    <a:pt x="7442200" y="42916176"/>
                    <a:pt x="7442200" y="42895002"/>
                  </a:cubicBezTo>
                  <a:cubicBezTo>
                    <a:pt x="7442200" y="42872678"/>
                    <a:pt x="7459152" y="42844881"/>
                    <a:pt x="7493000" y="42811702"/>
                  </a:cubicBezTo>
                  <a:cubicBezTo>
                    <a:pt x="7520944" y="42784315"/>
                    <a:pt x="7543800" y="42753498"/>
                    <a:pt x="7543800" y="42743219"/>
                  </a:cubicBezTo>
                  <a:cubicBezTo>
                    <a:pt x="7543800" y="42732941"/>
                    <a:pt x="7560948" y="42712322"/>
                    <a:pt x="7581904" y="42697402"/>
                  </a:cubicBezTo>
                  <a:cubicBezTo>
                    <a:pt x="7602856" y="42682482"/>
                    <a:pt x="7620000" y="42662235"/>
                    <a:pt x="7620000" y="42652412"/>
                  </a:cubicBezTo>
                  <a:cubicBezTo>
                    <a:pt x="7620000" y="42642590"/>
                    <a:pt x="7637396" y="42625561"/>
                    <a:pt x="7658652" y="42614567"/>
                  </a:cubicBezTo>
                  <a:cubicBezTo>
                    <a:pt x="7679912" y="42603575"/>
                    <a:pt x="7703640" y="42580677"/>
                    <a:pt x="7711380" y="42563686"/>
                  </a:cubicBezTo>
                  <a:cubicBezTo>
                    <a:pt x="7719120" y="42546692"/>
                    <a:pt x="7735872" y="42529484"/>
                    <a:pt x="7748600" y="42525444"/>
                  </a:cubicBezTo>
                  <a:cubicBezTo>
                    <a:pt x="7761328" y="42521407"/>
                    <a:pt x="7783256" y="42501929"/>
                    <a:pt x="7797332" y="42482162"/>
                  </a:cubicBezTo>
                  <a:cubicBezTo>
                    <a:pt x="7811404" y="42462399"/>
                    <a:pt x="7837168" y="42442652"/>
                    <a:pt x="7854580" y="42438280"/>
                  </a:cubicBezTo>
                  <a:cubicBezTo>
                    <a:pt x="7871992" y="42433911"/>
                    <a:pt x="7894816" y="42413748"/>
                    <a:pt x="7905300" y="42393476"/>
                  </a:cubicBezTo>
                  <a:cubicBezTo>
                    <a:pt x="7917656" y="42369583"/>
                    <a:pt x="7938172" y="42353584"/>
                    <a:pt x="7963624" y="42347994"/>
                  </a:cubicBezTo>
                  <a:cubicBezTo>
                    <a:pt x="7985220" y="42343250"/>
                    <a:pt x="8018180" y="42320774"/>
                    <a:pt x="8036872" y="42298047"/>
                  </a:cubicBezTo>
                  <a:cubicBezTo>
                    <a:pt x="8061072" y="42268616"/>
                    <a:pt x="8082476" y="42256167"/>
                    <a:pt x="8111240" y="42254793"/>
                  </a:cubicBezTo>
                  <a:cubicBezTo>
                    <a:pt x="8150008" y="42252942"/>
                    <a:pt x="8184020" y="42230900"/>
                    <a:pt x="8193916" y="42201212"/>
                  </a:cubicBezTo>
                  <a:cubicBezTo>
                    <a:pt x="8196488" y="42193489"/>
                    <a:pt x="8224144" y="42179086"/>
                    <a:pt x="8255376" y="42169205"/>
                  </a:cubicBezTo>
                  <a:cubicBezTo>
                    <a:pt x="8286600" y="42159323"/>
                    <a:pt x="8329620" y="42136388"/>
                    <a:pt x="8350972" y="42118237"/>
                  </a:cubicBezTo>
                  <a:cubicBezTo>
                    <a:pt x="8376200" y="42096791"/>
                    <a:pt x="8410780" y="42082869"/>
                    <a:pt x="8449736" y="42078479"/>
                  </a:cubicBezTo>
                  <a:cubicBezTo>
                    <a:pt x="8497032" y="42073149"/>
                    <a:pt x="8515148" y="42064042"/>
                    <a:pt x="8535596" y="42035325"/>
                  </a:cubicBezTo>
                  <a:cubicBezTo>
                    <a:pt x="8553840" y="42009704"/>
                    <a:pt x="8576416" y="41996546"/>
                    <a:pt x="8611864" y="41990878"/>
                  </a:cubicBezTo>
                  <a:cubicBezTo>
                    <a:pt x="8642924" y="41985911"/>
                    <a:pt x="8671296" y="41971282"/>
                    <a:pt x="8685916" y="41952694"/>
                  </a:cubicBezTo>
                  <a:cubicBezTo>
                    <a:pt x="8698952" y="41936121"/>
                    <a:pt x="8726972" y="41915267"/>
                    <a:pt x="8748184" y="41906346"/>
                  </a:cubicBezTo>
                  <a:cubicBezTo>
                    <a:pt x="8769392" y="41897429"/>
                    <a:pt x="8798964" y="41874600"/>
                    <a:pt x="8813896" y="41855618"/>
                  </a:cubicBezTo>
                  <a:cubicBezTo>
                    <a:pt x="8830288" y="41834779"/>
                    <a:pt x="8853424" y="41821102"/>
                    <a:pt x="8872280" y="41821102"/>
                  </a:cubicBezTo>
                  <a:cubicBezTo>
                    <a:pt x="8926716" y="41821102"/>
                    <a:pt x="8990912" y="41855739"/>
                    <a:pt x="9004960" y="41892685"/>
                  </a:cubicBezTo>
                  <a:cubicBezTo>
                    <a:pt x="9028476" y="41954533"/>
                    <a:pt x="9034324" y="42119890"/>
                    <a:pt x="9016648" y="42223208"/>
                  </a:cubicBezTo>
                  <a:cubicBezTo>
                    <a:pt x="9002528" y="42305779"/>
                    <a:pt x="9002624" y="42322327"/>
                    <a:pt x="9017288" y="42328327"/>
                  </a:cubicBezTo>
                  <a:cubicBezTo>
                    <a:pt x="9026860" y="42332246"/>
                    <a:pt x="9078784" y="42379744"/>
                    <a:pt x="9132676" y="42433877"/>
                  </a:cubicBezTo>
                  <a:cubicBezTo>
                    <a:pt x="9210476" y="42512027"/>
                    <a:pt x="9238336" y="42532302"/>
                    <a:pt x="9267932" y="42532302"/>
                  </a:cubicBezTo>
                  <a:cubicBezTo>
                    <a:pt x="9290504" y="42532302"/>
                    <a:pt x="9320860" y="42546075"/>
                    <a:pt x="9344896" y="42567227"/>
                  </a:cubicBezTo>
                  <a:cubicBezTo>
                    <a:pt x="9456592" y="42665512"/>
                    <a:pt x="9482736" y="42681505"/>
                    <a:pt x="9555928" y="42696332"/>
                  </a:cubicBezTo>
                  <a:cubicBezTo>
                    <a:pt x="9606180" y="42706512"/>
                    <a:pt x="9645484" y="42724052"/>
                    <a:pt x="9673848" y="42748952"/>
                  </a:cubicBezTo>
                  <a:cubicBezTo>
                    <a:pt x="9731428" y="42799510"/>
                    <a:pt x="9816864" y="42802456"/>
                    <a:pt x="9842392" y="42754763"/>
                  </a:cubicBezTo>
                  <a:cubicBezTo>
                    <a:pt x="9851672" y="42737415"/>
                    <a:pt x="9870968" y="42719509"/>
                    <a:pt x="9885272" y="42714970"/>
                  </a:cubicBezTo>
                  <a:cubicBezTo>
                    <a:pt x="9899572" y="42710431"/>
                    <a:pt x="9949404" y="42663187"/>
                    <a:pt x="9996012" y="42609984"/>
                  </a:cubicBezTo>
                  <a:cubicBezTo>
                    <a:pt x="10042620" y="42556781"/>
                    <a:pt x="10112872" y="42488891"/>
                    <a:pt x="10152128" y="42459113"/>
                  </a:cubicBezTo>
                  <a:cubicBezTo>
                    <a:pt x="10191384" y="42429338"/>
                    <a:pt x="10223504" y="42400301"/>
                    <a:pt x="10223504" y="42394583"/>
                  </a:cubicBezTo>
                  <a:cubicBezTo>
                    <a:pt x="10223504" y="42388869"/>
                    <a:pt x="10238152" y="42376355"/>
                    <a:pt x="10256056" y="42366771"/>
                  </a:cubicBezTo>
                  <a:cubicBezTo>
                    <a:pt x="10273960" y="42357190"/>
                    <a:pt x="10298056" y="42333356"/>
                    <a:pt x="10309604" y="42313810"/>
                  </a:cubicBezTo>
                  <a:cubicBezTo>
                    <a:pt x="10321152" y="42294264"/>
                    <a:pt x="10341140" y="42274922"/>
                    <a:pt x="10354024" y="42270833"/>
                  </a:cubicBezTo>
                  <a:cubicBezTo>
                    <a:pt x="10366908" y="42266746"/>
                    <a:pt x="10383304" y="42250552"/>
                    <a:pt x="10390456" y="42234850"/>
                  </a:cubicBezTo>
                  <a:cubicBezTo>
                    <a:pt x="10397612" y="42219146"/>
                    <a:pt x="10420124" y="42196459"/>
                    <a:pt x="10440484" y="42184432"/>
                  </a:cubicBezTo>
                  <a:cubicBezTo>
                    <a:pt x="10460844" y="42172405"/>
                    <a:pt x="10477504" y="42154995"/>
                    <a:pt x="10477504" y="42145743"/>
                  </a:cubicBezTo>
                  <a:cubicBezTo>
                    <a:pt x="10477504" y="42136487"/>
                    <a:pt x="10497504" y="42113661"/>
                    <a:pt x="10521952" y="42095014"/>
                  </a:cubicBezTo>
                  <a:cubicBezTo>
                    <a:pt x="10546400" y="42076367"/>
                    <a:pt x="10566400" y="42052871"/>
                    <a:pt x="10566400" y="42042803"/>
                  </a:cubicBezTo>
                  <a:cubicBezTo>
                    <a:pt x="10566400" y="42032736"/>
                    <a:pt x="10583428" y="42009326"/>
                    <a:pt x="10604240" y="41990785"/>
                  </a:cubicBezTo>
                  <a:cubicBezTo>
                    <a:pt x="10625048" y="41972243"/>
                    <a:pt x="10645240" y="41947097"/>
                    <a:pt x="10649112" y="41934903"/>
                  </a:cubicBezTo>
                  <a:cubicBezTo>
                    <a:pt x="10652980" y="41922711"/>
                    <a:pt x="10672360" y="41906018"/>
                    <a:pt x="10692176" y="41897810"/>
                  </a:cubicBezTo>
                  <a:cubicBezTo>
                    <a:pt x="10711992" y="41889600"/>
                    <a:pt x="10734400" y="41869291"/>
                    <a:pt x="10741968" y="41852678"/>
                  </a:cubicBezTo>
                  <a:cubicBezTo>
                    <a:pt x="10751324" y="41832149"/>
                    <a:pt x="10770636" y="41819676"/>
                    <a:pt x="10802252" y="41813744"/>
                  </a:cubicBezTo>
                  <a:cubicBezTo>
                    <a:pt x="10833644" y="41807856"/>
                    <a:pt x="10861368" y="41790081"/>
                    <a:pt x="10887504" y="41759084"/>
                  </a:cubicBezTo>
                  <a:cubicBezTo>
                    <a:pt x="10925380" y="41714169"/>
                    <a:pt x="10928256" y="41713152"/>
                    <a:pt x="11017416" y="41713152"/>
                  </a:cubicBezTo>
                  <a:cubicBezTo>
                    <a:pt x="11163176" y="41713152"/>
                    <a:pt x="11163304" y="41713378"/>
                    <a:pt x="11163304" y="41980432"/>
                  </a:cubicBezTo>
                  <a:cubicBezTo>
                    <a:pt x="11163304" y="42195606"/>
                    <a:pt x="11162652" y="42200924"/>
                    <a:pt x="11131908" y="42237461"/>
                  </a:cubicBezTo>
                  <a:cubicBezTo>
                    <a:pt x="11093476" y="42283136"/>
                    <a:pt x="11074400" y="42331071"/>
                    <a:pt x="11074400" y="42381982"/>
                  </a:cubicBezTo>
                  <a:cubicBezTo>
                    <a:pt x="11074400" y="42408719"/>
                    <a:pt x="11062312" y="42431803"/>
                    <a:pt x="11034912" y="42457401"/>
                  </a:cubicBezTo>
                  <a:cubicBezTo>
                    <a:pt x="11002636" y="42487548"/>
                    <a:pt x="10993816" y="42507919"/>
                    <a:pt x="10986628" y="42568892"/>
                  </a:cubicBezTo>
                  <a:cubicBezTo>
                    <a:pt x="10978792" y="42635325"/>
                    <a:pt x="10973372" y="42646100"/>
                    <a:pt x="10937128" y="42667274"/>
                  </a:cubicBezTo>
                  <a:cubicBezTo>
                    <a:pt x="10900920" y="42688429"/>
                    <a:pt x="10895936" y="42698307"/>
                    <a:pt x="10891984" y="42756772"/>
                  </a:cubicBezTo>
                  <a:cubicBezTo>
                    <a:pt x="10888388" y="42809919"/>
                    <a:pt x="10880744" y="42828337"/>
                    <a:pt x="10852016" y="42853045"/>
                  </a:cubicBezTo>
                  <a:cubicBezTo>
                    <a:pt x="10822904" y="42878089"/>
                    <a:pt x="10815424" y="42896574"/>
                    <a:pt x="10810532" y="42955535"/>
                  </a:cubicBezTo>
                  <a:cubicBezTo>
                    <a:pt x="10803420" y="43041322"/>
                    <a:pt x="10822976" y="43096441"/>
                    <a:pt x="10869520" y="43121773"/>
                  </a:cubicBezTo>
                  <a:cubicBezTo>
                    <a:pt x="10917468" y="43147868"/>
                    <a:pt x="11242408" y="43183096"/>
                    <a:pt x="11285176" y="43166837"/>
                  </a:cubicBezTo>
                  <a:cubicBezTo>
                    <a:pt x="11303576" y="43159842"/>
                    <a:pt x="11369712" y="43150491"/>
                    <a:pt x="11432148" y="43146060"/>
                  </a:cubicBezTo>
                  <a:cubicBezTo>
                    <a:pt x="11539232" y="43138457"/>
                    <a:pt x="11546680" y="43136045"/>
                    <a:pt x="11563528" y="43103467"/>
                  </a:cubicBezTo>
                  <a:cubicBezTo>
                    <a:pt x="11579036" y="43073472"/>
                    <a:pt x="11590800" y="43068151"/>
                    <a:pt x="11652984" y="43062995"/>
                  </a:cubicBezTo>
                  <a:cubicBezTo>
                    <a:pt x="11712960" y="43058019"/>
                    <a:pt x="11730672" y="43050543"/>
                    <a:pt x="11762088" y="43016930"/>
                  </a:cubicBezTo>
                  <a:cubicBezTo>
                    <a:pt x="11788392" y="42988780"/>
                    <a:pt x="11811208" y="42976802"/>
                    <a:pt x="11838508" y="42976802"/>
                  </a:cubicBezTo>
                  <a:cubicBezTo>
                    <a:pt x="11866764" y="42976802"/>
                    <a:pt x="11888580" y="42964626"/>
                    <a:pt x="11918140" y="42932352"/>
                  </a:cubicBezTo>
                  <a:cubicBezTo>
                    <a:pt x="11950256" y="42897291"/>
                    <a:pt x="11968532" y="42887902"/>
                    <a:pt x="12004672" y="42887902"/>
                  </a:cubicBezTo>
                  <a:cubicBezTo>
                    <a:pt x="12050496" y="42887902"/>
                    <a:pt x="12079088" y="42869271"/>
                    <a:pt x="12103632" y="42823413"/>
                  </a:cubicBezTo>
                  <a:cubicBezTo>
                    <a:pt x="12110816" y="42809987"/>
                    <a:pt x="12125048" y="42799002"/>
                    <a:pt x="12135264" y="42799002"/>
                  </a:cubicBezTo>
                  <a:cubicBezTo>
                    <a:pt x="12145472" y="42799002"/>
                    <a:pt x="12175520" y="42779406"/>
                    <a:pt x="12202028" y="42755454"/>
                  </a:cubicBezTo>
                  <a:cubicBezTo>
                    <a:pt x="12228540" y="42731505"/>
                    <a:pt x="12265904" y="42707975"/>
                    <a:pt x="12285060" y="42703166"/>
                  </a:cubicBezTo>
                  <a:cubicBezTo>
                    <a:pt x="12304320" y="42698332"/>
                    <a:pt x="12327780" y="42679167"/>
                    <a:pt x="12337544" y="42660288"/>
                  </a:cubicBezTo>
                  <a:cubicBezTo>
                    <a:pt x="12347252" y="42641511"/>
                    <a:pt x="12370044" y="42619382"/>
                    <a:pt x="12388188" y="42611116"/>
                  </a:cubicBezTo>
                  <a:cubicBezTo>
                    <a:pt x="12408968" y="42601647"/>
                    <a:pt x="12423936" y="42582318"/>
                    <a:pt x="12428616" y="42558899"/>
                  </a:cubicBezTo>
                  <a:cubicBezTo>
                    <a:pt x="12432708" y="42538450"/>
                    <a:pt x="12452672" y="42505798"/>
                    <a:pt x="12472980" y="42486339"/>
                  </a:cubicBezTo>
                  <a:cubicBezTo>
                    <a:pt x="12493288" y="42466883"/>
                    <a:pt x="12516096" y="42427986"/>
                    <a:pt x="12523656" y="42399904"/>
                  </a:cubicBezTo>
                  <a:cubicBezTo>
                    <a:pt x="12531216" y="42371822"/>
                    <a:pt x="12551128" y="42332534"/>
                    <a:pt x="12567904" y="42312598"/>
                  </a:cubicBezTo>
                  <a:cubicBezTo>
                    <a:pt x="12593944" y="42281654"/>
                    <a:pt x="12598400" y="42262935"/>
                    <a:pt x="12598400" y="42184618"/>
                  </a:cubicBezTo>
                  <a:cubicBezTo>
                    <a:pt x="12598400" y="42089278"/>
                    <a:pt x="12586456" y="42062402"/>
                    <a:pt x="12544084" y="42062402"/>
                  </a:cubicBezTo>
                  <a:cubicBezTo>
                    <a:pt x="12530976" y="42062402"/>
                    <a:pt x="12502412" y="42044564"/>
                    <a:pt x="12480612" y="42022764"/>
                  </a:cubicBezTo>
                  <a:cubicBezTo>
                    <a:pt x="12458812" y="42000964"/>
                    <a:pt x="12420672" y="41974469"/>
                    <a:pt x="12395864" y="41963887"/>
                  </a:cubicBezTo>
                  <a:cubicBezTo>
                    <a:pt x="12371052" y="41953305"/>
                    <a:pt x="12336464" y="41931632"/>
                    <a:pt x="12319000" y="41915726"/>
                  </a:cubicBezTo>
                  <a:cubicBezTo>
                    <a:pt x="12301540" y="41899820"/>
                    <a:pt x="12265520" y="41883151"/>
                    <a:pt x="12238956" y="41878683"/>
                  </a:cubicBezTo>
                  <a:cubicBezTo>
                    <a:pt x="12212396" y="41874218"/>
                    <a:pt x="12179772" y="41859670"/>
                    <a:pt x="12166460" y="41846359"/>
                  </a:cubicBezTo>
                  <a:cubicBezTo>
                    <a:pt x="12153148" y="41833049"/>
                    <a:pt x="12117728" y="41808061"/>
                    <a:pt x="12087752" y="41790831"/>
                  </a:cubicBezTo>
                  <a:cubicBezTo>
                    <a:pt x="12002184" y="41741653"/>
                    <a:pt x="11899904" y="41627458"/>
                    <a:pt x="11899904" y="41581095"/>
                  </a:cubicBezTo>
                  <a:cubicBezTo>
                    <a:pt x="11899904" y="41554538"/>
                    <a:pt x="11885120" y="41526041"/>
                    <a:pt x="11852276" y="41489280"/>
                  </a:cubicBezTo>
                  <a:lnTo>
                    <a:pt x="11804652" y="41435978"/>
                  </a:lnTo>
                  <a:lnTo>
                    <a:pt x="11798304" y="41294068"/>
                  </a:lnTo>
                  <a:cubicBezTo>
                    <a:pt x="11792888" y="41173123"/>
                    <a:pt x="11787544" y="41145385"/>
                    <a:pt x="11762136" y="41106327"/>
                  </a:cubicBezTo>
                  <a:cubicBezTo>
                    <a:pt x="11738288" y="41069678"/>
                    <a:pt x="11730180" y="41033829"/>
                    <a:pt x="11721660" y="40927367"/>
                  </a:cubicBezTo>
                  <a:cubicBezTo>
                    <a:pt x="11713276" y="40822617"/>
                    <a:pt x="11704744" y="40784229"/>
                    <a:pt x="11681628" y="40747273"/>
                  </a:cubicBezTo>
                  <a:cubicBezTo>
                    <a:pt x="11665472" y="40721439"/>
                    <a:pt x="11647344" y="40688948"/>
                    <a:pt x="11641344" y="40675063"/>
                  </a:cubicBezTo>
                  <a:cubicBezTo>
                    <a:pt x="11628836" y="40646116"/>
                    <a:pt x="11646832" y="40598060"/>
                    <a:pt x="11680724" y="40569923"/>
                  </a:cubicBezTo>
                  <a:cubicBezTo>
                    <a:pt x="11689960" y="40562254"/>
                    <a:pt x="11706824" y="40557900"/>
                    <a:pt x="11727628" y="40556345"/>
                  </a:cubicBezTo>
                  <a:close/>
                  <a:moveTo>
                    <a:pt x="44844833" y="40552490"/>
                  </a:moveTo>
                  <a:cubicBezTo>
                    <a:pt x="44944057" y="40552253"/>
                    <a:pt x="45042394" y="40557955"/>
                    <a:pt x="45072302" y="40569757"/>
                  </a:cubicBezTo>
                  <a:cubicBezTo>
                    <a:pt x="45370479" y="40687434"/>
                    <a:pt x="45420582" y="40717730"/>
                    <a:pt x="45486702" y="40820362"/>
                  </a:cubicBezTo>
                  <a:lnTo>
                    <a:pt x="45529502" y="40886795"/>
                  </a:lnTo>
                  <a:lnTo>
                    <a:pt x="45522966" y="41020573"/>
                  </a:lnTo>
                  <a:cubicBezTo>
                    <a:pt x="45519369" y="41094150"/>
                    <a:pt x="45509367" y="41166453"/>
                    <a:pt x="45500741" y="41181245"/>
                  </a:cubicBezTo>
                  <a:cubicBezTo>
                    <a:pt x="45467980" y="41237409"/>
                    <a:pt x="45450760" y="41288656"/>
                    <a:pt x="45449482" y="41333801"/>
                  </a:cubicBezTo>
                  <a:cubicBezTo>
                    <a:pt x="45448372" y="41372961"/>
                    <a:pt x="45456006" y="41387332"/>
                    <a:pt x="45496533" y="41422366"/>
                  </a:cubicBezTo>
                  <a:cubicBezTo>
                    <a:pt x="45542134" y="41461783"/>
                    <a:pt x="45549584" y="41463926"/>
                    <a:pt x="45626479" y="41459737"/>
                  </a:cubicBezTo>
                  <a:cubicBezTo>
                    <a:pt x="45713432" y="41454996"/>
                    <a:pt x="45749296" y="41437131"/>
                    <a:pt x="45739133" y="41403620"/>
                  </a:cubicBezTo>
                  <a:cubicBezTo>
                    <a:pt x="45734674" y="41388926"/>
                    <a:pt x="45745126" y="41378855"/>
                    <a:pt x="45775295" y="41368778"/>
                  </a:cubicBezTo>
                  <a:cubicBezTo>
                    <a:pt x="45810465" y="41357033"/>
                    <a:pt x="45819004" y="41346724"/>
                    <a:pt x="45825202" y="41308543"/>
                  </a:cubicBezTo>
                  <a:cubicBezTo>
                    <a:pt x="45829670" y="41281013"/>
                    <a:pt x="45846280" y="41250782"/>
                    <a:pt x="45866489" y="41233397"/>
                  </a:cubicBezTo>
                  <a:cubicBezTo>
                    <a:pt x="45895294" y="41208621"/>
                    <a:pt x="45900366" y="41194032"/>
                    <a:pt x="45900738" y="41134882"/>
                  </a:cubicBezTo>
                  <a:cubicBezTo>
                    <a:pt x="45901154" y="41068700"/>
                    <a:pt x="45903470" y="41063885"/>
                    <a:pt x="45950289" y="41031989"/>
                  </a:cubicBezTo>
                  <a:cubicBezTo>
                    <a:pt x="45986649" y="41007216"/>
                    <a:pt x="45999402" y="40989738"/>
                    <a:pt x="45999402" y="40964682"/>
                  </a:cubicBezTo>
                  <a:cubicBezTo>
                    <a:pt x="45999402" y="40927894"/>
                    <a:pt x="46027676" y="40865150"/>
                    <a:pt x="46053237" y="40845210"/>
                  </a:cubicBezTo>
                  <a:cubicBezTo>
                    <a:pt x="46062046" y="40838339"/>
                    <a:pt x="46093220" y="40832020"/>
                    <a:pt x="46122511" y="40831168"/>
                  </a:cubicBezTo>
                  <a:cubicBezTo>
                    <a:pt x="46163442" y="40829977"/>
                    <a:pt x="46177599" y="40823860"/>
                    <a:pt x="46183667" y="40804735"/>
                  </a:cubicBezTo>
                  <a:cubicBezTo>
                    <a:pt x="46199340" y="40755358"/>
                    <a:pt x="46227438" y="40741756"/>
                    <a:pt x="46327335" y="40735186"/>
                  </a:cubicBezTo>
                  <a:cubicBezTo>
                    <a:pt x="46401002" y="40730340"/>
                    <a:pt x="46437276" y="40721119"/>
                    <a:pt x="46475652" y="40697483"/>
                  </a:cubicBezTo>
                  <a:cubicBezTo>
                    <a:pt x="46574536" y="40636578"/>
                    <a:pt x="46674831" y="40682826"/>
                    <a:pt x="46691989" y="40797241"/>
                  </a:cubicBezTo>
                  <a:cubicBezTo>
                    <a:pt x="46697328" y="40832845"/>
                    <a:pt x="46715278" y="40874272"/>
                    <a:pt x="46737456" y="40902180"/>
                  </a:cubicBezTo>
                  <a:cubicBezTo>
                    <a:pt x="46757613" y="40927543"/>
                    <a:pt x="46774102" y="40959228"/>
                    <a:pt x="46774102" y="40972595"/>
                  </a:cubicBezTo>
                  <a:cubicBezTo>
                    <a:pt x="46774102" y="40985961"/>
                    <a:pt x="46790392" y="41012319"/>
                    <a:pt x="46810304" y="41031174"/>
                  </a:cubicBezTo>
                  <a:cubicBezTo>
                    <a:pt x="46830216" y="41050026"/>
                    <a:pt x="46856395" y="41086318"/>
                    <a:pt x="46868478" y="41111820"/>
                  </a:cubicBezTo>
                  <a:cubicBezTo>
                    <a:pt x="46880558" y="41137326"/>
                    <a:pt x="46904082" y="41171004"/>
                    <a:pt x="46920747" y="41186662"/>
                  </a:cubicBezTo>
                  <a:cubicBezTo>
                    <a:pt x="46942991" y="41207557"/>
                    <a:pt x="46953251" y="41234576"/>
                    <a:pt x="46959322" y="41288231"/>
                  </a:cubicBezTo>
                  <a:cubicBezTo>
                    <a:pt x="46966100" y="41348128"/>
                    <a:pt x="46973910" y="41366006"/>
                    <a:pt x="47002556" y="41387183"/>
                  </a:cubicBezTo>
                  <a:cubicBezTo>
                    <a:pt x="47031407" y="41408515"/>
                    <a:pt x="47038514" y="41425023"/>
                    <a:pt x="47043205" y="41481605"/>
                  </a:cubicBezTo>
                  <a:cubicBezTo>
                    <a:pt x="47047056" y="41528034"/>
                    <a:pt x="47059812" y="41566242"/>
                    <a:pt x="47082703" y="41599915"/>
                  </a:cubicBezTo>
                  <a:cubicBezTo>
                    <a:pt x="47111105" y="41641686"/>
                    <a:pt x="47117644" y="41667954"/>
                    <a:pt x="47123547" y="41763951"/>
                  </a:cubicBezTo>
                  <a:cubicBezTo>
                    <a:pt x="47127414" y="41826815"/>
                    <a:pt x="47142997" y="41922717"/>
                    <a:pt x="47158178" y="41977060"/>
                  </a:cubicBezTo>
                  <a:cubicBezTo>
                    <a:pt x="47184703" y="42072010"/>
                    <a:pt x="47184911" y="42077219"/>
                    <a:pt x="47163517" y="42110410"/>
                  </a:cubicBezTo>
                  <a:cubicBezTo>
                    <a:pt x="47146575" y="42136694"/>
                    <a:pt x="47139450" y="42183746"/>
                    <a:pt x="47133705" y="42307220"/>
                  </a:cubicBezTo>
                  <a:cubicBezTo>
                    <a:pt x="47129556" y="42396471"/>
                    <a:pt x="47129259" y="42472593"/>
                    <a:pt x="47133051" y="42476382"/>
                  </a:cubicBezTo>
                  <a:cubicBezTo>
                    <a:pt x="47136840" y="42480171"/>
                    <a:pt x="47162621" y="42471703"/>
                    <a:pt x="47190340" y="42457561"/>
                  </a:cubicBezTo>
                  <a:cubicBezTo>
                    <a:pt x="47229994" y="42437330"/>
                    <a:pt x="47241050" y="42424283"/>
                    <a:pt x="47242197" y="42396350"/>
                  </a:cubicBezTo>
                  <a:cubicBezTo>
                    <a:pt x="47244442" y="42341696"/>
                    <a:pt x="47254417" y="42318519"/>
                    <a:pt x="47282062" y="42303723"/>
                  </a:cubicBezTo>
                  <a:cubicBezTo>
                    <a:pt x="47296008" y="42296260"/>
                    <a:pt x="47318410" y="42268609"/>
                    <a:pt x="47331842" y="42242278"/>
                  </a:cubicBezTo>
                  <a:cubicBezTo>
                    <a:pt x="47345273" y="42215948"/>
                    <a:pt x="47370735" y="42187814"/>
                    <a:pt x="47388421" y="42179755"/>
                  </a:cubicBezTo>
                  <a:cubicBezTo>
                    <a:pt x="47406110" y="42171697"/>
                    <a:pt x="47429575" y="42147711"/>
                    <a:pt x="47440567" y="42126453"/>
                  </a:cubicBezTo>
                  <a:cubicBezTo>
                    <a:pt x="47463378" y="42082344"/>
                    <a:pt x="47490765" y="42072171"/>
                    <a:pt x="47580552" y="42074465"/>
                  </a:cubicBezTo>
                  <a:cubicBezTo>
                    <a:pt x="47697205" y="42077448"/>
                    <a:pt x="47750446" y="42123827"/>
                    <a:pt x="47753056" y="42224738"/>
                  </a:cubicBezTo>
                  <a:cubicBezTo>
                    <a:pt x="47754597" y="42284341"/>
                    <a:pt x="47774562" y="42351636"/>
                    <a:pt x="47802858" y="42392601"/>
                  </a:cubicBezTo>
                  <a:cubicBezTo>
                    <a:pt x="47814919" y="42410064"/>
                    <a:pt x="47831727" y="42455072"/>
                    <a:pt x="47840214" y="42492620"/>
                  </a:cubicBezTo>
                  <a:cubicBezTo>
                    <a:pt x="47849342" y="42533030"/>
                    <a:pt x="47868634" y="42573889"/>
                    <a:pt x="47887488" y="42592741"/>
                  </a:cubicBezTo>
                  <a:cubicBezTo>
                    <a:pt x="47905004" y="42610259"/>
                    <a:pt x="47927080" y="42650322"/>
                    <a:pt x="47936546" y="42681771"/>
                  </a:cubicBezTo>
                  <a:cubicBezTo>
                    <a:pt x="47946009" y="42713220"/>
                    <a:pt x="47966938" y="42752827"/>
                    <a:pt x="47983055" y="42769790"/>
                  </a:cubicBezTo>
                  <a:cubicBezTo>
                    <a:pt x="48011078" y="42799286"/>
                    <a:pt x="48012814" y="42812851"/>
                    <a:pt x="48022996" y="43081368"/>
                  </a:cubicBezTo>
                  <a:cubicBezTo>
                    <a:pt x="48034751" y="43391418"/>
                    <a:pt x="48029988" y="43455197"/>
                    <a:pt x="47992031" y="43495941"/>
                  </a:cubicBezTo>
                  <a:cubicBezTo>
                    <a:pt x="47958144" y="43532314"/>
                    <a:pt x="47929802" y="43601836"/>
                    <a:pt x="47929802" y="43648586"/>
                  </a:cubicBezTo>
                  <a:cubicBezTo>
                    <a:pt x="47929802" y="43684935"/>
                    <a:pt x="47907813" y="43718613"/>
                    <a:pt x="47877483" y="43728724"/>
                  </a:cubicBezTo>
                  <a:cubicBezTo>
                    <a:pt x="47869412" y="43731415"/>
                    <a:pt x="47854935" y="43767643"/>
                    <a:pt x="47845317" y="43809234"/>
                  </a:cubicBezTo>
                  <a:cubicBezTo>
                    <a:pt x="47835696" y="43850822"/>
                    <a:pt x="47814414" y="43902977"/>
                    <a:pt x="47798018" y="43925131"/>
                  </a:cubicBezTo>
                  <a:cubicBezTo>
                    <a:pt x="47778710" y="43951219"/>
                    <a:pt x="47765210" y="43991911"/>
                    <a:pt x="47759698" y="44040618"/>
                  </a:cubicBezTo>
                  <a:cubicBezTo>
                    <a:pt x="47752864" y="44101046"/>
                    <a:pt x="47743841" y="44122867"/>
                    <a:pt x="47713790" y="44151660"/>
                  </a:cubicBezTo>
                  <a:cubicBezTo>
                    <a:pt x="47693218" y="44171367"/>
                    <a:pt x="47670190" y="44206276"/>
                    <a:pt x="47662612" y="44229239"/>
                  </a:cubicBezTo>
                  <a:cubicBezTo>
                    <a:pt x="47655034" y="44252199"/>
                    <a:pt x="47638170" y="44274371"/>
                    <a:pt x="47625138" y="44278508"/>
                  </a:cubicBezTo>
                  <a:cubicBezTo>
                    <a:pt x="47612110" y="44282644"/>
                    <a:pt x="47589795" y="44305777"/>
                    <a:pt x="47575554" y="44329915"/>
                  </a:cubicBezTo>
                  <a:lnTo>
                    <a:pt x="47549658" y="44373801"/>
                  </a:lnTo>
                  <a:lnTo>
                    <a:pt x="47444108" y="44373801"/>
                  </a:lnTo>
                  <a:cubicBezTo>
                    <a:pt x="47259948" y="44373801"/>
                    <a:pt x="47243593" y="44346485"/>
                    <a:pt x="47235748" y="44025813"/>
                  </a:cubicBezTo>
                  <a:cubicBezTo>
                    <a:pt x="47229327" y="43763432"/>
                    <a:pt x="47246166" y="43569431"/>
                    <a:pt x="47282486" y="43487325"/>
                  </a:cubicBezTo>
                  <a:cubicBezTo>
                    <a:pt x="47309266" y="43426783"/>
                    <a:pt x="47307663" y="43386395"/>
                    <a:pt x="47275116" y="43301643"/>
                  </a:cubicBezTo>
                  <a:cubicBezTo>
                    <a:pt x="47263350" y="43271003"/>
                    <a:pt x="47251453" y="43256372"/>
                    <a:pt x="47244200" y="43263624"/>
                  </a:cubicBezTo>
                  <a:cubicBezTo>
                    <a:pt x="47233463" y="43274358"/>
                    <a:pt x="47205242" y="43659401"/>
                    <a:pt x="47204414" y="43806391"/>
                  </a:cubicBezTo>
                  <a:cubicBezTo>
                    <a:pt x="47204119" y="43858853"/>
                    <a:pt x="47199195" y="43870681"/>
                    <a:pt x="47170062" y="43888894"/>
                  </a:cubicBezTo>
                  <a:lnTo>
                    <a:pt x="47136052" y="43910158"/>
                  </a:lnTo>
                  <a:lnTo>
                    <a:pt x="47129702" y="44147399"/>
                  </a:lnTo>
                  <a:cubicBezTo>
                    <a:pt x="47123755" y="44369634"/>
                    <a:pt x="47121538" y="44386910"/>
                    <a:pt x="47094665" y="44420496"/>
                  </a:cubicBezTo>
                  <a:cubicBezTo>
                    <a:pt x="47054048" y="44471259"/>
                    <a:pt x="47039680" y="44509737"/>
                    <a:pt x="47031475" y="44589701"/>
                  </a:cubicBezTo>
                  <a:cubicBezTo>
                    <a:pt x="47027535" y="44628117"/>
                    <a:pt x="47014159" y="44678058"/>
                    <a:pt x="47001750" y="44700676"/>
                  </a:cubicBezTo>
                  <a:cubicBezTo>
                    <a:pt x="46989342" y="44723300"/>
                    <a:pt x="46970316" y="44772332"/>
                    <a:pt x="46959471" y="44809640"/>
                  </a:cubicBezTo>
                  <a:cubicBezTo>
                    <a:pt x="46945062" y="44859198"/>
                    <a:pt x="46931122" y="44881404"/>
                    <a:pt x="46907725" y="44892064"/>
                  </a:cubicBezTo>
                  <a:cubicBezTo>
                    <a:pt x="46890114" y="44900092"/>
                    <a:pt x="46872465" y="44908208"/>
                    <a:pt x="46868509" y="44910104"/>
                  </a:cubicBezTo>
                  <a:cubicBezTo>
                    <a:pt x="46864555" y="44912000"/>
                    <a:pt x="46862921" y="44955560"/>
                    <a:pt x="46864881" y="45006908"/>
                  </a:cubicBezTo>
                  <a:lnTo>
                    <a:pt x="46868447" y="45100262"/>
                  </a:lnTo>
                  <a:lnTo>
                    <a:pt x="46821380" y="45127556"/>
                  </a:lnTo>
                  <a:cubicBezTo>
                    <a:pt x="46773432" y="45155364"/>
                    <a:pt x="46757976" y="45193412"/>
                    <a:pt x="46760869" y="45276500"/>
                  </a:cubicBezTo>
                  <a:cubicBezTo>
                    <a:pt x="46761678" y="45299682"/>
                    <a:pt x="46752795" y="45313446"/>
                    <a:pt x="46730461" y="45323622"/>
                  </a:cubicBezTo>
                  <a:cubicBezTo>
                    <a:pt x="46705024" y="45335212"/>
                    <a:pt x="46697254" y="45350482"/>
                    <a:pt x="46690364" y="45402408"/>
                  </a:cubicBezTo>
                  <a:cubicBezTo>
                    <a:pt x="46684476" y="45446804"/>
                    <a:pt x="46673110" y="45473668"/>
                    <a:pt x="46653778" y="45488874"/>
                  </a:cubicBezTo>
                  <a:cubicBezTo>
                    <a:pt x="46616034" y="45518564"/>
                    <a:pt x="46596302" y="45558070"/>
                    <a:pt x="46596302" y="45603944"/>
                  </a:cubicBezTo>
                  <a:cubicBezTo>
                    <a:pt x="46596302" y="45628676"/>
                    <a:pt x="46585915" y="45650128"/>
                    <a:pt x="46566567" y="45665348"/>
                  </a:cubicBezTo>
                  <a:cubicBezTo>
                    <a:pt x="46527199" y="45696312"/>
                    <a:pt x="46507402" y="45735268"/>
                    <a:pt x="46507402" y="45781758"/>
                  </a:cubicBezTo>
                  <a:cubicBezTo>
                    <a:pt x="46507402" y="45817542"/>
                    <a:pt x="46480179" y="45859700"/>
                    <a:pt x="46457073" y="45859700"/>
                  </a:cubicBezTo>
                  <a:cubicBezTo>
                    <a:pt x="46451347" y="45859700"/>
                    <a:pt x="46437381" y="45882888"/>
                    <a:pt x="46426043" y="45911228"/>
                  </a:cubicBezTo>
                  <a:cubicBezTo>
                    <a:pt x="46411768" y="45946904"/>
                    <a:pt x="46394376" y="45966606"/>
                    <a:pt x="46369494" y="45975278"/>
                  </a:cubicBezTo>
                  <a:cubicBezTo>
                    <a:pt x="46349731" y="45982168"/>
                    <a:pt x="46321069" y="46004704"/>
                    <a:pt x="46305802" y="46025352"/>
                  </a:cubicBezTo>
                  <a:cubicBezTo>
                    <a:pt x="46283155" y="46055984"/>
                    <a:pt x="46268753" y="46062900"/>
                    <a:pt x="46227621" y="46062900"/>
                  </a:cubicBezTo>
                  <a:cubicBezTo>
                    <a:pt x="46180513" y="46062900"/>
                    <a:pt x="46126402" y="46095440"/>
                    <a:pt x="46126402" y="46123766"/>
                  </a:cubicBezTo>
                  <a:cubicBezTo>
                    <a:pt x="46126402" y="46132948"/>
                    <a:pt x="45972678" y="46192492"/>
                    <a:pt x="45856645" y="46228252"/>
                  </a:cubicBezTo>
                  <a:cubicBezTo>
                    <a:pt x="45811547" y="46242152"/>
                    <a:pt x="45807107" y="46240860"/>
                    <a:pt x="45768982" y="46202734"/>
                  </a:cubicBezTo>
                  <a:cubicBezTo>
                    <a:pt x="45746893" y="46180646"/>
                    <a:pt x="45705736" y="46153008"/>
                    <a:pt x="45677521" y="46141312"/>
                  </a:cubicBezTo>
                  <a:cubicBezTo>
                    <a:pt x="45630457" y="46121806"/>
                    <a:pt x="45625307" y="46114880"/>
                    <a:pt x="45615156" y="46057432"/>
                  </a:cubicBezTo>
                  <a:cubicBezTo>
                    <a:pt x="45606914" y="46010800"/>
                    <a:pt x="45609547" y="45972548"/>
                    <a:pt x="45625462" y="45907604"/>
                  </a:cubicBezTo>
                  <a:cubicBezTo>
                    <a:pt x="45647523" y="45817586"/>
                    <a:pt x="45643635" y="45783236"/>
                    <a:pt x="45617354" y="45835978"/>
                  </a:cubicBezTo>
                  <a:cubicBezTo>
                    <a:pt x="45554025" y="45963064"/>
                    <a:pt x="45556809" y="45959936"/>
                    <a:pt x="45500685" y="45967048"/>
                  </a:cubicBezTo>
                  <a:cubicBezTo>
                    <a:pt x="45471130" y="45970796"/>
                    <a:pt x="45415518" y="45973552"/>
                    <a:pt x="45377102" y="45973172"/>
                  </a:cubicBezTo>
                  <a:cubicBezTo>
                    <a:pt x="45225229" y="45971682"/>
                    <a:pt x="45199810" y="45966470"/>
                    <a:pt x="45157577" y="45928162"/>
                  </a:cubicBezTo>
                  <a:cubicBezTo>
                    <a:pt x="45135123" y="45907796"/>
                    <a:pt x="45098722" y="45883456"/>
                    <a:pt x="45076686" y="45874068"/>
                  </a:cubicBezTo>
                  <a:cubicBezTo>
                    <a:pt x="45047624" y="45861692"/>
                    <a:pt x="45030788" y="45841728"/>
                    <a:pt x="45015372" y="45801364"/>
                  </a:cubicBezTo>
                  <a:cubicBezTo>
                    <a:pt x="45003686" y="45770760"/>
                    <a:pt x="44977424" y="45733830"/>
                    <a:pt x="44957013" y="45719296"/>
                  </a:cubicBezTo>
                  <a:cubicBezTo>
                    <a:pt x="44936602" y="45704762"/>
                    <a:pt x="44919902" y="45685104"/>
                    <a:pt x="44919902" y="45675608"/>
                  </a:cubicBezTo>
                  <a:cubicBezTo>
                    <a:pt x="44919902" y="45666112"/>
                    <a:pt x="44905853" y="45647296"/>
                    <a:pt x="44888685" y="45633788"/>
                  </a:cubicBezTo>
                  <a:cubicBezTo>
                    <a:pt x="44871514" y="45620284"/>
                    <a:pt x="44850883" y="45594780"/>
                    <a:pt x="44842834" y="45577116"/>
                  </a:cubicBezTo>
                  <a:cubicBezTo>
                    <a:pt x="44834785" y="45559452"/>
                    <a:pt x="44814429" y="45538728"/>
                    <a:pt x="44797596" y="45531056"/>
                  </a:cubicBezTo>
                  <a:cubicBezTo>
                    <a:pt x="44780763" y="45523388"/>
                    <a:pt x="44761505" y="45502684"/>
                    <a:pt x="44754802" y="45485052"/>
                  </a:cubicBezTo>
                  <a:cubicBezTo>
                    <a:pt x="44748099" y="45467418"/>
                    <a:pt x="44724032" y="45443056"/>
                    <a:pt x="44701323" y="45430920"/>
                  </a:cubicBezTo>
                  <a:cubicBezTo>
                    <a:pt x="44643556" y="45400042"/>
                    <a:pt x="44564302" y="45322190"/>
                    <a:pt x="44564302" y="45296320"/>
                  </a:cubicBezTo>
                  <a:cubicBezTo>
                    <a:pt x="44564302" y="45284420"/>
                    <a:pt x="44555961" y="45254728"/>
                    <a:pt x="44545770" y="45230332"/>
                  </a:cubicBezTo>
                  <a:cubicBezTo>
                    <a:pt x="44508597" y="45141364"/>
                    <a:pt x="44551493" y="45116424"/>
                    <a:pt x="44763493" y="45103772"/>
                  </a:cubicBezTo>
                  <a:cubicBezTo>
                    <a:pt x="44848573" y="45098696"/>
                    <a:pt x="45030140" y="45098736"/>
                    <a:pt x="45166981" y="45103868"/>
                  </a:cubicBezTo>
                  <a:cubicBezTo>
                    <a:pt x="45386115" y="45112084"/>
                    <a:pt x="45420665" y="45116296"/>
                    <a:pt x="45456765" y="45139180"/>
                  </a:cubicBezTo>
                  <a:cubicBezTo>
                    <a:pt x="45479307" y="45153472"/>
                    <a:pt x="45523397" y="45180036"/>
                    <a:pt x="45554744" y="45198212"/>
                  </a:cubicBezTo>
                  <a:cubicBezTo>
                    <a:pt x="45609116" y="45229746"/>
                    <a:pt x="45611888" y="45234176"/>
                    <a:pt x="45615122" y="45294656"/>
                  </a:cubicBezTo>
                  <a:cubicBezTo>
                    <a:pt x="45617872" y="45346156"/>
                    <a:pt x="45625050" y="45363388"/>
                    <a:pt x="45653380" y="45386490"/>
                  </a:cubicBezTo>
                  <a:cubicBezTo>
                    <a:pt x="45685536" y="45412712"/>
                    <a:pt x="45688757" y="45423764"/>
                    <a:pt x="45694729" y="45528434"/>
                  </a:cubicBezTo>
                  <a:cubicBezTo>
                    <a:pt x="45698295" y="45590862"/>
                    <a:pt x="45705361" y="45646096"/>
                    <a:pt x="45710440" y="45651172"/>
                  </a:cubicBezTo>
                  <a:cubicBezTo>
                    <a:pt x="45715515" y="45656248"/>
                    <a:pt x="45727843" y="45640834"/>
                    <a:pt x="45737837" y="45616920"/>
                  </a:cubicBezTo>
                  <a:cubicBezTo>
                    <a:pt x="45747830" y="45593004"/>
                    <a:pt x="45767655" y="45562892"/>
                    <a:pt x="45781896" y="45550004"/>
                  </a:cubicBezTo>
                  <a:cubicBezTo>
                    <a:pt x="45796683" y="45536624"/>
                    <a:pt x="45811454" y="45502108"/>
                    <a:pt x="45816340" y="45469516"/>
                  </a:cubicBezTo>
                  <a:cubicBezTo>
                    <a:pt x="45822300" y="45429774"/>
                    <a:pt x="45835796" y="45402752"/>
                    <a:pt x="45860815" y="45380460"/>
                  </a:cubicBezTo>
                  <a:cubicBezTo>
                    <a:pt x="45885418" y="45358538"/>
                    <a:pt x="45899334" y="45331104"/>
                    <a:pt x="45904992" y="45293370"/>
                  </a:cubicBezTo>
                  <a:cubicBezTo>
                    <a:pt x="45911742" y="45248352"/>
                    <a:pt x="45921125" y="45233644"/>
                    <a:pt x="45956329" y="45212872"/>
                  </a:cubicBezTo>
                  <a:cubicBezTo>
                    <a:pt x="45990069" y="45192964"/>
                    <a:pt x="45999402" y="45179206"/>
                    <a:pt x="45999402" y="45149372"/>
                  </a:cubicBezTo>
                  <a:cubicBezTo>
                    <a:pt x="45999402" y="45125112"/>
                    <a:pt x="46013317" y="45095438"/>
                    <a:pt x="46037731" y="45067632"/>
                  </a:cubicBezTo>
                  <a:cubicBezTo>
                    <a:pt x="46058812" y="45043620"/>
                    <a:pt x="46082101" y="45006648"/>
                    <a:pt x="46089480" y="44985476"/>
                  </a:cubicBezTo>
                  <a:cubicBezTo>
                    <a:pt x="46096863" y="44964300"/>
                    <a:pt x="46116396" y="44938136"/>
                    <a:pt x="46132888" y="44927330"/>
                  </a:cubicBezTo>
                  <a:cubicBezTo>
                    <a:pt x="46154270" y="44913318"/>
                    <a:pt x="46165445" y="44890544"/>
                    <a:pt x="46171832" y="44847936"/>
                  </a:cubicBezTo>
                  <a:cubicBezTo>
                    <a:pt x="46176762" y="44815076"/>
                    <a:pt x="46193979" y="44770676"/>
                    <a:pt x="46210093" y="44749270"/>
                  </a:cubicBezTo>
                  <a:cubicBezTo>
                    <a:pt x="46226210" y="44727866"/>
                    <a:pt x="46246320" y="44687760"/>
                    <a:pt x="46254782" y="44660153"/>
                  </a:cubicBezTo>
                  <a:cubicBezTo>
                    <a:pt x="46263246" y="44632542"/>
                    <a:pt x="46286312" y="44595211"/>
                    <a:pt x="46306034" y="44577196"/>
                  </a:cubicBezTo>
                  <a:cubicBezTo>
                    <a:pt x="46334333" y="44551350"/>
                    <a:pt x="46344147" y="44528006"/>
                    <a:pt x="46352553" y="44466530"/>
                  </a:cubicBezTo>
                  <a:cubicBezTo>
                    <a:pt x="46360816" y="44406118"/>
                    <a:pt x="46372269" y="44378303"/>
                    <a:pt x="46403554" y="44342671"/>
                  </a:cubicBezTo>
                  <a:cubicBezTo>
                    <a:pt x="46438085" y="44303343"/>
                    <a:pt x="46443902" y="44286963"/>
                    <a:pt x="46443902" y="44229056"/>
                  </a:cubicBezTo>
                  <a:cubicBezTo>
                    <a:pt x="46443902" y="44172998"/>
                    <a:pt x="46450435" y="44153173"/>
                    <a:pt x="46482002" y="44113451"/>
                  </a:cubicBezTo>
                  <a:cubicBezTo>
                    <a:pt x="46502956" y="44087084"/>
                    <a:pt x="46517693" y="44062009"/>
                    <a:pt x="46514747" y="44057730"/>
                  </a:cubicBezTo>
                  <a:cubicBezTo>
                    <a:pt x="46511805" y="44053452"/>
                    <a:pt x="46516518" y="43999951"/>
                    <a:pt x="46525221" y="43938842"/>
                  </a:cubicBezTo>
                  <a:cubicBezTo>
                    <a:pt x="46537437" y="43853064"/>
                    <a:pt x="46547958" y="43820374"/>
                    <a:pt x="46571376" y="43795446"/>
                  </a:cubicBezTo>
                  <a:cubicBezTo>
                    <a:pt x="46597586" y="43767547"/>
                    <a:pt x="46603796" y="43742100"/>
                    <a:pt x="46617101" y="43608105"/>
                  </a:cubicBezTo>
                  <a:cubicBezTo>
                    <a:pt x="46625565" y="43522827"/>
                    <a:pt x="46635937" y="43435905"/>
                    <a:pt x="46640141" y="43414951"/>
                  </a:cubicBezTo>
                  <a:cubicBezTo>
                    <a:pt x="46649641" y="43367627"/>
                    <a:pt x="46640904" y="43346217"/>
                    <a:pt x="46620440" y="43366681"/>
                  </a:cubicBezTo>
                  <a:cubicBezTo>
                    <a:pt x="46612180" y="43374941"/>
                    <a:pt x="46601858" y="43436850"/>
                    <a:pt x="46597505" y="43504257"/>
                  </a:cubicBezTo>
                  <a:cubicBezTo>
                    <a:pt x="46591003" y="43604899"/>
                    <a:pt x="46585211" y="43630014"/>
                    <a:pt x="46565116" y="43644708"/>
                  </a:cubicBezTo>
                  <a:cubicBezTo>
                    <a:pt x="46529063" y="43671072"/>
                    <a:pt x="46476275" y="43666505"/>
                    <a:pt x="46441663" y="43634026"/>
                  </a:cubicBezTo>
                  <a:cubicBezTo>
                    <a:pt x="46371165" y="43567878"/>
                    <a:pt x="46362071" y="43548822"/>
                    <a:pt x="46354019" y="43450378"/>
                  </a:cubicBezTo>
                  <a:cubicBezTo>
                    <a:pt x="46348159" y="43378711"/>
                    <a:pt x="46340290" y="43349637"/>
                    <a:pt x="46323410" y="43337297"/>
                  </a:cubicBezTo>
                  <a:cubicBezTo>
                    <a:pt x="46296813" y="43317850"/>
                    <a:pt x="46253402" y="43334754"/>
                    <a:pt x="46253402" y="43364560"/>
                  </a:cubicBezTo>
                  <a:cubicBezTo>
                    <a:pt x="46253402" y="43374774"/>
                    <a:pt x="46233102" y="43405597"/>
                    <a:pt x="46208292" y="43433058"/>
                  </a:cubicBezTo>
                  <a:cubicBezTo>
                    <a:pt x="46151517" y="43495901"/>
                    <a:pt x="46145089" y="43515029"/>
                    <a:pt x="46155827" y="43589133"/>
                  </a:cubicBezTo>
                  <a:cubicBezTo>
                    <a:pt x="46161609" y="43629043"/>
                    <a:pt x="46177211" y="43663491"/>
                    <a:pt x="46202602" y="43692410"/>
                  </a:cubicBezTo>
                  <a:cubicBezTo>
                    <a:pt x="46223556" y="43716278"/>
                    <a:pt x="46240702" y="43748745"/>
                    <a:pt x="46240702" y="43764564"/>
                  </a:cubicBezTo>
                  <a:cubicBezTo>
                    <a:pt x="46240702" y="43802558"/>
                    <a:pt x="46158416" y="43925490"/>
                    <a:pt x="46126123" y="43935741"/>
                  </a:cubicBezTo>
                  <a:cubicBezTo>
                    <a:pt x="46112152" y="43940175"/>
                    <a:pt x="46088578" y="43959113"/>
                    <a:pt x="46073732" y="43977825"/>
                  </a:cubicBezTo>
                  <a:cubicBezTo>
                    <a:pt x="45947855" y="44136507"/>
                    <a:pt x="45929217" y="44262071"/>
                    <a:pt x="46019959" y="44340126"/>
                  </a:cubicBezTo>
                  <a:cubicBezTo>
                    <a:pt x="46045700" y="44362267"/>
                    <a:pt x="46054918" y="44384067"/>
                    <a:pt x="46059733" y="44434185"/>
                  </a:cubicBezTo>
                  <a:cubicBezTo>
                    <a:pt x="46067665" y="44516747"/>
                    <a:pt x="46058093" y="44554475"/>
                    <a:pt x="46018331" y="44597381"/>
                  </a:cubicBezTo>
                  <a:cubicBezTo>
                    <a:pt x="46000921" y="44616168"/>
                    <a:pt x="45980839" y="44653213"/>
                    <a:pt x="45973704" y="44679705"/>
                  </a:cubicBezTo>
                  <a:cubicBezTo>
                    <a:pt x="45965584" y="44709868"/>
                    <a:pt x="45951058" y="44730940"/>
                    <a:pt x="45934845" y="44736086"/>
                  </a:cubicBezTo>
                  <a:cubicBezTo>
                    <a:pt x="45920604" y="44740608"/>
                    <a:pt x="45902720" y="44757984"/>
                    <a:pt x="45895101" y="44774710"/>
                  </a:cubicBezTo>
                  <a:cubicBezTo>
                    <a:pt x="45886621" y="44793320"/>
                    <a:pt x="45870911" y="44804776"/>
                    <a:pt x="45854598" y="44804248"/>
                  </a:cubicBezTo>
                  <a:cubicBezTo>
                    <a:pt x="45839942" y="44803772"/>
                    <a:pt x="45808158" y="44810084"/>
                    <a:pt x="45783967" y="44818276"/>
                  </a:cubicBezTo>
                  <a:cubicBezTo>
                    <a:pt x="45753662" y="44828536"/>
                    <a:pt x="45694766" y="44830344"/>
                    <a:pt x="45594568" y="44824084"/>
                  </a:cubicBezTo>
                  <a:cubicBezTo>
                    <a:pt x="45451342" y="44815132"/>
                    <a:pt x="45448505" y="44814352"/>
                    <a:pt x="45406353" y="44772198"/>
                  </a:cubicBezTo>
                  <a:cubicBezTo>
                    <a:pt x="45369096" y="44734942"/>
                    <a:pt x="45355283" y="44729400"/>
                    <a:pt x="45299643" y="44729400"/>
                  </a:cubicBezTo>
                  <a:cubicBezTo>
                    <a:pt x="45238497" y="44729400"/>
                    <a:pt x="45194862" y="44712264"/>
                    <a:pt x="45145953" y="44669039"/>
                  </a:cubicBezTo>
                  <a:cubicBezTo>
                    <a:pt x="45133517" y="44658047"/>
                    <a:pt x="45083340" y="44645933"/>
                    <a:pt x="45027678" y="44640482"/>
                  </a:cubicBezTo>
                  <a:cubicBezTo>
                    <a:pt x="44946015" y="44632489"/>
                    <a:pt x="44925198" y="44625460"/>
                    <a:pt x="44893643" y="44595229"/>
                  </a:cubicBezTo>
                  <a:cubicBezTo>
                    <a:pt x="44861698" y="44564623"/>
                    <a:pt x="44839981" y="44557492"/>
                    <a:pt x="44743752" y="44545995"/>
                  </a:cubicBezTo>
                  <a:cubicBezTo>
                    <a:pt x="44642793" y="44533934"/>
                    <a:pt x="44627445" y="44528520"/>
                    <a:pt x="44594582" y="44493375"/>
                  </a:cubicBezTo>
                  <a:lnTo>
                    <a:pt x="44557952" y="44454196"/>
                  </a:lnTo>
                  <a:lnTo>
                    <a:pt x="43999152" y="44437785"/>
                  </a:lnTo>
                  <a:lnTo>
                    <a:pt x="43970788" y="44402618"/>
                  </a:lnTo>
                  <a:cubicBezTo>
                    <a:pt x="43944356" y="44369842"/>
                    <a:pt x="43934430" y="44367020"/>
                    <a:pt x="43824852" y="44361101"/>
                  </a:cubicBezTo>
                  <a:cubicBezTo>
                    <a:pt x="43717240" y="44355291"/>
                    <a:pt x="43706400" y="44352326"/>
                    <a:pt x="43696924" y="44326133"/>
                  </a:cubicBezTo>
                  <a:cubicBezTo>
                    <a:pt x="43691232" y="44310394"/>
                    <a:pt x="43669752" y="44288814"/>
                    <a:pt x="43649188" y="44278182"/>
                  </a:cubicBezTo>
                  <a:cubicBezTo>
                    <a:pt x="43628626" y="44267550"/>
                    <a:pt x="43611802" y="44252404"/>
                    <a:pt x="43611802" y="44244525"/>
                  </a:cubicBezTo>
                  <a:cubicBezTo>
                    <a:pt x="43611802" y="44236647"/>
                    <a:pt x="43588430" y="44208620"/>
                    <a:pt x="43559864" y="44182250"/>
                  </a:cubicBezTo>
                  <a:cubicBezTo>
                    <a:pt x="43510156" y="44136358"/>
                    <a:pt x="43507396" y="44129757"/>
                    <a:pt x="43495666" y="44028625"/>
                  </a:cubicBezTo>
                  <a:cubicBezTo>
                    <a:pt x="43477372" y="43870929"/>
                    <a:pt x="43484914" y="43861460"/>
                    <a:pt x="43636324" y="43852022"/>
                  </a:cubicBezTo>
                  <a:cubicBezTo>
                    <a:pt x="43741592" y="43845461"/>
                    <a:pt x="43758340" y="43841080"/>
                    <a:pt x="43779880" y="43814480"/>
                  </a:cubicBezTo>
                  <a:cubicBezTo>
                    <a:pt x="43811460" y="43775478"/>
                    <a:pt x="43930170" y="43750810"/>
                    <a:pt x="44049270" y="43758502"/>
                  </a:cubicBezTo>
                  <a:cubicBezTo>
                    <a:pt x="44128792" y="43763640"/>
                    <a:pt x="44142224" y="43760917"/>
                    <a:pt x="44185568" y="43730882"/>
                  </a:cubicBezTo>
                  <a:cubicBezTo>
                    <a:pt x="44229798" y="43700230"/>
                    <a:pt x="44251214" y="43696218"/>
                    <a:pt x="44452951" y="43680801"/>
                  </a:cubicBezTo>
                  <a:cubicBezTo>
                    <a:pt x="44573567" y="43671583"/>
                    <a:pt x="44797981" y="43663854"/>
                    <a:pt x="44951652" y="43663624"/>
                  </a:cubicBezTo>
                  <a:cubicBezTo>
                    <a:pt x="45248586" y="43663181"/>
                    <a:pt x="45314002" y="43672786"/>
                    <a:pt x="45369571" y="43724991"/>
                  </a:cubicBezTo>
                  <a:cubicBezTo>
                    <a:pt x="45385030" y="43739517"/>
                    <a:pt x="45423056" y="43757894"/>
                    <a:pt x="45454068" y="43765835"/>
                  </a:cubicBezTo>
                  <a:cubicBezTo>
                    <a:pt x="45485080" y="43773773"/>
                    <a:pt x="45528683" y="43797399"/>
                    <a:pt x="45550967" y="43818334"/>
                  </a:cubicBezTo>
                  <a:cubicBezTo>
                    <a:pt x="45612179" y="43875841"/>
                    <a:pt x="45628339" y="43860611"/>
                    <a:pt x="45631111" y="43742819"/>
                  </a:cubicBezTo>
                  <a:cubicBezTo>
                    <a:pt x="45634984" y="43578250"/>
                    <a:pt x="45631843" y="43566945"/>
                    <a:pt x="45583027" y="43569732"/>
                  </a:cubicBezTo>
                  <a:cubicBezTo>
                    <a:pt x="45554235" y="43571376"/>
                    <a:pt x="45530724" y="43584169"/>
                    <a:pt x="45507175" y="43611007"/>
                  </a:cubicBezTo>
                  <a:cubicBezTo>
                    <a:pt x="45478088" y="43644156"/>
                    <a:pt x="45466427" y="43648955"/>
                    <a:pt x="45428249" y="43643495"/>
                  </a:cubicBezTo>
                  <a:cubicBezTo>
                    <a:pt x="45403612" y="43639973"/>
                    <a:pt x="45357736" y="43619996"/>
                    <a:pt x="45326302" y="43599101"/>
                  </a:cubicBezTo>
                  <a:cubicBezTo>
                    <a:pt x="45276392" y="43565922"/>
                    <a:pt x="45260901" y="43561906"/>
                    <a:pt x="45204033" y="43567407"/>
                  </a:cubicBezTo>
                  <a:cubicBezTo>
                    <a:pt x="45123899" y="43575152"/>
                    <a:pt x="45108170" y="43560052"/>
                    <a:pt x="45100539" y="43468058"/>
                  </a:cubicBezTo>
                  <a:cubicBezTo>
                    <a:pt x="45092071" y="43365921"/>
                    <a:pt x="45113475" y="43307727"/>
                    <a:pt x="45179948" y="43252161"/>
                  </a:cubicBezTo>
                  <a:cubicBezTo>
                    <a:pt x="45212421" y="43225018"/>
                    <a:pt x="45237402" y="43193250"/>
                    <a:pt x="45237402" y="43179096"/>
                  </a:cubicBezTo>
                  <a:cubicBezTo>
                    <a:pt x="45237402" y="43150307"/>
                    <a:pt x="45190236" y="43122922"/>
                    <a:pt x="45120001" y="43110939"/>
                  </a:cubicBezTo>
                  <a:cubicBezTo>
                    <a:pt x="45085625" y="43105072"/>
                    <a:pt x="45067493" y="43093237"/>
                    <a:pt x="45054554" y="43068222"/>
                  </a:cubicBezTo>
                  <a:cubicBezTo>
                    <a:pt x="45038227" y="43036642"/>
                    <a:pt x="45006256" y="42910768"/>
                    <a:pt x="45007370" y="42882425"/>
                  </a:cubicBezTo>
                  <a:cubicBezTo>
                    <a:pt x="45007624" y="42875920"/>
                    <a:pt x="44990509" y="42889569"/>
                    <a:pt x="44969335" y="42912752"/>
                  </a:cubicBezTo>
                  <a:lnTo>
                    <a:pt x="44930835" y="42954905"/>
                  </a:lnTo>
                  <a:lnTo>
                    <a:pt x="44782493" y="42939678"/>
                  </a:lnTo>
                  <a:cubicBezTo>
                    <a:pt x="44700905" y="42931303"/>
                    <a:pt x="44624518" y="42919195"/>
                    <a:pt x="44612742" y="42912768"/>
                  </a:cubicBezTo>
                  <a:cubicBezTo>
                    <a:pt x="44557381" y="42882556"/>
                    <a:pt x="44568751" y="42648939"/>
                    <a:pt x="44629327" y="42571926"/>
                  </a:cubicBezTo>
                  <a:cubicBezTo>
                    <a:pt x="44643922" y="42553373"/>
                    <a:pt x="44653202" y="42521229"/>
                    <a:pt x="44653202" y="42489231"/>
                  </a:cubicBezTo>
                  <a:cubicBezTo>
                    <a:pt x="44653202" y="42403283"/>
                    <a:pt x="44671027" y="42355840"/>
                    <a:pt x="44747968" y="42237026"/>
                  </a:cubicBezTo>
                  <a:cubicBezTo>
                    <a:pt x="44760405" y="42217818"/>
                    <a:pt x="44774512" y="42202101"/>
                    <a:pt x="44779315" y="42202101"/>
                  </a:cubicBezTo>
                  <a:cubicBezTo>
                    <a:pt x="44784118" y="42202101"/>
                    <a:pt x="44798545" y="42194424"/>
                    <a:pt x="44811375" y="42185045"/>
                  </a:cubicBezTo>
                  <a:cubicBezTo>
                    <a:pt x="44831560" y="42170283"/>
                    <a:pt x="44835454" y="42144148"/>
                    <a:pt x="44840288" y="41991069"/>
                  </a:cubicBezTo>
                  <a:cubicBezTo>
                    <a:pt x="44845813" y="41816193"/>
                    <a:pt x="44845414" y="41812981"/>
                    <a:pt x="44805664" y="41712850"/>
                  </a:cubicBezTo>
                  <a:cubicBezTo>
                    <a:pt x="44783551" y="41657136"/>
                    <a:pt x="44758014" y="41578344"/>
                    <a:pt x="44748920" y="41537757"/>
                  </a:cubicBezTo>
                  <a:cubicBezTo>
                    <a:pt x="44739389" y="41495220"/>
                    <a:pt x="44719145" y="41449499"/>
                    <a:pt x="44701125" y="41429807"/>
                  </a:cubicBezTo>
                  <a:cubicBezTo>
                    <a:pt x="44664522" y="41389819"/>
                    <a:pt x="44597534" y="41183379"/>
                    <a:pt x="44606290" y="41137564"/>
                  </a:cubicBezTo>
                  <a:cubicBezTo>
                    <a:pt x="44613611" y="41099285"/>
                    <a:pt x="44560175" y="40956481"/>
                    <a:pt x="44512776" y="40887651"/>
                  </a:cubicBezTo>
                  <a:cubicBezTo>
                    <a:pt x="44476069" y="40834346"/>
                    <a:pt x="44467737" y="40778340"/>
                    <a:pt x="44481234" y="40675614"/>
                  </a:cubicBezTo>
                  <a:cubicBezTo>
                    <a:pt x="44488855" y="40617609"/>
                    <a:pt x="44495004" y="40612685"/>
                    <a:pt x="44612045" y="40570861"/>
                  </a:cubicBezTo>
                  <a:cubicBezTo>
                    <a:pt x="44645500" y="40558905"/>
                    <a:pt x="44745610" y="40552728"/>
                    <a:pt x="44844833" y="40552490"/>
                  </a:cubicBezTo>
                  <a:close/>
                  <a:moveTo>
                    <a:pt x="38624556" y="40378933"/>
                  </a:moveTo>
                  <a:cubicBezTo>
                    <a:pt x="38645594" y="40378633"/>
                    <a:pt x="38671990" y="40379181"/>
                    <a:pt x="38698668" y="40380651"/>
                  </a:cubicBezTo>
                  <a:cubicBezTo>
                    <a:pt x="38834192" y="40388121"/>
                    <a:pt x="38854872" y="40406281"/>
                    <a:pt x="38848064" y="40511850"/>
                  </a:cubicBezTo>
                  <a:cubicBezTo>
                    <a:pt x="38840794" y="40624612"/>
                    <a:pt x="38825628" y="40640000"/>
                    <a:pt x="38721768" y="40640000"/>
                  </a:cubicBezTo>
                  <a:cubicBezTo>
                    <a:pt x="38624412" y="40640000"/>
                    <a:pt x="38562044" y="40621979"/>
                    <a:pt x="38544236" y="40588698"/>
                  </a:cubicBezTo>
                  <a:cubicBezTo>
                    <a:pt x="38526620" y="40555791"/>
                    <a:pt x="38528808" y="40445590"/>
                    <a:pt x="38547676" y="40415025"/>
                  </a:cubicBezTo>
                  <a:cubicBezTo>
                    <a:pt x="38556408" y="40400886"/>
                    <a:pt x="38572124" y="40386161"/>
                    <a:pt x="38582602" y="40382310"/>
                  </a:cubicBezTo>
                  <a:cubicBezTo>
                    <a:pt x="38587842" y="40380383"/>
                    <a:pt x="38603518" y="40379233"/>
                    <a:pt x="38624556" y="40378933"/>
                  </a:cubicBezTo>
                  <a:close/>
                  <a:moveTo>
                    <a:pt x="18677264" y="40312238"/>
                  </a:moveTo>
                  <a:cubicBezTo>
                    <a:pt x="18685716" y="40312486"/>
                    <a:pt x="18695372" y="40313444"/>
                    <a:pt x="18706768" y="40315006"/>
                  </a:cubicBezTo>
                  <a:cubicBezTo>
                    <a:pt x="18786936" y="40325994"/>
                    <a:pt x="18812172" y="40355903"/>
                    <a:pt x="18818820" y="40447792"/>
                  </a:cubicBezTo>
                  <a:cubicBezTo>
                    <a:pt x="18823768" y="40516194"/>
                    <a:pt x="18821568" y="40524717"/>
                    <a:pt x="18795336" y="40538757"/>
                  </a:cubicBezTo>
                  <a:cubicBezTo>
                    <a:pt x="18759828" y="40557760"/>
                    <a:pt x="18625920" y="40547916"/>
                    <a:pt x="18597344" y="40524199"/>
                  </a:cubicBezTo>
                  <a:cubicBezTo>
                    <a:pt x="18582064" y="40511518"/>
                    <a:pt x="18578704" y="40490130"/>
                    <a:pt x="18582888" y="40432248"/>
                  </a:cubicBezTo>
                  <a:cubicBezTo>
                    <a:pt x="18587272" y="40371685"/>
                    <a:pt x="18594384" y="40351931"/>
                    <a:pt x="18619000" y="40332000"/>
                  </a:cubicBezTo>
                  <a:cubicBezTo>
                    <a:pt x="18637356" y="40317138"/>
                    <a:pt x="18651900" y="40311494"/>
                    <a:pt x="18677264" y="40312238"/>
                  </a:cubicBezTo>
                  <a:close/>
                  <a:moveTo>
                    <a:pt x="19557148" y="40309567"/>
                  </a:moveTo>
                  <a:cubicBezTo>
                    <a:pt x="19587372" y="40310517"/>
                    <a:pt x="19624316" y="40325162"/>
                    <a:pt x="19670700" y="40353586"/>
                  </a:cubicBezTo>
                  <a:cubicBezTo>
                    <a:pt x="19798188" y="40431715"/>
                    <a:pt x="19799304" y="40433538"/>
                    <a:pt x="19799304" y="40564228"/>
                  </a:cubicBezTo>
                  <a:lnTo>
                    <a:pt x="19799304" y="40678956"/>
                  </a:lnTo>
                  <a:lnTo>
                    <a:pt x="19756096" y="40704449"/>
                  </a:lnTo>
                  <a:cubicBezTo>
                    <a:pt x="19732336" y="40718467"/>
                    <a:pt x="19709408" y="40743826"/>
                    <a:pt x="19705148" y="40760802"/>
                  </a:cubicBezTo>
                  <a:cubicBezTo>
                    <a:pt x="19692968" y="40809329"/>
                    <a:pt x="19655032" y="40821412"/>
                    <a:pt x="19534700" y="40815096"/>
                  </a:cubicBezTo>
                  <a:cubicBezTo>
                    <a:pt x="19432612" y="40809738"/>
                    <a:pt x="19424888" y="40807298"/>
                    <a:pt x="19400124" y="40772606"/>
                  </a:cubicBezTo>
                  <a:cubicBezTo>
                    <a:pt x="19375800" y="40738534"/>
                    <a:pt x="19361040" y="40723514"/>
                    <a:pt x="19310352" y="40681275"/>
                  </a:cubicBezTo>
                  <a:cubicBezTo>
                    <a:pt x="19297616" y="40670662"/>
                    <a:pt x="19291304" y="40642049"/>
                    <a:pt x="19291304" y="40594958"/>
                  </a:cubicBezTo>
                  <a:cubicBezTo>
                    <a:pt x="19291304" y="40535783"/>
                    <a:pt x="19296372" y="40520045"/>
                    <a:pt x="19323016" y="40496533"/>
                  </a:cubicBezTo>
                  <a:cubicBezTo>
                    <a:pt x="19340456" y="40481141"/>
                    <a:pt x="19363576" y="40453388"/>
                    <a:pt x="19374392" y="40434856"/>
                  </a:cubicBezTo>
                  <a:cubicBezTo>
                    <a:pt x="19385208" y="40416324"/>
                    <a:pt x="19407976" y="40397671"/>
                    <a:pt x="19424984" y="40393401"/>
                  </a:cubicBezTo>
                  <a:cubicBezTo>
                    <a:pt x="19441992" y="40389132"/>
                    <a:pt x="19468524" y="40368575"/>
                    <a:pt x="19483944" y="40347720"/>
                  </a:cubicBezTo>
                  <a:cubicBezTo>
                    <a:pt x="19503432" y="40321364"/>
                    <a:pt x="19526928" y="40308618"/>
                    <a:pt x="19557148" y="40309567"/>
                  </a:cubicBezTo>
                  <a:close/>
                  <a:moveTo>
                    <a:pt x="41333340" y="40289642"/>
                  </a:moveTo>
                  <a:cubicBezTo>
                    <a:pt x="41406390" y="40289734"/>
                    <a:pt x="41497690" y="40299596"/>
                    <a:pt x="41536216" y="40315694"/>
                  </a:cubicBezTo>
                  <a:cubicBezTo>
                    <a:pt x="41596700" y="40340964"/>
                    <a:pt x="41622184" y="40403332"/>
                    <a:pt x="41615422" y="40509527"/>
                  </a:cubicBezTo>
                  <a:cubicBezTo>
                    <a:pt x="41608868" y="40612482"/>
                    <a:pt x="41594768" y="40620950"/>
                    <a:pt x="41429940" y="40620950"/>
                  </a:cubicBezTo>
                  <a:lnTo>
                    <a:pt x="41306386" y="40620950"/>
                  </a:lnTo>
                  <a:lnTo>
                    <a:pt x="41246244" y="40560458"/>
                  </a:lnTo>
                  <a:cubicBezTo>
                    <a:pt x="41201252" y="40515201"/>
                    <a:pt x="41184682" y="40488012"/>
                    <a:pt x="41180468" y="40452508"/>
                  </a:cubicBezTo>
                  <a:cubicBezTo>
                    <a:pt x="41172866" y="40388459"/>
                    <a:pt x="41198212" y="40320314"/>
                    <a:pt x="41236902" y="40300793"/>
                  </a:cubicBezTo>
                  <a:cubicBezTo>
                    <a:pt x="41252250" y="40293049"/>
                    <a:pt x="41289510" y="40289587"/>
                    <a:pt x="41333340" y="40289642"/>
                  </a:cubicBezTo>
                  <a:close/>
                  <a:moveTo>
                    <a:pt x="20603760" y="40289363"/>
                  </a:moveTo>
                  <a:cubicBezTo>
                    <a:pt x="20717868" y="40292207"/>
                    <a:pt x="20759368" y="40339532"/>
                    <a:pt x="20770664" y="40464843"/>
                  </a:cubicBezTo>
                  <a:cubicBezTo>
                    <a:pt x="20777008" y="40535186"/>
                    <a:pt x="20775756" y="40538851"/>
                    <a:pt x="20728368" y="40588668"/>
                  </a:cubicBezTo>
                  <a:lnTo>
                    <a:pt x="20679536" y="40640001"/>
                  </a:lnTo>
                  <a:lnTo>
                    <a:pt x="20568988" y="40640001"/>
                  </a:lnTo>
                  <a:cubicBezTo>
                    <a:pt x="20395824" y="40640001"/>
                    <a:pt x="20358104" y="40608918"/>
                    <a:pt x="20358104" y="40466229"/>
                  </a:cubicBezTo>
                  <a:cubicBezTo>
                    <a:pt x="20358104" y="40401250"/>
                    <a:pt x="20361972" y="40391843"/>
                    <a:pt x="20407408" y="40346407"/>
                  </a:cubicBezTo>
                  <a:cubicBezTo>
                    <a:pt x="20453884" y="40299932"/>
                    <a:pt x="20462084" y="40296738"/>
                    <a:pt x="20550284" y="40290770"/>
                  </a:cubicBezTo>
                  <a:cubicBezTo>
                    <a:pt x="20569676" y="40289458"/>
                    <a:pt x="20587456" y="40288957"/>
                    <a:pt x="20603760" y="40289363"/>
                  </a:cubicBezTo>
                  <a:close/>
                  <a:moveTo>
                    <a:pt x="39307222" y="40202110"/>
                  </a:moveTo>
                  <a:cubicBezTo>
                    <a:pt x="39349160" y="40206478"/>
                    <a:pt x="39409776" y="40245749"/>
                    <a:pt x="39450536" y="40300343"/>
                  </a:cubicBezTo>
                  <a:cubicBezTo>
                    <a:pt x="39471636" y="40328605"/>
                    <a:pt x="39474704" y="40349081"/>
                    <a:pt x="39470372" y="40432909"/>
                  </a:cubicBezTo>
                  <a:cubicBezTo>
                    <a:pt x="39460644" y="40621235"/>
                    <a:pt x="39463618" y="40611075"/>
                    <a:pt x="39413398" y="40627647"/>
                  </a:cubicBezTo>
                  <a:cubicBezTo>
                    <a:pt x="39387952" y="40636047"/>
                    <a:pt x="39325804" y="40640546"/>
                    <a:pt x="39272442" y="40637848"/>
                  </a:cubicBezTo>
                  <a:cubicBezTo>
                    <a:pt x="39189154" y="40633644"/>
                    <a:pt x="39173816" y="40629027"/>
                    <a:pt x="39151992" y="40601590"/>
                  </a:cubicBezTo>
                  <a:cubicBezTo>
                    <a:pt x="39130132" y="40574109"/>
                    <a:pt x="39127490" y="40554070"/>
                    <a:pt x="39131018" y="40442455"/>
                  </a:cubicBezTo>
                  <a:lnTo>
                    <a:pt x="39135052" y="40314761"/>
                  </a:lnTo>
                  <a:lnTo>
                    <a:pt x="39196740" y="40268500"/>
                  </a:lnTo>
                  <a:cubicBezTo>
                    <a:pt x="39230672" y="40243054"/>
                    <a:pt x="39264960" y="40216776"/>
                    <a:pt x="39272940" y="40210101"/>
                  </a:cubicBezTo>
                  <a:cubicBezTo>
                    <a:pt x="39281340" y="40203076"/>
                    <a:pt x="39293244" y="40200654"/>
                    <a:pt x="39307222" y="40202110"/>
                  </a:cubicBezTo>
                  <a:close/>
                  <a:moveTo>
                    <a:pt x="16630652" y="40198033"/>
                  </a:moveTo>
                  <a:cubicBezTo>
                    <a:pt x="16692288" y="40198033"/>
                    <a:pt x="16725744" y="40212457"/>
                    <a:pt x="16742588" y="40246300"/>
                  </a:cubicBezTo>
                  <a:cubicBezTo>
                    <a:pt x="16751284" y="40263763"/>
                    <a:pt x="16775372" y="40286077"/>
                    <a:pt x="16796124" y="40295885"/>
                  </a:cubicBezTo>
                  <a:cubicBezTo>
                    <a:pt x="16847332" y="40320094"/>
                    <a:pt x="16854008" y="40332149"/>
                    <a:pt x="16853912" y="40400256"/>
                  </a:cubicBezTo>
                  <a:cubicBezTo>
                    <a:pt x="16853784" y="40491466"/>
                    <a:pt x="16833148" y="40524444"/>
                    <a:pt x="16771508" y="40531941"/>
                  </a:cubicBezTo>
                  <a:cubicBezTo>
                    <a:pt x="16608188" y="40551801"/>
                    <a:pt x="16559792" y="40551001"/>
                    <a:pt x="16512768" y="40527666"/>
                  </a:cubicBezTo>
                  <a:cubicBezTo>
                    <a:pt x="16449316" y="40496176"/>
                    <a:pt x="16444168" y="40487231"/>
                    <a:pt x="16435196" y="40392890"/>
                  </a:cubicBezTo>
                  <a:lnTo>
                    <a:pt x="16427452" y="40311419"/>
                  </a:lnTo>
                  <a:lnTo>
                    <a:pt x="16483612" y="40262984"/>
                  </a:lnTo>
                  <a:cubicBezTo>
                    <a:pt x="16514504" y="40236344"/>
                    <a:pt x="16551652" y="40210832"/>
                    <a:pt x="16566164" y="40206290"/>
                  </a:cubicBezTo>
                  <a:cubicBezTo>
                    <a:pt x="16580676" y="40201748"/>
                    <a:pt x="16609696" y="40198033"/>
                    <a:pt x="16630652" y="40198033"/>
                  </a:cubicBezTo>
                  <a:close/>
                  <a:moveTo>
                    <a:pt x="37760802" y="40108326"/>
                  </a:moveTo>
                  <a:cubicBezTo>
                    <a:pt x="37799656" y="40110130"/>
                    <a:pt x="37840862" y="40116387"/>
                    <a:pt x="37868348" y="40126351"/>
                  </a:cubicBezTo>
                  <a:cubicBezTo>
                    <a:pt x="37946248" y="40154591"/>
                    <a:pt x="37964980" y="40190486"/>
                    <a:pt x="37964980" y="40311524"/>
                  </a:cubicBezTo>
                  <a:cubicBezTo>
                    <a:pt x="37964980" y="40443903"/>
                    <a:pt x="37954952" y="40454176"/>
                    <a:pt x="37819728" y="40460315"/>
                  </a:cubicBezTo>
                  <a:cubicBezTo>
                    <a:pt x="37693540" y="40466045"/>
                    <a:pt x="37614008" y="40454755"/>
                    <a:pt x="37578600" y="40426087"/>
                  </a:cubicBezTo>
                  <a:cubicBezTo>
                    <a:pt x="37557530" y="40409025"/>
                    <a:pt x="37549918" y="40385504"/>
                    <a:pt x="37544788" y="40321607"/>
                  </a:cubicBezTo>
                  <a:lnTo>
                    <a:pt x="37538170" y="40239144"/>
                  </a:lnTo>
                  <a:lnTo>
                    <a:pt x="37592816" y="40182397"/>
                  </a:lnTo>
                  <a:cubicBezTo>
                    <a:pt x="37622872" y="40151186"/>
                    <a:pt x="37656416" y="40121765"/>
                    <a:pt x="37667360" y="40117018"/>
                  </a:cubicBezTo>
                  <a:cubicBezTo>
                    <a:pt x="37685444" y="40109171"/>
                    <a:pt x="37721948" y="40106522"/>
                    <a:pt x="37760802" y="40108326"/>
                  </a:cubicBezTo>
                  <a:close/>
                  <a:moveTo>
                    <a:pt x="17554592" y="40108153"/>
                  </a:moveTo>
                  <a:cubicBezTo>
                    <a:pt x="17589276" y="40108751"/>
                    <a:pt x="17626744" y="40115729"/>
                    <a:pt x="17653000" y="40128844"/>
                  </a:cubicBezTo>
                  <a:cubicBezTo>
                    <a:pt x="17713504" y="40159068"/>
                    <a:pt x="17740528" y="40219009"/>
                    <a:pt x="17748232" y="40340046"/>
                  </a:cubicBezTo>
                  <a:lnTo>
                    <a:pt x="17754600" y="40440142"/>
                  </a:lnTo>
                  <a:lnTo>
                    <a:pt x="17643644" y="40551100"/>
                  </a:lnTo>
                  <a:lnTo>
                    <a:pt x="17445224" y="40551100"/>
                  </a:lnTo>
                  <a:lnTo>
                    <a:pt x="17391800" y="40493730"/>
                  </a:lnTo>
                  <a:cubicBezTo>
                    <a:pt x="17347536" y="40446195"/>
                    <a:pt x="17336920" y="40424723"/>
                    <a:pt x="17329896" y="40368516"/>
                  </a:cubicBezTo>
                  <a:cubicBezTo>
                    <a:pt x="17317960" y="40272981"/>
                    <a:pt x="17330076" y="40236208"/>
                    <a:pt x="17380420" y="40215173"/>
                  </a:cubicBezTo>
                  <a:cubicBezTo>
                    <a:pt x="17403484" y="40205537"/>
                    <a:pt x="17428904" y="40185414"/>
                    <a:pt x="17436908" y="40170460"/>
                  </a:cubicBezTo>
                  <a:cubicBezTo>
                    <a:pt x="17444912" y="40155502"/>
                    <a:pt x="17461088" y="40135380"/>
                    <a:pt x="17472856" y="40125740"/>
                  </a:cubicBezTo>
                  <a:cubicBezTo>
                    <a:pt x="17487996" y="40113336"/>
                    <a:pt x="17519904" y="40107554"/>
                    <a:pt x="17554592" y="40108153"/>
                  </a:cubicBezTo>
                  <a:close/>
                  <a:moveTo>
                    <a:pt x="15674536" y="40062380"/>
                  </a:moveTo>
                  <a:cubicBezTo>
                    <a:pt x="15679672" y="40062097"/>
                    <a:pt x="15683912" y="40062296"/>
                    <a:pt x="15686852" y="40063046"/>
                  </a:cubicBezTo>
                  <a:cubicBezTo>
                    <a:pt x="15779840" y="40086750"/>
                    <a:pt x="15804872" y="40128366"/>
                    <a:pt x="15796424" y="40245202"/>
                  </a:cubicBezTo>
                  <a:cubicBezTo>
                    <a:pt x="15788760" y="40351106"/>
                    <a:pt x="15776384" y="40362060"/>
                    <a:pt x="15673424" y="40354055"/>
                  </a:cubicBezTo>
                  <a:cubicBezTo>
                    <a:pt x="15627128" y="40350455"/>
                    <a:pt x="15585324" y="40346052"/>
                    <a:pt x="15580520" y="40344272"/>
                  </a:cubicBezTo>
                  <a:cubicBezTo>
                    <a:pt x="15550804" y="40333247"/>
                    <a:pt x="15533136" y="40183330"/>
                    <a:pt x="15554328" y="40121976"/>
                  </a:cubicBezTo>
                  <a:cubicBezTo>
                    <a:pt x="15560032" y="40105453"/>
                    <a:pt x="15584220" y="40087017"/>
                    <a:pt x="15614652" y="40075991"/>
                  </a:cubicBezTo>
                  <a:cubicBezTo>
                    <a:pt x="15635608" y="40068401"/>
                    <a:pt x="15659120" y="40063226"/>
                    <a:pt x="15674536" y="40062380"/>
                  </a:cubicBezTo>
                  <a:close/>
                  <a:moveTo>
                    <a:pt x="42396404" y="39941500"/>
                  </a:moveTo>
                  <a:cubicBezTo>
                    <a:pt x="42469760" y="39941500"/>
                    <a:pt x="42473062" y="39943022"/>
                    <a:pt x="42535170" y="40005459"/>
                  </a:cubicBezTo>
                  <a:lnTo>
                    <a:pt x="42598792" y="40069415"/>
                  </a:lnTo>
                  <a:lnTo>
                    <a:pt x="42593566" y="40188886"/>
                  </a:lnTo>
                  <a:cubicBezTo>
                    <a:pt x="42587184" y="40334778"/>
                    <a:pt x="42573516" y="40355211"/>
                    <a:pt x="42473944" y="40367651"/>
                  </a:cubicBezTo>
                  <a:cubicBezTo>
                    <a:pt x="42356170" y="40382366"/>
                    <a:pt x="42292800" y="40365741"/>
                    <a:pt x="42230972" y="40303912"/>
                  </a:cubicBezTo>
                  <a:cubicBezTo>
                    <a:pt x="42177460" y="40250399"/>
                    <a:pt x="42176702" y="40248408"/>
                    <a:pt x="42176702" y="40161108"/>
                  </a:cubicBezTo>
                  <a:cubicBezTo>
                    <a:pt x="42176702" y="40079510"/>
                    <a:pt x="42179136" y="40071467"/>
                    <a:pt x="42207780" y="40058417"/>
                  </a:cubicBezTo>
                  <a:cubicBezTo>
                    <a:pt x="42224872" y="40050628"/>
                    <a:pt x="42245904" y="40025424"/>
                    <a:pt x="42254516" y="40002405"/>
                  </a:cubicBezTo>
                  <a:cubicBezTo>
                    <a:pt x="42263128" y="39979383"/>
                    <a:pt x="42281668" y="39956265"/>
                    <a:pt x="42295716" y="39951025"/>
                  </a:cubicBezTo>
                  <a:cubicBezTo>
                    <a:pt x="42309764" y="39945785"/>
                    <a:pt x="42355072" y="39941500"/>
                    <a:pt x="42396404" y="39941500"/>
                  </a:cubicBezTo>
                  <a:close/>
                  <a:moveTo>
                    <a:pt x="19856740" y="39936853"/>
                  </a:moveTo>
                  <a:cubicBezTo>
                    <a:pt x="19899816" y="39938913"/>
                    <a:pt x="19946316" y="39944909"/>
                    <a:pt x="19969020" y="39953543"/>
                  </a:cubicBezTo>
                  <a:cubicBezTo>
                    <a:pt x="20017056" y="39971805"/>
                    <a:pt x="20067420" y="40053382"/>
                    <a:pt x="20059456" y="40100024"/>
                  </a:cubicBezTo>
                  <a:cubicBezTo>
                    <a:pt x="20046852" y="40173839"/>
                    <a:pt x="20041040" y="40176450"/>
                    <a:pt x="19889300" y="40176450"/>
                  </a:cubicBezTo>
                  <a:cubicBezTo>
                    <a:pt x="19812560" y="40176450"/>
                    <a:pt x="19745704" y="40172382"/>
                    <a:pt x="19740732" y="40167412"/>
                  </a:cubicBezTo>
                  <a:cubicBezTo>
                    <a:pt x="19729568" y="40156250"/>
                    <a:pt x="19730072" y="40017660"/>
                    <a:pt x="19741400" y="39981956"/>
                  </a:cubicBezTo>
                  <a:cubicBezTo>
                    <a:pt x="19745964" y="39967588"/>
                    <a:pt x="19756568" y="39950414"/>
                    <a:pt x="19764972" y="39943788"/>
                  </a:cubicBezTo>
                  <a:cubicBezTo>
                    <a:pt x="19774000" y="39936672"/>
                    <a:pt x="19813660" y="39934794"/>
                    <a:pt x="19856740" y="39936853"/>
                  </a:cubicBezTo>
                  <a:close/>
                  <a:moveTo>
                    <a:pt x="40549176" y="39934522"/>
                  </a:moveTo>
                  <a:cubicBezTo>
                    <a:pt x="40593338" y="39931921"/>
                    <a:pt x="40662880" y="39946652"/>
                    <a:pt x="40684456" y="39967962"/>
                  </a:cubicBezTo>
                  <a:cubicBezTo>
                    <a:pt x="40707124" y="39990354"/>
                    <a:pt x="40709856" y="40009881"/>
                    <a:pt x="40709856" y="40149488"/>
                  </a:cubicBezTo>
                  <a:cubicBezTo>
                    <a:pt x="40709856" y="40235530"/>
                    <a:pt x="40705468" y="40317506"/>
                    <a:pt x="40700112" y="40331657"/>
                  </a:cubicBezTo>
                  <a:cubicBezTo>
                    <a:pt x="40692876" y="40350747"/>
                    <a:pt x="40674416" y="40359500"/>
                    <a:pt x="40628548" y="40365584"/>
                  </a:cubicBezTo>
                  <a:cubicBezTo>
                    <a:pt x="40555174" y="40375320"/>
                    <a:pt x="40504842" y="40359069"/>
                    <a:pt x="40485832" y="40319512"/>
                  </a:cubicBezTo>
                  <a:cubicBezTo>
                    <a:pt x="40478230" y="40303693"/>
                    <a:pt x="40455118" y="40276129"/>
                    <a:pt x="40434474" y="40258260"/>
                  </a:cubicBezTo>
                  <a:cubicBezTo>
                    <a:pt x="40408080" y="40235409"/>
                    <a:pt x="40394856" y="40210204"/>
                    <a:pt x="40389908" y="40173301"/>
                  </a:cubicBezTo>
                  <a:cubicBezTo>
                    <a:pt x="40379284" y="40094124"/>
                    <a:pt x="40392908" y="40058561"/>
                    <a:pt x="40441658" y="40038193"/>
                  </a:cubicBezTo>
                  <a:cubicBezTo>
                    <a:pt x="40468792" y="40026854"/>
                    <a:pt x="40487088" y="40008790"/>
                    <a:pt x="40492244" y="39988246"/>
                  </a:cubicBezTo>
                  <a:cubicBezTo>
                    <a:pt x="40496688" y="39970541"/>
                    <a:pt x="40507462" y="39950316"/>
                    <a:pt x="40516190" y="39943299"/>
                  </a:cubicBezTo>
                  <a:cubicBezTo>
                    <a:pt x="40522554" y="39938182"/>
                    <a:pt x="40534454" y="39935389"/>
                    <a:pt x="40549176" y="39934522"/>
                  </a:cubicBezTo>
                  <a:close/>
                  <a:moveTo>
                    <a:pt x="18828732" y="39853427"/>
                  </a:moveTo>
                  <a:cubicBezTo>
                    <a:pt x="18846568" y="39854050"/>
                    <a:pt x="18864968" y="39860387"/>
                    <a:pt x="18882080" y="39872372"/>
                  </a:cubicBezTo>
                  <a:cubicBezTo>
                    <a:pt x="18906624" y="39889565"/>
                    <a:pt x="18910304" y="39903608"/>
                    <a:pt x="18910304" y="39980031"/>
                  </a:cubicBezTo>
                  <a:cubicBezTo>
                    <a:pt x="18910304" y="40059375"/>
                    <a:pt x="18907268" y="40069908"/>
                    <a:pt x="18879072" y="40088384"/>
                  </a:cubicBezTo>
                  <a:cubicBezTo>
                    <a:pt x="18832824" y="40118686"/>
                    <a:pt x="18774128" y="40101943"/>
                    <a:pt x="18749604" y="40051453"/>
                  </a:cubicBezTo>
                  <a:cubicBezTo>
                    <a:pt x="18733880" y="40019073"/>
                    <a:pt x="18732680" y="39999180"/>
                    <a:pt x="18743396" y="39948135"/>
                  </a:cubicBezTo>
                  <a:cubicBezTo>
                    <a:pt x="18750696" y="39913365"/>
                    <a:pt x="18766608" y="39877646"/>
                    <a:pt x="18778760" y="39868760"/>
                  </a:cubicBezTo>
                  <a:cubicBezTo>
                    <a:pt x="18793624" y="39857892"/>
                    <a:pt x="18810896" y="39852803"/>
                    <a:pt x="18828732" y="39853427"/>
                  </a:cubicBezTo>
                  <a:close/>
                  <a:moveTo>
                    <a:pt x="18021304" y="39852818"/>
                  </a:moveTo>
                  <a:cubicBezTo>
                    <a:pt x="18056988" y="39852861"/>
                    <a:pt x="18079132" y="39865310"/>
                    <a:pt x="18133624" y="39915961"/>
                  </a:cubicBezTo>
                  <a:lnTo>
                    <a:pt x="18201500" y="39979049"/>
                  </a:lnTo>
                  <a:lnTo>
                    <a:pt x="18190776" y="40099547"/>
                  </a:lnTo>
                  <a:cubicBezTo>
                    <a:pt x="18176124" y="40264173"/>
                    <a:pt x="18170292" y="40272861"/>
                    <a:pt x="18068960" y="40280993"/>
                  </a:cubicBezTo>
                  <a:cubicBezTo>
                    <a:pt x="17975368" y="40288506"/>
                    <a:pt x="17900676" y="40269239"/>
                    <a:pt x="17881020" y="40232513"/>
                  </a:cubicBezTo>
                  <a:cubicBezTo>
                    <a:pt x="17859236" y="40191808"/>
                    <a:pt x="17841176" y="40040140"/>
                    <a:pt x="17853176" y="39998651"/>
                  </a:cubicBezTo>
                  <a:cubicBezTo>
                    <a:pt x="17861420" y="39970138"/>
                    <a:pt x="17874716" y="39957816"/>
                    <a:pt x="17906012" y="39949680"/>
                  </a:cubicBezTo>
                  <a:cubicBezTo>
                    <a:pt x="17937992" y="39941365"/>
                    <a:pt x="17951244" y="39928686"/>
                    <a:pt x="17962340" y="39895786"/>
                  </a:cubicBezTo>
                  <a:cubicBezTo>
                    <a:pt x="17975144" y="39857829"/>
                    <a:pt x="17982088" y="39852768"/>
                    <a:pt x="18021304" y="39852818"/>
                  </a:cubicBezTo>
                  <a:close/>
                  <a:moveTo>
                    <a:pt x="17139336" y="39776953"/>
                  </a:moveTo>
                  <a:cubicBezTo>
                    <a:pt x="17162624" y="39777412"/>
                    <a:pt x="17185988" y="39783628"/>
                    <a:pt x="17195700" y="39795330"/>
                  </a:cubicBezTo>
                  <a:cubicBezTo>
                    <a:pt x="17204336" y="39805739"/>
                    <a:pt x="17214304" y="39850359"/>
                    <a:pt x="17217848" y="39894481"/>
                  </a:cubicBezTo>
                  <a:cubicBezTo>
                    <a:pt x="17225436" y="39989055"/>
                    <a:pt x="17206880" y="40017704"/>
                    <a:pt x="17138036" y="40017704"/>
                  </a:cubicBezTo>
                  <a:cubicBezTo>
                    <a:pt x="17074200" y="40017704"/>
                    <a:pt x="17050144" y="39975145"/>
                    <a:pt x="17061132" y="39881644"/>
                  </a:cubicBezTo>
                  <a:cubicBezTo>
                    <a:pt x="17065776" y="39842143"/>
                    <a:pt x="17075816" y="39802306"/>
                    <a:pt x="17083440" y="39793116"/>
                  </a:cubicBezTo>
                  <a:cubicBezTo>
                    <a:pt x="17092840" y="39781791"/>
                    <a:pt x="17116052" y="39776494"/>
                    <a:pt x="17139336" y="39776953"/>
                  </a:cubicBezTo>
                  <a:close/>
                  <a:moveTo>
                    <a:pt x="39807486" y="39755488"/>
                  </a:moveTo>
                  <a:cubicBezTo>
                    <a:pt x="39815408" y="39755411"/>
                    <a:pt x="39824432" y="39756106"/>
                    <a:pt x="39835172" y="39757397"/>
                  </a:cubicBezTo>
                  <a:cubicBezTo>
                    <a:pt x="39864004" y="39760863"/>
                    <a:pt x="39895104" y="39772754"/>
                    <a:pt x="39904288" y="39783820"/>
                  </a:cubicBezTo>
                  <a:cubicBezTo>
                    <a:pt x="39931292" y="39816354"/>
                    <a:pt x="39935656" y="39948197"/>
                    <a:pt x="39910980" y="39985860"/>
                  </a:cubicBezTo>
                  <a:cubicBezTo>
                    <a:pt x="39892044" y="40014758"/>
                    <a:pt x="39882014" y="40017700"/>
                    <a:pt x="39802416" y="40017700"/>
                  </a:cubicBezTo>
                  <a:cubicBezTo>
                    <a:pt x="39696808" y="40017700"/>
                    <a:pt x="39674802" y="40001608"/>
                    <a:pt x="39674802" y="39924369"/>
                  </a:cubicBezTo>
                  <a:cubicBezTo>
                    <a:pt x="39674802" y="39868475"/>
                    <a:pt x="39693376" y="39832914"/>
                    <a:pt x="39749308" y="39781708"/>
                  </a:cubicBezTo>
                  <a:cubicBezTo>
                    <a:pt x="39769866" y="39762891"/>
                    <a:pt x="39783720" y="39755718"/>
                    <a:pt x="39807486" y="39755488"/>
                  </a:cubicBezTo>
                  <a:close/>
                  <a:moveTo>
                    <a:pt x="38564636" y="39670716"/>
                  </a:moveTo>
                  <a:cubicBezTo>
                    <a:pt x="38610408" y="39673834"/>
                    <a:pt x="38656960" y="39695312"/>
                    <a:pt x="38704836" y="39735333"/>
                  </a:cubicBezTo>
                  <a:cubicBezTo>
                    <a:pt x="38741364" y="39765867"/>
                    <a:pt x="38760812" y="39793652"/>
                    <a:pt x="38766360" y="39823237"/>
                  </a:cubicBezTo>
                  <a:cubicBezTo>
                    <a:pt x="38777144" y="39880725"/>
                    <a:pt x="38762188" y="39975008"/>
                    <a:pt x="38739264" y="39994033"/>
                  </a:cubicBezTo>
                  <a:cubicBezTo>
                    <a:pt x="38716704" y="40012755"/>
                    <a:pt x="38542308" y="40024062"/>
                    <a:pt x="38461948" y="40012014"/>
                  </a:cubicBezTo>
                  <a:cubicBezTo>
                    <a:pt x="38380326" y="39999772"/>
                    <a:pt x="38354002" y="39969991"/>
                    <a:pt x="38354002" y="39889875"/>
                  </a:cubicBezTo>
                  <a:cubicBezTo>
                    <a:pt x="38354002" y="39831634"/>
                    <a:pt x="38359708" y="39818794"/>
                    <a:pt x="38414328" y="39754094"/>
                  </a:cubicBezTo>
                  <a:cubicBezTo>
                    <a:pt x="38458904" y="39701291"/>
                    <a:pt x="38486254" y="39680310"/>
                    <a:pt x="38519102" y="39673712"/>
                  </a:cubicBezTo>
                  <a:cubicBezTo>
                    <a:pt x="38534206" y="39670678"/>
                    <a:pt x="38549378" y="39669677"/>
                    <a:pt x="38564636" y="39670716"/>
                  </a:cubicBezTo>
                  <a:close/>
                  <a:moveTo>
                    <a:pt x="42014956" y="39586694"/>
                  </a:moveTo>
                  <a:cubicBezTo>
                    <a:pt x="42068196" y="39592372"/>
                    <a:pt x="42124352" y="39618278"/>
                    <a:pt x="42138680" y="39655964"/>
                  </a:cubicBezTo>
                  <a:cubicBezTo>
                    <a:pt x="42158142" y="39707152"/>
                    <a:pt x="42154114" y="39797171"/>
                    <a:pt x="42131340" y="39819942"/>
                  </a:cubicBezTo>
                  <a:cubicBezTo>
                    <a:pt x="42117080" y="39834204"/>
                    <a:pt x="42086534" y="39839900"/>
                    <a:pt x="42024300" y="39839900"/>
                  </a:cubicBezTo>
                  <a:cubicBezTo>
                    <a:pt x="41962064" y="39839900"/>
                    <a:pt x="41931516" y="39834204"/>
                    <a:pt x="41917256" y="39819942"/>
                  </a:cubicBezTo>
                  <a:cubicBezTo>
                    <a:pt x="41890016" y="39792700"/>
                    <a:pt x="41889888" y="39652932"/>
                    <a:pt x="41917068" y="39614125"/>
                  </a:cubicBezTo>
                  <a:cubicBezTo>
                    <a:pt x="41926686" y="39600394"/>
                    <a:pt x="41943754" y="39591956"/>
                    <a:pt x="41964344" y="39588070"/>
                  </a:cubicBezTo>
                  <a:cubicBezTo>
                    <a:pt x="41979786" y="39585155"/>
                    <a:pt x="41997210" y="39584801"/>
                    <a:pt x="42014956" y="39586694"/>
                  </a:cubicBezTo>
                  <a:close/>
                  <a:moveTo>
                    <a:pt x="16221360" y="39574744"/>
                  </a:moveTo>
                  <a:cubicBezTo>
                    <a:pt x="16255956" y="39575449"/>
                    <a:pt x="16293484" y="39582447"/>
                    <a:pt x="16319504" y="39595444"/>
                  </a:cubicBezTo>
                  <a:cubicBezTo>
                    <a:pt x="16379756" y="39625544"/>
                    <a:pt x="16407016" y="39685668"/>
                    <a:pt x="16414732" y="39805468"/>
                  </a:cubicBezTo>
                  <a:lnTo>
                    <a:pt x="16421104" y="39904383"/>
                  </a:lnTo>
                  <a:lnTo>
                    <a:pt x="16371344" y="39957725"/>
                  </a:lnTo>
                  <a:cubicBezTo>
                    <a:pt x="16321840" y="40010798"/>
                    <a:pt x="16321064" y="40011090"/>
                    <a:pt x="16218096" y="40015768"/>
                  </a:cubicBezTo>
                  <a:lnTo>
                    <a:pt x="16114600" y="40020466"/>
                  </a:lnTo>
                  <a:lnTo>
                    <a:pt x="16060252" y="39963747"/>
                  </a:lnTo>
                  <a:cubicBezTo>
                    <a:pt x="16005796" y="39906913"/>
                    <a:pt x="15989304" y="39864274"/>
                    <a:pt x="15989304" y="39780328"/>
                  </a:cubicBezTo>
                  <a:cubicBezTo>
                    <a:pt x="15989304" y="39722667"/>
                    <a:pt x="16006928" y="39692204"/>
                    <a:pt x="16045956" y="39682409"/>
                  </a:cubicBezTo>
                  <a:cubicBezTo>
                    <a:pt x="16063516" y="39678003"/>
                    <a:pt x="16087552" y="39659635"/>
                    <a:pt x="16099372" y="39641596"/>
                  </a:cubicBezTo>
                  <a:cubicBezTo>
                    <a:pt x="16111192" y="39623554"/>
                    <a:pt x="16129840" y="39601146"/>
                    <a:pt x="16140808" y="39591800"/>
                  </a:cubicBezTo>
                  <a:cubicBezTo>
                    <a:pt x="16155100" y="39579626"/>
                    <a:pt x="16186764" y="39574039"/>
                    <a:pt x="16221360" y="39574744"/>
                  </a:cubicBezTo>
                  <a:close/>
                  <a:moveTo>
                    <a:pt x="41368204" y="39498830"/>
                  </a:moveTo>
                  <a:cubicBezTo>
                    <a:pt x="41376430" y="39499072"/>
                    <a:pt x="41386046" y="39500064"/>
                    <a:pt x="41397688" y="39501660"/>
                  </a:cubicBezTo>
                  <a:cubicBezTo>
                    <a:pt x="41504548" y="39516307"/>
                    <a:pt x="41509634" y="39524747"/>
                    <a:pt x="41522584" y="39709006"/>
                  </a:cubicBezTo>
                  <a:cubicBezTo>
                    <a:pt x="41531086" y="39829972"/>
                    <a:pt x="41518356" y="39839900"/>
                    <a:pt x="41354732" y="39839900"/>
                  </a:cubicBezTo>
                  <a:cubicBezTo>
                    <a:pt x="41201152" y="39839900"/>
                    <a:pt x="41186094" y="39827374"/>
                    <a:pt x="41182364" y="39696507"/>
                  </a:cubicBezTo>
                  <a:lnTo>
                    <a:pt x="41179756" y="39605049"/>
                  </a:lnTo>
                  <a:lnTo>
                    <a:pt x="41233732" y="39589025"/>
                  </a:lnTo>
                  <a:cubicBezTo>
                    <a:pt x="41263416" y="39580210"/>
                    <a:pt x="41287706" y="39567331"/>
                    <a:pt x="41287706" y="39560401"/>
                  </a:cubicBezTo>
                  <a:cubicBezTo>
                    <a:pt x="41287706" y="39553471"/>
                    <a:pt x="41299820" y="39535686"/>
                    <a:pt x="41314624" y="39520881"/>
                  </a:cubicBezTo>
                  <a:cubicBezTo>
                    <a:pt x="41331368" y="39504137"/>
                    <a:pt x="41343526" y="39498106"/>
                    <a:pt x="41368204" y="39498830"/>
                  </a:cubicBezTo>
                  <a:close/>
                  <a:moveTo>
                    <a:pt x="43059836" y="39410385"/>
                  </a:moveTo>
                  <a:cubicBezTo>
                    <a:pt x="43069602" y="39410600"/>
                    <a:pt x="43081104" y="39411924"/>
                    <a:pt x="43095846" y="39413879"/>
                  </a:cubicBezTo>
                  <a:cubicBezTo>
                    <a:pt x="43149212" y="39420961"/>
                    <a:pt x="43167080" y="39431159"/>
                    <a:pt x="43214888" y="39481829"/>
                  </a:cubicBezTo>
                  <a:cubicBezTo>
                    <a:pt x="43293460" y="39565111"/>
                    <a:pt x="43307002" y="39598073"/>
                    <a:pt x="43307002" y="39706045"/>
                  </a:cubicBezTo>
                  <a:cubicBezTo>
                    <a:pt x="43307002" y="39799078"/>
                    <a:pt x="43306964" y="39799174"/>
                    <a:pt x="43249296" y="39860227"/>
                  </a:cubicBezTo>
                  <a:cubicBezTo>
                    <a:pt x="43193748" y="39919033"/>
                    <a:pt x="43188528" y="39921511"/>
                    <a:pt x="43109680" y="39926533"/>
                  </a:cubicBezTo>
                  <a:cubicBezTo>
                    <a:pt x="43064632" y="39929402"/>
                    <a:pt x="42996796" y="39927876"/>
                    <a:pt x="42958930" y="39923148"/>
                  </a:cubicBezTo>
                  <a:cubicBezTo>
                    <a:pt x="42896256" y="39915316"/>
                    <a:pt x="42886012" y="39909310"/>
                    <a:pt x="42844548" y="39856088"/>
                  </a:cubicBezTo>
                  <a:cubicBezTo>
                    <a:pt x="42801138" y="39800374"/>
                    <a:pt x="42799002" y="39792963"/>
                    <a:pt x="42799002" y="39698154"/>
                  </a:cubicBezTo>
                  <a:cubicBezTo>
                    <a:pt x="42799002" y="39601691"/>
                    <a:pt x="42800394" y="39597130"/>
                    <a:pt x="42844932" y="39547837"/>
                  </a:cubicBezTo>
                  <a:cubicBezTo>
                    <a:pt x="42870192" y="39519876"/>
                    <a:pt x="42898224" y="39497000"/>
                    <a:pt x="42907228" y="39497000"/>
                  </a:cubicBezTo>
                  <a:cubicBezTo>
                    <a:pt x="42916232" y="39497000"/>
                    <a:pt x="42948228" y="39476425"/>
                    <a:pt x="42978328" y="39451276"/>
                  </a:cubicBezTo>
                  <a:cubicBezTo>
                    <a:pt x="43016874" y="39419071"/>
                    <a:pt x="43030536" y="39409739"/>
                    <a:pt x="43059836" y="39410385"/>
                  </a:cubicBezTo>
                  <a:close/>
                  <a:moveTo>
                    <a:pt x="18474640" y="39406598"/>
                  </a:moveTo>
                  <a:cubicBezTo>
                    <a:pt x="18499540" y="39408091"/>
                    <a:pt x="18531644" y="39429555"/>
                    <a:pt x="18583680" y="39477331"/>
                  </a:cubicBezTo>
                  <a:lnTo>
                    <a:pt x="18643600" y="39532348"/>
                  </a:lnTo>
                  <a:lnTo>
                    <a:pt x="18643600" y="39629464"/>
                  </a:lnTo>
                  <a:cubicBezTo>
                    <a:pt x="18643600" y="39724317"/>
                    <a:pt x="18642480" y="39727787"/>
                    <a:pt x="18595504" y="39778150"/>
                  </a:cubicBezTo>
                  <a:cubicBezTo>
                    <a:pt x="18555760" y="39820758"/>
                    <a:pt x="18536920" y="39830894"/>
                    <a:pt x="18487016" y="39836518"/>
                  </a:cubicBezTo>
                  <a:cubicBezTo>
                    <a:pt x="18428640" y="39843098"/>
                    <a:pt x="18424808" y="39841423"/>
                    <a:pt x="18371976" y="39786289"/>
                  </a:cubicBezTo>
                  <a:cubicBezTo>
                    <a:pt x="18324860" y="39737113"/>
                    <a:pt x="18316160" y="39719325"/>
                    <a:pt x="18308864" y="39657221"/>
                  </a:cubicBezTo>
                  <a:cubicBezTo>
                    <a:pt x="18297144" y="39557506"/>
                    <a:pt x="18307788" y="39525089"/>
                    <a:pt x="18359312" y="39503559"/>
                  </a:cubicBezTo>
                  <a:cubicBezTo>
                    <a:pt x="18382928" y="39493693"/>
                    <a:pt x="18408756" y="39471331"/>
                    <a:pt x="18416712" y="39453866"/>
                  </a:cubicBezTo>
                  <a:cubicBezTo>
                    <a:pt x="18424672" y="39436400"/>
                    <a:pt x="18440400" y="39417350"/>
                    <a:pt x="18451664" y="39411527"/>
                  </a:cubicBezTo>
                  <a:cubicBezTo>
                    <a:pt x="18458836" y="39407821"/>
                    <a:pt x="18466336" y="39406100"/>
                    <a:pt x="18474640" y="39406598"/>
                  </a:cubicBezTo>
                  <a:close/>
                  <a:moveTo>
                    <a:pt x="17058928" y="39319200"/>
                  </a:moveTo>
                  <a:cubicBezTo>
                    <a:pt x="17201108" y="39319200"/>
                    <a:pt x="17221204" y="39334625"/>
                    <a:pt x="17221204" y="39443772"/>
                  </a:cubicBezTo>
                  <a:cubicBezTo>
                    <a:pt x="17221204" y="39547381"/>
                    <a:pt x="17205392" y="39564227"/>
                    <a:pt x="17101960" y="39570813"/>
                  </a:cubicBezTo>
                  <a:cubicBezTo>
                    <a:pt x="16966456" y="39579441"/>
                    <a:pt x="16904844" y="39534970"/>
                    <a:pt x="16893856" y="39420605"/>
                  </a:cubicBezTo>
                  <a:cubicBezTo>
                    <a:pt x="16888876" y="39368772"/>
                    <a:pt x="16892076" y="39357991"/>
                    <a:pt x="16917780" y="39339986"/>
                  </a:cubicBezTo>
                  <a:cubicBezTo>
                    <a:pt x="16939788" y="39324570"/>
                    <a:pt x="16976260" y="39319200"/>
                    <a:pt x="17058928" y="39319200"/>
                  </a:cubicBezTo>
                  <a:close/>
                  <a:moveTo>
                    <a:pt x="39129250" y="39313596"/>
                  </a:moveTo>
                  <a:cubicBezTo>
                    <a:pt x="39154996" y="39310411"/>
                    <a:pt x="39182638" y="39314690"/>
                    <a:pt x="39214280" y="39326173"/>
                  </a:cubicBezTo>
                  <a:cubicBezTo>
                    <a:pt x="39280136" y="39350076"/>
                    <a:pt x="39298438" y="39381485"/>
                    <a:pt x="39292224" y="39459942"/>
                  </a:cubicBezTo>
                  <a:cubicBezTo>
                    <a:pt x="39288696" y="39504510"/>
                    <a:pt x="39278322" y="39529572"/>
                    <a:pt x="39252380" y="39556221"/>
                  </a:cubicBezTo>
                  <a:cubicBezTo>
                    <a:pt x="39233088" y="39576034"/>
                    <a:pt x="39209260" y="39603676"/>
                    <a:pt x="39199428" y="39617647"/>
                  </a:cubicBezTo>
                  <a:cubicBezTo>
                    <a:pt x="39184284" y="39639162"/>
                    <a:pt x="39167124" y="39643047"/>
                    <a:pt x="39087230" y="39643047"/>
                  </a:cubicBezTo>
                  <a:cubicBezTo>
                    <a:pt x="39035352" y="39643047"/>
                    <a:pt x="38986316" y="39638061"/>
                    <a:pt x="38978256" y="39631966"/>
                  </a:cubicBezTo>
                  <a:cubicBezTo>
                    <a:pt x="38969370" y="39625250"/>
                    <a:pt x="38963604" y="39581634"/>
                    <a:pt x="38963604" y="39521169"/>
                  </a:cubicBezTo>
                  <a:cubicBezTo>
                    <a:pt x="38963604" y="39413960"/>
                    <a:pt x="38961758" y="39417476"/>
                    <a:pt x="39055594" y="39345806"/>
                  </a:cubicBezTo>
                  <a:cubicBezTo>
                    <a:pt x="39079654" y="39327432"/>
                    <a:pt x="39103504" y="39316782"/>
                    <a:pt x="39129250" y="39313596"/>
                  </a:cubicBezTo>
                  <a:close/>
                  <a:moveTo>
                    <a:pt x="40430014" y="39311221"/>
                  </a:moveTo>
                  <a:cubicBezTo>
                    <a:pt x="40445560" y="39311389"/>
                    <a:pt x="40465082" y="39312231"/>
                    <a:pt x="40490058" y="39313517"/>
                  </a:cubicBezTo>
                  <a:cubicBezTo>
                    <a:pt x="40586204" y="39318465"/>
                    <a:pt x="40603016" y="39322846"/>
                    <a:pt x="40620232" y="39347425"/>
                  </a:cubicBezTo>
                  <a:cubicBezTo>
                    <a:pt x="40644548" y="39382142"/>
                    <a:pt x="40645524" y="39421095"/>
                    <a:pt x="40622856" y="39452094"/>
                  </a:cubicBezTo>
                  <a:cubicBezTo>
                    <a:pt x="40591186" y="39495406"/>
                    <a:pt x="40398236" y="39494721"/>
                    <a:pt x="40354660" y="39451145"/>
                  </a:cubicBezTo>
                  <a:cubicBezTo>
                    <a:pt x="40328626" y="39425107"/>
                    <a:pt x="40330008" y="39366540"/>
                    <a:pt x="40357428" y="39334114"/>
                  </a:cubicBezTo>
                  <a:cubicBezTo>
                    <a:pt x="40372510" y="39316278"/>
                    <a:pt x="40383376" y="39310717"/>
                    <a:pt x="40430014" y="39311221"/>
                  </a:cubicBezTo>
                  <a:close/>
                  <a:moveTo>
                    <a:pt x="20027904" y="39307552"/>
                  </a:moveTo>
                  <a:cubicBezTo>
                    <a:pt x="20142208" y="39305989"/>
                    <a:pt x="20222064" y="39374295"/>
                    <a:pt x="20237404" y="39486757"/>
                  </a:cubicBezTo>
                  <a:cubicBezTo>
                    <a:pt x="20246776" y="39555472"/>
                    <a:pt x="20215120" y="39573201"/>
                    <a:pt x="20083056" y="39573201"/>
                  </a:cubicBezTo>
                  <a:cubicBezTo>
                    <a:pt x="20025688" y="39573201"/>
                    <a:pt x="19964096" y="39567626"/>
                    <a:pt x="19946176" y="39560814"/>
                  </a:cubicBezTo>
                  <a:cubicBezTo>
                    <a:pt x="19915904" y="39549305"/>
                    <a:pt x="19913168" y="39541451"/>
                    <a:pt x="19907448" y="39449689"/>
                  </a:cubicBezTo>
                  <a:cubicBezTo>
                    <a:pt x="19901136" y="39348446"/>
                    <a:pt x="19905864" y="39328373"/>
                    <a:pt x="19939000" y="39315759"/>
                  </a:cubicBezTo>
                  <a:cubicBezTo>
                    <a:pt x="19949480" y="39311769"/>
                    <a:pt x="19989484" y="39308076"/>
                    <a:pt x="20027904" y="39307552"/>
                  </a:cubicBezTo>
                  <a:close/>
                  <a:moveTo>
                    <a:pt x="17677512" y="39263827"/>
                  </a:moveTo>
                  <a:cubicBezTo>
                    <a:pt x="17687832" y="39262559"/>
                    <a:pt x="17697020" y="39262909"/>
                    <a:pt x="17702592" y="39265185"/>
                  </a:cubicBezTo>
                  <a:cubicBezTo>
                    <a:pt x="17713736" y="39269736"/>
                    <a:pt x="17760000" y="39285630"/>
                    <a:pt x="17805404" y="39300503"/>
                  </a:cubicBezTo>
                  <a:cubicBezTo>
                    <a:pt x="17907516" y="39333956"/>
                    <a:pt x="17917236" y="39350758"/>
                    <a:pt x="17925864" y="39508705"/>
                  </a:cubicBezTo>
                  <a:lnTo>
                    <a:pt x="17932404" y="39628356"/>
                  </a:lnTo>
                  <a:lnTo>
                    <a:pt x="17872136" y="39686102"/>
                  </a:lnTo>
                  <a:cubicBezTo>
                    <a:pt x="17816140" y="39739757"/>
                    <a:pt x="17806336" y="39744197"/>
                    <a:pt x="17733696" y="39748823"/>
                  </a:cubicBezTo>
                  <a:cubicBezTo>
                    <a:pt x="17593436" y="39757756"/>
                    <a:pt x="17537060" y="39722676"/>
                    <a:pt x="17480100" y="39591028"/>
                  </a:cubicBezTo>
                  <a:cubicBezTo>
                    <a:pt x="17441972" y="39502903"/>
                    <a:pt x="17441524" y="39498324"/>
                    <a:pt x="17465728" y="39443661"/>
                  </a:cubicBezTo>
                  <a:cubicBezTo>
                    <a:pt x="17475932" y="39420611"/>
                    <a:pt x="17489856" y="39384607"/>
                    <a:pt x="17496668" y="39363653"/>
                  </a:cubicBezTo>
                  <a:cubicBezTo>
                    <a:pt x="17505668" y="39335962"/>
                    <a:pt x="17522704" y="39320347"/>
                    <a:pt x="17559028" y="39306503"/>
                  </a:cubicBezTo>
                  <a:cubicBezTo>
                    <a:pt x="17586516" y="39296026"/>
                    <a:pt x="17625504" y="39280582"/>
                    <a:pt x="17645668" y="39272183"/>
                  </a:cubicBezTo>
                  <a:cubicBezTo>
                    <a:pt x="17655752" y="39267983"/>
                    <a:pt x="17667196" y="39265096"/>
                    <a:pt x="17677512" y="39263827"/>
                  </a:cubicBezTo>
                  <a:close/>
                  <a:moveTo>
                    <a:pt x="15242372" y="39224526"/>
                  </a:moveTo>
                  <a:cubicBezTo>
                    <a:pt x="15274776" y="39225988"/>
                    <a:pt x="15308692" y="39231915"/>
                    <a:pt x="15332708" y="39241794"/>
                  </a:cubicBezTo>
                  <a:cubicBezTo>
                    <a:pt x="15348080" y="39248116"/>
                    <a:pt x="15376996" y="39270580"/>
                    <a:pt x="15396968" y="39291720"/>
                  </a:cubicBezTo>
                  <a:cubicBezTo>
                    <a:pt x="15426976" y="39323473"/>
                    <a:pt x="15434432" y="39344423"/>
                    <a:pt x="15439880" y="39412286"/>
                  </a:cubicBezTo>
                  <a:cubicBezTo>
                    <a:pt x="15447880" y="39511954"/>
                    <a:pt x="15435428" y="39604559"/>
                    <a:pt x="15410704" y="39629283"/>
                  </a:cubicBezTo>
                  <a:cubicBezTo>
                    <a:pt x="15386632" y="39653353"/>
                    <a:pt x="15271528" y="39667073"/>
                    <a:pt x="15188940" y="39655713"/>
                  </a:cubicBezTo>
                  <a:cubicBezTo>
                    <a:pt x="15141444" y="39649183"/>
                    <a:pt x="15115508" y="39637764"/>
                    <a:pt x="15095828" y="39614723"/>
                  </a:cubicBezTo>
                  <a:cubicBezTo>
                    <a:pt x="15080828" y="39597155"/>
                    <a:pt x="15061780" y="39576263"/>
                    <a:pt x="15053504" y="39568295"/>
                  </a:cubicBezTo>
                  <a:cubicBezTo>
                    <a:pt x="15026544" y="39542331"/>
                    <a:pt x="15012316" y="39487295"/>
                    <a:pt x="15022968" y="39450156"/>
                  </a:cubicBezTo>
                  <a:cubicBezTo>
                    <a:pt x="15043348" y="39379097"/>
                    <a:pt x="15126132" y="39249570"/>
                    <a:pt x="15161092" y="39234049"/>
                  </a:cubicBezTo>
                  <a:cubicBezTo>
                    <a:pt x="15179068" y="39226066"/>
                    <a:pt x="15209964" y="39223064"/>
                    <a:pt x="15242372" y="39224526"/>
                  </a:cubicBezTo>
                  <a:close/>
                  <a:moveTo>
                    <a:pt x="19335348" y="39135639"/>
                  </a:moveTo>
                  <a:cubicBezTo>
                    <a:pt x="19354440" y="39134361"/>
                    <a:pt x="19376416" y="39134331"/>
                    <a:pt x="19396656" y="39135856"/>
                  </a:cubicBezTo>
                  <a:cubicBezTo>
                    <a:pt x="19453232" y="39140116"/>
                    <a:pt x="19477468" y="39148612"/>
                    <a:pt x="19501428" y="39172573"/>
                  </a:cubicBezTo>
                  <a:cubicBezTo>
                    <a:pt x="19518576" y="39189716"/>
                    <a:pt x="19532600" y="39209334"/>
                    <a:pt x="19532600" y="39216168"/>
                  </a:cubicBezTo>
                  <a:cubicBezTo>
                    <a:pt x="19532600" y="39222998"/>
                    <a:pt x="19544000" y="39232207"/>
                    <a:pt x="19557928" y="39236625"/>
                  </a:cubicBezTo>
                  <a:cubicBezTo>
                    <a:pt x="19613720" y="39254336"/>
                    <a:pt x="19621504" y="39276272"/>
                    <a:pt x="19621504" y="39415867"/>
                  </a:cubicBezTo>
                  <a:lnTo>
                    <a:pt x="19621504" y="39548820"/>
                  </a:lnTo>
                  <a:lnTo>
                    <a:pt x="19567608" y="39598581"/>
                  </a:lnTo>
                  <a:cubicBezTo>
                    <a:pt x="19502888" y="39658342"/>
                    <a:pt x="19424624" y="39673361"/>
                    <a:pt x="19292968" y="39651279"/>
                  </a:cubicBezTo>
                  <a:cubicBezTo>
                    <a:pt x="19215604" y="39638303"/>
                    <a:pt x="19204384" y="39632226"/>
                    <a:pt x="19155036" y="39576601"/>
                  </a:cubicBezTo>
                  <a:cubicBezTo>
                    <a:pt x="19102428" y="39517290"/>
                    <a:pt x="19101448" y="39514521"/>
                    <a:pt x="19107412" y="39441527"/>
                  </a:cubicBezTo>
                  <a:cubicBezTo>
                    <a:pt x="19112288" y="39381881"/>
                    <a:pt x="19121108" y="39358339"/>
                    <a:pt x="19151600" y="39323609"/>
                  </a:cubicBezTo>
                  <a:cubicBezTo>
                    <a:pt x="19172556" y="39299744"/>
                    <a:pt x="19189704" y="39272964"/>
                    <a:pt x="19189704" y="39264099"/>
                  </a:cubicBezTo>
                  <a:cubicBezTo>
                    <a:pt x="19189704" y="39237183"/>
                    <a:pt x="19257496" y="39156314"/>
                    <a:pt x="19291304" y="39142904"/>
                  </a:cubicBezTo>
                  <a:cubicBezTo>
                    <a:pt x="19300036" y="39139441"/>
                    <a:pt x="19316252" y="39136916"/>
                    <a:pt x="19335348" y="39135639"/>
                  </a:cubicBezTo>
                  <a:close/>
                  <a:moveTo>
                    <a:pt x="42331248" y="39133874"/>
                  </a:moveTo>
                  <a:cubicBezTo>
                    <a:pt x="42347014" y="39133115"/>
                    <a:pt x="42366296" y="39134943"/>
                    <a:pt x="42391796" y="39139226"/>
                  </a:cubicBezTo>
                  <a:cubicBezTo>
                    <a:pt x="42492820" y="39156199"/>
                    <a:pt x="42506902" y="39179131"/>
                    <a:pt x="42506902" y="39326663"/>
                  </a:cubicBezTo>
                  <a:cubicBezTo>
                    <a:pt x="42506902" y="39439106"/>
                    <a:pt x="42505188" y="39446736"/>
                    <a:pt x="42475572" y="39466143"/>
                  </a:cubicBezTo>
                  <a:cubicBezTo>
                    <a:pt x="42432662" y="39494259"/>
                    <a:pt x="42350928" y="39479395"/>
                    <a:pt x="42300456" y="39434300"/>
                  </a:cubicBezTo>
                  <a:cubicBezTo>
                    <a:pt x="42269868" y="39406971"/>
                    <a:pt x="42259164" y="39383816"/>
                    <a:pt x="42249700" y="39324508"/>
                  </a:cubicBezTo>
                  <a:cubicBezTo>
                    <a:pt x="42234714" y="39230626"/>
                    <a:pt x="42249708" y="39166357"/>
                    <a:pt x="42291800" y="39144039"/>
                  </a:cubicBezTo>
                  <a:cubicBezTo>
                    <a:pt x="42303232" y="39137977"/>
                    <a:pt x="42315482" y="39134632"/>
                    <a:pt x="42331248" y="39133874"/>
                  </a:cubicBezTo>
                  <a:close/>
                  <a:moveTo>
                    <a:pt x="18402712" y="38955391"/>
                  </a:moveTo>
                  <a:cubicBezTo>
                    <a:pt x="18449768" y="38956075"/>
                    <a:pt x="18500076" y="38971321"/>
                    <a:pt x="18523528" y="38994773"/>
                  </a:cubicBezTo>
                  <a:cubicBezTo>
                    <a:pt x="18549608" y="39020852"/>
                    <a:pt x="18554704" y="39038234"/>
                    <a:pt x="18554704" y="39101167"/>
                  </a:cubicBezTo>
                  <a:cubicBezTo>
                    <a:pt x="18554704" y="39188718"/>
                    <a:pt x="18546504" y="39195263"/>
                    <a:pt x="18426228" y="39203737"/>
                  </a:cubicBezTo>
                  <a:cubicBezTo>
                    <a:pt x="18327372" y="39210701"/>
                    <a:pt x="18313400" y="39197589"/>
                    <a:pt x="18313400" y="39097821"/>
                  </a:cubicBezTo>
                  <a:cubicBezTo>
                    <a:pt x="18313400" y="39002125"/>
                    <a:pt x="18324520" y="38967600"/>
                    <a:pt x="18357852" y="38959796"/>
                  </a:cubicBezTo>
                  <a:cubicBezTo>
                    <a:pt x="18371700" y="38956553"/>
                    <a:pt x="18387024" y="38955163"/>
                    <a:pt x="18402712" y="38955391"/>
                  </a:cubicBezTo>
                  <a:close/>
                  <a:moveTo>
                    <a:pt x="38833098" y="38864869"/>
                  </a:moveTo>
                  <a:cubicBezTo>
                    <a:pt x="38890456" y="38864324"/>
                    <a:pt x="38924486" y="38886490"/>
                    <a:pt x="38931580" y="38930108"/>
                  </a:cubicBezTo>
                  <a:cubicBezTo>
                    <a:pt x="38939992" y="38981817"/>
                    <a:pt x="38939834" y="39070301"/>
                    <a:pt x="38931212" y="39138130"/>
                  </a:cubicBezTo>
                  <a:cubicBezTo>
                    <a:pt x="38924846" y="39188220"/>
                    <a:pt x="38921504" y="39192170"/>
                    <a:pt x="38883656" y="39194353"/>
                  </a:cubicBezTo>
                  <a:cubicBezTo>
                    <a:pt x="38777714" y="39200455"/>
                    <a:pt x="38722080" y="39197388"/>
                    <a:pt x="38709424" y="39184750"/>
                  </a:cubicBezTo>
                  <a:cubicBezTo>
                    <a:pt x="38701808" y="39177144"/>
                    <a:pt x="38695292" y="39123690"/>
                    <a:pt x="38694908" y="39065750"/>
                  </a:cubicBezTo>
                  <a:cubicBezTo>
                    <a:pt x="38694076" y="38938610"/>
                    <a:pt x="38714542" y="38884719"/>
                    <a:pt x="38768096" y="38873033"/>
                  </a:cubicBezTo>
                  <a:cubicBezTo>
                    <a:pt x="38792266" y="38867757"/>
                    <a:pt x="38813978" y="38865052"/>
                    <a:pt x="38833098" y="38864869"/>
                  </a:cubicBezTo>
                  <a:close/>
                  <a:moveTo>
                    <a:pt x="39936266" y="38786649"/>
                  </a:moveTo>
                  <a:cubicBezTo>
                    <a:pt x="39958336" y="38785882"/>
                    <a:pt x="39985792" y="38790438"/>
                    <a:pt x="40018754" y="38800314"/>
                  </a:cubicBezTo>
                  <a:cubicBezTo>
                    <a:pt x="40101560" y="38825125"/>
                    <a:pt x="40116660" y="38899347"/>
                    <a:pt x="40087236" y="39136960"/>
                  </a:cubicBezTo>
                  <a:cubicBezTo>
                    <a:pt x="40079788" y="39197111"/>
                    <a:pt x="40069660" y="39203387"/>
                    <a:pt x="39976586" y="39205505"/>
                  </a:cubicBezTo>
                  <a:cubicBezTo>
                    <a:pt x="39886524" y="39207554"/>
                    <a:pt x="39854628" y="39197979"/>
                    <a:pt x="39837720" y="39163814"/>
                  </a:cubicBezTo>
                  <a:cubicBezTo>
                    <a:pt x="39829888" y="39147995"/>
                    <a:pt x="39808606" y="39118961"/>
                    <a:pt x="39790420" y="39099297"/>
                  </a:cubicBezTo>
                  <a:cubicBezTo>
                    <a:pt x="39761666" y="39068204"/>
                    <a:pt x="39757356" y="39052481"/>
                    <a:pt x="39757356" y="38978647"/>
                  </a:cubicBezTo>
                  <a:lnTo>
                    <a:pt x="39757356" y="38893750"/>
                  </a:lnTo>
                  <a:lnTo>
                    <a:pt x="39804832" y="38881996"/>
                  </a:lnTo>
                  <a:cubicBezTo>
                    <a:pt x="39832464" y="38875156"/>
                    <a:pt x="39855372" y="38860589"/>
                    <a:pt x="39859638" y="38847148"/>
                  </a:cubicBezTo>
                  <a:cubicBezTo>
                    <a:pt x="39863672" y="38834445"/>
                    <a:pt x="39875576" y="38815445"/>
                    <a:pt x="39886096" y="38804924"/>
                  </a:cubicBezTo>
                  <a:cubicBezTo>
                    <a:pt x="39897514" y="38793507"/>
                    <a:pt x="39914196" y="38787416"/>
                    <a:pt x="39936266" y="38786649"/>
                  </a:cubicBezTo>
                  <a:close/>
                  <a:moveTo>
                    <a:pt x="41188584" y="38785800"/>
                  </a:moveTo>
                  <a:cubicBezTo>
                    <a:pt x="41215608" y="38785800"/>
                    <a:pt x="41257204" y="38793939"/>
                    <a:pt x="41281012" y="38803889"/>
                  </a:cubicBezTo>
                  <a:cubicBezTo>
                    <a:pt x="41316484" y="38818710"/>
                    <a:pt x="41325836" y="38830762"/>
                    <a:pt x="41332768" y="38870564"/>
                  </a:cubicBezTo>
                  <a:cubicBezTo>
                    <a:pt x="41347380" y="38954500"/>
                    <a:pt x="41344932" y="39165454"/>
                    <a:pt x="41329158" y="39181227"/>
                  </a:cubicBezTo>
                  <a:cubicBezTo>
                    <a:pt x="41290872" y="39219510"/>
                    <a:pt x="41109904" y="39215854"/>
                    <a:pt x="41109904" y="39176796"/>
                  </a:cubicBezTo>
                  <a:cubicBezTo>
                    <a:pt x="41109904" y="39169690"/>
                    <a:pt x="41088742" y="39144491"/>
                    <a:pt x="41062872" y="39120800"/>
                  </a:cubicBezTo>
                  <a:cubicBezTo>
                    <a:pt x="41019766" y="39081314"/>
                    <a:pt x="41015416" y="39070992"/>
                    <a:pt x="41010704" y="38996965"/>
                  </a:cubicBezTo>
                  <a:lnTo>
                    <a:pt x="41005562" y="38916211"/>
                  </a:lnTo>
                  <a:lnTo>
                    <a:pt x="41072504" y="38851005"/>
                  </a:lnTo>
                  <a:cubicBezTo>
                    <a:pt x="41129692" y="38795300"/>
                    <a:pt x="41146604" y="38785800"/>
                    <a:pt x="41188584" y="38785800"/>
                  </a:cubicBezTo>
                  <a:close/>
                  <a:moveTo>
                    <a:pt x="39432724" y="38695027"/>
                  </a:moveTo>
                  <a:cubicBezTo>
                    <a:pt x="39541282" y="38697089"/>
                    <a:pt x="39585174" y="38788600"/>
                    <a:pt x="39569168" y="38979506"/>
                  </a:cubicBezTo>
                  <a:cubicBezTo>
                    <a:pt x="39559724" y="39092132"/>
                    <a:pt x="39542584" y="39112407"/>
                    <a:pt x="39455176" y="39114323"/>
                  </a:cubicBezTo>
                  <a:cubicBezTo>
                    <a:pt x="39370520" y="39116177"/>
                    <a:pt x="39314930" y="39101006"/>
                    <a:pt x="39305098" y="39073361"/>
                  </a:cubicBezTo>
                  <a:cubicBezTo>
                    <a:pt x="39300832" y="39061362"/>
                    <a:pt x="39280828" y="39034157"/>
                    <a:pt x="39260648" y="39012906"/>
                  </a:cubicBezTo>
                  <a:cubicBezTo>
                    <a:pt x="39227720" y="38978229"/>
                    <a:pt x="39223956" y="38965572"/>
                    <a:pt x="39223956" y="38889555"/>
                  </a:cubicBezTo>
                  <a:lnTo>
                    <a:pt x="39223956" y="38804847"/>
                  </a:lnTo>
                  <a:lnTo>
                    <a:pt x="39271432" y="38793093"/>
                  </a:lnTo>
                  <a:cubicBezTo>
                    <a:pt x="39299064" y="38786253"/>
                    <a:pt x="39321972" y="38771686"/>
                    <a:pt x="39326238" y="38758245"/>
                  </a:cubicBezTo>
                  <a:cubicBezTo>
                    <a:pt x="39330272" y="38745542"/>
                    <a:pt x="39342844" y="38725872"/>
                    <a:pt x="39354180" y="38714536"/>
                  </a:cubicBezTo>
                  <a:cubicBezTo>
                    <a:pt x="39367600" y="38701120"/>
                    <a:pt x="39395008" y="38694311"/>
                    <a:pt x="39432724" y="38695027"/>
                  </a:cubicBezTo>
                  <a:close/>
                  <a:moveTo>
                    <a:pt x="16054536" y="38685469"/>
                  </a:moveTo>
                  <a:cubicBezTo>
                    <a:pt x="16062336" y="38686045"/>
                    <a:pt x="16073076" y="38690177"/>
                    <a:pt x="16093280" y="38698345"/>
                  </a:cubicBezTo>
                  <a:cubicBezTo>
                    <a:pt x="16138332" y="38716564"/>
                    <a:pt x="16154400" y="38766759"/>
                    <a:pt x="16154400" y="38889294"/>
                  </a:cubicBezTo>
                  <a:cubicBezTo>
                    <a:pt x="16154400" y="38974055"/>
                    <a:pt x="16150352" y="38993049"/>
                    <a:pt x="16127384" y="39016019"/>
                  </a:cubicBezTo>
                  <a:cubicBezTo>
                    <a:pt x="16103832" y="39039571"/>
                    <a:pt x="16090428" y="39042132"/>
                    <a:pt x="16022852" y="39036005"/>
                  </a:cubicBezTo>
                  <a:cubicBezTo>
                    <a:pt x="15922424" y="39026898"/>
                    <a:pt x="15900400" y="39002367"/>
                    <a:pt x="15900400" y="38899601"/>
                  </a:cubicBezTo>
                  <a:cubicBezTo>
                    <a:pt x="15900400" y="38820682"/>
                    <a:pt x="15920056" y="38785800"/>
                    <a:pt x="15964516" y="38785800"/>
                  </a:cubicBezTo>
                  <a:cubicBezTo>
                    <a:pt x="15980096" y="38785800"/>
                    <a:pt x="15994372" y="38771097"/>
                    <a:pt x="16004592" y="38744525"/>
                  </a:cubicBezTo>
                  <a:cubicBezTo>
                    <a:pt x="16013320" y="38721823"/>
                    <a:pt x="16026312" y="38699052"/>
                    <a:pt x="16033460" y="38693920"/>
                  </a:cubicBezTo>
                  <a:cubicBezTo>
                    <a:pt x="16041888" y="38687870"/>
                    <a:pt x="16046740" y="38684892"/>
                    <a:pt x="16054536" y="38685469"/>
                  </a:cubicBezTo>
                  <a:close/>
                  <a:moveTo>
                    <a:pt x="16732252" y="38681785"/>
                  </a:moveTo>
                  <a:lnTo>
                    <a:pt x="16818136" y="38693133"/>
                  </a:lnTo>
                  <a:cubicBezTo>
                    <a:pt x="16865372" y="38699371"/>
                    <a:pt x="16911092" y="38711544"/>
                    <a:pt x="16919736" y="38720179"/>
                  </a:cubicBezTo>
                  <a:cubicBezTo>
                    <a:pt x="16928380" y="38728817"/>
                    <a:pt x="16940260" y="38788699"/>
                    <a:pt x="16946136" y="38853256"/>
                  </a:cubicBezTo>
                  <a:cubicBezTo>
                    <a:pt x="16955836" y="38959826"/>
                    <a:pt x="16954548" y="38973435"/>
                    <a:pt x="16932148" y="39001095"/>
                  </a:cubicBezTo>
                  <a:cubicBezTo>
                    <a:pt x="16912416" y="39025463"/>
                    <a:pt x="16892464" y="39032644"/>
                    <a:pt x="16832428" y="39036988"/>
                  </a:cubicBezTo>
                  <a:cubicBezTo>
                    <a:pt x="16739672" y="39043697"/>
                    <a:pt x="16654820" y="39022291"/>
                    <a:pt x="16636188" y="38987481"/>
                  </a:cubicBezTo>
                  <a:cubicBezTo>
                    <a:pt x="16628520" y="38973150"/>
                    <a:pt x="16619136" y="38931341"/>
                    <a:pt x="16615344" y="38894572"/>
                  </a:cubicBezTo>
                  <a:cubicBezTo>
                    <a:pt x="16608596" y="38829193"/>
                    <a:pt x="16609808" y="38826114"/>
                    <a:pt x="16670348" y="38754754"/>
                  </a:cubicBezTo>
                  <a:close/>
                  <a:moveTo>
                    <a:pt x="43154708" y="38613861"/>
                  </a:moveTo>
                  <a:cubicBezTo>
                    <a:pt x="43188070" y="38614609"/>
                    <a:pt x="43226024" y="38619663"/>
                    <a:pt x="43249284" y="38628588"/>
                  </a:cubicBezTo>
                  <a:cubicBezTo>
                    <a:pt x="43287628" y="38643303"/>
                    <a:pt x="43307006" y="38704090"/>
                    <a:pt x="43307006" y="38809662"/>
                  </a:cubicBezTo>
                  <a:cubicBezTo>
                    <a:pt x="43307006" y="38940907"/>
                    <a:pt x="43293456" y="38957086"/>
                    <a:pt x="43192372" y="38946519"/>
                  </a:cubicBezTo>
                  <a:cubicBezTo>
                    <a:pt x="43092212" y="38936051"/>
                    <a:pt x="43081408" y="38929841"/>
                    <a:pt x="43059676" y="38870260"/>
                  </a:cubicBezTo>
                  <a:cubicBezTo>
                    <a:pt x="43036852" y="38807690"/>
                    <a:pt x="43050510" y="38688132"/>
                    <a:pt x="43087698" y="38624963"/>
                  </a:cubicBezTo>
                  <a:cubicBezTo>
                    <a:pt x="43092580" y="38616668"/>
                    <a:pt x="43121348" y="38613112"/>
                    <a:pt x="43154708" y="38613861"/>
                  </a:cubicBezTo>
                  <a:close/>
                  <a:moveTo>
                    <a:pt x="14256436" y="38601058"/>
                  </a:moveTo>
                  <a:cubicBezTo>
                    <a:pt x="14297184" y="38603406"/>
                    <a:pt x="14357380" y="38623399"/>
                    <a:pt x="14387696" y="38648076"/>
                  </a:cubicBezTo>
                  <a:cubicBezTo>
                    <a:pt x="14407812" y="38664453"/>
                    <a:pt x="14435860" y="38702032"/>
                    <a:pt x="14450024" y="38731590"/>
                  </a:cubicBezTo>
                  <a:cubicBezTo>
                    <a:pt x="14464248" y="38761278"/>
                    <a:pt x="14490480" y="38792033"/>
                    <a:pt x="14508636" y="38800306"/>
                  </a:cubicBezTo>
                  <a:cubicBezTo>
                    <a:pt x="14539604" y="38814413"/>
                    <a:pt x="14541124" y="38819377"/>
                    <a:pt x="14534960" y="38886263"/>
                  </a:cubicBezTo>
                  <a:cubicBezTo>
                    <a:pt x="14528096" y="38960668"/>
                    <a:pt x="14523728" y="38971746"/>
                    <a:pt x="14487504" y="39006609"/>
                  </a:cubicBezTo>
                  <a:cubicBezTo>
                    <a:pt x="14475272" y="39018382"/>
                    <a:pt x="14457340" y="39046970"/>
                    <a:pt x="14447660" y="39070134"/>
                  </a:cubicBezTo>
                  <a:cubicBezTo>
                    <a:pt x="14426516" y="39120742"/>
                    <a:pt x="14387700" y="39131743"/>
                    <a:pt x="14263688" y="39122280"/>
                  </a:cubicBezTo>
                  <a:cubicBezTo>
                    <a:pt x="14089596" y="39108994"/>
                    <a:pt x="14073524" y="39099090"/>
                    <a:pt x="14037084" y="38982651"/>
                  </a:cubicBezTo>
                  <a:cubicBezTo>
                    <a:pt x="14009788" y="38895422"/>
                    <a:pt x="14025760" y="38823033"/>
                    <a:pt x="14089596" y="38744669"/>
                  </a:cubicBezTo>
                  <a:cubicBezTo>
                    <a:pt x="14160352" y="38657812"/>
                    <a:pt x="14199760" y="38616881"/>
                    <a:pt x="14224000" y="38605074"/>
                  </a:cubicBezTo>
                  <a:cubicBezTo>
                    <a:pt x="14231432" y="38601455"/>
                    <a:pt x="14242852" y="38600276"/>
                    <a:pt x="14256436" y="38601058"/>
                  </a:cubicBezTo>
                  <a:close/>
                  <a:moveTo>
                    <a:pt x="17797556" y="38514815"/>
                  </a:moveTo>
                  <a:cubicBezTo>
                    <a:pt x="17812372" y="38514447"/>
                    <a:pt x="17830288" y="38515803"/>
                    <a:pt x="17849336" y="38518934"/>
                  </a:cubicBezTo>
                  <a:cubicBezTo>
                    <a:pt x="17901080" y="38527435"/>
                    <a:pt x="17922048" y="38539574"/>
                    <a:pt x="17966812" y="38586951"/>
                  </a:cubicBezTo>
                  <a:cubicBezTo>
                    <a:pt x="18021156" y="38644467"/>
                    <a:pt x="18021300" y="38644882"/>
                    <a:pt x="18021300" y="38741103"/>
                  </a:cubicBezTo>
                  <a:lnTo>
                    <a:pt x="18021300" y="38837584"/>
                  </a:lnTo>
                  <a:lnTo>
                    <a:pt x="17964996" y="38884719"/>
                  </a:lnTo>
                  <a:cubicBezTo>
                    <a:pt x="17912992" y="38928251"/>
                    <a:pt x="17901260" y="38932288"/>
                    <a:pt x="17811324" y="38937562"/>
                  </a:cubicBezTo>
                  <a:lnTo>
                    <a:pt x="17713956" y="38943274"/>
                  </a:lnTo>
                  <a:lnTo>
                    <a:pt x="17589848" y="38804851"/>
                  </a:lnTo>
                  <a:lnTo>
                    <a:pt x="17595852" y="38629135"/>
                  </a:lnTo>
                  <a:lnTo>
                    <a:pt x="17645520" y="38611334"/>
                  </a:lnTo>
                  <a:cubicBezTo>
                    <a:pt x="17672832" y="38601546"/>
                    <a:pt x="17705808" y="38580028"/>
                    <a:pt x="17718796" y="38563520"/>
                  </a:cubicBezTo>
                  <a:cubicBezTo>
                    <a:pt x="17731784" y="38547009"/>
                    <a:pt x="17752296" y="38527894"/>
                    <a:pt x="17764380" y="38521042"/>
                  </a:cubicBezTo>
                  <a:cubicBezTo>
                    <a:pt x="17771028" y="38517275"/>
                    <a:pt x="17782740" y="38515182"/>
                    <a:pt x="17797556" y="38514815"/>
                  </a:cubicBezTo>
                  <a:close/>
                  <a:moveTo>
                    <a:pt x="42291142" y="38416249"/>
                  </a:moveTo>
                  <a:cubicBezTo>
                    <a:pt x="42349538" y="38413114"/>
                    <a:pt x="42412898" y="38440907"/>
                    <a:pt x="42496028" y="38503824"/>
                  </a:cubicBezTo>
                  <a:cubicBezTo>
                    <a:pt x="42558998" y="38551484"/>
                    <a:pt x="42579016" y="38588452"/>
                    <a:pt x="42588878" y="38675305"/>
                  </a:cubicBezTo>
                  <a:cubicBezTo>
                    <a:pt x="42597908" y="38754798"/>
                    <a:pt x="42573488" y="38801574"/>
                    <a:pt x="42503740" y="38838375"/>
                  </a:cubicBezTo>
                  <a:cubicBezTo>
                    <a:pt x="42474048" y="38854042"/>
                    <a:pt x="42439582" y="38882846"/>
                    <a:pt x="42427148" y="38902383"/>
                  </a:cubicBezTo>
                  <a:cubicBezTo>
                    <a:pt x="42399302" y="38946151"/>
                    <a:pt x="42361950" y="38956346"/>
                    <a:pt x="42271040" y="38944985"/>
                  </a:cubicBezTo>
                  <a:cubicBezTo>
                    <a:pt x="42204598" y="38936685"/>
                    <a:pt x="42199222" y="38933293"/>
                    <a:pt x="42173132" y="38883228"/>
                  </a:cubicBezTo>
                  <a:cubicBezTo>
                    <a:pt x="42157952" y="38854091"/>
                    <a:pt x="42132540" y="38814336"/>
                    <a:pt x="42116664" y="38794883"/>
                  </a:cubicBezTo>
                  <a:cubicBezTo>
                    <a:pt x="42092794" y="38765635"/>
                    <a:pt x="42087802" y="38744216"/>
                    <a:pt x="42087802" y="38671058"/>
                  </a:cubicBezTo>
                  <a:cubicBezTo>
                    <a:pt x="42087802" y="38614060"/>
                    <a:pt x="42094518" y="38572440"/>
                    <a:pt x="42106684" y="38554026"/>
                  </a:cubicBezTo>
                  <a:cubicBezTo>
                    <a:pt x="42136366" y="38509108"/>
                    <a:pt x="42205950" y="38440988"/>
                    <a:pt x="42233852" y="38429537"/>
                  </a:cubicBezTo>
                  <a:cubicBezTo>
                    <a:pt x="42252764" y="38421775"/>
                    <a:pt x="42271678" y="38417293"/>
                    <a:pt x="42291142" y="38416249"/>
                  </a:cubicBezTo>
                  <a:close/>
                  <a:moveTo>
                    <a:pt x="40741696" y="38252400"/>
                  </a:moveTo>
                  <a:cubicBezTo>
                    <a:pt x="40818260" y="38252400"/>
                    <a:pt x="40878224" y="38273487"/>
                    <a:pt x="40887840" y="38303802"/>
                  </a:cubicBezTo>
                  <a:cubicBezTo>
                    <a:pt x="40892012" y="38316932"/>
                    <a:pt x="40896082" y="38356704"/>
                    <a:pt x="40896888" y="38392181"/>
                  </a:cubicBezTo>
                  <a:cubicBezTo>
                    <a:pt x="40898800" y="38475989"/>
                    <a:pt x="40878788" y="38487471"/>
                    <a:pt x="40731624" y="38486984"/>
                  </a:cubicBezTo>
                  <a:cubicBezTo>
                    <a:pt x="40592128" y="38486525"/>
                    <a:pt x="40576502" y="38480030"/>
                    <a:pt x="40576502" y="38422507"/>
                  </a:cubicBezTo>
                  <a:cubicBezTo>
                    <a:pt x="40576502" y="38388348"/>
                    <a:pt x="40589132" y="38362629"/>
                    <a:pt x="40629288" y="38315004"/>
                  </a:cubicBezTo>
                  <a:cubicBezTo>
                    <a:pt x="40678716" y="38256387"/>
                    <a:pt x="40685876" y="38252400"/>
                    <a:pt x="40741696" y="38252400"/>
                  </a:cubicBezTo>
                  <a:close/>
                  <a:moveTo>
                    <a:pt x="39882644" y="38252400"/>
                  </a:moveTo>
                  <a:cubicBezTo>
                    <a:pt x="39996296" y="38252400"/>
                    <a:pt x="40010634" y="38266362"/>
                    <a:pt x="40003986" y="38370582"/>
                  </a:cubicBezTo>
                  <a:cubicBezTo>
                    <a:pt x="40001052" y="38416570"/>
                    <a:pt x="39991224" y="38461659"/>
                    <a:pt x="39982144" y="38470774"/>
                  </a:cubicBezTo>
                  <a:cubicBezTo>
                    <a:pt x="39957598" y="38495424"/>
                    <a:pt x="39779358" y="38493405"/>
                    <a:pt x="39763458" y="38468300"/>
                  </a:cubicBezTo>
                  <a:cubicBezTo>
                    <a:pt x="39746358" y="38441303"/>
                    <a:pt x="39759908" y="38314269"/>
                    <a:pt x="39783472" y="38280625"/>
                  </a:cubicBezTo>
                  <a:cubicBezTo>
                    <a:pt x="39800318" y="38256576"/>
                    <a:pt x="39814990" y="38252400"/>
                    <a:pt x="39882644" y="38252400"/>
                  </a:cubicBezTo>
                  <a:close/>
                  <a:moveTo>
                    <a:pt x="14871888" y="38252400"/>
                  </a:moveTo>
                  <a:cubicBezTo>
                    <a:pt x="14979912" y="38252400"/>
                    <a:pt x="14998700" y="38271636"/>
                    <a:pt x="14998700" y="38382225"/>
                  </a:cubicBezTo>
                  <a:cubicBezTo>
                    <a:pt x="14998700" y="38440007"/>
                    <a:pt x="14992992" y="38461311"/>
                    <a:pt x="14971828" y="38482473"/>
                  </a:cubicBezTo>
                  <a:cubicBezTo>
                    <a:pt x="14946492" y="38507811"/>
                    <a:pt x="14940132" y="38508490"/>
                    <a:pt x="14860704" y="38494364"/>
                  </a:cubicBezTo>
                  <a:cubicBezTo>
                    <a:pt x="14814364" y="38486122"/>
                    <a:pt x="14771012" y="38474101"/>
                    <a:pt x="14764364" y="38467649"/>
                  </a:cubicBezTo>
                  <a:cubicBezTo>
                    <a:pt x="14757712" y="38461197"/>
                    <a:pt x="14749968" y="38419708"/>
                    <a:pt x="14747152" y="38375453"/>
                  </a:cubicBezTo>
                  <a:cubicBezTo>
                    <a:pt x="14743128" y="38312248"/>
                    <a:pt x="14746596" y="38290419"/>
                    <a:pt x="14763320" y="38273695"/>
                  </a:cubicBezTo>
                  <a:cubicBezTo>
                    <a:pt x="14779112" y="38257900"/>
                    <a:pt x="14807160" y="38252400"/>
                    <a:pt x="14871888" y="38252400"/>
                  </a:cubicBezTo>
                  <a:close/>
                  <a:moveTo>
                    <a:pt x="18706880" y="38252216"/>
                  </a:moveTo>
                  <a:cubicBezTo>
                    <a:pt x="18755976" y="38251749"/>
                    <a:pt x="18809312" y="38257616"/>
                    <a:pt x="18839144" y="38270080"/>
                  </a:cubicBezTo>
                  <a:cubicBezTo>
                    <a:pt x="18892728" y="38292469"/>
                    <a:pt x="18910304" y="38340181"/>
                    <a:pt x="18910304" y="38463243"/>
                  </a:cubicBezTo>
                  <a:cubicBezTo>
                    <a:pt x="18910304" y="38577264"/>
                    <a:pt x="18896804" y="38608862"/>
                    <a:pt x="18836580" y="38635809"/>
                  </a:cubicBezTo>
                  <a:cubicBezTo>
                    <a:pt x="18746228" y="38676238"/>
                    <a:pt x="18661036" y="38688823"/>
                    <a:pt x="18597724" y="38671097"/>
                  </a:cubicBezTo>
                  <a:cubicBezTo>
                    <a:pt x="18520616" y="38649508"/>
                    <a:pt x="18500908" y="38616133"/>
                    <a:pt x="18493912" y="38495263"/>
                  </a:cubicBezTo>
                  <a:lnTo>
                    <a:pt x="18488244" y="38397368"/>
                  </a:lnTo>
                  <a:lnTo>
                    <a:pt x="18534176" y="38362338"/>
                  </a:lnTo>
                  <a:cubicBezTo>
                    <a:pt x="18559432" y="38343067"/>
                    <a:pt x="18580104" y="38319432"/>
                    <a:pt x="18580104" y="38309807"/>
                  </a:cubicBezTo>
                  <a:cubicBezTo>
                    <a:pt x="18580104" y="38300183"/>
                    <a:pt x="18589084" y="38283332"/>
                    <a:pt x="18600060" y="38272355"/>
                  </a:cubicBezTo>
                  <a:cubicBezTo>
                    <a:pt x="18612932" y="38259485"/>
                    <a:pt x="18657784" y="38252684"/>
                    <a:pt x="18706880" y="38252216"/>
                  </a:cubicBezTo>
                  <a:close/>
                  <a:moveTo>
                    <a:pt x="17293504" y="38158877"/>
                  </a:moveTo>
                  <a:cubicBezTo>
                    <a:pt x="17375564" y="38164626"/>
                    <a:pt x="17399000" y="38192456"/>
                    <a:pt x="17399000" y="38284147"/>
                  </a:cubicBezTo>
                  <a:cubicBezTo>
                    <a:pt x="17399000" y="38384442"/>
                    <a:pt x="17377716" y="38404797"/>
                    <a:pt x="17272840" y="38404797"/>
                  </a:cubicBezTo>
                  <a:cubicBezTo>
                    <a:pt x="17199924" y="38404797"/>
                    <a:pt x="17182448" y="38400459"/>
                    <a:pt x="17162432" y="38377400"/>
                  </a:cubicBezTo>
                  <a:cubicBezTo>
                    <a:pt x="17143040" y="38355064"/>
                    <a:pt x="17140272" y="38338755"/>
                    <a:pt x="17147420" y="38289080"/>
                  </a:cubicBezTo>
                  <a:cubicBezTo>
                    <a:pt x="17157648" y="38218005"/>
                    <a:pt x="17174300" y="38182631"/>
                    <a:pt x="17205300" y="38166114"/>
                  </a:cubicBezTo>
                  <a:cubicBezTo>
                    <a:pt x="17217540" y="38159593"/>
                    <a:pt x="17257232" y="38156335"/>
                    <a:pt x="17293504" y="38158877"/>
                  </a:cubicBezTo>
                  <a:close/>
                  <a:moveTo>
                    <a:pt x="39100002" y="38156393"/>
                  </a:moveTo>
                  <a:cubicBezTo>
                    <a:pt x="39150416" y="38157253"/>
                    <a:pt x="39221832" y="38176989"/>
                    <a:pt x="39253126" y="38202843"/>
                  </a:cubicBezTo>
                  <a:cubicBezTo>
                    <a:pt x="39273436" y="38219621"/>
                    <a:pt x="39310276" y="38245585"/>
                    <a:pt x="39334994" y="38260542"/>
                  </a:cubicBezTo>
                  <a:cubicBezTo>
                    <a:pt x="39374724" y="38284578"/>
                    <a:pt x="39380154" y="38294156"/>
                    <a:pt x="39381804" y="38343092"/>
                  </a:cubicBezTo>
                  <a:cubicBezTo>
                    <a:pt x="39385878" y="38463885"/>
                    <a:pt x="39374046" y="38532926"/>
                    <a:pt x="39345892" y="38552645"/>
                  </a:cubicBezTo>
                  <a:cubicBezTo>
                    <a:pt x="39331026" y="38563057"/>
                    <a:pt x="39307576" y="38593700"/>
                    <a:pt x="39293784" y="38620737"/>
                  </a:cubicBezTo>
                  <a:cubicBezTo>
                    <a:pt x="39271664" y="38664096"/>
                    <a:pt x="39261804" y="38670933"/>
                    <a:pt x="39210258" y="38678662"/>
                  </a:cubicBezTo>
                  <a:cubicBezTo>
                    <a:pt x="39142756" y="38688786"/>
                    <a:pt x="39016902" y="38676684"/>
                    <a:pt x="38994262" y="38657895"/>
                  </a:cubicBezTo>
                  <a:cubicBezTo>
                    <a:pt x="38985754" y="38650835"/>
                    <a:pt x="38975268" y="38631006"/>
                    <a:pt x="38970958" y="38613829"/>
                  </a:cubicBezTo>
                  <a:cubicBezTo>
                    <a:pt x="38966644" y="38596652"/>
                    <a:pt x="38957252" y="38582600"/>
                    <a:pt x="38950084" y="38582600"/>
                  </a:cubicBezTo>
                  <a:cubicBezTo>
                    <a:pt x="38942916" y="38582600"/>
                    <a:pt x="38923020" y="38568573"/>
                    <a:pt x="38905876" y="38551427"/>
                  </a:cubicBezTo>
                  <a:cubicBezTo>
                    <a:pt x="38882206" y="38527760"/>
                    <a:pt x="38873188" y="38502534"/>
                    <a:pt x="38868400" y="38446652"/>
                  </a:cubicBezTo>
                  <a:cubicBezTo>
                    <a:pt x="38862806" y="38381310"/>
                    <a:pt x="38865640" y="38369122"/>
                    <a:pt x="38893664" y="38338041"/>
                  </a:cubicBezTo>
                  <a:cubicBezTo>
                    <a:pt x="38911026" y="38318787"/>
                    <a:pt x="38949582" y="38273903"/>
                    <a:pt x="38979342" y="38238302"/>
                  </a:cubicBezTo>
                  <a:cubicBezTo>
                    <a:pt x="39009104" y="38202698"/>
                    <a:pt x="39044882" y="38168495"/>
                    <a:pt x="39058852" y="38162297"/>
                  </a:cubicBezTo>
                  <a:cubicBezTo>
                    <a:pt x="39068726" y="38157917"/>
                    <a:pt x="39083198" y="38156106"/>
                    <a:pt x="39100002" y="38156393"/>
                  </a:cubicBezTo>
                  <a:close/>
                  <a:moveTo>
                    <a:pt x="41578506" y="37985700"/>
                  </a:moveTo>
                  <a:lnTo>
                    <a:pt x="41674828" y="37985700"/>
                  </a:lnTo>
                  <a:cubicBezTo>
                    <a:pt x="41767168" y="37985700"/>
                    <a:pt x="41772906" y="37987458"/>
                    <a:pt x="41813726" y="38028277"/>
                  </a:cubicBezTo>
                  <a:cubicBezTo>
                    <a:pt x="41874872" y="38089424"/>
                    <a:pt x="41884602" y="38113791"/>
                    <a:pt x="41884602" y="38205783"/>
                  </a:cubicBezTo>
                  <a:cubicBezTo>
                    <a:pt x="41884602" y="38285496"/>
                    <a:pt x="41882988" y="38289545"/>
                    <a:pt x="41827940" y="38347824"/>
                  </a:cubicBezTo>
                  <a:cubicBezTo>
                    <a:pt x="41781470" y="38397018"/>
                    <a:pt x="41761452" y="38408918"/>
                    <a:pt x="41716680" y="38413965"/>
                  </a:cubicBezTo>
                  <a:cubicBezTo>
                    <a:pt x="41642760" y="38422297"/>
                    <a:pt x="41558104" y="38398376"/>
                    <a:pt x="41547920" y="38366278"/>
                  </a:cubicBezTo>
                  <a:cubicBezTo>
                    <a:pt x="41543510" y="38352388"/>
                    <a:pt x="41523888" y="38332739"/>
                    <a:pt x="41504316" y="38322619"/>
                  </a:cubicBezTo>
                  <a:cubicBezTo>
                    <a:pt x="41422148" y="38280129"/>
                    <a:pt x="41426284" y="38119112"/>
                    <a:pt x="41510364" y="38087142"/>
                  </a:cubicBezTo>
                  <a:cubicBezTo>
                    <a:pt x="41527446" y="38080649"/>
                    <a:pt x="41549280" y="38055649"/>
                    <a:pt x="41559744" y="38030600"/>
                  </a:cubicBezTo>
                  <a:close/>
                  <a:moveTo>
                    <a:pt x="15542972" y="37977255"/>
                  </a:moveTo>
                  <a:cubicBezTo>
                    <a:pt x="15576076" y="37977231"/>
                    <a:pt x="15593340" y="37984217"/>
                    <a:pt x="15623368" y="38004117"/>
                  </a:cubicBezTo>
                  <a:cubicBezTo>
                    <a:pt x="15649116" y="38021180"/>
                    <a:pt x="15674832" y="38045448"/>
                    <a:pt x="15680520" y="38058046"/>
                  </a:cubicBezTo>
                  <a:cubicBezTo>
                    <a:pt x="15686204" y="38070644"/>
                    <a:pt x="15690856" y="38158930"/>
                    <a:pt x="15690856" y="38254242"/>
                  </a:cubicBezTo>
                  <a:cubicBezTo>
                    <a:pt x="15690856" y="38471122"/>
                    <a:pt x="15683536" y="38488820"/>
                    <a:pt x="15589000" y="38500630"/>
                  </a:cubicBezTo>
                  <a:cubicBezTo>
                    <a:pt x="15551860" y="38505271"/>
                    <a:pt x="15492140" y="38505033"/>
                    <a:pt x="15456288" y="38500103"/>
                  </a:cubicBezTo>
                  <a:cubicBezTo>
                    <a:pt x="15397604" y="38492032"/>
                    <a:pt x="15387056" y="38485440"/>
                    <a:pt x="15350480" y="38433980"/>
                  </a:cubicBezTo>
                  <a:cubicBezTo>
                    <a:pt x="15275020" y="38327812"/>
                    <a:pt x="15265432" y="38302279"/>
                    <a:pt x="15265616" y="38207950"/>
                  </a:cubicBezTo>
                  <a:cubicBezTo>
                    <a:pt x="15265712" y="38159054"/>
                    <a:pt x="15269992" y="38112703"/>
                    <a:pt x="15275124" y="38104949"/>
                  </a:cubicBezTo>
                  <a:cubicBezTo>
                    <a:pt x="15280256" y="38097191"/>
                    <a:pt x="15305884" y="38084184"/>
                    <a:pt x="15332080" y="38076045"/>
                  </a:cubicBezTo>
                  <a:cubicBezTo>
                    <a:pt x="15358272" y="38067906"/>
                    <a:pt x="15379704" y="38055680"/>
                    <a:pt x="15379704" y="38048874"/>
                  </a:cubicBezTo>
                  <a:cubicBezTo>
                    <a:pt x="15379704" y="38042069"/>
                    <a:pt x="15391136" y="38025071"/>
                    <a:pt x="15405104" y="38011100"/>
                  </a:cubicBezTo>
                  <a:cubicBezTo>
                    <a:pt x="15422456" y="37993746"/>
                    <a:pt x="15453636" y="37983703"/>
                    <a:pt x="15503528" y="37979397"/>
                  </a:cubicBezTo>
                  <a:cubicBezTo>
                    <a:pt x="15519144" y="37978050"/>
                    <a:pt x="15531940" y="37977263"/>
                    <a:pt x="15542972" y="37977255"/>
                  </a:cubicBezTo>
                  <a:close/>
                  <a:moveTo>
                    <a:pt x="14025304" y="37898201"/>
                  </a:moveTo>
                  <a:cubicBezTo>
                    <a:pt x="14047868" y="37896847"/>
                    <a:pt x="14074176" y="37903116"/>
                    <a:pt x="14108284" y="37916765"/>
                  </a:cubicBezTo>
                  <a:cubicBezTo>
                    <a:pt x="14166580" y="37940090"/>
                    <a:pt x="14176728" y="37963596"/>
                    <a:pt x="14185844" y="38096431"/>
                  </a:cubicBezTo>
                  <a:cubicBezTo>
                    <a:pt x="14193336" y="38205606"/>
                    <a:pt x="14181988" y="38222802"/>
                    <a:pt x="14094516" y="38234789"/>
                  </a:cubicBezTo>
                  <a:cubicBezTo>
                    <a:pt x="14012028" y="38246097"/>
                    <a:pt x="13926040" y="38230634"/>
                    <a:pt x="13888428" y="38197727"/>
                  </a:cubicBezTo>
                  <a:cubicBezTo>
                    <a:pt x="13863704" y="38176101"/>
                    <a:pt x="13856124" y="38156533"/>
                    <a:pt x="13854620" y="38110461"/>
                  </a:cubicBezTo>
                  <a:cubicBezTo>
                    <a:pt x="13852996" y="38060771"/>
                    <a:pt x="13858296" y="38045916"/>
                    <a:pt x="13887068" y="38019512"/>
                  </a:cubicBezTo>
                  <a:cubicBezTo>
                    <a:pt x="13905980" y="38002152"/>
                    <a:pt x="13923904" y="37980302"/>
                    <a:pt x="13926896" y="37970951"/>
                  </a:cubicBezTo>
                  <a:cubicBezTo>
                    <a:pt x="13929888" y="37961599"/>
                    <a:pt x="13946940" y="37941092"/>
                    <a:pt x="13964792" y="37925375"/>
                  </a:cubicBezTo>
                  <a:cubicBezTo>
                    <a:pt x="13983924" y="37908533"/>
                    <a:pt x="14002740" y="37899556"/>
                    <a:pt x="14025304" y="37898201"/>
                  </a:cubicBezTo>
                  <a:close/>
                  <a:moveTo>
                    <a:pt x="43810176" y="37896800"/>
                  </a:moveTo>
                  <a:cubicBezTo>
                    <a:pt x="43917170" y="37896800"/>
                    <a:pt x="43929306" y="37910430"/>
                    <a:pt x="43929306" y="38030609"/>
                  </a:cubicBezTo>
                  <a:cubicBezTo>
                    <a:pt x="43929306" y="38141960"/>
                    <a:pt x="43920204" y="38150800"/>
                    <a:pt x="43805568" y="38150800"/>
                  </a:cubicBezTo>
                  <a:cubicBezTo>
                    <a:pt x="43751132" y="38150800"/>
                    <a:pt x="43722578" y="38144190"/>
                    <a:pt x="43699960" y="38126352"/>
                  </a:cubicBezTo>
                  <a:cubicBezTo>
                    <a:pt x="43670826" y="38103380"/>
                    <a:pt x="43669452" y="38096720"/>
                    <a:pt x="43677160" y="38016024"/>
                  </a:cubicBezTo>
                  <a:cubicBezTo>
                    <a:pt x="43683004" y="37954837"/>
                    <a:pt x="43691920" y="37925347"/>
                    <a:pt x="43708164" y="37913472"/>
                  </a:cubicBezTo>
                  <a:cubicBezTo>
                    <a:pt x="43721212" y="37903928"/>
                    <a:pt x="43764832" y="37896800"/>
                    <a:pt x="43810176" y="37896800"/>
                  </a:cubicBezTo>
                  <a:close/>
                  <a:moveTo>
                    <a:pt x="42383260" y="37888075"/>
                  </a:moveTo>
                  <a:cubicBezTo>
                    <a:pt x="42397064" y="37886360"/>
                    <a:pt x="42418042" y="37889030"/>
                    <a:pt x="42455856" y="37894884"/>
                  </a:cubicBezTo>
                  <a:cubicBezTo>
                    <a:pt x="42550412" y="37909519"/>
                    <a:pt x="42575228" y="37931362"/>
                    <a:pt x="42587992" y="38011205"/>
                  </a:cubicBezTo>
                  <a:cubicBezTo>
                    <a:pt x="42602242" y="38100307"/>
                    <a:pt x="42556170" y="38134348"/>
                    <a:pt x="42418000" y="38136813"/>
                  </a:cubicBezTo>
                  <a:cubicBezTo>
                    <a:pt x="42327644" y="38138426"/>
                    <a:pt x="42258312" y="38106155"/>
                    <a:pt x="42261472" y="38063956"/>
                  </a:cubicBezTo>
                  <a:cubicBezTo>
                    <a:pt x="42263466" y="38037331"/>
                    <a:pt x="42297528" y="37979579"/>
                    <a:pt x="42353712" y="37907568"/>
                  </a:cubicBezTo>
                  <a:cubicBezTo>
                    <a:pt x="42362826" y="37895887"/>
                    <a:pt x="42369456" y="37889789"/>
                    <a:pt x="42383260" y="37888075"/>
                  </a:cubicBezTo>
                  <a:close/>
                  <a:moveTo>
                    <a:pt x="14624552" y="37714127"/>
                  </a:moveTo>
                  <a:cubicBezTo>
                    <a:pt x="14655740" y="37716473"/>
                    <a:pt x="14685252" y="37724861"/>
                    <a:pt x="14698592" y="37738200"/>
                  </a:cubicBezTo>
                  <a:cubicBezTo>
                    <a:pt x="14740892" y="37780501"/>
                    <a:pt x="14740952" y="37978824"/>
                    <a:pt x="14698676" y="38025541"/>
                  </a:cubicBezTo>
                  <a:cubicBezTo>
                    <a:pt x="14681784" y="38044206"/>
                    <a:pt x="14659016" y="38049198"/>
                    <a:pt x="14590780" y="38049198"/>
                  </a:cubicBezTo>
                  <a:cubicBezTo>
                    <a:pt x="14485116" y="38049198"/>
                    <a:pt x="14478000" y="38040076"/>
                    <a:pt x="14478000" y="37904580"/>
                  </a:cubicBezTo>
                  <a:cubicBezTo>
                    <a:pt x="14478000" y="37795849"/>
                    <a:pt x="14493472" y="37751681"/>
                    <a:pt x="14540452" y="37726306"/>
                  </a:cubicBezTo>
                  <a:cubicBezTo>
                    <a:pt x="14560500" y="37715477"/>
                    <a:pt x="14593364" y="37711781"/>
                    <a:pt x="14624552" y="37714127"/>
                  </a:cubicBezTo>
                  <a:close/>
                  <a:moveTo>
                    <a:pt x="40370242" y="37637709"/>
                  </a:moveTo>
                  <a:cubicBezTo>
                    <a:pt x="40379038" y="37640509"/>
                    <a:pt x="40403542" y="37659342"/>
                    <a:pt x="40424696" y="37679557"/>
                  </a:cubicBezTo>
                  <a:cubicBezTo>
                    <a:pt x="40445852" y="37699773"/>
                    <a:pt x="40479826" y="37723220"/>
                    <a:pt x="40500196" y="37731657"/>
                  </a:cubicBezTo>
                  <a:cubicBezTo>
                    <a:pt x="40530734" y="37744304"/>
                    <a:pt x="40538706" y="37756802"/>
                    <a:pt x="40545612" y="37802849"/>
                  </a:cubicBezTo>
                  <a:cubicBezTo>
                    <a:pt x="40559028" y="37892326"/>
                    <a:pt x="40542182" y="37969382"/>
                    <a:pt x="40502664" y="37999302"/>
                  </a:cubicBezTo>
                  <a:cubicBezTo>
                    <a:pt x="40454754" y="38035576"/>
                    <a:pt x="40379764" y="38050236"/>
                    <a:pt x="40290752" y="38040726"/>
                  </a:cubicBezTo>
                  <a:cubicBezTo>
                    <a:pt x="40224654" y="38033663"/>
                    <a:pt x="40208924" y="38026529"/>
                    <a:pt x="40172096" y="37986915"/>
                  </a:cubicBezTo>
                  <a:cubicBezTo>
                    <a:pt x="40108700" y="37918727"/>
                    <a:pt x="40102840" y="37874004"/>
                    <a:pt x="40150996" y="37825852"/>
                  </a:cubicBezTo>
                  <a:cubicBezTo>
                    <a:pt x="40168424" y="37808421"/>
                    <a:pt x="40191212" y="37777682"/>
                    <a:pt x="40201626" y="37757540"/>
                  </a:cubicBezTo>
                  <a:cubicBezTo>
                    <a:pt x="40212040" y="37737399"/>
                    <a:pt x="40250644" y="37701051"/>
                    <a:pt x="40287406" y="37676770"/>
                  </a:cubicBezTo>
                  <a:cubicBezTo>
                    <a:pt x="40324172" y="37652486"/>
                    <a:pt x="40361448" y="37634909"/>
                    <a:pt x="40370242" y="37637709"/>
                  </a:cubicBezTo>
                  <a:close/>
                  <a:moveTo>
                    <a:pt x="17575456" y="37631063"/>
                  </a:moveTo>
                  <a:cubicBezTo>
                    <a:pt x="17604932" y="37629816"/>
                    <a:pt x="17624104" y="37644246"/>
                    <a:pt x="17641652" y="37673986"/>
                  </a:cubicBezTo>
                  <a:cubicBezTo>
                    <a:pt x="17655896" y="37698124"/>
                    <a:pt x="17678528" y="37721360"/>
                    <a:pt x="17691948" y="37725620"/>
                  </a:cubicBezTo>
                  <a:cubicBezTo>
                    <a:pt x="17741180" y="37741244"/>
                    <a:pt x="17754600" y="37768588"/>
                    <a:pt x="17754600" y="37853258"/>
                  </a:cubicBezTo>
                  <a:cubicBezTo>
                    <a:pt x="17754600" y="37927592"/>
                    <a:pt x="17751764" y="37936320"/>
                    <a:pt x="17722912" y="37950775"/>
                  </a:cubicBezTo>
                  <a:cubicBezTo>
                    <a:pt x="17705484" y="37959506"/>
                    <a:pt x="17678820" y="37985223"/>
                    <a:pt x="17663664" y="38007925"/>
                  </a:cubicBezTo>
                  <a:cubicBezTo>
                    <a:pt x="17636720" y="38048279"/>
                    <a:pt x="17634008" y="38049200"/>
                    <a:pt x="17542304" y="38049200"/>
                  </a:cubicBezTo>
                  <a:lnTo>
                    <a:pt x="17448504" y="38049200"/>
                  </a:lnTo>
                  <a:lnTo>
                    <a:pt x="17430124" y="38005209"/>
                  </a:lnTo>
                  <a:cubicBezTo>
                    <a:pt x="17420016" y="37981012"/>
                    <a:pt x="17396016" y="37951581"/>
                    <a:pt x="17376800" y="37939808"/>
                  </a:cubicBezTo>
                  <a:cubicBezTo>
                    <a:pt x="17328104" y="37909977"/>
                    <a:pt x="17322324" y="37897687"/>
                    <a:pt x="17329344" y="37838903"/>
                  </a:cubicBezTo>
                  <a:cubicBezTo>
                    <a:pt x="17339784" y="37751469"/>
                    <a:pt x="17351376" y="37736087"/>
                    <a:pt x="17447428" y="37682202"/>
                  </a:cubicBezTo>
                  <a:cubicBezTo>
                    <a:pt x="17506200" y="37649234"/>
                    <a:pt x="17545980" y="37632310"/>
                    <a:pt x="17575456" y="37631063"/>
                  </a:cubicBezTo>
                  <a:close/>
                  <a:moveTo>
                    <a:pt x="18182504" y="37624557"/>
                  </a:moveTo>
                  <a:cubicBezTo>
                    <a:pt x="18270792" y="37631980"/>
                    <a:pt x="18288000" y="37657070"/>
                    <a:pt x="18288000" y="37778380"/>
                  </a:cubicBezTo>
                  <a:cubicBezTo>
                    <a:pt x="18288000" y="37926982"/>
                    <a:pt x="18258760" y="37960301"/>
                    <a:pt x="18128340" y="37960301"/>
                  </a:cubicBezTo>
                  <a:cubicBezTo>
                    <a:pt x="18062408" y="37960301"/>
                    <a:pt x="18057732" y="37958143"/>
                    <a:pt x="18038848" y="37919026"/>
                  </a:cubicBezTo>
                  <a:cubicBezTo>
                    <a:pt x="18022588" y="37885338"/>
                    <a:pt x="18021084" y="37860952"/>
                    <a:pt x="18030672" y="37786383"/>
                  </a:cubicBezTo>
                  <a:cubicBezTo>
                    <a:pt x="18041876" y="37699244"/>
                    <a:pt x="18053108" y="37673776"/>
                    <a:pt x="18097064" y="37635834"/>
                  </a:cubicBezTo>
                  <a:cubicBezTo>
                    <a:pt x="18109944" y="37624718"/>
                    <a:pt x="18138924" y="37620892"/>
                    <a:pt x="18182504" y="37624557"/>
                  </a:cubicBezTo>
                  <a:close/>
                  <a:moveTo>
                    <a:pt x="16236340" y="37532516"/>
                  </a:moveTo>
                  <a:cubicBezTo>
                    <a:pt x="16251492" y="37531633"/>
                    <a:pt x="16272008" y="37533419"/>
                    <a:pt x="16301356" y="37537672"/>
                  </a:cubicBezTo>
                  <a:cubicBezTo>
                    <a:pt x="16363336" y="37546651"/>
                    <a:pt x="16390036" y="37558517"/>
                    <a:pt x="16437456" y="37598152"/>
                  </a:cubicBezTo>
                  <a:cubicBezTo>
                    <a:pt x="16505608" y="37655122"/>
                    <a:pt x="16516016" y="37692949"/>
                    <a:pt x="16507880" y="37854093"/>
                  </a:cubicBezTo>
                  <a:cubicBezTo>
                    <a:pt x="16503288" y="37945030"/>
                    <a:pt x="16500868" y="37952130"/>
                    <a:pt x="16472080" y="37959134"/>
                  </a:cubicBezTo>
                  <a:cubicBezTo>
                    <a:pt x="16455096" y="37963267"/>
                    <a:pt x="16429696" y="37985223"/>
                    <a:pt x="16415624" y="38007925"/>
                  </a:cubicBezTo>
                  <a:cubicBezTo>
                    <a:pt x="16390824" y="38047947"/>
                    <a:pt x="16387424" y="38049200"/>
                    <a:pt x="16303544" y="38049200"/>
                  </a:cubicBezTo>
                  <a:cubicBezTo>
                    <a:pt x="16219368" y="38049200"/>
                    <a:pt x="16216388" y="38048087"/>
                    <a:pt x="16192628" y="38007816"/>
                  </a:cubicBezTo>
                  <a:cubicBezTo>
                    <a:pt x="16179200" y="37985055"/>
                    <a:pt x="16151040" y="37956288"/>
                    <a:pt x="16130052" y="37943892"/>
                  </a:cubicBezTo>
                  <a:cubicBezTo>
                    <a:pt x="16081288" y="37915084"/>
                    <a:pt x="16062844" y="37853981"/>
                    <a:pt x="16067944" y="37738109"/>
                  </a:cubicBezTo>
                  <a:lnTo>
                    <a:pt x="16071852" y="37649265"/>
                  </a:lnTo>
                  <a:lnTo>
                    <a:pt x="16128064" y="37629793"/>
                  </a:lnTo>
                  <a:cubicBezTo>
                    <a:pt x="16169576" y="37615413"/>
                    <a:pt x="16184076" y="37603770"/>
                    <a:pt x="16183500" y="37585284"/>
                  </a:cubicBezTo>
                  <a:cubicBezTo>
                    <a:pt x="16183072" y="37571514"/>
                    <a:pt x="16192068" y="37552657"/>
                    <a:pt x="16203488" y="37543377"/>
                  </a:cubicBezTo>
                  <a:cubicBezTo>
                    <a:pt x="16211392" y="37536952"/>
                    <a:pt x="16221184" y="37533400"/>
                    <a:pt x="16236340" y="37532516"/>
                  </a:cubicBezTo>
                  <a:close/>
                  <a:moveTo>
                    <a:pt x="43141876" y="37453062"/>
                  </a:moveTo>
                  <a:cubicBezTo>
                    <a:pt x="43153510" y="37453410"/>
                    <a:pt x="43168026" y="37454624"/>
                    <a:pt x="43186804" y="37456377"/>
                  </a:cubicBezTo>
                  <a:cubicBezTo>
                    <a:pt x="43291158" y="37466122"/>
                    <a:pt x="43354400" y="37493228"/>
                    <a:pt x="43373964" y="37536596"/>
                  </a:cubicBezTo>
                  <a:cubicBezTo>
                    <a:pt x="43382538" y="37555596"/>
                    <a:pt x="43410984" y="37593172"/>
                    <a:pt x="43437176" y="37620094"/>
                  </a:cubicBezTo>
                  <a:cubicBezTo>
                    <a:pt x="43483320" y="37667524"/>
                    <a:pt x="43484596" y="37671307"/>
                    <a:pt x="43478256" y="37741650"/>
                  </a:cubicBezTo>
                  <a:cubicBezTo>
                    <a:pt x="43470834" y="37824004"/>
                    <a:pt x="43468136" y="37829198"/>
                    <a:pt x="43412862" y="37867503"/>
                  </a:cubicBezTo>
                  <a:cubicBezTo>
                    <a:pt x="43390758" y="37882819"/>
                    <a:pt x="43369036" y="37906818"/>
                    <a:pt x="43364588" y="37920826"/>
                  </a:cubicBezTo>
                  <a:cubicBezTo>
                    <a:pt x="43359678" y="37936292"/>
                    <a:pt x="43345532" y="37946192"/>
                    <a:pt x="43328576" y="37946022"/>
                  </a:cubicBezTo>
                  <a:cubicBezTo>
                    <a:pt x="43313220" y="37945870"/>
                    <a:pt x="43279532" y="37952328"/>
                    <a:pt x="43253716" y="37960371"/>
                  </a:cubicBezTo>
                  <a:cubicBezTo>
                    <a:pt x="43224694" y="37969416"/>
                    <a:pt x="43179314" y="37971568"/>
                    <a:pt x="43134814" y="37966008"/>
                  </a:cubicBezTo>
                  <a:cubicBezTo>
                    <a:pt x="43051070" y="37955544"/>
                    <a:pt x="42986772" y="37908347"/>
                    <a:pt x="42964556" y="37841027"/>
                  </a:cubicBezTo>
                  <a:cubicBezTo>
                    <a:pt x="42956968" y="37818033"/>
                    <a:pt x="42936616" y="37786925"/>
                    <a:pt x="42919330" y="37771896"/>
                  </a:cubicBezTo>
                  <a:cubicBezTo>
                    <a:pt x="42851916" y="37713279"/>
                    <a:pt x="42905650" y="37562461"/>
                    <a:pt x="43005708" y="37529439"/>
                  </a:cubicBezTo>
                  <a:cubicBezTo>
                    <a:pt x="43029508" y="37521583"/>
                    <a:pt x="43061944" y="37500247"/>
                    <a:pt x="43077792" y="37482022"/>
                  </a:cubicBezTo>
                  <a:cubicBezTo>
                    <a:pt x="43098026" y="37458750"/>
                    <a:pt x="43106978" y="37452015"/>
                    <a:pt x="43141876" y="37453062"/>
                  </a:cubicBezTo>
                  <a:close/>
                  <a:moveTo>
                    <a:pt x="16953908" y="37444787"/>
                  </a:moveTo>
                  <a:cubicBezTo>
                    <a:pt x="16985072" y="37448911"/>
                    <a:pt x="17013416" y="37464380"/>
                    <a:pt x="17027972" y="37489744"/>
                  </a:cubicBezTo>
                  <a:cubicBezTo>
                    <a:pt x="17039792" y="37510335"/>
                    <a:pt x="17062468" y="37533112"/>
                    <a:pt x="17078368" y="37540355"/>
                  </a:cubicBezTo>
                  <a:cubicBezTo>
                    <a:pt x="17115320" y="37557194"/>
                    <a:pt x="17137812" y="37606422"/>
                    <a:pt x="17127436" y="37647759"/>
                  </a:cubicBezTo>
                  <a:cubicBezTo>
                    <a:pt x="17116700" y="37690535"/>
                    <a:pt x="17043228" y="37710350"/>
                    <a:pt x="16918692" y="37704062"/>
                  </a:cubicBezTo>
                  <a:cubicBezTo>
                    <a:pt x="16844536" y="37700317"/>
                    <a:pt x="16821288" y="37694255"/>
                    <a:pt x="16807200" y="37674988"/>
                  </a:cubicBezTo>
                  <a:cubicBezTo>
                    <a:pt x="16769324" y="37623187"/>
                    <a:pt x="16797464" y="37518530"/>
                    <a:pt x="16862880" y="37467900"/>
                  </a:cubicBezTo>
                  <a:cubicBezTo>
                    <a:pt x="16888744" y="37447884"/>
                    <a:pt x="16922740" y="37440663"/>
                    <a:pt x="16953908" y="37444787"/>
                  </a:cubicBezTo>
                  <a:close/>
                  <a:moveTo>
                    <a:pt x="44213574" y="37288904"/>
                  </a:moveTo>
                  <a:cubicBezTo>
                    <a:pt x="44235020" y="37286502"/>
                    <a:pt x="44258922" y="37293718"/>
                    <a:pt x="44288328" y="37310210"/>
                  </a:cubicBezTo>
                  <a:cubicBezTo>
                    <a:pt x="44310892" y="37322861"/>
                    <a:pt x="44351011" y="37343653"/>
                    <a:pt x="44377483" y="37356409"/>
                  </a:cubicBezTo>
                  <a:cubicBezTo>
                    <a:pt x="44452775" y="37392692"/>
                    <a:pt x="44462703" y="37415934"/>
                    <a:pt x="44462703" y="37555904"/>
                  </a:cubicBezTo>
                  <a:cubicBezTo>
                    <a:pt x="44462703" y="37696289"/>
                    <a:pt x="44452307" y="37733989"/>
                    <a:pt x="44405048" y="37764952"/>
                  </a:cubicBezTo>
                  <a:cubicBezTo>
                    <a:pt x="44366817" y="37790001"/>
                    <a:pt x="44206792" y="37803514"/>
                    <a:pt x="44113692" y="37789555"/>
                  </a:cubicBezTo>
                  <a:cubicBezTo>
                    <a:pt x="44064706" y="37782206"/>
                    <a:pt x="44051466" y="37774043"/>
                    <a:pt x="44033912" y="37740348"/>
                  </a:cubicBezTo>
                  <a:cubicBezTo>
                    <a:pt x="44022336" y="37718133"/>
                    <a:pt x="43999780" y="37684039"/>
                    <a:pt x="43983784" y="37664586"/>
                  </a:cubicBezTo>
                  <a:cubicBezTo>
                    <a:pt x="43944624" y="37616961"/>
                    <a:pt x="43941240" y="37485803"/>
                    <a:pt x="43978656" y="37465779"/>
                  </a:cubicBezTo>
                  <a:cubicBezTo>
                    <a:pt x="43991828" y="37458728"/>
                    <a:pt x="44014496" y="37432811"/>
                    <a:pt x="44029028" y="37408183"/>
                  </a:cubicBezTo>
                  <a:cubicBezTo>
                    <a:pt x="44048170" y="37375735"/>
                    <a:pt x="44064280" y="37363404"/>
                    <a:pt x="44087526" y="37363404"/>
                  </a:cubicBezTo>
                  <a:cubicBezTo>
                    <a:pt x="44107162" y="37363404"/>
                    <a:pt x="44132776" y="37348624"/>
                    <a:pt x="44153552" y="37325304"/>
                  </a:cubicBezTo>
                  <a:cubicBezTo>
                    <a:pt x="44173136" y="37303326"/>
                    <a:pt x="44192126" y="37291306"/>
                    <a:pt x="44213574" y="37288904"/>
                  </a:cubicBezTo>
                  <a:close/>
                  <a:moveTo>
                    <a:pt x="14195788" y="37099272"/>
                  </a:moveTo>
                  <a:cubicBezTo>
                    <a:pt x="14213896" y="37100668"/>
                    <a:pt x="14229388" y="37113244"/>
                    <a:pt x="14254908" y="37137972"/>
                  </a:cubicBezTo>
                  <a:cubicBezTo>
                    <a:pt x="14278336" y="37160674"/>
                    <a:pt x="14313700" y="37191345"/>
                    <a:pt x="14333488" y="37206129"/>
                  </a:cubicBezTo>
                  <a:cubicBezTo>
                    <a:pt x="14368596" y="37232354"/>
                    <a:pt x="14369476" y="37235966"/>
                    <a:pt x="14369476" y="37353751"/>
                  </a:cubicBezTo>
                  <a:cubicBezTo>
                    <a:pt x="14369476" y="37510300"/>
                    <a:pt x="14364968" y="37515797"/>
                    <a:pt x="14236608" y="37515797"/>
                  </a:cubicBezTo>
                  <a:cubicBezTo>
                    <a:pt x="14139844" y="37515797"/>
                    <a:pt x="14137484" y="37515034"/>
                    <a:pt x="14108808" y="37474522"/>
                  </a:cubicBezTo>
                  <a:cubicBezTo>
                    <a:pt x="14092740" y="37451820"/>
                    <a:pt x="14069220" y="37425688"/>
                    <a:pt x="14056548" y="37416451"/>
                  </a:cubicBezTo>
                  <a:cubicBezTo>
                    <a:pt x="14037864" y="37402833"/>
                    <a:pt x="14033504" y="37381802"/>
                    <a:pt x="14033504" y="37305326"/>
                  </a:cubicBezTo>
                  <a:cubicBezTo>
                    <a:pt x="14033504" y="37194409"/>
                    <a:pt x="14045820" y="37169387"/>
                    <a:pt x="14120972" y="37127647"/>
                  </a:cubicBezTo>
                  <a:cubicBezTo>
                    <a:pt x="14156960" y="37107659"/>
                    <a:pt x="14177684" y="37097876"/>
                    <a:pt x="14195788" y="37099272"/>
                  </a:cubicBezTo>
                  <a:close/>
                  <a:moveTo>
                    <a:pt x="44703168" y="37095884"/>
                  </a:moveTo>
                  <a:cubicBezTo>
                    <a:pt x="44749003" y="37095734"/>
                    <a:pt x="44794267" y="37102091"/>
                    <a:pt x="44805035" y="37115065"/>
                  </a:cubicBezTo>
                  <a:cubicBezTo>
                    <a:pt x="44820243" y="37133392"/>
                    <a:pt x="44819871" y="37277167"/>
                    <a:pt x="44804504" y="37318764"/>
                  </a:cubicBezTo>
                  <a:cubicBezTo>
                    <a:pt x="44795072" y="37344307"/>
                    <a:pt x="44722627" y="37356377"/>
                    <a:pt x="44646908" y="37345023"/>
                  </a:cubicBezTo>
                  <a:cubicBezTo>
                    <a:pt x="44597602" y="37337628"/>
                    <a:pt x="44585361" y="37329901"/>
                    <a:pt x="44569021" y="37295851"/>
                  </a:cubicBezTo>
                  <a:cubicBezTo>
                    <a:pt x="44553013" y="37262498"/>
                    <a:pt x="44552179" y="37244927"/>
                    <a:pt x="44564231" y="37195119"/>
                  </a:cubicBezTo>
                  <a:cubicBezTo>
                    <a:pt x="44572261" y="37161933"/>
                    <a:pt x="44587401" y="37126214"/>
                    <a:pt x="44597875" y="37115744"/>
                  </a:cubicBezTo>
                  <a:cubicBezTo>
                    <a:pt x="44610927" y="37102690"/>
                    <a:pt x="44657333" y="37096034"/>
                    <a:pt x="44703168" y="37095884"/>
                  </a:cubicBezTo>
                  <a:close/>
                  <a:moveTo>
                    <a:pt x="42136576" y="37088032"/>
                  </a:moveTo>
                  <a:cubicBezTo>
                    <a:pt x="42187602" y="37083102"/>
                    <a:pt x="42293320" y="37133668"/>
                    <a:pt x="42313896" y="37178828"/>
                  </a:cubicBezTo>
                  <a:cubicBezTo>
                    <a:pt x="42337100" y="37229752"/>
                    <a:pt x="42333800" y="37452635"/>
                    <a:pt x="42309330" y="37487575"/>
                  </a:cubicBezTo>
                  <a:cubicBezTo>
                    <a:pt x="42290800" y="37514026"/>
                    <a:pt x="42282620" y="37515391"/>
                    <a:pt x="42179156" y="37509264"/>
                  </a:cubicBezTo>
                  <a:cubicBezTo>
                    <a:pt x="42003148" y="37498840"/>
                    <a:pt x="41988088" y="37482369"/>
                    <a:pt x="41982504" y="37294192"/>
                  </a:cubicBezTo>
                  <a:lnTo>
                    <a:pt x="41979848" y="37204765"/>
                  </a:lnTo>
                  <a:lnTo>
                    <a:pt x="42028506" y="37179309"/>
                  </a:lnTo>
                  <a:cubicBezTo>
                    <a:pt x="42055268" y="37165307"/>
                    <a:pt x="42083356" y="37142421"/>
                    <a:pt x="42090920" y="37128450"/>
                  </a:cubicBezTo>
                  <a:cubicBezTo>
                    <a:pt x="42098488" y="37114479"/>
                    <a:pt x="42110884" y="37098852"/>
                    <a:pt x="42118464" y="37093720"/>
                  </a:cubicBezTo>
                  <a:cubicBezTo>
                    <a:pt x="42123114" y="37090573"/>
                    <a:pt x="42129286" y="37088736"/>
                    <a:pt x="42136576" y="37088032"/>
                  </a:cubicBezTo>
                  <a:close/>
                  <a:moveTo>
                    <a:pt x="15041684" y="37031868"/>
                  </a:moveTo>
                  <a:cubicBezTo>
                    <a:pt x="15077056" y="37034573"/>
                    <a:pt x="15115260" y="37047859"/>
                    <a:pt x="15144120" y="37070798"/>
                  </a:cubicBezTo>
                  <a:cubicBezTo>
                    <a:pt x="15170144" y="37091476"/>
                    <a:pt x="15201884" y="37111713"/>
                    <a:pt x="15214656" y="37115766"/>
                  </a:cubicBezTo>
                  <a:cubicBezTo>
                    <a:pt x="15290020" y="37139687"/>
                    <a:pt x="15277212" y="37389600"/>
                    <a:pt x="15199804" y="37405574"/>
                  </a:cubicBezTo>
                  <a:cubicBezTo>
                    <a:pt x="15183496" y="37408938"/>
                    <a:pt x="15145828" y="37418628"/>
                    <a:pt x="15116100" y="37427102"/>
                  </a:cubicBezTo>
                  <a:cubicBezTo>
                    <a:pt x="15041936" y="37448238"/>
                    <a:pt x="14931360" y="37433300"/>
                    <a:pt x="14888388" y="37396338"/>
                  </a:cubicBezTo>
                  <a:cubicBezTo>
                    <a:pt x="14861764" y="37373437"/>
                    <a:pt x="14853912" y="37353373"/>
                    <a:pt x="14849164" y="37296130"/>
                  </a:cubicBezTo>
                  <a:cubicBezTo>
                    <a:pt x="14843572" y="37228680"/>
                    <a:pt x="14845144" y="37223684"/>
                    <a:pt x="14876476" y="37209406"/>
                  </a:cubicBezTo>
                  <a:cubicBezTo>
                    <a:pt x="14902404" y="37197593"/>
                    <a:pt x="14911116" y="37182819"/>
                    <a:pt x="14916044" y="37142303"/>
                  </a:cubicBezTo>
                  <a:cubicBezTo>
                    <a:pt x="14919520" y="37113728"/>
                    <a:pt x="14925248" y="37087944"/>
                    <a:pt x="14928784" y="37085001"/>
                  </a:cubicBezTo>
                  <a:cubicBezTo>
                    <a:pt x="14932312" y="37082059"/>
                    <a:pt x="14944660" y="37069198"/>
                    <a:pt x="14956224" y="37056426"/>
                  </a:cubicBezTo>
                  <a:cubicBezTo>
                    <a:pt x="14973768" y="37037039"/>
                    <a:pt x="15006312" y="37029162"/>
                    <a:pt x="15041684" y="37031868"/>
                  </a:cubicBezTo>
                  <a:close/>
                  <a:moveTo>
                    <a:pt x="15864360" y="36999418"/>
                  </a:moveTo>
                  <a:cubicBezTo>
                    <a:pt x="15877812" y="36999585"/>
                    <a:pt x="15894004" y="37000366"/>
                    <a:pt x="15913848" y="37001639"/>
                  </a:cubicBezTo>
                  <a:cubicBezTo>
                    <a:pt x="16041144" y="37009812"/>
                    <a:pt x="16055376" y="37021380"/>
                    <a:pt x="16055184" y="37116510"/>
                  </a:cubicBezTo>
                  <a:cubicBezTo>
                    <a:pt x="16054944" y="37232462"/>
                    <a:pt x="16041904" y="37242896"/>
                    <a:pt x="15898244" y="37242074"/>
                  </a:cubicBezTo>
                  <a:cubicBezTo>
                    <a:pt x="15833072" y="37241702"/>
                    <a:pt x="15769752" y="37237215"/>
                    <a:pt x="15757528" y="37232102"/>
                  </a:cubicBezTo>
                  <a:cubicBezTo>
                    <a:pt x="15741716" y="37225492"/>
                    <a:pt x="15733524" y="37203698"/>
                    <a:pt x="15729140" y="37156582"/>
                  </a:cubicBezTo>
                  <a:cubicBezTo>
                    <a:pt x="15722768" y="37088148"/>
                    <a:pt x="15729248" y="37073997"/>
                    <a:pt x="15792700" y="37017765"/>
                  </a:cubicBezTo>
                  <a:cubicBezTo>
                    <a:pt x="15808296" y="37003945"/>
                    <a:pt x="15824000" y="36998919"/>
                    <a:pt x="15864360" y="36999418"/>
                  </a:cubicBezTo>
                  <a:close/>
                  <a:moveTo>
                    <a:pt x="41427186" y="36919294"/>
                  </a:moveTo>
                  <a:cubicBezTo>
                    <a:pt x="41439112" y="36919282"/>
                    <a:pt x="41453876" y="36920052"/>
                    <a:pt x="41472842" y="36921260"/>
                  </a:cubicBezTo>
                  <a:cubicBezTo>
                    <a:pt x="41578872" y="36928013"/>
                    <a:pt x="41606440" y="36952535"/>
                    <a:pt x="41606992" y="37040601"/>
                  </a:cubicBezTo>
                  <a:cubicBezTo>
                    <a:pt x="41607588" y="37135343"/>
                    <a:pt x="41588016" y="37152802"/>
                    <a:pt x="41474166" y="37159109"/>
                  </a:cubicBezTo>
                  <a:cubicBezTo>
                    <a:pt x="41364114" y="37165204"/>
                    <a:pt x="41303796" y="37146387"/>
                    <a:pt x="41292784" y="37102520"/>
                  </a:cubicBezTo>
                  <a:cubicBezTo>
                    <a:pt x="41284224" y="37068410"/>
                    <a:pt x="41315112" y="36997642"/>
                    <a:pt x="41359438" y="36949816"/>
                  </a:cubicBezTo>
                  <a:cubicBezTo>
                    <a:pt x="41381138" y="36926401"/>
                    <a:pt x="41391402" y="36919328"/>
                    <a:pt x="41427186" y="36919294"/>
                  </a:cubicBezTo>
                  <a:close/>
                  <a:moveTo>
                    <a:pt x="42823642" y="36830000"/>
                  </a:moveTo>
                  <a:cubicBezTo>
                    <a:pt x="42944532" y="36830000"/>
                    <a:pt x="42951402" y="36837041"/>
                    <a:pt x="42951402" y="36960959"/>
                  </a:cubicBezTo>
                  <a:cubicBezTo>
                    <a:pt x="42951402" y="37054746"/>
                    <a:pt x="42943424" y="37062070"/>
                    <a:pt x="42833918" y="37068807"/>
                  </a:cubicBezTo>
                  <a:cubicBezTo>
                    <a:pt x="42743864" y="37074348"/>
                    <a:pt x="42715348" y="37051773"/>
                    <a:pt x="42704696" y="36966506"/>
                  </a:cubicBezTo>
                  <a:cubicBezTo>
                    <a:pt x="42699888" y="36928022"/>
                    <a:pt x="42701840" y="36883485"/>
                    <a:pt x="42709178" y="36864181"/>
                  </a:cubicBezTo>
                  <a:cubicBezTo>
                    <a:pt x="42721788" y="36831011"/>
                    <a:pt x="42725172" y="36830000"/>
                    <a:pt x="42823642" y="36830000"/>
                  </a:cubicBezTo>
                  <a:close/>
                  <a:moveTo>
                    <a:pt x="43587014" y="36829018"/>
                  </a:moveTo>
                  <a:cubicBezTo>
                    <a:pt x="43613160" y="36830908"/>
                    <a:pt x="43644246" y="36851763"/>
                    <a:pt x="43686464" y="36892030"/>
                  </a:cubicBezTo>
                  <a:lnTo>
                    <a:pt x="43751504" y="36954064"/>
                  </a:lnTo>
                  <a:lnTo>
                    <a:pt x="43745136" y="37041255"/>
                  </a:lnTo>
                  <a:cubicBezTo>
                    <a:pt x="43741632" y="37089212"/>
                    <a:pt x="43728776" y="37148294"/>
                    <a:pt x="43716560" y="37172550"/>
                  </a:cubicBezTo>
                  <a:cubicBezTo>
                    <a:pt x="43672812" y="37259437"/>
                    <a:pt x="43538234" y="37282918"/>
                    <a:pt x="43461634" y="37217028"/>
                  </a:cubicBezTo>
                  <a:cubicBezTo>
                    <a:pt x="43433118" y="37192499"/>
                    <a:pt x="43427968" y="37176459"/>
                    <a:pt x="43423560" y="37098415"/>
                  </a:cubicBezTo>
                  <a:cubicBezTo>
                    <a:pt x="43417316" y="36987882"/>
                    <a:pt x="43426232" y="36948480"/>
                    <a:pt x="43459910" y="36937789"/>
                  </a:cubicBezTo>
                  <a:cubicBezTo>
                    <a:pt x="43474128" y="36933277"/>
                    <a:pt x="43499902" y="36907180"/>
                    <a:pt x="43517192" y="36879792"/>
                  </a:cubicBezTo>
                  <a:cubicBezTo>
                    <a:pt x="43539658" y="36844202"/>
                    <a:pt x="43560866" y="36827128"/>
                    <a:pt x="43587014" y="36829018"/>
                  </a:cubicBezTo>
                  <a:close/>
                  <a:moveTo>
                    <a:pt x="40971990" y="36817546"/>
                  </a:moveTo>
                  <a:cubicBezTo>
                    <a:pt x="41040254" y="36819683"/>
                    <a:pt x="41122910" y="36837564"/>
                    <a:pt x="41144250" y="36858904"/>
                  </a:cubicBezTo>
                  <a:cubicBezTo>
                    <a:pt x="41160584" y="36875238"/>
                    <a:pt x="41167126" y="36909328"/>
                    <a:pt x="41171020" y="36998399"/>
                  </a:cubicBezTo>
                  <a:cubicBezTo>
                    <a:pt x="41179550" y="37193401"/>
                    <a:pt x="41137888" y="37252275"/>
                    <a:pt x="40991364" y="37252275"/>
                  </a:cubicBezTo>
                  <a:cubicBezTo>
                    <a:pt x="40890776" y="37252275"/>
                    <a:pt x="40859528" y="37242421"/>
                    <a:pt x="40848340" y="37207183"/>
                  </a:cubicBezTo>
                  <a:cubicBezTo>
                    <a:pt x="40843468" y="37191829"/>
                    <a:pt x="40819892" y="37161322"/>
                    <a:pt x="40795948" y="37139392"/>
                  </a:cubicBezTo>
                  <a:cubicBezTo>
                    <a:pt x="40757200" y="37103903"/>
                    <a:pt x="40752240" y="37091922"/>
                    <a:pt x="40750798" y="37030400"/>
                  </a:cubicBezTo>
                  <a:cubicBezTo>
                    <a:pt x="40749300" y="36966395"/>
                    <a:pt x="40753236" y="36956473"/>
                    <a:pt x="40803992" y="36896278"/>
                  </a:cubicBezTo>
                  <a:cubicBezTo>
                    <a:pt x="40847434" y="36844759"/>
                    <a:pt x="40869700" y="36829166"/>
                    <a:pt x="40911328" y="36821111"/>
                  </a:cubicBezTo>
                  <a:cubicBezTo>
                    <a:pt x="40928080" y="36817870"/>
                    <a:pt x="40949236" y="36816833"/>
                    <a:pt x="40971990" y="36817546"/>
                  </a:cubicBezTo>
                  <a:close/>
                  <a:moveTo>
                    <a:pt x="17564712" y="36656983"/>
                  </a:moveTo>
                  <a:cubicBezTo>
                    <a:pt x="17571628" y="36656660"/>
                    <a:pt x="17579292" y="36657299"/>
                    <a:pt x="17588392" y="36658618"/>
                  </a:cubicBezTo>
                  <a:cubicBezTo>
                    <a:pt x="17641432" y="36666305"/>
                    <a:pt x="17750804" y="36734527"/>
                    <a:pt x="17760856" y="36766190"/>
                  </a:cubicBezTo>
                  <a:cubicBezTo>
                    <a:pt x="17764896" y="36778918"/>
                    <a:pt x="17783632" y="36804764"/>
                    <a:pt x="17802492" y="36823625"/>
                  </a:cubicBezTo>
                  <a:cubicBezTo>
                    <a:pt x="17832424" y="36853561"/>
                    <a:pt x="17837400" y="36870025"/>
                    <a:pt x="17841596" y="36953127"/>
                  </a:cubicBezTo>
                  <a:lnTo>
                    <a:pt x="17846400" y="37048334"/>
                  </a:lnTo>
                  <a:lnTo>
                    <a:pt x="17792904" y="37102842"/>
                  </a:lnTo>
                  <a:cubicBezTo>
                    <a:pt x="17734724" y="37162125"/>
                    <a:pt x="17720000" y="37165347"/>
                    <a:pt x="17558688" y="37154061"/>
                  </a:cubicBezTo>
                  <a:cubicBezTo>
                    <a:pt x="17495352" y="37149630"/>
                    <a:pt x="17477244" y="37142617"/>
                    <a:pt x="17444388" y="37109791"/>
                  </a:cubicBezTo>
                  <a:cubicBezTo>
                    <a:pt x="17405460" y="37070894"/>
                    <a:pt x="17405360" y="37070423"/>
                    <a:pt x="17407424" y="36938359"/>
                  </a:cubicBezTo>
                  <a:cubicBezTo>
                    <a:pt x="17409664" y="36794725"/>
                    <a:pt x="17413308" y="36785522"/>
                    <a:pt x="17504292" y="36693543"/>
                  </a:cubicBezTo>
                  <a:cubicBezTo>
                    <a:pt x="17529968" y="36667589"/>
                    <a:pt x="17543964" y="36657954"/>
                    <a:pt x="17564712" y="36656983"/>
                  </a:cubicBezTo>
                  <a:close/>
                  <a:moveTo>
                    <a:pt x="16544512" y="36645676"/>
                  </a:moveTo>
                  <a:cubicBezTo>
                    <a:pt x="16598812" y="36646585"/>
                    <a:pt x="16671572" y="36656289"/>
                    <a:pt x="16698408" y="36670168"/>
                  </a:cubicBezTo>
                  <a:cubicBezTo>
                    <a:pt x="16749088" y="36696374"/>
                    <a:pt x="16757652" y="36728481"/>
                    <a:pt x="16757652" y="36892247"/>
                  </a:cubicBezTo>
                  <a:lnTo>
                    <a:pt x="16757652" y="37039550"/>
                  </a:lnTo>
                  <a:lnTo>
                    <a:pt x="16708960" y="37098939"/>
                  </a:lnTo>
                  <a:cubicBezTo>
                    <a:pt x="16665708" y="37151698"/>
                    <a:pt x="16654364" y="37158457"/>
                    <a:pt x="16607360" y="37159493"/>
                  </a:cubicBezTo>
                  <a:cubicBezTo>
                    <a:pt x="16477104" y="37162364"/>
                    <a:pt x="16454364" y="37155934"/>
                    <a:pt x="16429024" y="37109050"/>
                  </a:cubicBezTo>
                  <a:cubicBezTo>
                    <a:pt x="16415912" y="37084794"/>
                    <a:pt x="16393992" y="37052700"/>
                    <a:pt x="16380312" y="37037727"/>
                  </a:cubicBezTo>
                  <a:cubicBezTo>
                    <a:pt x="16352180" y="37006935"/>
                    <a:pt x="16336160" y="36886939"/>
                    <a:pt x="16350192" y="36812134"/>
                  </a:cubicBezTo>
                  <a:cubicBezTo>
                    <a:pt x="16357072" y="36775479"/>
                    <a:pt x="16367548" y="36762686"/>
                    <a:pt x="16402724" y="36747990"/>
                  </a:cubicBezTo>
                  <a:cubicBezTo>
                    <a:pt x="16427212" y="36737758"/>
                    <a:pt x="16451888" y="36715889"/>
                    <a:pt x="16458464" y="36698597"/>
                  </a:cubicBezTo>
                  <a:cubicBezTo>
                    <a:pt x="16464952" y="36681528"/>
                    <a:pt x="16474916" y="36661700"/>
                    <a:pt x="16480608" y="36654535"/>
                  </a:cubicBezTo>
                  <a:cubicBezTo>
                    <a:pt x="16485996" y="36647751"/>
                    <a:pt x="16511932" y="36645130"/>
                    <a:pt x="16544512" y="36645676"/>
                  </a:cubicBezTo>
                  <a:close/>
                  <a:moveTo>
                    <a:pt x="13356788" y="36636730"/>
                  </a:moveTo>
                  <a:cubicBezTo>
                    <a:pt x="13390980" y="36639442"/>
                    <a:pt x="13424972" y="36647645"/>
                    <a:pt x="13445208" y="36660265"/>
                  </a:cubicBezTo>
                  <a:cubicBezTo>
                    <a:pt x="13465968" y="36673210"/>
                    <a:pt x="13475084" y="36695280"/>
                    <a:pt x="13481768" y="36748777"/>
                  </a:cubicBezTo>
                  <a:cubicBezTo>
                    <a:pt x="13490292" y="36816999"/>
                    <a:pt x="13482996" y="36952938"/>
                    <a:pt x="13470120" y="36965815"/>
                  </a:cubicBezTo>
                  <a:cubicBezTo>
                    <a:pt x="13452704" y="36983234"/>
                    <a:pt x="13345228" y="36995497"/>
                    <a:pt x="13275472" y="36988028"/>
                  </a:cubicBezTo>
                  <a:cubicBezTo>
                    <a:pt x="13162152" y="36975892"/>
                    <a:pt x="13153112" y="36966023"/>
                    <a:pt x="13140432" y="36840654"/>
                  </a:cubicBezTo>
                  <a:lnTo>
                    <a:pt x="13129724" y="36734750"/>
                  </a:lnTo>
                  <a:lnTo>
                    <a:pt x="13180404" y="36698458"/>
                  </a:lnTo>
                  <a:cubicBezTo>
                    <a:pt x="13208276" y="36678499"/>
                    <a:pt x="13247320" y="36654953"/>
                    <a:pt x="13267168" y="36646138"/>
                  </a:cubicBezTo>
                  <a:cubicBezTo>
                    <a:pt x="13288204" y="36636794"/>
                    <a:pt x="13322596" y="36634017"/>
                    <a:pt x="13356788" y="36636730"/>
                  </a:cubicBezTo>
                  <a:close/>
                  <a:moveTo>
                    <a:pt x="49268503" y="36548293"/>
                  </a:moveTo>
                  <a:cubicBezTo>
                    <a:pt x="49277607" y="36548165"/>
                    <a:pt x="49286437" y="36549580"/>
                    <a:pt x="49292916" y="36552569"/>
                  </a:cubicBezTo>
                  <a:cubicBezTo>
                    <a:pt x="49305712" y="36558469"/>
                    <a:pt x="49332857" y="36563300"/>
                    <a:pt x="49353241" y="36563300"/>
                  </a:cubicBezTo>
                  <a:cubicBezTo>
                    <a:pt x="49443576" y="36563300"/>
                    <a:pt x="49472988" y="36678499"/>
                    <a:pt x="49403002" y="36758209"/>
                  </a:cubicBezTo>
                  <a:cubicBezTo>
                    <a:pt x="49354537" y="36813406"/>
                    <a:pt x="49354872" y="36847670"/>
                    <a:pt x="49404314" y="36892830"/>
                  </a:cubicBezTo>
                  <a:cubicBezTo>
                    <a:pt x="49425993" y="36912628"/>
                    <a:pt x="49447582" y="36939454"/>
                    <a:pt x="49452292" y="36952439"/>
                  </a:cubicBezTo>
                  <a:cubicBezTo>
                    <a:pt x="49457005" y="36965424"/>
                    <a:pt x="49485602" y="36986105"/>
                    <a:pt x="49515848" y="36998396"/>
                  </a:cubicBezTo>
                  <a:cubicBezTo>
                    <a:pt x="49546091" y="37010684"/>
                    <a:pt x="49586802" y="37037832"/>
                    <a:pt x="49606314" y="37058721"/>
                  </a:cubicBezTo>
                  <a:cubicBezTo>
                    <a:pt x="49638879" y="37093581"/>
                    <a:pt x="49648776" y="37096700"/>
                    <a:pt x="49726852" y="37096700"/>
                  </a:cubicBezTo>
                  <a:cubicBezTo>
                    <a:pt x="49805802" y="37096700"/>
                    <a:pt x="49814583" y="37099559"/>
                    <a:pt x="49849111" y="37136521"/>
                  </a:cubicBezTo>
                  <a:cubicBezTo>
                    <a:pt x="49882145" y="37171886"/>
                    <a:pt x="49897021" y="37177393"/>
                    <a:pt x="49982005" y="37185712"/>
                  </a:cubicBezTo>
                  <a:cubicBezTo>
                    <a:pt x="50062655" y="37193609"/>
                    <a:pt x="50083581" y="37200712"/>
                    <a:pt x="50115073" y="37230884"/>
                  </a:cubicBezTo>
                  <a:cubicBezTo>
                    <a:pt x="50168806" y="37282363"/>
                    <a:pt x="50253508" y="37281278"/>
                    <a:pt x="50333817" y="37228084"/>
                  </a:cubicBezTo>
                  <a:cubicBezTo>
                    <a:pt x="50387351" y="37192626"/>
                    <a:pt x="50403558" y="37188880"/>
                    <a:pt x="50533063" y="37182047"/>
                  </a:cubicBezTo>
                  <a:cubicBezTo>
                    <a:pt x="50662888" y="37175201"/>
                    <a:pt x="50678682" y="37171533"/>
                    <a:pt x="50732843" y="37135656"/>
                  </a:cubicBezTo>
                  <a:cubicBezTo>
                    <a:pt x="50784133" y="37101683"/>
                    <a:pt x="50803561" y="37096498"/>
                    <a:pt x="50884729" y="37095113"/>
                  </a:cubicBezTo>
                  <a:cubicBezTo>
                    <a:pt x="50935919" y="37094238"/>
                    <a:pt x="50989231" y="37092096"/>
                    <a:pt x="51003202" y="37090350"/>
                  </a:cubicBezTo>
                  <a:cubicBezTo>
                    <a:pt x="51017173" y="37088604"/>
                    <a:pt x="51044967" y="37086462"/>
                    <a:pt x="51064969" y="37085588"/>
                  </a:cubicBezTo>
                  <a:cubicBezTo>
                    <a:pt x="51085919" y="37084673"/>
                    <a:pt x="51115825" y="37069514"/>
                    <a:pt x="51135507" y="37049832"/>
                  </a:cubicBezTo>
                  <a:cubicBezTo>
                    <a:pt x="51166860" y="37018478"/>
                    <a:pt x="51180788" y="37014953"/>
                    <a:pt x="51304449" y="37007059"/>
                  </a:cubicBezTo>
                  <a:cubicBezTo>
                    <a:pt x="51430711" y="36999001"/>
                    <a:pt x="51440757" y="36996346"/>
                    <a:pt x="51463571" y="36965027"/>
                  </a:cubicBezTo>
                  <a:cubicBezTo>
                    <a:pt x="51480354" y="36941987"/>
                    <a:pt x="51499556" y="36931600"/>
                    <a:pt x="51525369" y="36931600"/>
                  </a:cubicBezTo>
                  <a:cubicBezTo>
                    <a:pt x="51579207" y="36931600"/>
                    <a:pt x="51647473" y="36899859"/>
                    <a:pt x="51688813" y="36855602"/>
                  </a:cubicBezTo>
                  <a:cubicBezTo>
                    <a:pt x="51708492" y="36834536"/>
                    <a:pt x="51732497" y="36817300"/>
                    <a:pt x="51742158" y="36817300"/>
                  </a:cubicBezTo>
                  <a:cubicBezTo>
                    <a:pt x="51751820" y="36817300"/>
                    <a:pt x="51769853" y="36800154"/>
                    <a:pt x="51782230" y="36779200"/>
                  </a:cubicBezTo>
                  <a:cubicBezTo>
                    <a:pt x="51802356" y="36745134"/>
                    <a:pt x="51811308" y="36741100"/>
                    <a:pt x="51866811" y="36741100"/>
                  </a:cubicBezTo>
                  <a:cubicBezTo>
                    <a:pt x="51913810" y="36741100"/>
                    <a:pt x="51937387" y="36748411"/>
                    <a:pt x="51963884" y="36771204"/>
                  </a:cubicBezTo>
                  <a:cubicBezTo>
                    <a:pt x="51998310" y="36800817"/>
                    <a:pt x="51998515" y="36801862"/>
                    <a:pt x="51976606" y="36835299"/>
                  </a:cubicBezTo>
                  <a:cubicBezTo>
                    <a:pt x="51964281" y="36854113"/>
                    <a:pt x="51949544" y="36911998"/>
                    <a:pt x="51943610" y="36964928"/>
                  </a:cubicBezTo>
                  <a:cubicBezTo>
                    <a:pt x="51934503" y="37046120"/>
                    <a:pt x="51928135" y="37063772"/>
                    <a:pt x="51901429" y="37081808"/>
                  </a:cubicBezTo>
                  <a:cubicBezTo>
                    <a:pt x="51870833" y="37102470"/>
                    <a:pt x="51861078" y="37126289"/>
                    <a:pt x="51847566" y="37213341"/>
                  </a:cubicBezTo>
                  <a:cubicBezTo>
                    <a:pt x="51843969" y="37236499"/>
                    <a:pt x="51833967" y="37267552"/>
                    <a:pt x="51825341" y="37282344"/>
                  </a:cubicBezTo>
                  <a:cubicBezTo>
                    <a:pt x="51796527" y="37331743"/>
                    <a:pt x="51778280" y="37383343"/>
                    <a:pt x="51765159" y="37452533"/>
                  </a:cubicBezTo>
                  <a:cubicBezTo>
                    <a:pt x="51756911" y="37496021"/>
                    <a:pt x="51740205" y="37533594"/>
                    <a:pt x="51719515" y="37555193"/>
                  </a:cubicBezTo>
                  <a:cubicBezTo>
                    <a:pt x="51694527" y="37581272"/>
                    <a:pt x="51684398" y="37609273"/>
                    <a:pt x="51676286" y="37674668"/>
                  </a:cubicBezTo>
                  <a:cubicBezTo>
                    <a:pt x="51665261" y="37763590"/>
                    <a:pt x="51665586" y="37763115"/>
                    <a:pt x="51555652" y="37849051"/>
                  </a:cubicBezTo>
                  <a:cubicBezTo>
                    <a:pt x="51548666" y="37854511"/>
                    <a:pt x="51520225" y="37857485"/>
                    <a:pt x="51492450" y="37855665"/>
                  </a:cubicBezTo>
                  <a:cubicBezTo>
                    <a:pt x="51421806" y="37851029"/>
                    <a:pt x="51408259" y="37819577"/>
                    <a:pt x="51416138" y="37678475"/>
                  </a:cubicBezTo>
                  <a:cubicBezTo>
                    <a:pt x="51419784" y="37613177"/>
                    <a:pt x="51417226" y="37564963"/>
                    <a:pt x="51409875" y="37560417"/>
                  </a:cubicBezTo>
                  <a:cubicBezTo>
                    <a:pt x="51403038" y="37556194"/>
                    <a:pt x="51381284" y="37564687"/>
                    <a:pt x="51361531" y="37579291"/>
                  </a:cubicBezTo>
                  <a:cubicBezTo>
                    <a:pt x="51330187" y="37602464"/>
                    <a:pt x="51307106" y="37605940"/>
                    <a:pt x="51180283" y="37606582"/>
                  </a:cubicBezTo>
                  <a:cubicBezTo>
                    <a:pt x="51039138" y="37607295"/>
                    <a:pt x="51034133" y="37608287"/>
                    <a:pt x="51006563" y="37640933"/>
                  </a:cubicBezTo>
                  <a:cubicBezTo>
                    <a:pt x="50980329" y="37672001"/>
                    <a:pt x="50968293" y="37675170"/>
                    <a:pt x="50847813" y="37682729"/>
                  </a:cubicBezTo>
                  <a:cubicBezTo>
                    <a:pt x="50517858" y="37703432"/>
                    <a:pt x="50512265" y="37704269"/>
                    <a:pt x="50470776" y="37739179"/>
                  </a:cubicBezTo>
                  <a:cubicBezTo>
                    <a:pt x="50421628" y="37780534"/>
                    <a:pt x="50421269" y="37812126"/>
                    <a:pt x="50469542" y="37847817"/>
                  </a:cubicBezTo>
                  <a:cubicBezTo>
                    <a:pt x="50490353" y="37863202"/>
                    <a:pt x="50513784" y="37895188"/>
                    <a:pt x="50521607" y="37918895"/>
                  </a:cubicBezTo>
                  <a:cubicBezTo>
                    <a:pt x="50529429" y="37942602"/>
                    <a:pt x="50548755" y="37967887"/>
                    <a:pt x="50564553" y="37975084"/>
                  </a:cubicBezTo>
                  <a:cubicBezTo>
                    <a:pt x="50580350" y="37982280"/>
                    <a:pt x="50602550" y="38007618"/>
                    <a:pt x="50613883" y="38031384"/>
                  </a:cubicBezTo>
                  <a:cubicBezTo>
                    <a:pt x="50625219" y="38055153"/>
                    <a:pt x="50640151" y="38074600"/>
                    <a:pt x="50647072" y="38074600"/>
                  </a:cubicBezTo>
                  <a:cubicBezTo>
                    <a:pt x="50653989" y="38074600"/>
                    <a:pt x="50666233" y="38090317"/>
                    <a:pt x="50674283" y="38109525"/>
                  </a:cubicBezTo>
                  <a:cubicBezTo>
                    <a:pt x="50682332" y="38128733"/>
                    <a:pt x="50706767" y="38162654"/>
                    <a:pt x="50728586" y="38184900"/>
                  </a:cubicBezTo>
                  <a:cubicBezTo>
                    <a:pt x="50788865" y="38246369"/>
                    <a:pt x="50854954" y="38327657"/>
                    <a:pt x="50876202" y="38366464"/>
                  </a:cubicBezTo>
                  <a:cubicBezTo>
                    <a:pt x="50886679" y="38385598"/>
                    <a:pt x="50913899" y="38427769"/>
                    <a:pt x="50936685" y="38460176"/>
                  </a:cubicBezTo>
                  <a:cubicBezTo>
                    <a:pt x="50972571" y="38511206"/>
                    <a:pt x="50984090" y="38519100"/>
                    <a:pt x="51022683" y="38519100"/>
                  </a:cubicBezTo>
                  <a:cubicBezTo>
                    <a:pt x="51057348" y="38519100"/>
                    <a:pt x="51070320" y="38512356"/>
                    <a:pt x="51081076" y="38488745"/>
                  </a:cubicBezTo>
                  <a:cubicBezTo>
                    <a:pt x="51088685" y="38472052"/>
                    <a:pt x="51107763" y="38451510"/>
                    <a:pt x="51123477" y="38443102"/>
                  </a:cubicBezTo>
                  <a:cubicBezTo>
                    <a:pt x="51140267" y="38434116"/>
                    <a:pt x="51156706" y="38408670"/>
                    <a:pt x="51163347" y="38381381"/>
                  </a:cubicBezTo>
                  <a:cubicBezTo>
                    <a:pt x="51174320" y="38336311"/>
                    <a:pt x="51176258" y="38335018"/>
                    <a:pt x="51229514" y="38337306"/>
                  </a:cubicBezTo>
                  <a:cubicBezTo>
                    <a:pt x="51310544" y="38340785"/>
                    <a:pt x="51320702" y="38354794"/>
                    <a:pt x="51320702" y="38463063"/>
                  </a:cubicBezTo>
                  <a:cubicBezTo>
                    <a:pt x="51320702" y="38549210"/>
                    <a:pt x="51317707" y="38559730"/>
                    <a:pt x="51281383" y="38601095"/>
                  </a:cubicBezTo>
                  <a:cubicBezTo>
                    <a:pt x="51250092" y="38636736"/>
                    <a:pt x="51239978" y="38662716"/>
                    <a:pt x="51231833" y="38728396"/>
                  </a:cubicBezTo>
                  <a:cubicBezTo>
                    <a:pt x="51224519" y="38787372"/>
                    <a:pt x="51212637" y="38821568"/>
                    <a:pt x="51190186" y="38848249"/>
                  </a:cubicBezTo>
                  <a:cubicBezTo>
                    <a:pt x="51148895" y="38897322"/>
                    <a:pt x="51132313" y="38943917"/>
                    <a:pt x="51129914" y="39017646"/>
                  </a:cubicBezTo>
                  <a:cubicBezTo>
                    <a:pt x="51128503" y="39060943"/>
                    <a:pt x="51121145" y="39082802"/>
                    <a:pt x="51103928" y="39094863"/>
                  </a:cubicBezTo>
                  <a:cubicBezTo>
                    <a:pt x="51090716" y="39104115"/>
                    <a:pt x="51071433" y="39131968"/>
                    <a:pt x="51061078" y="39156754"/>
                  </a:cubicBezTo>
                  <a:cubicBezTo>
                    <a:pt x="51039504" y="39208388"/>
                    <a:pt x="51017685" y="39220242"/>
                    <a:pt x="50960888" y="39211179"/>
                  </a:cubicBezTo>
                  <a:cubicBezTo>
                    <a:pt x="50840489" y="39191967"/>
                    <a:pt x="50836846" y="39190554"/>
                    <a:pt x="50824596" y="39158332"/>
                  </a:cubicBezTo>
                  <a:cubicBezTo>
                    <a:pt x="50814913" y="39132864"/>
                    <a:pt x="50817988" y="39116794"/>
                    <a:pt x="50839072" y="39082681"/>
                  </a:cubicBezTo>
                  <a:lnTo>
                    <a:pt x="50865840" y="39039366"/>
                  </a:lnTo>
                  <a:lnTo>
                    <a:pt x="50840818" y="38991360"/>
                  </a:lnTo>
                  <a:cubicBezTo>
                    <a:pt x="50827055" y="38964952"/>
                    <a:pt x="50808808" y="38903613"/>
                    <a:pt x="50800272" y="38855048"/>
                  </a:cubicBezTo>
                  <a:cubicBezTo>
                    <a:pt x="50789491" y="38793710"/>
                    <a:pt x="50775433" y="38757058"/>
                    <a:pt x="50754234" y="38735000"/>
                  </a:cubicBezTo>
                  <a:cubicBezTo>
                    <a:pt x="50684784" y="38662747"/>
                    <a:pt x="50624682" y="38586776"/>
                    <a:pt x="50610538" y="38553371"/>
                  </a:cubicBezTo>
                  <a:cubicBezTo>
                    <a:pt x="50602253" y="38533803"/>
                    <a:pt x="50587261" y="38514641"/>
                    <a:pt x="50577225" y="38510790"/>
                  </a:cubicBezTo>
                  <a:cubicBezTo>
                    <a:pt x="50567188" y="38506940"/>
                    <a:pt x="50553248" y="38482507"/>
                    <a:pt x="50546244" y="38456496"/>
                  </a:cubicBezTo>
                  <a:cubicBezTo>
                    <a:pt x="50538371" y="38427267"/>
                    <a:pt x="50521343" y="38402692"/>
                    <a:pt x="50501654" y="38392156"/>
                  </a:cubicBezTo>
                  <a:cubicBezTo>
                    <a:pt x="50484136" y="38382780"/>
                    <a:pt x="50469802" y="38370551"/>
                    <a:pt x="50469802" y="38364979"/>
                  </a:cubicBezTo>
                  <a:cubicBezTo>
                    <a:pt x="50469802" y="38359407"/>
                    <a:pt x="50444086" y="38325890"/>
                    <a:pt x="50412652" y="38290500"/>
                  </a:cubicBezTo>
                  <a:cubicBezTo>
                    <a:pt x="50381218" y="38255110"/>
                    <a:pt x="50355502" y="38220827"/>
                    <a:pt x="50355502" y="38214319"/>
                  </a:cubicBezTo>
                  <a:cubicBezTo>
                    <a:pt x="50355502" y="38207810"/>
                    <a:pt x="50336359" y="38180854"/>
                    <a:pt x="50312962" y="38154418"/>
                  </a:cubicBezTo>
                  <a:cubicBezTo>
                    <a:pt x="50289565" y="38127980"/>
                    <a:pt x="50269718" y="38094540"/>
                    <a:pt x="50268856" y="38080104"/>
                  </a:cubicBezTo>
                  <a:cubicBezTo>
                    <a:pt x="50267994" y="38065670"/>
                    <a:pt x="50252845" y="38046130"/>
                    <a:pt x="50235196" y="38036683"/>
                  </a:cubicBezTo>
                  <a:cubicBezTo>
                    <a:pt x="50217545" y="38027235"/>
                    <a:pt x="50203102" y="38014632"/>
                    <a:pt x="50203102" y="38008669"/>
                  </a:cubicBezTo>
                  <a:cubicBezTo>
                    <a:pt x="50203102" y="38002710"/>
                    <a:pt x="50178148" y="37970814"/>
                    <a:pt x="50147651" y="37937790"/>
                  </a:cubicBezTo>
                  <a:cubicBezTo>
                    <a:pt x="50117154" y="37904769"/>
                    <a:pt x="50085664" y="37862204"/>
                    <a:pt x="50077671" y="37843200"/>
                  </a:cubicBezTo>
                  <a:cubicBezTo>
                    <a:pt x="50069678" y="37824200"/>
                    <a:pt x="50047480" y="37799004"/>
                    <a:pt x="50028347" y="37787210"/>
                  </a:cubicBezTo>
                  <a:cubicBezTo>
                    <a:pt x="50009210" y="37775418"/>
                    <a:pt x="49988520" y="37757500"/>
                    <a:pt x="49982368" y="37747392"/>
                  </a:cubicBezTo>
                  <a:cubicBezTo>
                    <a:pt x="49968236" y="37724175"/>
                    <a:pt x="49896104" y="37693600"/>
                    <a:pt x="49855461" y="37693600"/>
                  </a:cubicBezTo>
                  <a:cubicBezTo>
                    <a:pt x="49838436" y="37693600"/>
                    <a:pt x="49800562" y="37673598"/>
                    <a:pt x="49771302" y="37649150"/>
                  </a:cubicBezTo>
                  <a:cubicBezTo>
                    <a:pt x="49730653" y="37615189"/>
                    <a:pt x="49706512" y="37604700"/>
                    <a:pt x="49669001" y="37604700"/>
                  </a:cubicBezTo>
                  <a:cubicBezTo>
                    <a:pt x="49635118" y="37604700"/>
                    <a:pt x="49612862" y="37596549"/>
                    <a:pt x="49597176" y="37578388"/>
                  </a:cubicBezTo>
                  <a:cubicBezTo>
                    <a:pt x="49584678" y="37563918"/>
                    <a:pt x="49567308" y="37543916"/>
                    <a:pt x="49558577" y="37533938"/>
                  </a:cubicBezTo>
                  <a:cubicBezTo>
                    <a:pt x="49547034" y="37520749"/>
                    <a:pt x="49511634" y="37515800"/>
                    <a:pt x="49428845" y="37515800"/>
                  </a:cubicBezTo>
                  <a:cubicBezTo>
                    <a:pt x="49320446" y="37515800"/>
                    <a:pt x="49312905" y="37513974"/>
                    <a:pt x="49271593" y="37477700"/>
                  </a:cubicBezTo>
                  <a:cubicBezTo>
                    <a:pt x="49247725" y="37456746"/>
                    <a:pt x="49213745" y="37439600"/>
                    <a:pt x="49196078" y="37439600"/>
                  </a:cubicBezTo>
                  <a:cubicBezTo>
                    <a:pt x="49164344" y="37439600"/>
                    <a:pt x="49115751" y="37485176"/>
                    <a:pt x="49083325" y="37545355"/>
                  </a:cubicBezTo>
                  <a:cubicBezTo>
                    <a:pt x="49075146" y="37560532"/>
                    <a:pt x="49047024" y="37600096"/>
                    <a:pt x="49020830" y="37633275"/>
                  </a:cubicBezTo>
                  <a:cubicBezTo>
                    <a:pt x="48980147" y="37684810"/>
                    <a:pt x="48966688" y="37693600"/>
                    <a:pt x="48928476" y="37693600"/>
                  </a:cubicBezTo>
                  <a:cubicBezTo>
                    <a:pt x="48868725" y="37693600"/>
                    <a:pt x="48844202" y="37657636"/>
                    <a:pt x="48844202" y="37570008"/>
                  </a:cubicBezTo>
                  <a:cubicBezTo>
                    <a:pt x="48844202" y="37512845"/>
                    <a:pt x="48849820" y="37496989"/>
                    <a:pt x="48882026" y="37463288"/>
                  </a:cubicBezTo>
                  <a:cubicBezTo>
                    <a:pt x="48910037" y="37433979"/>
                    <a:pt x="48919745" y="37411769"/>
                    <a:pt x="48919441" y="37377681"/>
                  </a:cubicBezTo>
                  <a:cubicBezTo>
                    <a:pt x="48918849" y="37310504"/>
                    <a:pt x="48941644" y="37227793"/>
                    <a:pt x="48971630" y="37188322"/>
                  </a:cubicBezTo>
                  <a:cubicBezTo>
                    <a:pt x="48987164" y="37167874"/>
                    <a:pt x="49004732" y="37113180"/>
                    <a:pt x="49014818" y="37053875"/>
                  </a:cubicBezTo>
                  <a:cubicBezTo>
                    <a:pt x="49025515" y="36990986"/>
                    <a:pt x="49041836" y="36941522"/>
                    <a:pt x="49058825" y="36920525"/>
                  </a:cubicBezTo>
                  <a:cubicBezTo>
                    <a:pt x="49073676" y="36902169"/>
                    <a:pt x="49093743" y="36848951"/>
                    <a:pt x="49103420" y="36802262"/>
                  </a:cubicBezTo>
                  <a:cubicBezTo>
                    <a:pt x="49123112" y="36707251"/>
                    <a:pt x="49198844" y="36571616"/>
                    <a:pt x="49242441" y="36553279"/>
                  </a:cubicBezTo>
                  <a:cubicBezTo>
                    <a:pt x="49250019" y="36550093"/>
                    <a:pt x="49259398" y="36548421"/>
                    <a:pt x="49268503" y="36548293"/>
                  </a:cubicBezTo>
                  <a:close/>
                  <a:moveTo>
                    <a:pt x="42244784" y="36476433"/>
                  </a:moveTo>
                  <a:cubicBezTo>
                    <a:pt x="42293812" y="36471696"/>
                    <a:pt x="42361000" y="36488572"/>
                    <a:pt x="42392236" y="36518501"/>
                  </a:cubicBezTo>
                  <a:cubicBezTo>
                    <a:pt x="42410664" y="36536155"/>
                    <a:pt x="42432570" y="36550598"/>
                    <a:pt x="42440920" y="36550598"/>
                  </a:cubicBezTo>
                  <a:cubicBezTo>
                    <a:pt x="42449268" y="36550598"/>
                    <a:pt x="42467528" y="36562027"/>
                    <a:pt x="42481500" y="36575998"/>
                  </a:cubicBezTo>
                  <a:cubicBezTo>
                    <a:pt x="42503488" y="36597987"/>
                    <a:pt x="42506900" y="36618330"/>
                    <a:pt x="42506900" y="36727490"/>
                  </a:cubicBezTo>
                  <a:cubicBezTo>
                    <a:pt x="42506900" y="36821651"/>
                    <a:pt x="42502160" y="36858325"/>
                    <a:pt x="42488180" y="36872302"/>
                  </a:cubicBezTo>
                  <a:cubicBezTo>
                    <a:pt x="42433134" y="36927347"/>
                    <a:pt x="42178384" y="36900828"/>
                    <a:pt x="42114768" y="36833433"/>
                  </a:cubicBezTo>
                  <a:cubicBezTo>
                    <a:pt x="42092702" y="36810055"/>
                    <a:pt x="42076898" y="36741129"/>
                    <a:pt x="42077990" y="36673034"/>
                  </a:cubicBezTo>
                  <a:cubicBezTo>
                    <a:pt x="42078666" y="36630993"/>
                    <a:pt x="42088674" y="36608988"/>
                    <a:pt x="42127896" y="36563298"/>
                  </a:cubicBezTo>
                  <a:cubicBezTo>
                    <a:pt x="42154884" y="36531864"/>
                    <a:pt x="42189044" y="36498291"/>
                    <a:pt x="42203812" y="36488692"/>
                  </a:cubicBezTo>
                  <a:cubicBezTo>
                    <a:pt x="42214116" y="36481993"/>
                    <a:pt x="42228440" y="36478012"/>
                    <a:pt x="42244784" y="36476433"/>
                  </a:cubicBezTo>
                  <a:close/>
                  <a:moveTo>
                    <a:pt x="16066364" y="36475569"/>
                  </a:moveTo>
                  <a:cubicBezTo>
                    <a:pt x="16074716" y="36475838"/>
                    <a:pt x="16085088" y="36477115"/>
                    <a:pt x="16098560" y="36478962"/>
                  </a:cubicBezTo>
                  <a:cubicBezTo>
                    <a:pt x="16176120" y="36489591"/>
                    <a:pt x="16204204" y="36507007"/>
                    <a:pt x="16225328" y="36557565"/>
                  </a:cubicBezTo>
                  <a:cubicBezTo>
                    <a:pt x="16248228" y="36612371"/>
                    <a:pt x="16248888" y="36754009"/>
                    <a:pt x="16226384" y="36784782"/>
                  </a:cubicBezTo>
                  <a:cubicBezTo>
                    <a:pt x="16189144" y="36835715"/>
                    <a:pt x="15970544" y="36819983"/>
                    <a:pt x="15924220" y="36763035"/>
                  </a:cubicBezTo>
                  <a:cubicBezTo>
                    <a:pt x="15906352" y="36741070"/>
                    <a:pt x="15902540" y="36719815"/>
                    <a:pt x="15907160" y="36667890"/>
                  </a:cubicBezTo>
                  <a:cubicBezTo>
                    <a:pt x="15912332" y="36609686"/>
                    <a:pt x="15918200" y="36597928"/>
                    <a:pt x="15952472" y="36577086"/>
                  </a:cubicBezTo>
                  <a:cubicBezTo>
                    <a:pt x="15974128" y="36563915"/>
                    <a:pt x="16003060" y="36534698"/>
                    <a:pt x="16016772" y="36512154"/>
                  </a:cubicBezTo>
                  <a:cubicBezTo>
                    <a:pt x="16034488" y="36483018"/>
                    <a:pt x="16041320" y="36474760"/>
                    <a:pt x="16066364" y="36475569"/>
                  </a:cubicBezTo>
                  <a:close/>
                  <a:moveTo>
                    <a:pt x="44598703" y="36410134"/>
                  </a:moveTo>
                  <a:cubicBezTo>
                    <a:pt x="44632583" y="36408445"/>
                    <a:pt x="44665769" y="36414491"/>
                    <a:pt x="44678044" y="36429280"/>
                  </a:cubicBezTo>
                  <a:cubicBezTo>
                    <a:pt x="44686434" y="36439391"/>
                    <a:pt x="44718662" y="36457350"/>
                    <a:pt x="44749661" y="36469188"/>
                  </a:cubicBezTo>
                  <a:cubicBezTo>
                    <a:pt x="44789448" y="36484384"/>
                    <a:pt x="44808300" y="36499781"/>
                    <a:pt x="44813763" y="36521557"/>
                  </a:cubicBezTo>
                  <a:cubicBezTo>
                    <a:pt x="44824875" y="36565830"/>
                    <a:pt x="44808523" y="36667421"/>
                    <a:pt x="44786782" y="36689159"/>
                  </a:cubicBezTo>
                  <a:cubicBezTo>
                    <a:pt x="44766724" y="36709217"/>
                    <a:pt x="44635414" y="36723551"/>
                    <a:pt x="44585802" y="36711099"/>
                  </a:cubicBezTo>
                  <a:cubicBezTo>
                    <a:pt x="44484781" y="36685745"/>
                    <a:pt x="44441209" y="36516822"/>
                    <a:pt x="44515201" y="36437398"/>
                  </a:cubicBezTo>
                  <a:cubicBezTo>
                    <a:pt x="44530250" y="36421247"/>
                    <a:pt x="44564824" y="36411823"/>
                    <a:pt x="44598703" y="36410134"/>
                  </a:cubicBezTo>
                  <a:close/>
                  <a:moveTo>
                    <a:pt x="14340320" y="36382595"/>
                  </a:moveTo>
                  <a:lnTo>
                    <a:pt x="14417208" y="36388154"/>
                  </a:lnTo>
                  <a:cubicBezTo>
                    <a:pt x="14482848" y="36392901"/>
                    <a:pt x="14497764" y="36398749"/>
                    <a:pt x="14519144" y="36428099"/>
                  </a:cubicBezTo>
                  <a:cubicBezTo>
                    <a:pt x="14532920" y="36447009"/>
                    <a:pt x="14563588" y="36470586"/>
                    <a:pt x="14587296" y="36480493"/>
                  </a:cubicBezTo>
                  <a:cubicBezTo>
                    <a:pt x="14625952" y="36496644"/>
                    <a:pt x="14630400" y="36503663"/>
                    <a:pt x="14630400" y="36548492"/>
                  </a:cubicBezTo>
                  <a:cubicBezTo>
                    <a:pt x="14630400" y="36587686"/>
                    <a:pt x="14623604" y="36602935"/>
                    <a:pt x="14598916" y="36619107"/>
                  </a:cubicBezTo>
                  <a:cubicBezTo>
                    <a:pt x="14581600" y="36630456"/>
                    <a:pt x="14558992" y="36656060"/>
                    <a:pt x="14548676" y="36676006"/>
                  </a:cubicBezTo>
                  <a:cubicBezTo>
                    <a:pt x="14526264" y="36719349"/>
                    <a:pt x="14466000" y="36733181"/>
                    <a:pt x="14355960" y="36720249"/>
                  </a:cubicBezTo>
                  <a:cubicBezTo>
                    <a:pt x="14254136" y="36708280"/>
                    <a:pt x="14223996" y="36678701"/>
                    <a:pt x="14215240" y="36582155"/>
                  </a:cubicBezTo>
                  <a:lnTo>
                    <a:pt x="14208340" y="36506045"/>
                  </a:lnTo>
                  <a:lnTo>
                    <a:pt x="14274332" y="36444318"/>
                  </a:lnTo>
                  <a:close/>
                  <a:moveTo>
                    <a:pt x="15319276" y="36368447"/>
                  </a:moveTo>
                  <a:cubicBezTo>
                    <a:pt x="15384992" y="36368439"/>
                    <a:pt x="15486568" y="36385319"/>
                    <a:pt x="15505452" y="36404206"/>
                  </a:cubicBezTo>
                  <a:cubicBezTo>
                    <a:pt x="15520568" y="36419321"/>
                    <a:pt x="15523824" y="36441946"/>
                    <a:pt x="15519164" y="36499527"/>
                  </a:cubicBezTo>
                  <a:cubicBezTo>
                    <a:pt x="15510184" y="36610488"/>
                    <a:pt x="15495680" y="36620450"/>
                    <a:pt x="15343128" y="36620450"/>
                  </a:cubicBezTo>
                  <a:cubicBezTo>
                    <a:pt x="15274608" y="36620450"/>
                    <a:pt x="15211360" y="36614974"/>
                    <a:pt x="15202568" y="36608283"/>
                  </a:cubicBezTo>
                  <a:cubicBezTo>
                    <a:pt x="15191688" y="36599999"/>
                    <a:pt x="15188192" y="36570828"/>
                    <a:pt x="15191624" y="36516925"/>
                  </a:cubicBezTo>
                  <a:cubicBezTo>
                    <a:pt x="15196872" y="36434523"/>
                    <a:pt x="15216584" y="36398690"/>
                    <a:pt x="15269900" y="36374636"/>
                  </a:cubicBezTo>
                  <a:cubicBezTo>
                    <a:pt x="15279448" y="36370329"/>
                    <a:pt x="15297368" y="36368450"/>
                    <a:pt x="15319276" y="36368447"/>
                  </a:cubicBezTo>
                  <a:close/>
                  <a:moveTo>
                    <a:pt x="13788476" y="36296389"/>
                  </a:moveTo>
                  <a:cubicBezTo>
                    <a:pt x="13838168" y="36297005"/>
                    <a:pt x="13886144" y="36303458"/>
                    <a:pt x="13898008" y="36315321"/>
                  </a:cubicBezTo>
                  <a:cubicBezTo>
                    <a:pt x="13926080" y="36343391"/>
                    <a:pt x="13936776" y="36451942"/>
                    <a:pt x="13918840" y="36526707"/>
                  </a:cubicBezTo>
                  <a:cubicBezTo>
                    <a:pt x="13905480" y="36582406"/>
                    <a:pt x="13897264" y="36593856"/>
                    <a:pt x="13859272" y="36609731"/>
                  </a:cubicBezTo>
                  <a:cubicBezTo>
                    <a:pt x="13827540" y="36622989"/>
                    <a:pt x="13798648" y="36625290"/>
                    <a:pt x="13756076" y="36617948"/>
                  </a:cubicBezTo>
                  <a:cubicBezTo>
                    <a:pt x="13707520" y="36609573"/>
                    <a:pt x="13694280" y="36601264"/>
                    <a:pt x="13682016" y="36571467"/>
                  </a:cubicBezTo>
                  <a:cubicBezTo>
                    <a:pt x="13673800" y="36551512"/>
                    <a:pt x="13653216" y="36520078"/>
                    <a:pt x="13636280" y="36501617"/>
                  </a:cubicBezTo>
                  <a:cubicBezTo>
                    <a:pt x="13619340" y="36483156"/>
                    <a:pt x="13604416" y="36463960"/>
                    <a:pt x="13603112" y="36458959"/>
                  </a:cubicBezTo>
                  <a:cubicBezTo>
                    <a:pt x="13596972" y="36435407"/>
                    <a:pt x="13645664" y="36326570"/>
                    <a:pt x="13668648" y="36312475"/>
                  </a:cubicBezTo>
                  <a:cubicBezTo>
                    <a:pt x="13687376" y="36300992"/>
                    <a:pt x="13738784" y="36295772"/>
                    <a:pt x="13788476" y="36296389"/>
                  </a:cubicBezTo>
                  <a:close/>
                  <a:moveTo>
                    <a:pt x="17077224" y="36289484"/>
                  </a:moveTo>
                  <a:cubicBezTo>
                    <a:pt x="17088204" y="36289502"/>
                    <a:pt x="17100972" y="36290067"/>
                    <a:pt x="17115980" y="36291111"/>
                  </a:cubicBezTo>
                  <a:cubicBezTo>
                    <a:pt x="17219624" y="36298319"/>
                    <a:pt x="17227164" y="36311788"/>
                    <a:pt x="17212856" y="36464107"/>
                  </a:cubicBezTo>
                  <a:cubicBezTo>
                    <a:pt x="17198912" y="36612588"/>
                    <a:pt x="17187912" y="36626801"/>
                    <a:pt x="17086980" y="36626801"/>
                  </a:cubicBezTo>
                  <a:cubicBezTo>
                    <a:pt x="16989872" y="36626801"/>
                    <a:pt x="16976304" y="36613047"/>
                    <a:pt x="16969604" y="36507794"/>
                  </a:cubicBezTo>
                  <a:cubicBezTo>
                    <a:pt x="16963892" y="36418073"/>
                    <a:pt x="16982464" y="36335020"/>
                    <a:pt x="17014792" y="36305769"/>
                  </a:cubicBezTo>
                  <a:cubicBezTo>
                    <a:pt x="17027488" y="36294274"/>
                    <a:pt x="17044292" y="36289427"/>
                    <a:pt x="17077224" y="36289484"/>
                  </a:cubicBezTo>
                  <a:close/>
                  <a:moveTo>
                    <a:pt x="43275250" y="36156900"/>
                  </a:moveTo>
                  <a:cubicBezTo>
                    <a:pt x="43320220" y="36156900"/>
                    <a:pt x="43340684" y="36164028"/>
                    <a:pt x="43364728" y="36188074"/>
                  </a:cubicBezTo>
                  <a:cubicBezTo>
                    <a:pt x="43392528" y="36215874"/>
                    <a:pt x="43395900" y="36230027"/>
                    <a:pt x="43395900" y="36318884"/>
                  </a:cubicBezTo>
                  <a:cubicBezTo>
                    <a:pt x="43395900" y="36379445"/>
                    <a:pt x="43389922" y="36424496"/>
                    <a:pt x="43380660" y="36433761"/>
                  </a:cubicBezTo>
                  <a:cubicBezTo>
                    <a:pt x="43357948" y="36456472"/>
                    <a:pt x="43235138" y="36452693"/>
                    <a:pt x="43195040" y="36428049"/>
                  </a:cubicBezTo>
                  <a:cubicBezTo>
                    <a:pt x="43145336" y="36397499"/>
                    <a:pt x="43141658" y="36387336"/>
                    <a:pt x="43148444" y="36299198"/>
                  </a:cubicBezTo>
                  <a:cubicBezTo>
                    <a:pt x="43153288" y="36236278"/>
                    <a:pt x="43161240" y="36212605"/>
                    <a:pt x="43185772" y="36188074"/>
                  </a:cubicBezTo>
                  <a:cubicBezTo>
                    <a:pt x="43209816" y="36164028"/>
                    <a:pt x="43230280" y="36156900"/>
                    <a:pt x="43275250" y="36156900"/>
                  </a:cubicBezTo>
                  <a:close/>
                  <a:moveTo>
                    <a:pt x="8559584" y="36118800"/>
                  </a:moveTo>
                  <a:cubicBezTo>
                    <a:pt x="8654096" y="36118800"/>
                    <a:pt x="8674104" y="36141580"/>
                    <a:pt x="8674104" y="36249204"/>
                  </a:cubicBezTo>
                  <a:cubicBezTo>
                    <a:pt x="8674104" y="36311883"/>
                    <a:pt x="8669076" y="36328179"/>
                    <a:pt x="8641128" y="36356128"/>
                  </a:cubicBezTo>
                  <a:cubicBezTo>
                    <a:pt x="8622992" y="36374263"/>
                    <a:pt x="8597952" y="36412909"/>
                    <a:pt x="8585476" y="36442008"/>
                  </a:cubicBezTo>
                  <a:cubicBezTo>
                    <a:pt x="8573004" y="36471107"/>
                    <a:pt x="8548648" y="36504187"/>
                    <a:pt x="8531356" y="36515517"/>
                  </a:cubicBezTo>
                  <a:cubicBezTo>
                    <a:pt x="8511148" y="36528756"/>
                    <a:pt x="8497244" y="36552578"/>
                    <a:pt x="8492440" y="36582183"/>
                  </a:cubicBezTo>
                  <a:cubicBezTo>
                    <a:pt x="8488328" y="36607517"/>
                    <a:pt x="8467792" y="36647800"/>
                    <a:pt x="8446808" y="36671700"/>
                  </a:cubicBezTo>
                  <a:cubicBezTo>
                    <a:pt x="8425824" y="36695602"/>
                    <a:pt x="8404932" y="36735007"/>
                    <a:pt x="8400380" y="36759269"/>
                  </a:cubicBezTo>
                  <a:cubicBezTo>
                    <a:pt x="8395736" y="36784034"/>
                    <a:pt x="8379832" y="36811421"/>
                    <a:pt x="8364124" y="36821715"/>
                  </a:cubicBezTo>
                  <a:cubicBezTo>
                    <a:pt x="8348736" y="36831798"/>
                    <a:pt x="8325352" y="36862076"/>
                    <a:pt x="8312160" y="36888998"/>
                  </a:cubicBezTo>
                  <a:cubicBezTo>
                    <a:pt x="8298972" y="36915923"/>
                    <a:pt x="8275000" y="36959580"/>
                    <a:pt x="8258892" y="36986018"/>
                  </a:cubicBezTo>
                  <a:cubicBezTo>
                    <a:pt x="8242784" y="37012454"/>
                    <a:pt x="8229600" y="37045605"/>
                    <a:pt x="8229600" y="37059688"/>
                  </a:cubicBezTo>
                  <a:cubicBezTo>
                    <a:pt x="8229600" y="37075061"/>
                    <a:pt x="8209932" y="37098994"/>
                    <a:pt x="8180392" y="37119573"/>
                  </a:cubicBezTo>
                  <a:cubicBezTo>
                    <a:pt x="8141880" y="37146396"/>
                    <a:pt x="8129444" y="37164643"/>
                    <a:pt x="8123200" y="37203481"/>
                  </a:cubicBezTo>
                  <a:cubicBezTo>
                    <a:pt x="8118816" y="37230779"/>
                    <a:pt x="8104624" y="37260538"/>
                    <a:pt x="8091664" y="37269613"/>
                  </a:cubicBezTo>
                  <a:cubicBezTo>
                    <a:pt x="8078708" y="37278689"/>
                    <a:pt x="8060952" y="37311673"/>
                    <a:pt x="8052208" y="37342908"/>
                  </a:cubicBezTo>
                  <a:cubicBezTo>
                    <a:pt x="8043460" y="37374144"/>
                    <a:pt x="8022584" y="37412591"/>
                    <a:pt x="8005812" y="37428348"/>
                  </a:cubicBezTo>
                  <a:cubicBezTo>
                    <a:pt x="7989040" y="37444105"/>
                    <a:pt x="7969524" y="37478512"/>
                    <a:pt x="7962440" y="37504808"/>
                  </a:cubicBezTo>
                  <a:cubicBezTo>
                    <a:pt x="7954816" y="37533132"/>
                    <a:pt x="7934752" y="37563171"/>
                    <a:pt x="7913228" y="37578497"/>
                  </a:cubicBezTo>
                  <a:cubicBezTo>
                    <a:pt x="7893244" y="37592729"/>
                    <a:pt x="7870080" y="37623021"/>
                    <a:pt x="7861752" y="37645811"/>
                  </a:cubicBezTo>
                  <a:cubicBezTo>
                    <a:pt x="7853428" y="37668603"/>
                    <a:pt x="7833076" y="37701538"/>
                    <a:pt x="7816532" y="37719000"/>
                  </a:cubicBezTo>
                  <a:cubicBezTo>
                    <a:pt x="7799984" y="37736463"/>
                    <a:pt x="7780488" y="37774724"/>
                    <a:pt x="7773196" y="37804027"/>
                  </a:cubicBezTo>
                  <a:cubicBezTo>
                    <a:pt x="7765908" y="37833328"/>
                    <a:pt x="7746520" y="37870727"/>
                    <a:pt x="7730116" y="37887132"/>
                  </a:cubicBezTo>
                  <a:cubicBezTo>
                    <a:pt x="7713708" y="37903538"/>
                    <a:pt x="7696596" y="37940035"/>
                    <a:pt x="7692088" y="37968238"/>
                  </a:cubicBezTo>
                  <a:cubicBezTo>
                    <a:pt x="7687576" y="37996440"/>
                    <a:pt x="7672164" y="38030125"/>
                    <a:pt x="7657832" y="38043092"/>
                  </a:cubicBezTo>
                  <a:cubicBezTo>
                    <a:pt x="7643504" y="38056062"/>
                    <a:pt x="7620452" y="38092280"/>
                    <a:pt x="7606608" y="38123580"/>
                  </a:cubicBezTo>
                  <a:cubicBezTo>
                    <a:pt x="7592760" y="38154877"/>
                    <a:pt x="7570032" y="38188472"/>
                    <a:pt x="7556096" y="38198233"/>
                  </a:cubicBezTo>
                  <a:cubicBezTo>
                    <a:pt x="7530176" y="38216390"/>
                    <a:pt x="7480304" y="38302974"/>
                    <a:pt x="7480304" y="38329822"/>
                  </a:cubicBezTo>
                  <a:cubicBezTo>
                    <a:pt x="7480304" y="38358145"/>
                    <a:pt x="7596420" y="38331608"/>
                    <a:pt x="7635248" y="38294413"/>
                  </a:cubicBezTo>
                  <a:cubicBezTo>
                    <a:pt x="7662060" y="38268721"/>
                    <a:pt x="7689244" y="38258263"/>
                    <a:pt x="7746856" y="38251470"/>
                  </a:cubicBezTo>
                  <a:cubicBezTo>
                    <a:pt x="7806408" y="38244450"/>
                    <a:pt x="7832832" y="38233874"/>
                    <a:pt x="7868004" y="38202995"/>
                  </a:cubicBezTo>
                  <a:cubicBezTo>
                    <a:pt x="7907644" y="38168191"/>
                    <a:pt x="7922032" y="38163500"/>
                    <a:pt x="7989168" y="38163500"/>
                  </a:cubicBezTo>
                  <a:cubicBezTo>
                    <a:pt x="8059296" y="38163500"/>
                    <a:pt x="8068880" y="38159968"/>
                    <a:pt x="8109800" y="38119050"/>
                  </a:cubicBezTo>
                  <a:cubicBezTo>
                    <a:pt x="8142212" y="38086636"/>
                    <a:pt x="8165336" y="38074600"/>
                    <a:pt x="8195184" y="38074600"/>
                  </a:cubicBezTo>
                  <a:cubicBezTo>
                    <a:pt x="8256772" y="38074600"/>
                    <a:pt x="8314940" y="38054455"/>
                    <a:pt x="8358016" y="38018210"/>
                  </a:cubicBezTo>
                  <a:cubicBezTo>
                    <a:pt x="8384856" y="37995625"/>
                    <a:pt x="8411608" y="37985700"/>
                    <a:pt x="8445648" y="37985700"/>
                  </a:cubicBezTo>
                  <a:cubicBezTo>
                    <a:pt x="8509100" y="37985700"/>
                    <a:pt x="8557088" y="37966935"/>
                    <a:pt x="8593152" y="37928026"/>
                  </a:cubicBezTo>
                  <a:cubicBezTo>
                    <a:pt x="8609064" y="37910852"/>
                    <a:pt x="8635600" y="37896800"/>
                    <a:pt x="8652108" y="37896800"/>
                  </a:cubicBezTo>
                  <a:cubicBezTo>
                    <a:pt x="8670456" y="37896800"/>
                    <a:pt x="8697432" y="37879514"/>
                    <a:pt x="8721480" y="37852350"/>
                  </a:cubicBezTo>
                  <a:cubicBezTo>
                    <a:pt x="8752908" y="37816851"/>
                    <a:pt x="8770172" y="37807900"/>
                    <a:pt x="8807204" y="37807900"/>
                  </a:cubicBezTo>
                  <a:cubicBezTo>
                    <a:pt x="8852464" y="37807900"/>
                    <a:pt x="8873572" y="37794952"/>
                    <a:pt x="8918296" y="37739740"/>
                  </a:cubicBezTo>
                  <a:cubicBezTo>
                    <a:pt x="8941380" y="37711239"/>
                    <a:pt x="8947188" y="37603472"/>
                    <a:pt x="8928992" y="37541200"/>
                  </a:cubicBezTo>
                  <a:cubicBezTo>
                    <a:pt x="8914056" y="37490081"/>
                    <a:pt x="8980432" y="37382636"/>
                    <a:pt x="9034844" y="37369846"/>
                  </a:cubicBezTo>
                  <a:cubicBezTo>
                    <a:pt x="9054412" y="37365245"/>
                    <a:pt x="9077520" y="37379923"/>
                    <a:pt x="9122184" y="37425316"/>
                  </a:cubicBezTo>
                  <a:cubicBezTo>
                    <a:pt x="9190072" y="37494319"/>
                    <a:pt x="9207504" y="37539250"/>
                    <a:pt x="9207504" y="37645246"/>
                  </a:cubicBezTo>
                  <a:cubicBezTo>
                    <a:pt x="9207504" y="37710461"/>
                    <a:pt x="9211588" y="37721530"/>
                    <a:pt x="9248328" y="37755869"/>
                  </a:cubicBezTo>
                  <a:cubicBezTo>
                    <a:pt x="9286944" y="37791957"/>
                    <a:pt x="9289076" y="37798697"/>
                    <a:pt x="9287692" y="37880336"/>
                  </a:cubicBezTo>
                  <a:cubicBezTo>
                    <a:pt x="9286292" y="37962830"/>
                    <a:pt x="9288232" y="37968737"/>
                    <a:pt x="9331488" y="38013847"/>
                  </a:cubicBezTo>
                  <a:cubicBezTo>
                    <a:pt x="9373980" y="38058151"/>
                    <a:pt x="9377108" y="38067171"/>
                    <a:pt x="9382544" y="38161072"/>
                  </a:cubicBezTo>
                  <a:cubicBezTo>
                    <a:pt x="9389704" y="38284736"/>
                    <a:pt x="9376316" y="38315900"/>
                    <a:pt x="9316044" y="38315900"/>
                  </a:cubicBezTo>
                  <a:cubicBezTo>
                    <a:pt x="9260224" y="38315900"/>
                    <a:pt x="9232904" y="38304881"/>
                    <a:pt x="9232904" y="38282364"/>
                  </a:cubicBezTo>
                  <a:cubicBezTo>
                    <a:pt x="9232904" y="38272396"/>
                    <a:pt x="9212900" y="38252440"/>
                    <a:pt x="9188452" y="38238016"/>
                  </a:cubicBezTo>
                  <a:cubicBezTo>
                    <a:pt x="9164004" y="38223592"/>
                    <a:pt x="9144000" y="38204192"/>
                    <a:pt x="9144000" y="38194903"/>
                  </a:cubicBezTo>
                  <a:cubicBezTo>
                    <a:pt x="9144000" y="38155556"/>
                    <a:pt x="9104064" y="38138100"/>
                    <a:pt x="9000220" y="38132054"/>
                  </a:cubicBezTo>
                  <a:cubicBezTo>
                    <a:pt x="8892408" y="38125775"/>
                    <a:pt x="8852836" y="38135179"/>
                    <a:pt x="8771108" y="38186488"/>
                  </a:cubicBezTo>
                  <a:cubicBezTo>
                    <a:pt x="8749188" y="38200251"/>
                    <a:pt x="8699820" y="38214858"/>
                    <a:pt x="8661400" y="38218948"/>
                  </a:cubicBezTo>
                  <a:cubicBezTo>
                    <a:pt x="8584016" y="38227186"/>
                    <a:pt x="8588072" y="38225338"/>
                    <a:pt x="8536272" y="38275974"/>
                  </a:cubicBezTo>
                  <a:cubicBezTo>
                    <a:pt x="8509724" y="38301923"/>
                    <a:pt x="8481088" y="38314647"/>
                    <a:pt x="8435668" y="38320672"/>
                  </a:cubicBezTo>
                  <a:cubicBezTo>
                    <a:pt x="8393268" y="38326296"/>
                    <a:pt x="8356348" y="38341672"/>
                    <a:pt x="8324540" y="38366948"/>
                  </a:cubicBezTo>
                  <a:cubicBezTo>
                    <a:pt x="8294676" y="38390680"/>
                    <a:pt x="8262132" y="38404800"/>
                    <a:pt x="8237296" y="38404800"/>
                  </a:cubicBezTo>
                  <a:cubicBezTo>
                    <a:pt x="8175016" y="38404800"/>
                    <a:pt x="8115412" y="38426374"/>
                    <a:pt x="8083976" y="38460294"/>
                  </a:cubicBezTo>
                  <a:cubicBezTo>
                    <a:pt x="8062888" y="38483049"/>
                    <a:pt x="8035760" y="38493877"/>
                    <a:pt x="7983484" y="38500410"/>
                  </a:cubicBezTo>
                  <a:cubicBezTo>
                    <a:pt x="7932792" y="38506741"/>
                    <a:pt x="7898416" y="38520052"/>
                    <a:pt x="7865792" y="38545976"/>
                  </a:cubicBezTo>
                  <a:cubicBezTo>
                    <a:pt x="7828576" y="38575552"/>
                    <a:pt x="7810880" y="38581391"/>
                    <a:pt x="7773832" y="38576321"/>
                  </a:cubicBezTo>
                  <a:cubicBezTo>
                    <a:pt x="7721596" y="38569171"/>
                    <a:pt x="7652304" y="38596773"/>
                    <a:pt x="7633288" y="38632302"/>
                  </a:cubicBezTo>
                  <a:cubicBezTo>
                    <a:pt x="7625480" y="38646894"/>
                    <a:pt x="7589308" y="38663423"/>
                    <a:pt x="7535736" y="38676880"/>
                  </a:cubicBezTo>
                  <a:cubicBezTo>
                    <a:pt x="7488908" y="38688640"/>
                    <a:pt x="7434824" y="38711538"/>
                    <a:pt x="7415548" y="38727757"/>
                  </a:cubicBezTo>
                  <a:cubicBezTo>
                    <a:pt x="7390648" y="38748708"/>
                    <a:pt x="7356736" y="38759792"/>
                    <a:pt x="7298456" y="38766034"/>
                  </a:cubicBezTo>
                  <a:cubicBezTo>
                    <a:pt x="7172968" y="38779472"/>
                    <a:pt x="7161640" y="38796872"/>
                    <a:pt x="7144708" y="39002187"/>
                  </a:cubicBezTo>
                  <a:cubicBezTo>
                    <a:pt x="7129328" y="39188675"/>
                    <a:pt x="7129632" y="39188160"/>
                    <a:pt x="7027184" y="39198355"/>
                  </a:cubicBezTo>
                  <a:cubicBezTo>
                    <a:pt x="6949212" y="39206115"/>
                    <a:pt x="6932296" y="39193753"/>
                    <a:pt x="6900664" y="39105908"/>
                  </a:cubicBezTo>
                  <a:cubicBezTo>
                    <a:pt x="6888832" y="39073041"/>
                    <a:pt x="6867904" y="39029801"/>
                    <a:pt x="6854156" y="39009820"/>
                  </a:cubicBezTo>
                  <a:cubicBezTo>
                    <a:pt x="6840412" y="38989837"/>
                    <a:pt x="6823540" y="38944119"/>
                    <a:pt x="6816664" y="38908220"/>
                  </a:cubicBezTo>
                  <a:cubicBezTo>
                    <a:pt x="6809036" y="38868412"/>
                    <a:pt x="6791356" y="38829286"/>
                    <a:pt x="6771336" y="38807920"/>
                  </a:cubicBezTo>
                  <a:cubicBezTo>
                    <a:pt x="6741864" y="38776464"/>
                    <a:pt x="6737980" y="38760645"/>
                    <a:pt x="6733264" y="38652813"/>
                  </a:cubicBezTo>
                  <a:cubicBezTo>
                    <a:pt x="6726804" y="38505116"/>
                    <a:pt x="6734060" y="38473937"/>
                    <a:pt x="6780476" y="38449935"/>
                  </a:cubicBezTo>
                  <a:cubicBezTo>
                    <a:pt x="6809496" y="38434928"/>
                    <a:pt x="6818600" y="38419639"/>
                    <a:pt x="6825360" y="38374560"/>
                  </a:cubicBezTo>
                  <a:cubicBezTo>
                    <a:pt x="6831288" y="38335055"/>
                    <a:pt x="6842884" y="38312083"/>
                    <a:pt x="6863840" y="38298354"/>
                  </a:cubicBezTo>
                  <a:cubicBezTo>
                    <a:pt x="6883184" y="38285682"/>
                    <a:pt x="6896508" y="38261624"/>
                    <a:pt x="6901356" y="38230625"/>
                  </a:cubicBezTo>
                  <a:cubicBezTo>
                    <a:pt x="6907752" y="38189756"/>
                    <a:pt x="6915532" y="38180259"/>
                    <a:pt x="6953288" y="38167267"/>
                  </a:cubicBezTo>
                  <a:cubicBezTo>
                    <a:pt x="6992976" y="38153606"/>
                    <a:pt x="6997704" y="38147120"/>
                    <a:pt x="6997704" y="38106294"/>
                  </a:cubicBezTo>
                  <a:cubicBezTo>
                    <a:pt x="6997704" y="38075096"/>
                    <a:pt x="7009412" y="38045703"/>
                    <a:pt x="7034616" y="38013627"/>
                  </a:cubicBezTo>
                  <a:cubicBezTo>
                    <a:pt x="7054916" y="37987790"/>
                    <a:pt x="7078272" y="37950741"/>
                    <a:pt x="7086520" y="37931294"/>
                  </a:cubicBezTo>
                  <a:cubicBezTo>
                    <a:pt x="7094764" y="37911850"/>
                    <a:pt x="7114420" y="37887480"/>
                    <a:pt x="7130200" y="37877142"/>
                  </a:cubicBezTo>
                  <a:cubicBezTo>
                    <a:pt x="7145976" y="37866802"/>
                    <a:pt x="7165628" y="37835852"/>
                    <a:pt x="7173864" y="37808359"/>
                  </a:cubicBezTo>
                  <a:cubicBezTo>
                    <a:pt x="7182768" y="37778646"/>
                    <a:pt x="7204160" y="37747466"/>
                    <a:pt x="7226620" y="37731474"/>
                  </a:cubicBezTo>
                  <a:cubicBezTo>
                    <a:pt x="7258304" y="37708911"/>
                    <a:pt x="7263404" y="37698049"/>
                    <a:pt x="7258224" y="37664160"/>
                  </a:cubicBezTo>
                  <a:cubicBezTo>
                    <a:pt x="7251040" y="37617149"/>
                    <a:pt x="7264520" y="37593333"/>
                    <a:pt x="7314592" y="37564597"/>
                  </a:cubicBezTo>
                  <a:cubicBezTo>
                    <a:pt x="7337240" y="37551599"/>
                    <a:pt x="7353992" y="37528872"/>
                    <a:pt x="7359536" y="37503624"/>
                  </a:cubicBezTo>
                  <a:cubicBezTo>
                    <a:pt x="7365032" y="37478615"/>
                    <a:pt x="7380064" y="37458048"/>
                    <a:pt x="7399244" y="37449308"/>
                  </a:cubicBezTo>
                  <a:cubicBezTo>
                    <a:pt x="7416220" y="37441575"/>
                    <a:pt x="7432832" y="37421939"/>
                    <a:pt x="7436156" y="37405673"/>
                  </a:cubicBezTo>
                  <a:cubicBezTo>
                    <a:pt x="7439480" y="37389408"/>
                    <a:pt x="7445216" y="37361617"/>
                    <a:pt x="7448904" y="37343919"/>
                  </a:cubicBezTo>
                  <a:cubicBezTo>
                    <a:pt x="7452588" y="37326218"/>
                    <a:pt x="7469448" y="37305428"/>
                    <a:pt x="7486368" y="37297717"/>
                  </a:cubicBezTo>
                  <a:cubicBezTo>
                    <a:pt x="7516536" y="37283972"/>
                    <a:pt x="7543800" y="37229982"/>
                    <a:pt x="7543800" y="37183997"/>
                  </a:cubicBezTo>
                  <a:cubicBezTo>
                    <a:pt x="7543800" y="37171232"/>
                    <a:pt x="7557800" y="37151614"/>
                    <a:pt x="7574912" y="37140403"/>
                  </a:cubicBezTo>
                  <a:cubicBezTo>
                    <a:pt x="7592020" y="37129191"/>
                    <a:pt x="7612424" y="37100604"/>
                    <a:pt x="7620260" y="37076872"/>
                  </a:cubicBezTo>
                  <a:cubicBezTo>
                    <a:pt x="7628680" y="37051360"/>
                    <a:pt x="7648264" y="37027129"/>
                    <a:pt x="7668176" y="37017585"/>
                  </a:cubicBezTo>
                  <a:cubicBezTo>
                    <a:pt x="7697108" y="37003717"/>
                    <a:pt x="7702328" y="36992502"/>
                    <a:pt x="7705232" y="36937947"/>
                  </a:cubicBezTo>
                  <a:cubicBezTo>
                    <a:pt x="7708272" y="36880834"/>
                    <a:pt x="7712496" y="36872720"/>
                    <a:pt x="7747248" y="36857229"/>
                  </a:cubicBezTo>
                  <a:cubicBezTo>
                    <a:pt x="7781252" y="36842077"/>
                    <a:pt x="7823200" y="36777079"/>
                    <a:pt x="7823200" y="36739550"/>
                  </a:cubicBezTo>
                  <a:cubicBezTo>
                    <a:pt x="7823200" y="36712323"/>
                    <a:pt x="7759960" y="36730465"/>
                    <a:pt x="7735600" y="36764680"/>
                  </a:cubicBezTo>
                  <a:cubicBezTo>
                    <a:pt x="7713924" y="36795118"/>
                    <a:pt x="7698128" y="36802160"/>
                    <a:pt x="7637476" y="36808417"/>
                  </a:cubicBezTo>
                  <a:cubicBezTo>
                    <a:pt x="7597716" y="36812522"/>
                    <a:pt x="7538944" y="36829650"/>
                    <a:pt x="7506868" y="36846480"/>
                  </a:cubicBezTo>
                  <a:cubicBezTo>
                    <a:pt x="7474796" y="36863313"/>
                    <a:pt x="7418316" y="36883243"/>
                    <a:pt x="7381364" y="36890778"/>
                  </a:cubicBezTo>
                  <a:cubicBezTo>
                    <a:pt x="7338252" y="36899565"/>
                    <a:pt x="7298272" y="36918435"/>
                    <a:pt x="7269796" y="36943435"/>
                  </a:cubicBezTo>
                  <a:cubicBezTo>
                    <a:pt x="7233184" y="36975582"/>
                    <a:pt x="7214528" y="36982400"/>
                    <a:pt x="7163184" y="36982400"/>
                  </a:cubicBezTo>
                  <a:cubicBezTo>
                    <a:pt x="7089296" y="36982400"/>
                    <a:pt x="7045520" y="36997363"/>
                    <a:pt x="6994960" y="37039907"/>
                  </a:cubicBezTo>
                  <a:cubicBezTo>
                    <a:pt x="6967768" y="37062789"/>
                    <a:pt x="6942648" y="37071300"/>
                    <a:pt x="6902304" y="37071300"/>
                  </a:cubicBezTo>
                  <a:cubicBezTo>
                    <a:pt x="6833600" y="37071300"/>
                    <a:pt x="6782552" y="37089978"/>
                    <a:pt x="6758872" y="37123784"/>
                  </a:cubicBezTo>
                  <a:cubicBezTo>
                    <a:pt x="6748900" y="37138022"/>
                    <a:pt x="6714260" y="37158104"/>
                    <a:pt x="6681896" y="37168410"/>
                  </a:cubicBezTo>
                  <a:cubicBezTo>
                    <a:pt x="6649532" y="37178717"/>
                    <a:pt x="6606884" y="37200588"/>
                    <a:pt x="6587120" y="37217012"/>
                  </a:cubicBezTo>
                  <a:cubicBezTo>
                    <a:pt x="6567360" y="37233439"/>
                    <a:pt x="6544500" y="37247832"/>
                    <a:pt x="6536320" y="37249001"/>
                  </a:cubicBezTo>
                  <a:cubicBezTo>
                    <a:pt x="6526392" y="37250421"/>
                    <a:pt x="6519344" y="37299150"/>
                    <a:pt x="6515104" y="37395711"/>
                  </a:cubicBezTo>
                  <a:cubicBezTo>
                    <a:pt x="6507032" y="37579498"/>
                    <a:pt x="6500992" y="37591358"/>
                    <a:pt x="6410776" y="37600669"/>
                  </a:cubicBezTo>
                  <a:cubicBezTo>
                    <a:pt x="6319592" y="37610083"/>
                    <a:pt x="6286504" y="37582528"/>
                    <a:pt x="6286504" y="37497193"/>
                  </a:cubicBezTo>
                  <a:cubicBezTo>
                    <a:pt x="6286504" y="37450744"/>
                    <a:pt x="6278748" y="37431787"/>
                    <a:pt x="6243640" y="37392418"/>
                  </a:cubicBezTo>
                  <a:cubicBezTo>
                    <a:pt x="6213164" y="37358244"/>
                    <a:pt x="6199968" y="37330428"/>
                    <a:pt x="6197980" y="37296189"/>
                  </a:cubicBezTo>
                  <a:cubicBezTo>
                    <a:pt x="6196132" y="37264315"/>
                    <a:pt x="6183564" y="37235299"/>
                    <a:pt x="6160824" y="37210398"/>
                  </a:cubicBezTo>
                  <a:cubicBezTo>
                    <a:pt x="6138760" y="37186242"/>
                    <a:pt x="6120940" y="37146064"/>
                    <a:pt x="6111044" y="37098151"/>
                  </a:cubicBezTo>
                  <a:cubicBezTo>
                    <a:pt x="6101440" y="37051655"/>
                    <a:pt x="6081340" y="37005543"/>
                    <a:pt x="6057716" y="36975817"/>
                  </a:cubicBezTo>
                  <a:cubicBezTo>
                    <a:pt x="6023528" y="36932797"/>
                    <a:pt x="6019800" y="36919086"/>
                    <a:pt x="6019800" y="36836316"/>
                  </a:cubicBezTo>
                  <a:cubicBezTo>
                    <a:pt x="6019800" y="36761499"/>
                    <a:pt x="6024872" y="36738080"/>
                    <a:pt x="6047224" y="36709663"/>
                  </a:cubicBezTo>
                  <a:cubicBezTo>
                    <a:pt x="6071196" y="36679191"/>
                    <a:pt x="6081056" y="36675659"/>
                    <a:pt x="6125500" y="36681618"/>
                  </a:cubicBezTo>
                  <a:cubicBezTo>
                    <a:pt x="6190800" y="36690378"/>
                    <a:pt x="6238204" y="36726127"/>
                    <a:pt x="6251244" y="36776450"/>
                  </a:cubicBezTo>
                  <a:cubicBezTo>
                    <a:pt x="6267288" y="36838368"/>
                    <a:pt x="6377472" y="36906200"/>
                    <a:pt x="6462004" y="36906200"/>
                  </a:cubicBezTo>
                  <a:cubicBezTo>
                    <a:pt x="6517012" y="36906200"/>
                    <a:pt x="6532880" y="36900383"/>
                    <a:pt x="6565904" y="36868100"/>
                  </a:cubicBezTo>
                  <a:cubicBezTo>
                    <a:pt x="6595732" y="36838942"/>
                    <a:pt x="6616504" y="36830000"/>
                    <a:pt x="6654412" y="36830000"/>
                  </a:cubicBezTo>
                  <a:cubicBezTo>
                    <a:pt x="6715952" y="36830000"/>
                    <a:pt x="6761704" y="36813083"/>
                    <a:pt x="6809944" y="36772493"/>
                  </a:cubicBezTo>
                  <a:cubicBezTo>
                    <a:pt x="6837136" y="36749611"/>
                    <a:pt x="6862256" y="36741100"/>
                    <a:pt x="6902600" y="36741100"/>
                  </a:cubicBezTo>
                  <a:cubicBezTo>
                    <a:pt x="6971360" y="36741100"/>
                    <a:pt x="7018960" y="36723631"/>
                    <a:pt x="7048036" y="36687720"/>
                  </a:cubicBezTo>
                  <a:cubicBezTo>
                    <a:pt x="7065988" y="36665554"/>
                    <a:pt x="7090040" y="36658212"/>
                    <a:pt x="7169624" y="36650609"/>
                  </a:cubicBezTo>
                  <a:cubicBezTo>
                    <a:pt x="7260032" y="36641974"/>
                    <a:pt x="7271532" y="36637680"/>
                    <a:pt x="7299288" y="36602215"/>
                  </a:cubicBezTo>
                  <a:cubicBezTo>
                    <a:pt x="7322504" y="36572549"/>
                    <a:pt x="7339892" y="36563300"/>
                    <a:pt x="7372448" y="36563300"/>
                  </a:cubicBezTo>
                  <a:cubicBezTo>
                    <a:pt x="7427376" y="36563300"/>
                    <a:pt x="7474420" y="36545106"/>
                    <a:pt x="7521144" y="36505793"/>
                  </a:cubicBezTo>
                  <a:cubicBezTo>
                    <a:pt x="7548336" y="36482911"/>
                    <a:pt x="7573456" y="36474400"/>
                    <a:pt x="7613800" y="36474400"/>
                  </a:cubicBezTo>
                  <a:cubicBezTo>
                    <a:pt x="7682644" y="36474400"/>
                    <a:pt x="7730568" y="36456739"/>
                    <a:pt x="7766280" y="36418202"/>
                  </a:cubicBezTo>
                  <a:cubicBezTo>
                    <a:pt x="7786912" y="36395940"/>
                    <a:pt x="7813936" y="36386123"/>
                    <a:pt x="7873644" y="36379190"/>
                  </a:cubicBezTo>
                  <a:cubicBezTo>
                    <a:pt x="7935824" y="36371975"/>
                    <a:pt x="7961528" y="36362196"/>
                    <a:pt x="7990108" y="36334883"/>
                  </a:cubicBezTo>
                  <a:cubicBezTo>
                    <a:pt x="8014144" y="36311914"/>
                    <a:pt x="8051876" y="36294603"/>
                    <a:pt x="8099616" y="36284641"/>
                  </a:cubicBezTo>
                  <a:cubicBezTo>
                    <a:pt x="8139676" y="36276282"/>
                    <a:pt x="8191100" y="36257270"/>
                    <a:pt x="8213892" y="36242389"/>
                  </a:cubicBezTo>
                  <a:cubicBezTo>
                    <a:pt x="8239676" y="36225556"/>
                    <a:pt x="8287328" y="36212022"/>
                    <a:pt x="8340040" y="36206568"/>
                  </a:cubicBezTo>
                  <a:cubicBezTo>
                    <a:pt x="8413964" y="36198916"/>
                    <a:pt x="8426012" y="36193984"/>
                    <a:pt x="8434692" y="36167823"/>
                  </a:cubicBezTo>
                  <a:cubicBezTo>
                    <a:pt x="8440160" y="36151338"/>
                    <a:pt x="8453628" y="36133565"/>
                    <a:pt x="8464620" y="36128325"/>
                  </a:cubicBezTo>
                  <a:cubicBezTo>
                    <a:pt x="8475612" y="36123086"/>
                    <a:pt x="8518344" y="36118800"/>
                    <a:pt x="8559584" y="36118800"/>
                  </a:cubicBezTo>
                  <a:close/>
                  <a:moveTo>
                    <a:pt x="12783552" y="35942542"/>
                  </a:moveTo>
                  <a:cubicBezTo>
                    <a:pt x="12792812" y="35942716"/>
                    <a:pt x="12803784" y="35943737"/>
                    <a:pt x="12817432" y="35945353"/>
                  </a:cubicBezTo>
                  <a:cubicBezTo>
                    <a:pt x="12870720" y="35951666"/>
                    <a:pt x="12889272" y="35962220"/>
                    <a:pt x="12948424" y="36019879"/>
                  </a:cubicBezTo>
                  <a:lnTo>
                    <a:pt x="13017332" y="36087050"/>
                  </a:lnTo>
                  <a:lnTo>
                    <a:pt x="13023768" y="36197267"/>
                  </a:lnTo>
                  <a:cubicBezTo>
                    <a:pt x="13028984" y="36286626"/>
                    <a:pt x="13026424" y="36311263"/>
                    <a:pt x="13010244" y="36327442"/>
                  </a:cubicBezTo>
                  <a:cubicBezTo>
                    <a:pt x="12999268" y="36338421"/>
                    <a:pt x="12986132" y="36347400"/>
                    <a:pt x="12981052" y="36347400"/>
                  </a:cubicBezTo>
                  <a:cubicBezTo>
                    <a:pt x="12975976" y="36347400"/>
                    <a:pt x="12948028" y="36370261"/>
                    <a:pt x="12918952" y="36398200"/>
                  </a:cubicBezTo>
                  <a:cubicBezTo>
                    <a:pt x="12868660" y="36446526"/>
                    <a:pt x="12862176" y="36449000"/>
                    <a:pt x="12785868" y="36449000"/>
                  </a:cubicBezTo>
                  <a:cubicBezTo>
                    <a:pt x="12689388" y="36449000"/>
                    <a:pt x="12672576" y="36438706"/>
                    <a:pt x="12582936" y="36324753"/>
                  </a:cubicBezTo>
                  <a:cubicBezTo>
                    <a:pt x="12524104" y="36249968"/>
                    <a:pt x="12515852" y="36232312"/>
                    <a:pt x="12515852" y="36181227"/>
                  </a:cubicBezTo>
                  <a:cubicBezTo>
                    <a:pt x="12515852" y="36132735"/>
                    <a:pt x="12522992" y="36115275"/>
                    <a:pt x="12558480" y="36076977"/>
                  </a:cubicBezTo>
                  <a:cubicBezTo>
                    <a:pt x="12581928" y="36051675"/>
                    <a:pt x="12619952" y="36024759"/>
                    <a:pt x="12642976" y="36017160"/>
                  </a:cubicBezTo>
                  <a:cubicBezTo>
                    <a:pt x="12666004" y="36009560"/>
                    <a:pt x="12700708" y="35988641"/>
                    <a:pt x="12720096" y="35970673"/>
                  </a:cubicBezTo>
                  <a:cubicBezTo>
                    <a:pt x="12743348" y="35949126"/>
                    <a:pt x="12755764" y="35942021"/>
                    <a:pt x="12783552" y="35942542"/>
                  </a:cubicBezTo>
                  <a:close/>
                  <a:moveTo>
                    <a:pt x="41240574" y="35941438"/>
                  </a:moveTo>
                  <a:cubicBezTo>
                    <a:pt x="41278984" y="35943254"/>
                    <a:pt x="41325940" y="35961802"/>
                    <a:pt x="41397112" y="35997825"/>
                  </a:cubicBezTo>
                  <a:cubicBezTo>
                    <a:pt x="41458868" y="36029078"/>
                    <a:pt x="41510544" y="36061939"/>
                    <a:pt x="41511956" y="36070850"/>
                  </a:cubicBezTo>
                  <a:cubicBezTo>
                    <a:pt x="41513364" y="36079758"/>
                    <a:pt x="41517776" y="36137053"/>
                    <a:pt x="41521760" y="36198172"/>
                  </a:cubicBezTo>
                  <a:cubicBezTo>
                    <a:pt x="41528260" y="36297933"/>
                    <a:pt x="41526404" y="36311895"/>
                    <a:pt x="41503602" y="36334697"/>
                  </a:cubicBezTo>
                  <a:cubicBezTo>
                    <a:pt x="41489632" y="36348668"/>
                    <a:pt x="41470308" y="36360097"/>
                    <a:pt x="41460660" y="36360097"/>
                  </a:cubicBezTo>
                  <a:cubicBezTo>
                    <a:pt x="41451010" y="36360097"/>
                    <a:pt x="41427860" y="36380099"/>
                    <a:pt x="41409214" y="36404547"/>
                  </a:cubicBezTo>
                  <a:lnTo>
                    <a:pt x="41375308" y="36448997"/>
                  </a:lnTo>
                  <a:lnTo>
                    <a:pt x="41265830" y="36448997"/>
                  </a:lnTo>
                  <a:cubicBezTo>
                    <a:pt x="41154352" y="36448997"/>
                    <a:pt x="41109902" y="36432238"/>
                    <a:pt x="41109902" y="36390204"/>
                  </a:cubicBezTo>
                  <a:cubicBezTo>
                    <a:pt x="41109902" y="36380989"/>
                    <a:pt x="41092512" y="36364456"/>
                    <a:pt x="41071256" y="36353465"/>
                  </a:cubicBezTo>
                  <a:cubicBezTo>
                    <a:pt x="41021210" y="36327584"/>
                    <a:pt x="41008302" y="36290849"/>
                    <a:pt x="41008302" y="36174285"/>
                  </a:cubicBezTo>
                  <a:cubicBezTo>
                    <a:pt x="41008302" y="36069702"/>
                    <a:pt x="41022100" y="36029897"/>
                    <a:pt x="41058348" y="36029897"/>
                  </a:cubicBezTo>
                  <a:cubicBezTo>
                    <a:pt x="41071412" y="36029897"/>
                    <a:pt x="41106042" y="36009896"/>
                    <a:pt x="41135302" y="35985447"/>
                  </a:cubicBezTo>
                  <a:cubicBezTo>
                    <a:pt x="41172298" y="35954539"/>
                    <a:pt x="41202164" y="35939622"/>
                    <a:pt x="41240574" y="35941438"/>
                  </a:cubicBezTo>
                  <a:close/>
                  <a:moveTo>
                    <a:pt x="43973752" y="35926468"/>
                  </a:moveTo>
                  <a:lnTo>
                    <a:pt x="44059636" y="35937521"/>
                  </a:lnTo>
                  <a:cubicBezTo>
                    <a:pt x="44179488" y="35952947"/>
                    <a:pt x="44187636" y="35963910"/>
                    <a:pt x="44193828" y="36118133"/>
                  </a:cubicBezTo>
                  <a:cubicBezTo>
                    <a:pt x="44198300" y="36229432"/>
                    <a:pt x="44195746" y="36249567"/>
                    <a:pt x="44172364" y="36287397"/>
                  </a:cubicBezTo>
                  <a:cubicBezTo>
                    <a:pt x="44140710" y="36338616"/>
                    <a:pt x="44098558" y="36360100"/>
                    <a:pt x="44029716" y="36360100"/>
                  </a:cubicBezTo>
                  <a:cubicBezTo>
                    <a:pt x="43986744" y="36360100"/>
                    <a:pt x="43975596" y="36354305"/>
                    <a:pt x="43957324" y="36322465"/>
                  </a:cubicBezTo>
                  <a:cubicBezTo>
                    <a:pt x="43945442" y="36301766"/>
                    <a:pt x="43922696" y="36277860"/>
                    <a:pt x="43906772" y="36269337"/>
                  </a:cubicBezTo>
                  <a:cubicBezTo>
                    <a:pt x="43867512" y="36248324"/>
                    <a:pt x="43846940" y="36188275"/>
                    <a:pt x="43854276" y="36116102"/>
                  </a:cubicBezTo>
                  <a:cubicBezTo>
                    <a:pt x="43859168" y="36068000"/>
                    <a:pt x="43871484" y="36043524"/>
                    <a:pt x="43917056" y="35991364"/>
                  </a:cubicBezTo>
                  <a:close/>
                  <a:moveTo>
                    <a:pt x="17036864" y="35852101"/>
                  </a:moveTo>
                  <a:cubicBezTo>
                    <a:pt x="17111260" y="35852101"/>
                    <a:pt x="17132304" y="35881782"/>
                    <a:pt x="17132304" y="35986721"/>
                  </a:cubicBezTo>
                  <a:cubicBezTo>
                    <a:pt x="17132304" y="36090761"/>
                    <a:pt x="17118716" y="36101633"/>
                    <a:pt x="16999036" y="36093364"/>
                  </a:cubicBezTo>
                  <a:cubicBezTo>
                    <a:pt x="16948792" y="36089891"/>
                    <a:pt x="16901072" y="36082064"/>
                    <a:pt x="16892992" y="36075969"/>
                  </a:cubicBezTo>
                  <a:cubicBezTo>
                    <a:pt x="16884912" y="36069876"/>
                    <a:pt x="16878304" y="36038988"/>
                    <a:pt x="16878304" y="36007328"/>
                  </a:cubicBezTo>
                  <a:cubicBezTo>
                    <a:pt x="16878304" y="35956596"/>
                    <a:pt x="16884392" y="35943978"/>
                    <a:pt x="16929636" y="35900934"/>
                  </a:cubicBezTo>
                  <a:cubicBezTo>
                    <a:pt x="16973232" y="35859461"/>
                    <a:pt x="16989400" y="35852101"/>
                    <a:pt x="17036864" y="35852101"/>
                  </a:cubicBezTo>
                  <a:close/>
                  <a:moveTo>
                    <a:pt x="42322506" y="35845957"/>
                  </a:moveTo>
                  <a:cubicBezTo>
                    <a:pt x="42355586" y="35850900"/>
                    <a:pt x="42393082" y="35872242"/>
                    <a:pt x="42438202" y="35910791"/>
                  </a:cubicBezTo>
                  <a:cubicBezTo>
                    <a:pt x="42499620" y="35963259"/>
                    <a:pt x="42506902" y="35974747"/>
                    <a:pt x="42506902" y="36019147"/>
                  </a:cubicBezTo>
                  <a:cubicBezTo>
                    <a:pt x="42506902" y="36084475"/>
                    <a:pt x="42478176" y="36150987"/>
                    <a:pt x="42441484" y="36170623"/>
                  </a:cubicBezTo>
                  <a:cubicBezTo>
                    <a:pt x="42405562" y="36189847"/>
                    <a:pt x="42241104" y="36190470"/>
                    <a:pt x="42205686" y="36171517"/>
                  </a:cubicBezTo>
                  <a:cubicBezTo>
                    <a:pt x="42177156" y="36156246"/>
                    <a:pt x="42164002" y="36107592"/>
                    <a:pt x="42164002" y="36017321"/>
                  </a:cubicBezTo>
                  <a:cubicBezTo>
                    <a:pt x="42164002" y="35953033"/>
                    <a:pt x="42189716" y="35908087"/>
                    <a:pt x="42251826" y="35863800"/>
                  </a:cubicBezTo>
                  <a:cubicBezTo>
                    <a:pt x="42264338" y="35854877"/>
                    <a:pt x="42277228" y="35849071"/>
                    <a:pt x="42290780" y="35846449"/>
                  </a:cubicBezTo>
                  <a:cubicBezTo>
                    <a:pt x="42300944" y="35844483"/>
                    <a:pt x="42311480" y="35844309"/>
                    <a:pt x="42322506" y="35845957"/>
                  </a:cubicBezTo>
                  <a:close/>
                  <a:moveTo>
                    <a:pt x="15805152" y="35832904"/>
                  </a:moveTo>
                  <a:cubicBezTo>
                    <a:pt x="15845060" y="35836709"/>
                    <a:pt x="15864952" y="35848135"/>
                    <a:pt x="15897932" y="35886200"/>
                  </a:cubicBezTo>
                  <a:cubicBezTo>
                    <a:pt x="15957504" y="35954954"/>
                    <a:pt x="15979052" y="36002534"/>
                    <a:pt x="15969764" y="36044817"/>
                  </a:cubicBezTo>
                  <a:cubicBezTo>
                    <a:pt x="15961224" y="36083715"/>
                    <a:pt x="15956568" y="36084936"/>
                    <a:pt x="15811504" y="36086362"/>
                  </a:cubicBezTo>
                  <a:cubicBezTo>
                    <a:pt x="15681100" y="36087645"/>
                    <a:pt x="15646400" y="36058630"/>
                    <a:pt x="15646400" y="35948308"/>
                  </a:cubicBezTo>
                  <a:cubicBezTo>
                    <a:pt x="15646400" y="35890764"/>
                    <a:pt x="15657968" y="35874387"/>
                    <a:pt x="15719504" y="35844811"/>
                  </a:cubicBezTo>
                  <a:cubicBezTo>
                    <a:pt x="15738672" y="35835599"/>
                    <a:pt x="15777212" y="35830242"/>
                    <a:pt x="15805152" y="35832904"/>
                  </a:cubicBezTo>
                  <a:close/>
                  <a:moveTo>
                    <a:pt x="13533952" y="35828851"/>
                  </a:moveTo>
                  <a:cubicBezTo>
                    <a:pt x="13560888" y="35829718"/>
                    <a:pt x="13586340" y="35833728"/>
                    <a:pt x="13603328" y="35840651"/>
                  </a:cubicBezTo>
                  <a:cubicBezTo>
                    <a:pt x="13646744" y="35858342"/>
                    <a:pt x="13665204" y="35901003"/>
                    <a:pt x="13665204" y="35983622"/>
                  </a:cubicBezTo>
                  <a:cubicBezTo>
                    <a:pt x="13665204" y="36071684"/>
                    <a:pt x="13644892" y="36087051"/>
                    <a:pt x="13528480" y="36087051"/>
                  </a:cubicBezTo>
                  <a:cubicBezTo>
                    <a:pt x="13480096" y="36087051"/>
                    <a:pt x="13433912" y="36082065"/>
                    <a:pt x="13425856" y="36075971"/>
                  </a:cubicBezTo>
                  <a:cubicBezTo>
                    <a:pt x="13409468" y="36063580"/>
                    <a:pt x="13405380" y="35892378"/>
                    <a:pt x="13420728" y="35861372"/>
                  </a:cubicBezTo>
                  <a:cubicBezTo>
                    <a:pt x="13425968" y="35850793"/>
                    <a:pt x="13441684" y="35839323"/>
                    <a:pt x="13455656" y="35835892"/>
                  </a:cubicBezTo>
                  <a:cubicBezTo>
                    <a:pt x="13478592" y="35830255"/>
                    <a:pt x="13507016" y="35827982"/>
                    <a:pt x="13533952" y="35828851"/>
                  </a:cubicBezTo>
                  <a:close/>
                  <a:moveTo>
                    <a:pt x="14719316" y="35757426"/>
                  </a:moveTo>
                  <a:cubicBezTo>
                    <a:pt x="14753556" y="35763646"/>
                    <a:pt x="14791196" y="35783142"/>
                    <a:pt x="14831264" y="35815740"/>
                  </a:cubicBezTo>
                  <a:cubicBezTo>
                    <a:pt x="14870604" y="35847738"/>
                    <a:pt x="14898880" y="35882071"/>
                    <a:pt x="14903600" y="35903577"/>
                  </a:cubicBezTo>
                  <a:cubicBezTo>
                    <a:pt x="14913800" y="35950002"/>
                    <a:pt x="14890804" y="36032874"/>
                    <a:pt x="14859984" y="36060764"/>
                  </a:cubicBezTo>
                  <a:cubicBezTo>
                    <a:pt x="14831824" y="36086254"/>
                    <a:pt x="14753128" y="36096288"/>
                    <a:pt x="14664208" y="36085734"/>
                  </a:cubicBezTo>
                  <a:cubicBezTo>
                    <a:pt x="14609180" y="36079200"/>
                    <a:pt x="14600888" y="36073954"/>
                    <a:pt x="14584832" y="36035528"/>
                  </a:cubicBezTo>
                  <a:cubicBezTo>
                    <a:pt x="14547520" y="35946232"/>
                    <a:pt x="14567744" y="35825251"/>
                    <a:pt x="14627752" y="35778772"/>
                  </a:cubicBezTo>
                  <a:cubicBezTo>
                    <a:pt x="14654232" y="35758264"/>
                    <a:pt x="14685076" y="35751206"/>
                    <a:pt x="14719316" y="35757426"/>
                  </a:cubicBezTo>
                  <a:close/>
                  <a:moveTo>
                    <a:pt x="41396660" y="35674764"/>
                  </a:moveTo>
                  <a:cubicBezTo>
                    <a:pt x="41433330" y="35675323"/>
                    <a:pt x="41470346" y="35681652"/>
                    <a:pt x="41487172" y="35693437"/>
                  </a:cubicBezTo>
                  <a:cubicBezTo>
                    <a:pt x="41525708" y="35720427"/>
                    <a:pt x="41540602" y="35838854"/>
                    <a:pt x="41511122" y="35883848"/>
                  </a:cubicBezTo>
                  <a:cubicBezTo>
                    <a:pt x="41492296" y="35912580"/>
                    <a:pt x="41482082" y="35915600"/>
                    <a:pt x="41403676" y="35915600"/>
                  </a:cubicBezTo>
                  <a:cubicBezTo>
                    <a:pt x="41286972" y="35915600"/>
                    <a:pt x="41268594" y="35896581"/>
                    <a:pt x="41278606" y="35786166"/>
                  </a:cubicBezTo>
                  <a:cubicBezTo>
                    <a:pt x="41283580" y="35731305"/>
                    <a:pt x="41292640" y="35702101"/>
                    <a:pt x="41308216" y="35690711"/>
                  </a:cubicBezTo>
                  <a:cubicBezTo>
                    <a:pt x="41323662" y="35679416"/>
                    <a:pt x="41359988" y="35674205"/>
                    <a:pt x="41396660" y="35674764"/>
                  </a:cubicBezTo>
                  <a:close/>
                  <a:moveTo>
                    <a:pt x="16205200" y="35662019"/>
                  </a:moveTo>
                  <a:cubicBezTo>
                    <a:pt x="16321452" y="35661625"/>
                    <a:pt x="16383680" y="35694646"/>
                    <a:pt x="16408520" y="35769913"/>
                  </a:cubicBezTo>
                  <a:cubicBezTo>
                    <a:pt x="16429992" y="35834975"/>
                    <a:pt x="16419280" y="35965135"/>
                    <a:pt x="16390736" y="35986008"/>
                  </a:cubicBezTo>
                  <a:cubicBezTo>
                    <a:pt x="16359644" y="36008742"/>
                    <a:pt x="16232232" y="36021359"/>
                    <a:pt x="16140844" y="36010751"/>
                  </a:cubicBezTo>
                  <a:cubicBezTo>
                    <a:pt x="16030856" y="35997986"/>
                    <a:pt x="15999200" y="35967656"/>
                    <a:pt x="15992004" y="35868140"/>
                  </a:cubicBezTo>
                  <a:cubicBezTo>
                    <a:pt x="15985776" y="35782077"/>
                    <a:pt x="15995924" y="35758862"/>
                    <a:pt x="16065504" y="35699970"/>
                  </a:cubicBezTo>
                  <a:cubicBezTo>
                    <a:pt x="16106040" y="35665660"/>
                    <a:pt x="16118340" y="35662316"/>
                    <a:pt x="16205200" y="35662019"/>
                  </a:cubicBezTo>
                  <a:close/>
                  <a:moveTo>
                    <a:pt x="44896601" y="35587330"/>
                  </a:moveTo>
                  <a:cubicBezTo>
                    <a:pt x="44925850" y="35580772"/>
                    <a:pt x="44966425" y="35594182"/>
                    <a:pt x="45004425" y="35625011"/>
                  </a:cubicBezTo>
                  <a:cubicBezTo>
                    <a:pt x="45069726" y="35677980"/>
                    <a:pt x="45070933" y="35680496"/>
                    <a:pt x="45078458" y="35779075"/>
                  </a:cubicBezTo>
                  <a:cubicBezTo>
                    <a:pt x="45087434" y="35896655"/>
                    <a:pt x="45068843" y="35915600"/>
                    <a:pt x="44944469" y="35915600"/>
                  </a:cubicBezTo>
                  <a:cubicBezTo>
                    <a:pt x="44836897" y="35915600"/>
                    <a:pt x="44813559" y="35904782"/>
                    <a:pt x="44780243" y="35839481"/>
                  </a:cubicBezTo>
                  <a:cubicBezTo>
                    <a:pt x="44739272" y="35759166"/>
                    <a:pt x="44745777" y="35718415"/>
                    <a:pt x="44805603" y="35680650"/>
                  </a:cubicBezTo>
                  <a:cubicBezTo>
                    <a:pt x="44833542" y="35663011"/>
                    <a:pt x="44856403" y="35641223"/>
                    <a:pt x="44856403" y="35632231"/>
                  </a:cubicBezTo>
                  <a:cubicBezTo>
                    <a:pt x="44856403" y="35623236"/>
                    <a:pt x="44863261" y="35609023"/>
                    <a:pt x="44871642" y="35600640"/>
                  </a:cubicBezTo>
                  <a:cubicBezTo>
                    <a:pt x="44878360" y="35593921"/>
                    <a:pt x="44886852" y="35589517"/>
                    <a:pt x="44896601" y="35587330"/>
                  </a:cubicBezTo>
                  <a:close/>
                  <a:moveTo>
                    <a:pt x="12689768" y="35567988"/>
                  </a:moveTo>
                  <a:cubicBezTo>
                    <a:pt x="12706584" y="35570529"/>
                    <a:pt x="12724364" y="35580532"/>
                    <a:pt x="12742424" y="35597890"/>
                  </a:cubicBezTo>
                  <a:cubicBezTo>
                    <a:pt x="12760504" y="35615269"/>
                    <a:pt x="12766112" y="35640828"/>
                    <a:pt x="12767192" y="35710826"/>
                  </a:cubicBezTo>
                  <a:cubicBezTo>
                    <a:pt x="12767956" y="35760587"/>
                    <a:pt x="12762524" y="35807360"/>
                    <a:pt x="12755116" y="35814768"/>
                  </a:cubicBezTo>
                  <a:cubicBezTo>
                    <a:pt x="12746312" y="35823574"/>
                    <a:pt x="12718192" y="35824670"/>
                    <a:pt x="12673944" y="35817945"/>
                  </a:cubicBezTo>
                  <a:cubicBezTo>
                    <a:pt x="12611932" y="35808517"/>
                    <a:pt x="12605848" y="35804594"/>
                    <a:pt x="12601584" y="35771278"/>
                  </a:cubicBezTo>
                  <a:cubicBezTo>
                    <a:pt x="12593544" y="35708504"/>
                    <a:pt x="12615892" y="35606621"/>
                    <a:pt x="12642916" y="35582846"/>
                  </a:cubicBezTo>
                  <a:cubicBezTo>
                    <a:pt x="12657108" y="35570363"/>
                    <a:pt x="12672952" y="35565445"/>
                    <a:pt x="12689768" y="35567988"/>
                  </a:cubicBezTo>
                  <a:close/>
                  <a:moveTo>
                    <a:pt x="43281258" y="35389819"/>
                  </a:moveTo>
                  <a:cubicBezTo>
                    <a:pt x="43298326" y="35388652"/>
                    <a:pt x="43318402" y="35390680"/>
                    <a:pt x="43347202" y="35395510"/>
                  </a:cubicBezTo>
                  <a:cubicBezTo>
                    <a:pt x="43386768" y="35402144"/>
                    <a:pt x="43427804" y="35410894"/>
                    <a:pt x="43438388" y="35414955"/>
                  </a:cubicBezTo>
                  <a:cubicBezTo>
                    <a:pt x="43468866" y="35426651"/>
                    <a:pt x="43484806" y="35491847"/>
                    <a:pt x="43484806" y="35604795"/>
                  </a:cubicBezTo>
                  <a:cubicBezTo>
                    <a:pt x="43484806" y="35730559"/>
                    <a:pt x="43486152" y="35729553"/>
                    <a:pt x="43309492" y="35735526"/>
                  </a:cubicBezTo>
                  <a:cubicBezTo>
                    <a:pt x="43200916" y="35739196"/>
                    <a:pt x="43186424" y="35736964"/>
                    <a:pt x="43162308" y="35712847"/>
                  </a:cubicBezTo>
                  <a:cubicBezTo>
                    <a:pt x="43139426" y="35689965"/>
                    <a:pt x="43135556" y="35670927"/>
                    <a:pt x="43135556" y="35581218"/>
                  </a:cubicBezTo>
                  <a:cubicBezTo>
                    <a:pt x="43135556" y="35465350"/>
                    <a:pt x="43147268" y="35444042"/>
                    <a:pt x="43233348" y="35403285"/>
                  </a:cubicBezTo>
                  <a:cubicBezTo>
                    <a:pt x="43250124" y="35395343"/>
                    <a:pt x="43264188" y="35390985"/>
                    <a:pt x="43281258" y="35389819"/>
                  </a:cubicBezTo>
                  <a:close/>
                  <a:moveTo>
                    <a:pt x="42592004" y="35389046"/>
                  </a:moveTo>
                  <a:cubicBezTo>
                    <a:pt x="42747924" y="35421698"/>
                    <a:pt x="42745904" y="35420830"/>
                    <a:pt x="42759960" y="35461144"/>
                  </a:cubicBezTo>
                  <a:cubicBezTo>
                    <a:pt x="42783016" y="35527286"/>
                    <a:pt x="42777320" y="35679599"/>
                    <a:pt x="42750552" y="35712655"/>
                  </a:cubicBezTo>
                  <a:cubicBezTo>
                    <a:pt x="42729196" y="35739028"/>
                    <a:pt x="42719628" y="35740699"/>
                    <a:pt x="42620378" y="35735378"/>
                  </a:cubicBezTo>
                  <a:cubicBezTo>
                    <a:pt x="42470114" y="35727320"/>
                    <a:pt x="42453876" y="35719234"/>
                    <a:pt x="42434002" y="35642548"/>
                  </a:cubicBezTo>
                  <a:cubicBezTo>
                    <a:pt x="42410180" y="35550624"/>
                    <a:pt x="42443856" y="35468906"/>
                    <a:pt x="42531230" y="35406602"/>
                  </a:cubicBezTo>
                  <a:cubicBezTo>
                    <a:pt x="42549284" y="35393728"/>
                    <a:pt x="42576632" y="35385828"/>
                    <a:pt x="42592004" y="35389046"/>
                  </a:cubicBezTo>
                  <a:close/>
                  <a:moveTo>
                    <a:pt x="44002668" y="35298592"/>
                  </a:moveTo>
                  <a:cubicBezTo>
                    <a:pt x="44010464" y="35298163"/>
                    <a:pt x="44019194" y="35298243"/>
                    <a:pt x="44029390" y="35298775"/>
                  </a:cubicBezTo>
                  <a:cubicBezTo>
                    <a:pt x="44042986" y="35299485"/>
                    <a:pt x="44059192" y="35300998"/>
                    <a:pt x="44079274" y="35303179"/>
                  </a:cubicBezTo>
                  <a:cubicBezTo>
                    <a:pt x="44130324" y="35308726"/>
                    <a:pt x="44174528" y="35318775"/>
                    <a:pt x="44177504" y="35325507"/>
                  </a:cubicBezTo>
                  <a:cubicBezTo>
                    <a:pt x="44194700" y="35364428"/>
                    <a:pt x="44194572" y="35443779"/>
                    <a:pt x="44177288" y="35458122"/>
                  </a:cubicBezTo>
                  <a:cubicBezTo>
                    <a:pt x="44152290" y="35478868"/>
                    <a:pt x="43927836" y="35459593"/>
                    <a:pt x="43898868" y="35434207"/>
                  </a:cubicBezTo>
                  <a:cubicBezTo>
                    <a:pt x="43871082" y="35409865"/>
                    <a:pt x="43862496" y="35365411"/>
                    <a:pt x="43883140" y="35352786"/>
                  </a:cubicBezTo>
                  <a:cubicBezTo>
                    <a:pt x="43892464" y="35347085"/>
                    <a:pt x="43919524" y="35331320"/>
                    <a:pt x="43943270" y="35317758"/>
                  </a:cubicBezTo>
                  <a:cubicBezTo>
                    <a:pt x="43964290" y="35305753"/>
                    <a:pt x="43979280" y="35299880"/>
                    <a:pt x="44002668" y="35298592"/>
                  </a:cubicBezTo>
                  <a:close/>
                  <a:moveTo>
                    <a:pt x="45490988" y="35229801"/>
                  </a:moveTo>
                  <a:cubicBezTo>
                    <a:pt x="45604435" y="35229801"/>
                    <a:pt x="45624750" y="35250326"/>
                    <a:pt x="45624750" y="35364945"/>
                  </a:cubicBezTo>
                  <a:cubicBezTo>
                    <a:pt x="45624750" y="35436262"/>
                    <a:pt x="45621528" y="35447351"/>
                    <a:pt x="45599350" y="35452320"/>
                  </a:cubicBezTo>
                  <a:cubicBezTo>
                    <a:pt x="45567290" y="35459504"/>
                    <a:pt x="45400224" y="35459802"/>
                    <a:pt x="45384070" y="35452701"/>
                  </a:cubicBezTo>
                  <a:cubicBezTo>
                    <a:pt x="45366626" y="35445036"/>
                    <a:pt x="45371857" y="35270470"/>
                    <a:pt x="45390191" y="35248379"/>
                  </a:cubicBezTo>
                  <a:cubicBezTo>
                    <a:pt x="45400925" y="35235446"/>
                    <a:pt x="45431552" y="35229801"/>
                    <a:pt x="45490988" y="35229801"/>
                  </a:cubicBezTo>
                  <a:close/>
                  <a:moveTo>
                    <a:pt x="15339552" y="35217901"/>
                  </a:moveTo>
                  <a:cubicBezTo>
                    <a:pt x="15382336" y="35215606"/>
                    <a:pt x="15427996" y="35229616"/>
                    <a:pt x="15473320" y="35259311"/>
                  </a:cubicBezTo>
                  <a:cubicBezTo>
                    <a:pt x="15512148" y="35284752"/>
                    <a:pt x="15538568" y="35376253"/>
                    <a:pt x="15520672" y="35423320"/>
                  </a:cubicBezTo>
                  <a:cubicBezTo>
                    <a:pt x="15504200" y="35466641"/>
                    <a:pt x="15471112" y="35475056"/>
                    <a:pt x="15340584" y="35469128"/>
                  </a:cubicBezTo>
                  <a:cubicBezTo>
                    <a:pt x="15249164" y="35464977"/>
                    <a:pt x="15234936" y="35460949"/>
                    <a:pt x="15212464" y="35432854"/>
                  </a:cubicBezTo>
                  <a:cubicBezTo>
                    <a:pt x="15190672" y="35405607"/>
                    <a:pt x="15188792" y="35392847"/>
                    <a:pt x="15198820" y="35340280"/>
                  </a:cubicBezTo>
                  <a:cubicBezTo>
                    <a:pt x="15212544" y="35268350"/>
                    <a:pt x="15230388" y="35247690"/>
                    <a:pt x="15297844" y="35225656"/>
                  </a:cubicBezTo>
                  <a:cubicBezTo>
                    <a:pt x="15311348" y="35221244"/>
                    <a:pt x="15325292" y="35218666"/>
                    <a:pt x="15339552" y="35217901"/>
                  </a:cubicBezTo>
                  <a:close/>
                  <a:moveTo>
                    <a:pt x="41708974" y="35217872"/>
                  </a:moveTo>
                  <a:cubicBezTo>
                    <a:pt x="41719780" y="35218097"/>
                    <a:pt x="41733490" y="35219106"/>
                    <a:pt x="41751248" y="35220589"/>
                  </a:cubicBezTo>
                  <a:cubicBezTo>
                    <a:pt x="41832568" y="35227375"/>
                    <a:pt x="41904264" y="35261959"/>
                    <a:pt x="41994282" y="35337824"/>
                  </a:cubicBezTo>
                  <a:lnTo>
                    <a:pt x="42043348" y="35379177"/>
                  </a:lnTo>
                  <a:lnTo>
                    <a:pt x="42053938" y="35531933"/>
                  </a:lnTo>
                  <a:cubicBezTo>
                    <a:pt x="42068336" y="35739632"/>
                    <a:pt x="42069560" y="35737800"/>
                    <a:pt x="41916324" y="35737800"/>
                  </a:cubicBezTo>
                  <a:lnTo>
                    <a:pt x="41796544" y="35737800"/>
                  </a:lnTo>
                  <a:lnTo>
                    <a:pt x="41752096" y="35693350"/>
                  </a:lnTo>
                  <a:cubicBezTo>
                    <a:pt x="41716848" y="35658103"/>
                    <a:pt x="41697628" y="35648900"/>
                    <a:pt x="41659248" y="35648900"/>
                  </a:cubicBezTo>
                  <a:cubicBezTo>
                    <a:pt x="41585912" y="35648900"/>
                    <a:pt x="41558864" y="35623106"/>
                    <a:pt x="41548944" y="35543716"/>
                  </a:cubicBezTo>
                  <a:cubicBezTo>
                    <a:pt x="41537016" y="35448262"/>
                    <a:pt x="41555822" y="35377348"/>
                    <a:pt x="41603760" y="35337013"/>
                  </a:cubicBezTo>
                  <a:cubicBezTo>
                    <a:pt x="41625508" y="35318712"/>
                    <a:pt x="41643300" y="35297557"/>
                    <a:pt x="41643300" y="35289995"/>
                  </a:cubicBezTo>
                  <a:cubicBezTo>
                    <a:pt x="41643300" y="35282436"/>
                    <a:pt x="41650444" y="35262295"/>
                    <a:pt x="41659174" y="35245238"/>
                  </a:cubicBezTo>
                  <a:cubicBezTo>
                    <a:pt x="41670272" y="35223556"/>
                    <a:pt x="41676556" y="35217195"/>
                    <a:pt x="41708974" y="35217872"/>
                  </a:cubicBezTo>
                  <a:close/>
                  <a:moveTo>
                    <a:pt x="13722928" y="35140900"/>
                  </a:moveTo>
                  <a:cubicBezTo>
                    <a:pt x="13802756" y="35140900"/>
                    <a:pt x="13805308" y="35141976"/>
                    <a:pt x="13863336" y="35200003"/>
                  </a:cubicBezTo>
                  <a:cubicBezTo>
                    <a:pt x="13918476" y="35255145"/>
                    <a:pt x="13922868" y="35264427"/>
                    <a:pt x="13928808" y="35338414"/>
                  </a:cubicBezTo>
                  <a:cubicBezTo>
                    <a:pt x="13932308" y="35382034"/>
                    <a:pt x="13931232" y="35444004"/>
                    <a:pt x="13926416" y="35476129"/>
                  </a:cubicBezTo>
                  <a:cubicBezTo>
                    <a:pt x="13916088" y="35544984"/>
                    <a:pt x="13907816" y="35548605"/>
                    <a:pt x="13740220" y="35557622"/>
                  </a:cubicBezTo>
                  <a:cubicBezTo>
                    <a:pt x="13617508" y="35564224"/>
                    <a:pt x="13603996" y="35558881"/>
                    <a:pt x="13538296" y="35477820"/>
                  </a:cubicBezTo>
                  <a:cubicBezTo>
                    <a:pt x="13501084" y="35431909"/>
                    <a:pt x="13497932" y="35421255"/>
                    <a:pt x="13503100" y="35358930"/>
                  </a:cubicBezTo>
                  <a:cubicBezTo>
                    <a:pt x="13507972" y="35300158"/>
                    <a:pt x="13515352" y="35284268"/>
                    <a:pt x="13555240" y="35246636"/>
                  </a:cubicBezTo>
                  <a:cubicBezTo>
                    <a:pt x="13580792" y="35222526"/>
                    <a:pt x="13601704" y="35197855"/>
                    <a:pt x="13601704" y="35191809"/>
                  </a:cubicBezTo>
                  <a:cubicBezTo>
                    <a:pt x="13601704" y="35185762"/>
                    <a:pt x="13610684" y="35171835"/>
                    <a:pt x="13621660" y="35160859"/>
                  </a:cubicBezTo>
                  <a:cubicBezTo>
                    <a:pt x="13635648" y="35146872"/>
                    <a:pt x="13665940" y="35140900"/>
                    <a:pt x="13722928" y="35140900"/>
                  </a:cubicBezTo>
                  <a:close/>
                  <a:moveTo>
                    <a:pt x="14456596" y="34875489"/>
                  </a:moveTo>
                  <a:cubicBezTo>
                    <a:pt x="14490912" y="34873671"/>
                    <a:pt x="14520776" y="34890672"/>
                    <a:pt x="14564544" y="34925521"/>
                  </a:cubicBezTo>
                  <a:cubicBezTo>
                    <a:pt x="14620112" y="34969763"/>
                    <a:pt x="14630196" y="34984793"/>
                    <a:pt x="14637644" y="35034460"/>
                  </a:cubicBezTo>
                  <a:cubicBezTo>
                    <a:pt x="14650512" y="35120269"/>
                    <a:pt x="14635744" y="35201273"/>
                    <a:pt x="14601992" y="35229980"/>
                  </a:cubicBezTo>
                  <a:cubicBezTo>
                    <a:pt x="14533004" y="35288665"/>
                    <a:pt x="14505364" y="35296497"/>
                    <a:pt x="14387196" y="35290848"/>
                  </a:cubicBezTo>
                  <a:cubicBezTo>
                    <a:pt x="14241536" y="35283884"/>
                    <a:pt x="14221236" y="35267160"/>
                    <a:pt x="14213640" y="35147839"/>
                  </a:cubicBezTo>
                  <a:cubicBezTo>
                    <a:pt x="14205672" y="35022743"/>
                    <a:pt x="14211972" y="35010551"/>
                    <a:pt x="14321912" y="34938380"/>
                  </a:cubicBezTo>
                  <a:cubicBezTo>
                    <a:pt x="14383500" y="34897946"/>
                    <a:pt x="14422276" y="34877308"/>
                    <a:pt x="14456596" y="34875489"/>
                  </a:cubicBezTo>
                  <a:close/>
                  <a:moveTo>
                    <a:pt x="12755240" y="34867768"/>
                  </a:moveTo>
                  <a:cubicBezTo>
                    <a:pt x="12786048" y="34869087"/>
                    <a:pt x="12815856" y="34877562"/>
                    <a:pt x="12830896" y="34892603"/>
                  </a:cubicBezTo>
                  <a:cubicBezTo>
                    <a:pt x="12856624" y="34918329"/>
                    <a:pt x="12871464" y="35088492"/>
                    <a:pt x="12851508" y="35128934"/>
                  </a:cubicBezTo>
                  <a:cubicBezTo>
                    <a:pt x="12843088" y="35145989"/>
                    <a:pt x="12833432" y="35169950"/>
                    <a:pt x="12830048" y="35182173"/>
                  </a:cubicBezTo>
                  <a:cubicBezTo>
                    <a:pt x="12824908" y="35200733"/>
                    <a:pt x="12808696" y="35204399"/>
                    <a:pt x="12731752" y="35204399"/>
                  </a:cubicBezTo>
                  <a:cubicBezTo>
                    <a:pt x="12615324" y="35204399"/>
                    <a:pt x="12605592" y="35194290"/>
                    <a:pt x="12607424" y="35075305"/>
                  </a:cubicBezTo>
                  <a:cubicBezTo>
                    <a:pt x="12609012" y="34972273"/>
                    <a:pt x="12627768" y="34918584"/>
                    <a:pt x="12673604" y="34885869"/>
                  </a:cubicBezTo>
                  <a:cubicBezTo>
                    <a:pt x="12692632" y="34872287"/>
                    <a:pt x="12724436" y="34866450"/>
                    <a:pt x="12755240" y="34867768"/>
                  </a:cubicBezTo>
                  <a:close/>
                  <a:moveTo>
                    <a:pt x="45734680" y="34700229"/>
                  </a:moveTo>
                  <a:cubicBezTo>
                    <a:pt x="45771307" y="34707633"/>
                    <a:pt x="45807403" y="34734441"/>
                    <a:pt x="45851938" y="34782465"/>
                  </a:cubicBezTo>
                  <a:cubicBezTo>
                    <a:pt x="45866685" y="34798367"/>
                    <a:pt x="45900183" y="34833066"/>
                    <a:pt x="45926377" y="34859566"/>
                  </a:cubicBezTo>
                  <a:cubicBezTo>
                    <a:pt x="45970036" y="34903741"/>
                    <a:pt x="45974002" y="34913693"/>
                    <a:pt x="45974002" y="34979073"/>
                  </a:cubicBezTo>
                  <a:cubicBezTo>
                    <a:pt x="45974002" y="35048820"/>
                    <a:pt x="45972365" y="35052083"/>
                    <a:pt x="45899582" y="35127396"/>
                  </a:cubicBezTo>
                  <a:lnTo>
                    <a:pt x="45825158" y="35204401"/>
                  </a:lnTo>
                  <a:lnTo>
                    <a:pt x="45717258" y="35204401"/>
                  </a:lnTo>
                  <a:cubicBezTo>
                    <a:pt x="45612973" y="35204401"/>
                    <a:pt x="45607352" y="35202872"/>
                    <a:pt x="45549625" y="35158794"/>
                  </a:cubicBezTo>
                  <a:cubicBezTo>
                    <a:pt x="45480141" y="35105740"/>
                    <a:pt x="45466002" y="35075748"/>
                    <a:pt x="45466002" y="34981422"/>
                  </a:cubicBezTo>
                  <a:cubicBezTo>
                    <a:pt x="45466002" y="34921443"/>
                    <a:pt x="45470761" y="34908255"/>
                    <a:pt x="45502682" y="34879816"/>
                  </a:cubicBezTo>
                  <a:cubicBezTo>
                    <a:pt x="45522854" y="34861842"/>
                    <a:pt x="45542723" y="34830326"/>
                    <a:pt x="45546831" y="34809777"/>
                  </a:cubicBezTo>
                  <a:cubicBezTo>
                    <a:pt x="45552173" y="34783069"/>
                    <a:pt x="45571385" y="34761588"/>
                    <a:pt x="45614238" y="34734411"/>
                  </a:cubicBezTo>
                  <a:cubicBezTo>
                    <a:pt x="45660895" y="34704823"/>
                    <a:pt x="45698053" y="34692824"/>
                    <a:pt x="45734680" y="34700229"/>
                  </a:cubicBezTo>
                  <a:close/>
                  <a:moveTo>
                    <a:pt x="15837496" y="34696400"/>
                  </a:moveTo>
                  <a:cubicBezTo>
                    <a:pt x="15925308" y="34696400"/>
                    <a:pt x="15940544" y="34700116"/>
                    <a:pt x="15980776" y="34731326"/>
                  </a:cubicBezTo>
                  <a:cubicBezTo>
                    <a:pt x="16005536" y="34750534"/>
                    <a:pt x="16034728" y="34785675"/>
                    <a:pt x="16045648" y="34809419"/>
                  </a:cubicBezTo>
                  <a:cubicBezTo>
                    <a:pt x="16081984" y="34888432"/>
                    <a:pt x="16065884" y="35004007"/>
                    <a:pt x="16016352" y="35019726"/>
                  </a:cubicBezTo>
                  <a:cubicBezTo>
                    <a:pt x="16002488" y="35024126"/>
                    <a:pt x="15979496" y="35047476"/>
                    <a:pt x="15965252" y="35071614"/>
                  </a:cubicBezTo>
                  <a:lnTo>
                    <a:pt x="15939360" y="35115500"/>
                  </a:lnTo>
                  <a:lnTo>
                    <a:pt x="15808756" y="35108701"/>
                  </a:lnTo>
                  <a:cubicBezTo>
                    <a:pt x="15736924" y="35104962"/>
                    <a:pt x="15666176" y="35094960"/>
                    <a:pt x="15651532" y="35086476"/>
                  </a:cubicBezTo>
                  <a:cubicBezTo>
                    <a:pt x="15576420" y="35042946"/>
                    <a:pt x="15533332" y="34945672"/>
                    <a:pt x="15549944" y="34857122"/>
                  </a:cubicBezTo>
                  <a:cubicBezTo>
                    <a:pt x="15556632" y="34821459"/>
                    <a:pt x="15568908" y="34809085"/>
                    <a:pt x="15626456" y="34779967"/>
                  </a:cubicBezTo>
                  <a:cubicBezTo>
                    <a:pt x="15664152" y="34760892"/>
                    <a:pt x="15704952" y="34734289"/>
                    <a:pt x="15717116" y="34720845"/>
                  </a:cubicBezTo>
                  <a:cubicBezTo>
                    <a:pt x="15735320" y="34700732"/>
                    <a:pt x="15756648" y="34696400"/>
                    <a:pt x="15837496" y="34696400"/>
                  </a:cubicBezTo>
                  <a:close/>
                  <a:moveTo>
                    <a:pt x="44497933" y="34678639"/>
                  </a:moveTo>
                  <a:cubicBezTo>
                    <a:pt x="44526661" y="34679628"/>
                    <a:pt x="44562985" y="34684072"/>
                    <a:pt x="44601556" y="34691786"/>
                  </a:cubicBezTo>
                  <a:cubicBezTo>
                    <a:pt x="44629371" y="34697349"/>
                    <a:pt x="44655624" y="34717732"/>
                    <a:pt x="44685693" y="34757114"/>
                  </a:cubicBezTo>
                  <a:cubicBezTo>
                    <a:pt x="44729377" y="34814321"/>
                    <a:pt x="44729399" y="34814424"/>
                    <a:pt x="44729399" y="34953897"/>
                  </a:cubicBezTo>
                  <a:lnTo>
                    <a:pt x="44729399" y="35093442"/>
                  </a:lnTo>
                  <a:lnTo>
                    <a:pt x="44618441" y="35204400"/>
                  </a:lnTo>
                  <a:lnTo>
                    <a:pt x="44524022" y="35204400"/>
                  </a:lnTo>
                  <a:cubicBezTo>
                    <a:pt x="44438595" y="35204400"/>
                    <a:pt x="44424549" y="35200682"/>
                    <a:pt x="44376543" y="35165379"/>
                  </a:cubicBezTo>
                  <a:cubicBezTo>
                    <a:pt x="44312290" y="35118126"/>
                    <a:pt x="44296060" y="35068700"/>
                    <a:pt x="44293228" y="34911621"/>
                  </a:cubicBezTo>
                  <a:lnTo>
                    <a:pt x="44291248" y="34801885"/>
                  </a:lnTo>
                  <a:lnTo>
                    <a:pt x="44357338" y="34750186"/>
                  </a:lnTo>
                  <a:cubicBezTo>
                    <a:pt x="44393686" y="34721754"/>
                    <a:pt x="44430834" y="34692968"/>
                    <a:pt x="44439888" y="34686218"/>
                  </a:cubicBezTo>
                  <a:cubicBezTo>
                    <a:pt x="44448075" y="34680115"/>
                    <a:pt x="44469206" y="34677650"/>
                    <a:pt x="44497933" y="34678639"/>
                  </a:cubicBezTo>
                  <a:close/>
                  <a:moveTo>
                    <a:pt x="42436624" y="34616104"/>
                  </a:moveTo>
                  <a:cubicBezTo>
                    <a:pt x="42455044" y="34614948"/>
                    <a:pt x="42470452" y="34624948"/>
                    <a:pt x="42481808" y="34646169"/>
                  </a:cubicBezTo>
                  <a:cubicBezTo>
                    <a:pt x="42488516" y="34658703"/>
                    <a:pt x="42513780" y="34675490"/>
                    <a:pt x="42537948" y="34683465"/>
                  </a:cubicBezTo>
                  <a:cubicBezTo>
                    <a:pt x="42593556" y="34701818"/>
                    <a:pt x="42600908" y="34726043"/>
                    <a:pt x="42587520" y="34846845"/>
                  </a:cubicBezTo>
                  <a:lnTo>
                    <a:pt x="42576752" y="34944047"/>
                  </a:lnTo>
                  <a:lnTo>
                    <a:pt x="42656044" y="34951947"/>
                  </a:lnTo>
                  <a:cubicBezTo>
                    <a:pt x="42699654" y="34956291"/>
                    <a:pt x="42743944" y="34966991"/>
                    <a:pt x="42754468" y="34975727"/>
                  </a:cubicBezTo>
                  <a:cubicBezTo>
                    <a:pt x="42778456" y="34995635"/>
                    <a:pt x="42781562" y="35165956"/>
                    <a:pt x="42758364" y="35189158"/>
                  </a:cubicBezTo>
                  <a:cubicBezTo>
                    <a:pt x="42749320" y="35198199"/>
                    <a:pt x="42705790" y="35204397"/>
                    <a:pt x="42651320" y="35204397"/>
                  </a:cubicBezTo>
                  <a:cubicBezTo>
                    <a:pt x="42534388" y="35204397"/>
                    <a:pt x="42513532" y="35187691"/>
                    <a:pt x="42523664" y="35102141"/>
                  </a:cubicBezTo>
                  <a:cubicBezTo>
                    <a:pt x="42527672" y="35068315"/>
                    <a:pt x="42525052" y="35037123"/>
                    <a:pt x="42517576" y="35029649"/>
                  </a:cubicBezTo>
                  <a:cubicBezTo>
                    <a:pt x="42510356" y="35022433"/>
                    <a:pt x="42469288" y="35016477"/>
                    <a:pt x="42426304" y="35016415"/>
                  </a:cubicBezTo>
                  <a:cubicBezTo>
                    <a:pt x="42314478" y="35016253"/>
                    <a:pt x="42292492" y="35007857"/>
                    <a:pt x="42271340" y="34957237"/>
                  </a:cubicBezTo>
                  <a:cubicBezTo>
                    <a:pt x="42250050" y="34906288"/>
                    <a:pt x="42246712" y="34757095"/>
                    <a:pt x="42266048" y="34720963"/>
                  </a:cubicBezTo>
                  <a:cubicBezTo>
                    <a:pt x="42273280" y="34707451"/>
                    <a:pt x="42290616" y="34696397"/>
                    <a:pt x="42304574" y="34696397"/>
                  </a:cubicBezTo>
                  <a:cubicBezTo>
                    <a:pt x="42318530" y="34696397"/>
                    <a:pt x="42349488" y="34676857"/>
                    <a:pt x="42373370" y="34652976"/>
                  </a:cubicBezTo>
                  <a:cubicBezTo>
                    <a:pt x="42396772" y="34629574"/>
                    <a:pt x="42418204" y="34617262"/>
                    <a:pt x="42436624" y="34616104"/>
                  </a:cubicBezTo>
                  <a:close/>
                  <a:moveTo>
                    <a:pt x="42785446" y="34606321"/>
                  </a:moveTo>
                  <a:cubicBezTo>
                    <a:pt x="42826656" y="34601354"/>
                    <a:pt x="42852446" y="34642101"/>
                    <a:pt x="42859144" y="34725531"/>
                  </a:cubicBezTo>
                  <a:cubicBezTo>
                    <a:pt x="42867532" y="34830039"/>
                    <a:pt x="42855200" y="34848801"/>
                    <a:pt x="42778126" y="34848801"/>
                  </a:cubicBezTo>
                  <a:cubicBezTo>
                    <a:pt x="42731338" y="34848801"/>
                    <a:pt x="42719980" y="34843803"/>
                    <a:pt x="42708242" y="34818043"/>
                  </a:cubicBezTo>
                  <a:cubicBezTo>
                    <a:pt x="42686304" y="34769897"/>
                    <a:pt x="42705696" y="34650129"/>
                    <a:pt x="42739232" y="34626638"/>
                  </a:cubicBezTo>
                  <a:cubicBezTo>
                    <a:pt x="42756260" y="34614712"/>
                    <a:pt x="42771710" y="34607977"/>
                    <a:pt x="42785446" y="34606321"/>
                  </a:cubicBezTo>
                  <a:close/>
                  <a:moveTo>
                    <a:pt x="13712992" y="34589855"/>
                  </a:moveTo>
                  <a:cubicBezTo>
                    <a:pt x="13726092" y="34588760"/>
                    <a:pt x="13740636" y="34590523"/>
                    <a:pt x="13759356" y="34594916"/>
                  </a:cubicBezTo>
                  <a:cubicBezTo>
                    <a:pt x="13786696" y="34601331"/>
                    <a:pt x="13812412" y="34609935"/>
                    <a:pt x="13816508" y="34614039"/>
                  </a:cubicBezTo>
                  <a:cubicBezTo>
                    <a:pt x="13820604" y="34618142"/>
                    <a:pt x="13826112" y="34665038"/>
                    <a:pt x="13828752" y="34718256"/>
                  </a:cubicBezTo>
                  <a:cubicBezTo>
                    <a:pt x="13833328" y="34810480"/>
                    <a:pt x="13832140" y="34815553"/>
                    <a:pt x="13803352" y="34826556"/>
                  </a:cubicBezTo>
                  <a:cubicBezTo>
                    <a:pt x="13756496" y="34844466"/>
                    <a:pt x="13644448" y="34843064"/>
                    <a:pt x="13621820" y="34824287"/>
                  </a:cubicBezTo>
                  <a:cubicBezTo>
                    <a:pt x="13595016" y="34802040"/>
                    <a:pt x="13594688" y="34686670"/>
                    <a:pt x="13621320" y="34648643"/>
                  </a:cubicBezTo>
                  <a:cubicBezTo>
                    <a:pt x="13632112" y="34633235"/>
                    <a:pt x="13656400" y="34612222"/>
                    <a:pt x="13675296" y="34601941"/>
                  </a:cubicBezTo>
                  <a:cubicBezTo>
                    <a:pt x="13688236" y="34594903"/>
                    <a:pt x="13699892" y="34590950"/>
                    <a:pt x="13712992" y="34589855"/>
                  </a:cubicBezTo>
                  <a:close/>
                  <a:moveTo>
                    <a:pt x="45071279" y="34429698"/>
                  </a:moveTo>
                  <a:cubicBezTo>
                    <a:pt x="45163782" y="34429698"/>
                    <a:pt x="45163366" y="34429000"/>
                    <a:pt x="45172097" y="34599630"/>
                  </a:cubicBezTo>
                  <a:cubicBezTo>
                    <a:pt x="45177846" y="34711960"/>
                    <a:pt x="45176026" y="34726936"/>
                    <a:pt x="45154734" y="34742505"/>
                  </a:cubicBezTo>
                  <a:cubicBezTo>
                    <a:pt x="45124116" y="34764893"/>
                    <a:pt x="45045076" y="34764782"/>
                    <a:pt x="44991212" y="34742278"/>
                  </a:cubicBezTo>
                  <a:cubicBezTo>
                    <a:pt x="44956244" y="34727667"/>
                    <a:pt x="44946452" y="34714391"/>
                    <a:pt x="44933914" y="34664595"/>
                  </a:cubicBezTo>
                  <a:cubicBezTo>
                    <a:pt x="44914033" y="34585639"/>
                    <a:pt x="44927694" y="34496954"/>
                    <a:pt x="44965574" y="34459073"/>
                  </a:cubicBezTo>
                  <a:cubicBezTo>
                    <a:pt x="44989755" y="34434889"/>
                    <a:pt x="45008439" y="34429698"/>
                    <a:pt x="45071279" y="34429698"/>
                  </a:cubicBezTo>
                  <a:close/>
                  <a:moveTo>
                    <a:pt x="43733952" y="34412141"/>
                  </a:moveTo>
                  <a:cubicBezTo>
                    <a:pt x="43748684" y="34411982"/>
                    <a:pt x="43768028" y="34413858"/>
                    <a:pt x="43791698" y="34417772"/>
                  </a:cubicBezTo>
                  <a:cubicBezTo>
                    <a:pt x="43887712" y="34433648"/>
                    <a:pt x="43898042" y="34438484"/>
                    <a:pt x="43914880" y="34475446"/>
                  </a:cubicBezTo>
                  <a:cubicBezTo>
                    <a:pt x="43932976" y="34515158"/>
                    <a:pt x="43933984" y="34790924"/>
                    <a:pt x="43916156" y="34824234"/>
                  </a:cubicBezTo>
                  <a:cubicBezTo>
                    <a:pt x="43904832" y="34845392"/>
                    <a:pt x="43888856" y="34848800"/>
                    <a:pt x="43801020" y="34848800"/>
                  </a:cubicBezTo>
                  <a:cubicBezTo>
                    <a:pt x="43744926" y="34848800"/>
                    <a:pt x="43687996" y="34842893"/>
                    <a:pt x="43674508" y="34835675"/>
                  </a:cubicBezTo>
                  <a:cubicBezTo>
                    <a:pt x="43630322" y="34812027"/>
                    <a:pt x="43599102" y="34730432"/>
                    <a:pt x="43599102" y="34638599"/>
                  </a:cubicBezTo>
                  <a:cubicBezTo>
                    <a:pt x="43599102" y="34560715"/>
                    <a:pt x="43602440" y="34550486"/>
                    <a:pt x="43643552" y="34502458"/>
                  </a:cubicBezTo>
                  <a:cubicBezTo>
                    <a:pt x="43668000" y="34473896"/>
                    <a:pt x="43688002" y="34446260"/>
                    <a:pt x="43688002" y="34441045"/>
                  </a:cubicBezTo>
                  <a:cubicBezTo>
                    <a:pt x="43688002" y="34435831"/>
                    <a:pt x="43695146" y="34425785"/>
                    <a:pt x="43703876" y="34418718"/>
                  </a:cubicBezTo>
                  <a:cubicBezTo>
                    <a:pt x="43709100" y="34414494"/>
                    <a:pt x="43719220" y="34412300"/>
                    <a:pt x="43733952" y="34412141"/>
                  </a:cubicBezTo>
                  <a:close/>
                  <a:moveTo>
                    <a:pt x="41877216" y="34411207"/>
                  </a:moveTo>
                  <a:cubicBezTo>
                    <a:pt x="41942160" y="34407094"/>
                    <a:pt x="42048798" y="34424458"/>
                    <a:pt x="42076658" y="34450041"/>
                  </a:cubicBezTo>
                  <a:cubicBezTo>
                    <a:pt x="42144716" y="34512536"/>
                    <a:pt x="42172054" y="34627468"/>
                    <a:pt x="42139332" y="34713537"/>
                  </a:cubicBezTo>
                  <a:cubicBezTo>
                    <a:pt x="42123764" y="34754477"/>
                    <a:pt x="42097180" y="34761844"/>
                    <a:pt x="41961132" y="34762911"/>
                  </a:cubicBezTo>
                  <a:cubicBezTo>
                    <a:pt x="41827020" y="34763966"/>
                    <a:pt x="41779292" y="34747343"/>
                    <a:pt x="41752142" y="34690134"/>
                  </a:cubicBezTo>
                  <a:cubicBezTo>
                    <a:pt x="41719376" y="34621084"/>
                    <a:pt x="41726038" y="34554217"/>
                    <a:pt x="41770302" y="34507900"/>
                  </a:cubicBezTo>
                  <a:cubicBezTo>
                    <a:pt x="41791256" y="34485973"/>
                    <a:pt x="41808402" y="34462080"/>
                    <a:pt x="41808402" y="34454805"/>
                  </a:cubicBezTo>
                  <a:cubicBezTo>
                    <a:pt x="41808402" y="34447531"/>
                    <a:pt x="41818404" y="34433207"/>
                    <a:pt x="41830628" y="34422969"/>
                  </a:cubicBezTo>
                  <a:cubicBezTo>
                    <a:pt x="41838550" y="34416335"/>
                    <a:pt x="41855566" y="34412578"/>
                    <a:pt x="41877216" y="34411207"/>
                  </a:cubicBezTo>
                  <a:close/>
                  <a:moveTo>
                    <a:pt x="12376848" y="34145261"/>
                  </a:moveTo>
                  <a:cubicBezTo>
                    <a:pt x="12471428" y="34141122"/>
                    <a:pt x="12497648" y="34176734"/>
                    <a:pt x="12499728" y="34288884"/>
                  </a:cubicBezTo>
                  <a:cubicBezTo>
                    <a:pt x="12501236" y="34370318"/>
                    <a:pt x="12498612" y="34381483"/>
                    <a:pt x="12476892" y="34386050"/>
                  </a:cubicBezTo>
                  <a:cubicBezTo>
                    <a:pt x="12346320" y="34413512"/>
                    <a:pt x="12287484" y="34403362"/>
                    <a:pt x="12268940" y="34350168"/>
                  </a:cubicBezTo>
                  <a:cubicBezTo>
                    <a:pt x="12246236" y="34285034"/>
                    <a:pt x="12242408" y="34221675"/>
                    <a:pt x="12259164" y="34188400"/>
                  </a:cubicBezTo>
                  <a:cubicBezTo>
                    <a:pt x="12271512" y="34163878"/>
                    <a:pt x="12288096" y="34154991"/>
                    <a:pt x="12332000" y="34149361"/>
                  </a:cubicBezTo>
                  <a:cubicBezTo>
                    <a:pt x="12348432" y="34147255"/>
                    <a:pt x="12363336" y="34145853"/>
                    <a:pt x="12376848" y="34145261"/>
                  </a:cubicBezTo>
                  <a:close/>
                  <a:moveTo>
                    <a:pt x="52025274" y="34075911"/>
                  </a:moveTo>
                  <a:cubicBezTo>
                    <a:pt x="52049903" y="34072324"/>
                    <a:pt x="52065634" y="34081840"/>
                    <a:pt x="52096115" y="34110972"/>
                  </a:cubicBezTo>
                  <a:cubicBezTo>
                    <a:pt x="52128082" y="34141519"/>
                    <a:pt x="52149619" y="34149342"/>
                    <a:pt x="52221738" y="34156583"/>
                  </a:cubicBezTo>
                  <a:cubicBezTo>
                    <a:pt x="52294683" y="34163909"/>
                    <a:pt x="52314396" y="34171192"/>
                    <a:pt x="52343492" y="34201562"/>
                  </a:cubicBezTo>
                  <a:cubicBezTo>
                    <a:pt x="52372371" y="34231707"/>
                    <a:pt x="52389133" y="34237991"/>
                    <a:pt x="52443182" y="34238952"/>
                  </a:cubicBezTo>
                  <a:cubicBezTo>
                    <a:pt x="52536684" y="34240611"/>
                    <a:pt x="52611953" y="34270541"/>
                    <a:pt x="52635078" y="34315257"/>
                  </a:cubicBezTo>
                  <a:cubicBezTo>
                    <a:pt x="52656596" y="34356874"/>
                    <a:pt x="52651430" y="34456486"/>
                    <a:pt x="52625441" y="34501044"/>
                  </a:cubicBezTo>
                  <a:cubicBezTo>
                    <a:pt x="52589344" y="34562932"/>
                    <a:pt x="52577667" y="34609491"/>
                    <a:pt x="52567193" y="34733371"/>
                  </a:cubicBezTo>
                  <a:cubicBezTo>
                    <a:pt x="52556875" y="34855395"/>
                    <a:pt x="52553762" y="34865968"/>
                    <a:pt x="52520319" y="34892636"/>
                  </a:cubicBezTo>
                  <a:cubicBezTo>
                    <a:pt x="52489325" y="34917354"/>
                    <a:pt x="52482671" y="34934854"/>
                    <a:pt x="52470926" y="35022626"/>
                  </a:cubicBezTo>
                  <a:cubicBezTo>
                    <a:pt x="52463336" y="35079356"/>
                    <a:pt x="52444255" y="35149777"/>
                    <a:pt x="52427636" y="35182433"/>
                  </a:cubicBezTo>
                  <a:cubicBezTo>
                    <a:pt x="52404499" y="35227875"/>
                    <a:pt x="52395867" y="35271838"/>
                    <a:pt x="52388680" y="35380768"/>
                  </a:cubicBezTo>
                  <a:cubicBezTo>
                    <a:pt x="52380178" y="35509550"/>
                    <a:pt x="52376724" y="35523442"/>
                    <a:pt x="52345371" y="35554794"/>
                  </a:cubicBezTo>
                  <a:cubicBezTo>
                    <a:pt x="52326631" y="35573531"/>
                    <a:pt x="52308040" y="35592371"/>
                    <a:pt x="52304047" y="35596658"/>
                  </a:cubicBezTo>
                  <a:cubicBezTo>
                    <a:pt x="52300059" y="35600944"/>
                    <a:pt x="52295191" y="35658321"/>
                    <a:pt x="52293238" y="35724157"/>
                  </a:cubicBezTo>
                  <a:cubicBezTo>
                    <a:pt x="52289834" y="35838575"/>
                    <a:pt x="52288079" y="35845136"/>
                    <a:pt x="52253563" y="35872657"/>
                  </a:cubicBezTo>
                  <a:cubicBezTo>
                    <a:pt x="52219376" y="35899918"/>
                    <a:pt x="52217038" y="35908245"/>
                    <a:pt x="52209764" y="36028827"/>
                  </a:cubicBezTo>
                  <a:cubicBezTo>
                    <a:pt x="52203259" y="36136721"/>
                    <a:pt x="52197765" y="36160804"/>
                    <a:pt x="52173841" y="36186269"/>
                  </a:cubicBezTo>
                  <a:cubicBezTo>
                    <a:pt x="52139976" y="36222316"/>
                    <a:pt x="52120802" y="36283649"/>
                    <a:pt x="52120802" y="36355933"/>
                  </a:cubicBezTo>
                  <a:cubicBezTo>
                    <a:pt x="52120802" y="36436185"/>
                    <a:pt x="52100468" y="36449000"/>
                    <a:pt x="51973127" y="36449000"/>
                  </a:cubicBezTo>
                  <a:cubicBezTo>
                    <a:pt x="51867934" y="36449000"/>
                    <a:pt x="51864480" y="36448026"/>
                    <a:pt x="51827976" y="36408060"/>
                  </a:cubicBezTo>
                  <a:cubicBezTo>
                    <a:pt x="51785238" y="36361269"/>
                    <a:pt x="51713835" y="36346076"/>
                    <a:pt x="51578302" y="36354938"/>
                  </a:cubicBezTo>
                  <a:cubicBezTo>
                    <a:pt x="51502117" y="36359920"/>
                    <a:pt x="51497789" y="36358540"/>
                    <a:pt x="51454898" y="36315650"/>
                  </a:cubicBezTo>
                  <a:cubicBezTo>
                    <a:pt x="51430450" y="36291202"/>
                    <a:pt x="51402092" y="36271201"/>
                    <a:pt x="51391882" y="36271201"/>
                  </a:cubicBezTo>
                  <a:cubicBezTo>
                    <a:pt x="51336121" y="36271201"/>
                    <a:pt x="51313716" y="36176586"/>
                    <a:pt x="51358802" y="36131501"/>
                  </a:cubicBezTo>
                  <a:cubicBezTo>
                    <a:pt x="51381681" y="36108621"/>
                    <a:pt x="51401134" y="36106100"/>
                    <a:pt x="51554812" y="36106100"/>
                  </a:cubicBezTo>
                  <a:lnTo>
                    <a:pt x="51725421" y="36106100"/>
                  </a:lnTo>
                  <a:lnTo>
                    <a:pt x="51794744" y="36037875"/>
                  </a:lnTo>
                  <a:cubicBezTo>
                    <a:pt x="51837005" y="35996287"/>
                    <a:pt x="51867515" y="35953970"/>
                    <a:pt x="51872888" y="35929494"/>
                  </a:cubicBezTo>
                  <a:cubicBezTo>
                    <a:pt x="51881908" y="35888439"/>
                    <a:pt x="51927942" y="35831800"/>
                    <a:pt x="51947560" y="35837626"/>
                  </a:cubicBezTo>
                  <a:cubicBezTo>
                    <a:pt x="51953559" y="35839410"/>
                    <a:pt x="51960883" y="35799257"/>
                    <a:pt x="51963829" y="35748401"/>
                  </a:cubicBezTo>
                  <a:cubicBezTo>
                    <a:pt x="51966932" y="35694891"/>
                    <a:pt x="51977456" y="35643322"/>
                    <a:pt x="51988810" y="35625993"/>
                  </a:cubicBezTo>
                  <a:cubicBezTo>
                    <a:pt x="52017218" y="35582637"/>
                    <a:pt x="52003116" y="35562952"/>
                    <a:pt x="51936491" y="35552962"/>
                  </a:cubicBezTo>
                  <a:cubicBezTo>
                    <a:pt x="51902173" y="35547815"/>
                    <a:pt x="51861692" y="35530675"/>
                    <a:pt x="51839238" y="35511781"/>
                  </a:cubicBezTo>
                  <a:cubicBezTo>
                    <a:pt x="51806356" y="35484110"/>
                    <a:pt x="51783319" y="35478092"/>
                    <a:pt x="51680534" y="35470319"/>
                  </a:cubicBezTo>
                  <a:cubicBezTo>
                    <a:pt x="51583145" y="35462952"/>
                    <a:pt x="51554812" y="35456071"/>
                    <a:pt x="51531433" y="35434110"/>
                  </a:cubicBezTo>
                  <a:cubicBezTo>
                    <a:pt x="51492437" y="35397473"/>
                    <a:pt x="51433049" y="35382200"/>
                    <a:pt x="51329594" y="35382200"/>
                  </a:cubicBezTo>
                  <a:cubicBezTo>
                    <a:pt x="51245903" y="35382200"/>
                    <a:pt x="51241628" y="35380640"/>
                    <a:pt x="51199054" y="35334575"/>
                  </a:cubicBezTo>
                  <a:lnTo>
                    <a:pt x="51155035" y="35286950"/>
                  </a:lnTo>
                  <a:lnTo>
                    <a:pt x="51028977" y="35286783"/>
                  </a:lnTo>
                  <a:cubicBezTo>
                    <a:pt x="50907174" y="35286621"/>
                    <a:pt x="50901618" y="35285366"/>
                    <a:pt x="50864330" y="35249641"/>
                  </a:cubicBezTo>
                  <a:cubicBezTo>
                    <a:pt x="50829473" y="35216247"/>
                    <a:pt x="50814733" y="35211877"/>
                    <a:pt x="50712076" y="35204471"/>
                  </a:cubicBezTo>
                  <a:cubicBezTo>
                    <a:pt x="50616078" y="35197545"/>
                    <a:pt x="50590458" y="35190758"/>
                    <a:pt x="50547230" y="35160801"/>
                  </a:cubicBezTo>
                  <a:cubicBezTo>
                    <a:pt x="50504870" y="35131446"/>
                    <a:pt x="50477445" y="35123881"/>
                    <a:pt x="50388198" y="35116942"/>
                  </a:cubicBezTo>
                  <a:cubicBezTo>
                    <a:pt x="50291611" y="35109432"/>
                    <a:pt x="50276239" y="35104617"/>
                    <a:pt x="50240954" y="35070811"/>
                  </a:cubicBezTo>
                  <a:cubicBezTo>
                    <a:pt x="50205341" y="35036692"/>
                    <a:pt x="50192033" y="35032637"/>
                    <a:pt x="50102417" y="35028567"/>
                  </a:cubicBezTo>
                  <a:cubicBezTo>
                    <a:pt x="50047887" y="35026088"/>
                    <a:pt x="49994029" y="35028919"/>
                    <a:pt x="49982728" y="35034857"/>
                  </a:cubicBezTo>
                  <a:cubicBezTo>
                    <a:pt x="49957337" y="35048196"/>
                    <a:pt x="49913188" y="35124815"/>
                    <a:pt x="49890073" y="35195656"/>
                  </a:cubicBezTo>
                  <a:cubicBezTo>
                    <a:pt x="49858280" y="35293095"/>
                    <a:pt x="49836799" y="35307917"/>
                    <a:pt x="49766248" y="35281093"/>
                  </a:cubicBezTo>
                  <a:cubicBezTo>
                    <a:pt x="49731714" y="35267963"/>
                    <a:pt x="49669702" y="35180643"/>
                    <a:pt x="49669702" y="35145145"/>
                  </a:cubicBezTo>
                  <a:cubicBezTo>
                    <a:pt x="49669702" y="35133232"/>
                    <a:pt x="49682538" y="35109827"/>
                    <a:pt x="49698224" y="35093126"/>
                  </a:cubicBezTo>
                  <a:cubicBezTo>
                    <a:pt x="49722629" y="35067149"/>
                    <a:pt x="49727940" y="35043498"/>
                    <a:pt x="49735016" y="34929266"/>
                  </a:cubicBezTo>
                  <a:cubicBezTo>
                    <a:pt x="49741874" y="34818566"/>
                    <a:pt x="49748392" y="34788230"/>
                    <a:pt x="49773169" y="34751631"/>
                  </a:cubicBezTo>
                  <a:cubicBezTo>
                    <a:pt x="49795710" y="34718338"/>
                    <a:pt x="49806270" y="34677682"/>
                    <a:pt x="49816149" y="34586128"/>
                  </a:cubicBezTo>
                  <a:cubicBezTo>
                    <a:pt x="49828055" y="34475793"/>
                    <a:pt x="49832495" y="34462169"/>
                    <a:pt x="49864999" y="34436252"/>
                  </a:cubicBezTo>
                  <a:cubicBezTo>
                    <a:pt x="49898423" y="34409600"/>
                    <a:pt x="49901412" y="34399352"/>
                    <a:pt x="49910881" y="34278847"/>
                  </a:cubicBezTo>
                  <a:cubicBezTo>
                    <a:pt x="49926102" y="34085126"/>
                    <a:pt x="49954537" y="34056641"/>
                    <a:pt x="50070921" y="34118522"/>
                  </a:cubicBezTo>
                  <a:cubicBezTo>
                    <a:pt x="50166729" y="34169465"/>
                    <a:pt x="50165002" y="34166128"/>
                    <a:pt x="50165002" y="34300340"/>
                  </a:cubicBezTo>
                  <a:lnTo>
                    <a:pt x="50165002" y="34421875"/>
                  </a:lnTo>
                  <a:lnTo>
                    <a:pt x="50216866" y="34470237"/>
                  </a:lnTo>
                  <a:cubicBezTo>
                    <a:pt x="50245394" y="34496837"/>
                    <a:pt x="50278896" y="34518600"/>
                    <a:pt x="50291320" y="34518600"/>
                  </a:cubicBezTo>
                  <a:cubicBezTo>
                    <a:pt x="50303744" y="34518600"/>
                    <a:pt x="50334945" y="34535315"/>
                    <a:pt x="50360655" y="34555748"/>
                  </a:cubicBezTo>
                  <a:cubicBezTo>
                    <a:pt x="50400154" y="34587138"/>
                    <a:pt x="50419616" y="34593154"/>
                    <a:pt x="50486226" y="34594568"/>
                  </a:cubicBezTo>
                  <a:cubicBezTo>
                    <a:pt x="50545190" y="34595817"/>
                    <a:pt x="50592105" y="34607578"/>
                    <a:pt x="50672410" y="34641244"/>
                  </a:cubicBezTo>
                  <a:cubicBezTo>
                    <a:pt x="50742976" y="34670826"/>
                    <a:pt x="50810863" y="34689219"/>
                    <a:pt x="50870497" y="34694916"/>
                  </a:cubicBezTo>
                  <a:cubicBezTo>
                    <a:pt x="50941454" y="34701693"/>
                    <a:pt x="50969672" y="34710689"/>
                    <a:pt x="50999977" y="34736187"/>
                  </a:cubicBezTo>
                  <a:cubicBezTo>
                    <a:pt x="51032459" y="34763522"/>
                    <a:pt x="51055633" y="34769952"/>
                    <a:pt x="51143237" y="34775958"/>
                  </a:cubicBezTo>
                  <a:cubicBezTo>
                    <a:pt x="51216039" y="34780947"/>
                    <a:pt x="51267487" y="34792487"/>
                    <a:pt x="51312799" y="34813993"/>
                  </a:cubicBezTo>
                  <a:cubicBezTo>
                    <a:pt x="51348613" y="34830987"/>
                    <a:pt x="51426156" y="34851485"/>
                    <a:pt x="51485328" y="34859596"/>
                  </a:cubicBezTo>
                  <a:cubicBezTo>
                    <a:pt x="51544437" y="34867701"/>
                    <a:pt x="51627307" y="34889086"/>
                    <a:pt x="51669478" y="34907116"/>
                  </a:cubicBezTo>
                  <a:cubicBezTo>
                    <a:pt x="51711649" y="34925146"/>
                    <a:pt x="51790252" y="34946801"/>
                    <a:pt x="51844149" y="34955235"/>
                  </a:cubicBezTo>
                  <a:cubicBezTo>
                    <a:pt x="51914942" y="34966313"/>
                    <a:pt x="51950896" y="34978789"/>
                    <a:pt x="51973654" y="35000168"/>
                  </a:cubicBezTo>
                  <a:cubicBezTo>
                    <a:pt x="51992233" y="35017622"/>
                    <a:pt x="52022371" y="35030417"/>
                    <a:pt x="52047107" y="35031357"/>
                  </a:cubicBezTo>
                  <a:cubicBezTo>
                    <a:pt x="52070176" y="35032234"/>
                    <a:pt x="52110595" y="35034008"/>
                    <a:pt x="52136925" y="35035303"/>
                  </a:cubicBezTo>
                  <a:cubicBezTo>
                    <a:pt x="52214942" y="35039136"/>
                    <a:pt x="52222681" y="35015667"/>
                    <a:pt x="52231462" y="34748725"/>
                  </a:cubicBezTo>
                  <a:cubicBezTo>
                    <a:pt x="52238897" y="34522786"/>
                    <a:pt x="52238575" y="34518891"/>
                    <a:pt x="52209057" y="34475812"/>
                  </a:cubicBezTo>
                  <a:cubicBezTo>
                    <a:pt x="52192587" y="34451776"/>
                    <a:pt x="52158852" y="34419189"/>
                    <a:pt x="52134085" y="34403398"/>
                  </a:cubicBezTo>
                  <a:cubicBezTo>
                    <a:pt x="52109317" y="34387603"/>
                    <a:pt x="52073140" y="34361344"/>
                    <a:pt x="52053687" y="34345043"/>
                  </a:cubicBezTo>
                  <a:cubicBezTo>
                    <a:pt x="52034234" y="34328739"/>
                    <a:pt x="52010148" y="34315400"/>
                    <a:pt x="52000158" y="34315400"/>
                  </a:cubicBezTo>
                  <a:cubicBezTo>
                    <a:pt x="51941681" y="34315400"/>
                    <a:pt x="51938621" y="34103959"/>
                    <a:pt x="51996803" y="34083625"/>
                  </a:cubicBezTo>
                  <a:cubicBezTo>
                    <a:pt x="52007866" y="34079758"/>
                    <a:pt x="52017064" y="34077107"/>
                    <a:pt x="52025274" y="34075911"/>
                  </a:cubicBezTo>
                  <a:close/>
                  <a:moveTo>
                    <a:pt x="15352100" y="34053433"/>
                  </a:moveTo>
                  <a:cubicBezTo>
                    <a:pt x="15414048" y="34050529"/>
                    <a:pt x="15515388" y="34079548"/>
                    <a:pt x="15526132" y="34113404"/>
                  </a:cubicBezTo>
                  <a:cubicBezTo>
                    <a:pt x="15530404" y="34126867"/>
                    <a:pt x="15549972" y="34146193"/>
                    <a:pt x="15569612" y="34156350"/>
                  </a:cubicBezTo>
                  <a:cubicBezTo>
                    <a:pt x="15589336" y="34166548"/>
                    <a:pt x="15609092" y="34189830"/>
                    <a:pt x="15613740" y="34208348"/>
                  </a:cubicBezTo>
                  <a:cubicBezTo>
                    <a:pt x="15626444" y="34258962"/>
                    <a:pt x="15608748" y="34350100"/>
                    <a:pt x="15582588" y="34368806"/>
                  </a:cubicBezTo>
                  <a:cubicBezTo>
                    <a:pt x="15569940" y="34377853"/>
                    <a:pt x="15502536" y="34390045"/>
                    <a:pt x="15432804" y="34395898"/>
                  </a:cubicBezTo>
                  <a:cubicBezTo>
                    <a:pt x="15287804" y="34408074"/>
                    <a:pt x="15267628" y="34401861"/>
                    <a:pt x="15220320" y="34330470"/>
                  </a:cubicBezTo>
                  <a:cubicBezTo>
                    <a:pt x="15179876" y="34269441"/>
                    <a:pt x="15186988" y="34213454"/>
                    <a:pt x="15239968" y="34175726"/>
                  </a:cubicBezTo>
                  <a:cubicBezTo>
                    <a:pt x="15260908" y="34160816"/>
                    <a:pt x="15281548" y="34134637"/>
                    <a:pt x="15285840" y="34117549"/>
                  </a:cubicBezTo>
                  <a:cubicBezTo>
                    <a:pt x="15290128" y="34100462"/>
                    <a:pt x="15300144" y="34078153"/>
                    <a:pt x="15308092" y="34067978"/>
                  </a:cubicBezTo>
                  <a:cubicBezTo>
                    <a:pt x="15315176" y="34058914"/>
                    <a:pt x="15331448" y="34054400"/>
                    <a:pt x="15352100" y="34053433"/>
                  </a:cubicBezTo>
                  <a:close/>
                  <a:moveTo>
                    <a:pt x="6933196" y="34041413"/>
                  </a:moveTo>
                  <a:cubicBezTo>
                    <a:pt x="6892676" y="34041425"/>
                    <a:pt x="6862192" y="34042521"/>
                    <a:pt x="6851652" y="34045057"/>
                  </a:cubicBezTo>
                  <a:cubicBezTo>
                    <a:pt x="6837680" y="34048422"/>
                    <a:pt x="6813360" y="34068857"/>
                    <a:pt x="6797608" y="34090477"/>
                  </a:cubicBezTo>
                  <a:lnTo>
                    <a:pt x="6768964" y="34129783"/>
                  </a:lnTo>
                  <a:lnTo>
                    <a:pt x="6645208" y="34128875"/>
                  </a:lnTo>
                  <a:cubicBezTo>
                    <a:pt x="6541132" y="34128113"/>
                    <a:pt x="6516908" y="34131814"/>
                    <a:pt x="6492876" y="34152161"/>
                  </a:cubicBezTo>
                  <a:cubicBezTo>
                    <a:pt x="6477160" y="34165466"/>
                    <a:pt x="6464304" y="34181309"/>
                    <a:pt x="6464304" y="34187369"/>
                  </a:cubicBezTo>
                  <a:cubicBezTo>
                    <a:pt x="6464304" y="34193426"/>
                    <a:pt x="6451444" y="34199646"/>
                    <a:pt x="6435728" y="34201187"/>
                  </a:cubicBezTo>
                  <a:cubicBezTo>
                    <a:pt x="6268800" y="34217573"/>
                    <a:pt x="6186480" y="34253882"/>
                    <a:pt x="6099488" y="34349482"/>
                  </a:cubicBezTo>
                  <a:cubicBezTo>
                    <a:pt x="6079256" y="34371719"/>
                    <a:pt x="6047816" y="34393649"/>
                    <a:pt x="6029624" y="34398214"/>
                  </a:cubicBezTo>
                  <a:cubicBezTo>
                    <a:pt x="5990072" y="34408139"/>
                    <a:pt x="5816600" y="34583132"/>
                    <a:pt x="5816600" y="34613103"/>
                  </a:cubicBezTo>
                  <a:cubicBezTo>
                    <a:pt x="5816600" y="34624659"/>
                    <a:pt x="5801596" y="34648018"/>
                    <a:pt x="5783256" y="34665016"/>
                  </a:cubicBezTo>
                  <a:cubicBezTo>
                    <a:pt x="5743520" y="34701843"/>
                    <a:pt x="5731584" y="34756329"/>
                    <a:pt x="5723320" y="34938582"/>
                  </a:cubicBezTo>
                  <a:cubicBezTo>
                    <a:pt x="5717112" y="35075530"/>
                    <a:pt x="5731936" y="35160015"/>
                    <a:pt x="5769616" y="35202434"/>
                  </a:cubicBezTo>
                  <a:cubicBezTo>
                    <a:pt x="5779880" y="35213993"/>
                    <a:pt x="5792360" y="35237738"/>
                    <a:pt x="5797348" y="35255200"/>
                  </a:cubicBezTo>
                  <a:cubicBezTo>
                    <a:pt x="5802332" y="35272664"/>
                    <a:pt x="5854804" y="35334098"/>
                    <a:pt x="5913948" y="35391726"/>
                  </a:cubicBezTo>
                  <a:cubicBezTo>
                    <a:pt x="6006240" y="35481645"/>
                    <a:pt x="6027652" y="35496500"/>
                    <a:pt x="6064996" y="35496500"/>
                  </a:cubicBezTo>
                  <a:cubicBezTo>
                    <a:pt x="6097328" y="35496500"/>
                    <a:pt x="6117224" y="35506285"/>
                    <a:pt x="6142452" y="35534600"/>
                  </a:cubicBezTo>
                  <a:lnTo>
                    <a:pt x="6176400" y="35572701"/>
                  </a:lnTo>
                  <a:lnTo>
                    <a:pt x="6762752" y="35559904"/>
                  </a:lnTo>
                  <a:lnTo>
                    <a:pt x="6838952" y="35521900"/>
                  </a:lnTo>
                  <a:cubicBezTo>
                    <a:pt x="6908804" y="35487063"/>
                    <a:pt x="6923220" y="35484420"/>
                    <a:pt x="7011992" y="35490197"/>
                  </a:cubicBezTo>
                  <a:cubicBezTo>
                    <a:pt x="7137148" y="35498342"/>
                    <a:pt x="7181448" y="35488674"/>
                    <a:pt x="7223608" y="35444007"/>
                  </a:cubicBezTo>
                  <a:cubicBezTo>
                    <a:pt x="7242504" y="35423983"/>
                    <a:pt x="7271224" y="35407600"/>
                    <a:pt x="7287420" y="35407600"/>
                  </a:cubicBezTo>
                  <a:cubicBezTo>
                    <a:pt x="7325808" y="35407600"/>
                    <a:pt x="7366112" y="35385488"/>
                    <a:pt x="7395256" y="35348435"/>
                  </a:cubicBezTo>
                  <a:cubicBezTo>
                    <a:pt x="7410476" y="35329087"/>
                    <a:pt x="7431924" y="35318700"/>
                    <a:pt x="7456656" y="35318700"/>
                  </a:cubicBezTo>
                  <a:cubicBezTo>
                    <a:pt x="7503880" y="35318700"/>
                    <a:pt x="7543800" y="35298283"/>
                    <a:pt x="7543800" y="35274129"/>
                  </a:cubicBezTo>
                  <a:cubicBezTo>
                    <a:pt x="7543800" y="35264078"/>
                    <a:pt x="7560864" y="35247030"/>
                    <a:pt x="7581720" y="35236247"/>
                  </a:cubicBezTo>
                  <a:cubicBezTo>
                    <a:pt x="7602572" y="35225462"/>
                    <a:pt x="7623208" y="35202391"/>
                    <a:pt x="7627580" y="35184978"/>
                  </a:cubicBezTo>
                  <a:cubicBezTo>
                    <a:pt x="7631952" y="35167565"/>
                    <a:pt x="7652036" y="35141564"/>
                    <a:pt x="7672216" y="35127195"/>
                  </a:cubicBezTo>
                  <a:cubicBezTo>
                    <a:pt x="7692392" y="35112827"/>
                    <a:pt x="7708904" y="35089772"/>
                    <a:pt x="7708904" y="35075958"/>
                  </a:cubicBezTo>
                  <a:cubicBezTo>
                    <a:pt x="7708904" y="35062145"/>
                    <a:pt x="7722716" y="35037033"/>
                    <a:pt x="7739600" y="35020152"/>
                  </a:cubicBezTo>
                  <a:cubicBezTo>
                    <a:pt x="7786176" y="34973575"/>
                    <a:pt x="7810504" y="34934749"/>
                    <a:pt x="7810504" y="34906995"/>
                  </a:cubicBezTo>
                  <a:cubicBezTo>
                    <a:pt x="7810504" y="34893214"/>
                    <a:pt x="7823360" y="34862688"/>
                    <a:pt x="7839076" y="34839158"/>
                  </a:cubicBezTo>
                  <a:cubicBezTo>
                    <a:pt x="7859928" y="34807944"/>
                    <a:pt x="7870528" y="34766548"/>
                    <a:pt x="7878296" y="34686041"/>
                  </a:cubicBezTo>
                  <a:cubicBezTo>
                    <a:pt x="7888908" y="34576032"/>
                    <a:pt x="7888828" y="34575567"/>
                    <a:pt x="7851404" y="34528475"/>
                  </a:cubicBezTo>
                  <a:cubicBezTo>
                    <a:pt x="7830760" y="34502496"/>
                    <a:pt x="7810136" y="34457906"/>
                    <a:pt x="7805576" y="34429387"/>
                  </a:cubicBezTo>
                  <a:cubicBezTo>
                    <a:pt x="7799992" y="34394459"/>
                    <a:pt x="7783204" y="34363456"/>
                    <a:pt x="7754152" y="34334401"/>
                  </a:cubicBezTo>
                  <a:cubicBezTo>
                    <a:pt x="7730424" y="34310678"/>
                    <a:pt x="7707392" y="34279846"/>
                    <a:pt x="7702960" y="34265884"/>
                  </a:cubicBezTo>
                  <a:cubicBezTo>
                    <a:pt x="7698528" y="34251922"/>
                    <a:pt x="7683664" y="34236933"/>
                    <a:pt x="7669932" y="34232574"/>
                  </a:cubicBezTo>
                  <a:cubicBezTo>
                    <a:pt x="7656196" y="34228215"/>
                    <a:pt x="7629152" y="34207732"/>
                    <a:pt x="7609832" y="34187061"/>
                  </a:cubicBezTo>
                  <a:cubicBezTo>
                    <a:pt x="7582440" y="34157754"/>
                    <a:pt x="7553816" y="34145097"/>
                    <a:pt x="7479876" y="34129604"/>
                  </a:cubicBezTo>
                  <a:cubicBezTo>
                    <a:pt x="7427724" y="34118674"/>
                    <a:pt x="7375968" y="34101577"/>
                    <a:pt x="7364860" y="34091612"/>
                  </a:cubicBezTo>
                  <a:cubicBezTo>
                    <a:pt x="7353756" y="34081647"/>
                    <a:pt x="7325216" y="34067915"/>
                    <a:pt x="7301444" y="34061096"/>
                  </a:cubicBezTo>
                  <a:cubicBezTo>
                    <a:pt x="7266656" y="34051121"/>
                    <a:pt x="7054760" y="34041380"/>
                    <a:pt x="6933196" y="34041413"/>
                  </a:cubicBezTo>
                  <a:close/>
                  <a:moveTo>
                    <a:pt x="13133008" y="33985200"/>
                  </a:moveTo>
                  <a:cubicBezTo>
                    <a:pt x="13140116" y="33985200"/>
                    <a:pt x="13161448" y="34002186"/>
                    <a:pt x="13180408" y="34022947"/>
                  </a:cubicBezTo>
                  <a:cubicBezTo>
                    <a:pt x="13199372" y="34043709"/>
                    <a:pt x="13232744" y="34066919"/>
                    <a:pt x="13254568" y="34074528"/>
                  </a:cubicBezTo>
                  <a:cubicBezTo>
                    <a:pt x="13288720" y="34086431"/>
                    <a:pt x="13295428" y="34096216"/>
                    <a:pt x="13302700" y="34144695"/>
                  </a:cubicBezTo>
                  <a:cubicBezTo>
                    <a:pt x="13307344" y="34175675"/>
                    <a:pt x="13307160" y="34241485"/>
                    <a:pt x="13302288" y="34290937"/>
                  </a:cubicBezTo>
                  <a:cubicBezTo>
                    <a:pt x="13291980" y="34395536"/>
                    <a:pt x="13280888" y="34404300"/>
                    <a:pt x="13158840" y="34404300"/>
                  </a:cubicBezTo>
                  <a:cubicBezTo>
                    <a:pt x="13101720" y="34404300"/>
                    <a:pt x="13076944" y="34397665"/>
                    <a:pt x="13044404" y="34373660"/>
                  </a:cubicBezTo>
                  <a:cubicBezTo>
                    <a:pt x="12966028" y="34315834"/>
                    <a:pt x="12954176" y="34291984"/>
                    <a:pt x="12960756" y="34205314"/>
                  </a:cubicBezTo>
                  <a:cubicBezTo>
                    <a:pt x="12967904" y="34111102"/>
                    <a:pt x="12976120" y="34086800"/>
                    <a:pt x="13000808" y="34086800"/>
                  </a:cubicBezTo>
                  <a:cubicBezTo>
                    <a:pt x="13011084" y="34086800"/>
                    <a:pt x="13042128" y="34063939"/>
                    <a:pt x="13069788" y="34036000"/>
                  </a:cubicBezTo>
                  <a:cubicBezTo>
                    <a:pt x="13097448" y="34008061"/>
                    <a:pt x="13125900" y="33985200"/>
                    <a:pt x="13133008" y="33985200"/>
                  </a:cubicBezTo>
                  <a:close/>
                  <a:moveTo>
                    <a:pt x="45663513" y="33967766"/>
                  </a:moveTo>
                  <a:cubicBezTo>
                    <a:pt x="45732292" y="33966359"/>
                    <a:pt x="45846814" y="33979570"/>
                    <a:pt x="45862502" y="33995252"/>
                  </a:cubicBezTo>
                  <a:cubicBezTo>
                    <a:pt x="45881428" y="34014176"/>
                    <a:pt x="45885486" y="34244015"/>
                    <a:pt x="45867671" y="34288028"/>
                  </a:cubicBezTo>
                  <a:cubicBezTo>
                    <a:pt x="45857401" y="34313403"/>
                    <a:pt x="45847644" y="34315400"/>
                    <a:pt x="45733973" y="34315400"/>
                  </a:cubicBezTo>
                  <a:cubicBezTo>
                    <a:pt x="45561357" y="34315400"/>
                    <a:pt x="45554902" y="34309754"/>
                    <a:pt x="45554902" y="34158755"/>
                  </a:cubicBezTo>
                  <a:cubicBezTo>
                    <a:pt x="45554902" y="34038155"/>
                    <a:pt x="45566830" y="34001788"/>
                    <a:pt x="45615339" y="33974495"/>
                  </a:cubicBezTo>
                  <a:cubicBezTo>
                    <a:pt x="45622744" y="33970328"/>
                    <a:pt x="45640588" y="33968235"/>
                    <a:pt x="45663513" y="33967766"/>
                  </a:cubicBezTo>
                  <a:close/>
                  <a:moveTo>
                    <a:pt x="45160290" y="33966390"/>
                  </a:moveTo>
                  <a:cubicBezTo>
                    <a:pt x="45175377" y="33966099"/>
                    <a:pt x="45196669" y="33967902"/>
                    <a:pt x="45224464" y="33971797"/>
                  </a:cubicBezTo>
                  <a:cubicBezTo>
                    <a:pt x="45324805" y="33985849"/>
                    <a:pt x="45355163" y="34014325"/>
                    <a:pt x="45345182" y="34085035"/>
                  </a:cubicBezTo>
                  <a:cubicBezTo>
                    <a:pt x="45341595" y="34110452"/>
                    <a:pt x="45338253" y="34146271"/>
                    <a:pt x="45337756" y="34164629"/>
                  </a:cubicBezTo>
                  <a:cubicBezTo>
                    <a:pt x="45336445" y="34213094"/>
                    <a:pt x="45293613" y="34227791"/>
                    <a:pt x="45176483" y="34219965"/>
                  </a:cubicBezTo>
                  <a:cubicBezTo>
                    <a:pt x="45047783" y="34211364"/>
                    <a:pt x="45015156" y="34194664"/>
                    <a:pt x="45015156" y="34137396"/>
                  </a:cubicBezTo>
                  <a:cubicBezTo>
                    <a:pt x="45015156" y="34098620"/>
                    <a:pt x="45019872" y="34092329"/>
                    <a:pt x="45055532" y="34083536"/>
                  </a:cubicBezTo>
                  <a:cubicBezTo>
                    <a:pt x="45086411" y="34075918"/>
                    <a:pt x="45099275" y="34063376"/>
                    <a:pt x="45110223" y="34030209"/>
                  </a:cubicBezTo>
                  <a:cubicBezTo>
                    <a:pt x="45118092" y="34006356"/>
                    <a:pt x="45128498" y="33980863"/>
                    <a:pt x="45133344" y="33973555"/>
                  </a:cubicBezTo>
                  <a:cubicBezTo>
                    <a:pt x="45136321" y="33969067"/>
                    <a:pt x="45145203" y="33966681"/>
                    <a:pt x="45160290" y="33966390"/>
                  </a:cubicBezTo>
                  <a:close/>
                  <a:moveTo>
                    <a:pt x="14114908" y="33898654"/>
                  </a:moveTo>
                  <a:cubicBezTo>
                    <a:pt x="14132828" y="33897182"/>
                    <a:pt x="14154804" y="33906223"/>
                    <a:pt x="14191860" y="33924875"/>
                  </a:cubicBezTo>
                  <a:cubicBezTo>
                    <a:pt x="14277040" y="33967747"/>
                    <a:pt x="14292500" y="34007695"/>
                    <a:pt x="14279228" y="34150636"/>
                  </a:cubicBezTo>
                  <a:cubicBezTo>
                    <a:pt x="14264560" y="34308589"/>
                    <a:pt x="14258196" y="34315400"/>
                    <a:pt x="14125348" y="34315400"/>
                  </a:cubicBezTo>
                  <a:cubicBezTo>
                    <a:pt x="14024572" y="34315400"/>
                    <a:pt x="14016852" y="34313406"/>
                    <a:pt x="13981724" y="34278277"/>
                  </a:cubicBezTo>
                  <a:cubicBezTo>
                    <a:pt x="13946116" y="34242671"/>
                    <a:pt x="13944600" y="34236422"/>
                    <a:pt x="13944600" y="34125229"/>
                  </a:cubicBezTo>
                  <a:lnTo>
                    <a:pt x="13944600" y="34009304"/>
                  </a:lnTo>
                  <a:lnTo>
                    <a:pt x="13985952" y="33992027"/>
                  </a:lnTo>
                  <a:cubicBezTo>
                    <a:pt x="14008692" y="33982527"/>
                    <a:pt x="14043024" y="33957099"/>
                    <a:pt x="14062248" y="33935526"/>
                  </a:cubicBezTo>
                  <a:cubicBezTo>
                    <a:pt x="14083108" y="33912115"/>
                    <a:pt x="14096984" y="33900127"/>
                    <a:pt x="14114908" y="33898654"/>
                  </a:cubicBezTo>
                  <a:close/>
                  <a:moveTo>
                    <a:pt x="16033084" y="33879189"/>
                  </a:moveTo>
                  <a:cubicBezTo>
                    <a:pt x="16070524" y="33881043"/>
                    <a:pt x="16110376" y="33886804"/>
                    <a:pt x="16133280" y="33895512"/>
                  </a:cubicBezTo>
                  <a:cubicBezTo>
                    <a:pt x="16184856" y="33915121"/>
                    <a:pt x="16232064" y="33988305"/>
                    <a:pt x="16232912" y="34049978"/>
                  </a:cubicBezTo>
                  <a:cubicBezTo>
                    <a:pt x="16233976" y="34127031"/>
                    <a:pt x="16213596" y="34137600"/>
                    <a:pt x="16063980" y="34137600"/>
                  </a:cubicBezTo>
                  <a:cubicBezTo>
                    <a:pt x="15913864" y="34137600"/>
                    <a:pt x="15900400" y="34128711"/>
                    <a:pt x="15900400" y="34029569"/>
                  </a:cubicBezTo>
                  <a:cubicBezTo>
                    <a:pt x="15900400" y="33949352"/>
                    <a:pt x="15915644" y="33902827"/>
                    <a:pt x="15947344" y="33886304"/>
                  </a:cubicBezTo>
                  <a:cubicBezTo>
                    <a:pt x="15960612" y="33879386"/>
                    <a:pt x="15995644" y="33877335"/>
                    <a:pt x="16033084" y="33879189"/>
                  </a:cubicBezTo>
                  <a:close/>
                  <a:moveTo>
                    <a:pt x="14912640" y="33826575"/>
                  </a:moveTo>
                  <a:cubicBezTo>
                    <a:pt x="14929440" y="33826905"/>
                    <a:pt x="14946580" y="33835786"/>
                    <a:pt x="14961808" y="33853175"/>
                  </a:cubicBezTo>
                  <a:cubicBezTo>
                    <a:pt x="14971876" y="33864669"/>
                    <a:pt x="14984336" y="33921863"/>
                    <a:pt x="14990392" y="33984402"/>
                  </a:cubicBezTo>
                  <a:cubicBezTo>
                    <a:pt x="15004172" y="34126609"/>
                    <a:pt x="14995656" y="34137601"/>
                    <a:pt x="14871704" y="34137601"/>
                  </a:cubicBezTo>
                  <a:cubicBezTo>
                    <a:pt x="14758744" y="34137601"/>
                    <a:pt x="14744704" y="34124279"/>
                    <a:pt x="14744704" y="34017081"/>
                  </a:cubicBezTo>
                  <a:cubicBezTo>
                    <a:pt x="14744704" y="33913664"/>
                    <a:pt x="14751232" y="33898608"/>
                    <a:pt x="14800064" y="33889449"/>
                  </a:cubicBezTo>
                  <a:cubicBezTo>
                    <a:pt x="14822184" y="33885301"/>
                    <a:pt x="14851636" y="33868126"/>
                    <a:pt x="14865516" y="33851284"/>
                  </a:cubicBezTo>
                  <a:cubicBezTo>
                    <a:pt x="14879380" y="33834466"/>
                    <a:pt x="14895836" y="33826244"/>
                    <a:pt x="14912640" y="33826575"/>
                  </a:cubicBezTo>
                  <a:close/>
                  <a:moveTo>
                    <a:pt x="42469574" y="33786702"/>
                  </a:moveTo>
                  <a:cubicBezTo>
                    <a:pt x="42518040" y="33787590"/>
                    <a:pt x="42557324" y="33804958"/>
                    <a:pt x="42588640" y="33839148"/>
                  </a:cubicBezTo>
                  <a:cubicBezTo>
                    <a:pt x="42611036" y="33863596"/>
                    <a:pt x="42635892" y="33883599"/>
                    <a:pt x="42643884" y="33883599"/>
                  </a:cubicBezTo>
                  <a:cubicBezTo>
                    <a:pt x="42651872" y="33883599"/>
                    <a:pt x="42664844" y="33895620"/>
                    <a:pt x="42672704" y="33910310"/>
                  </a:cubicBezTo>
                  <a:cubicBezTo>
                    <a:pt x="42691212" y="33944898"/>
                    <a:pt x="42672544" y="34167585"/>
                    <a:pt x="42649176" y="34190965"/>
                  </a:cubicBezTo>
                  <a:cubicBezTo>
                    <a:pt x="42639416" y="34200726"/>
                    <a:pt x="42578368" y="34211796"/>
                    <a:pt x="42499454" y="34218111"/>
                  </a:cubicBezTo>
                  <a:cubicBezTo>
                    <a:pt x="42347436" y="34230276"/>
                    <a:pt x="42322464" y="34221835"/>
                    <a:pt x="42286550" y="34146157"/>
                  </a:cubicBezTo>
                  <a:cubicBezTo>
                    <a:pt x="42247308" y="34063463"/>
                    <a:pt x="42265872" y="33969224"/>
                    <a:pt x="42340968" y="33869887"/>
                  </a:cubicBezTo>
                  <a:cubicBezTo>
                    <a:pt x="42354588" y="33851870"/>
                    <a:pt x="42370352" y="33828129"/>
                    <a:pt x="42375992" y="33817128"/>
                  </a:cubicBezTo>
                  <a:cubicBezTo>
                    <a:pt x="42381636" y="33806130"/>
                    <a:pt x="42400540" y="33794506"/>
                    <a:pt x="42418002" y="33791294"/>
                  </a:cubicBezTo>
                  <a:cubicBezTo>
                    <a:pt x="42436244" y="33787941"/>
                    <a:pt x="42453420" y="33786406"/>
                    <a:pt x="42469574" y="33786702"/>
                  </a:cubicBezTo>
                  <a:close/>
                  <a:moveTo>
                    <a:pt x="11899992" y="33777155"/>
                  </a:moveTo>
                  <a:cubicBezTo>
                    <a:pt x="11957976" y="33779727"/>
                    <a:pt x="12016772" y="33791830"/>
                    <a:pt x="12035080" y="33810139"/>
                  </a:cubicBezTo>
                  <a:cubicBezTo>
                    <a:pt x="12061236" y="33836294"/>
                    <a:pt x="12064832" y="33999252"/>
                    <a:pt x="12039912" y="34029278"/>
                  </a:cubicBezTo>
                  <a:cubicBezTo>
                    <a:pt x="12020848" y="34052250"/>
                    <a:pt x="11850112" y="34056935"/>
                    <a:pt x="11810208" y="34035579"/>
                  </a:cubicBezTo>
                  <a:cubicBezTo>
                    <a:pt x="11762884" y="34010253"/>
                    <a:pt x="11707828" y="33862054"/>
                    <a:pt x="11731820" y="33824580"/>
                  </a:cubicBezTo>
                  <a:cubicBezTo>
                    <a:pt x="11736952" y="33816565"/>
                    <a:pt x="11761152" y="33801013"/>
                    <a:pt x="11785600" y="33790021"/>
                  </a:cubicBezTo>
                  <a:cubicBezTo>
                    <a:pt x="11799704" y="33783678"/>
                    <a:pt x="11820316" y="33779730"/>
                    <a:pt x="11843808" y="33777884"/>
                  </a:cubicBezTo>
                  <a:cubicBezTo>
                    <a:pt x="11861428" y="33776500"/>
                    <a:pt x="11880664" y="33776298"/>
                    <a:pt x="11899992" y="33777155"/>
                  </a:cubicBezTo>
                  <a:close/>
                  <a:moveTo>
                    <a:pt x="43230352" y="33697619"/>
                  </a:moveTo>
                  <a:cubicBezTo>
                    <a:pt x="43241710" y="33697794"/>
                    <a:pt x="43255184" y="33698485"/>
                    <a:pt x="43271170" y="33699645"/>
                  </a:cubicBezTo>
                  <a:cubicBezTo>
                    <a:pt x="43369012" y="33706746"/>
                    <a:pt x="43395904" y="33725870"/>
                    <a:pt x="43395904" y="33788350"/>
                  </a:cubicBezTo>
                  <a:cubicBezTo>
                    <a:pt x="43395904" y="33851358"/>
                    <a:pt x="43368912" y="33870901"/>
                    <a:pt x="43281894" y="33870901"/>
                  </a:cubicBezTo>
                  <a:lnTo>
                    <a:pt x="43207800" y="33870901"/>
                  </a:lnTo>
                  <a:lnTo>
                    <a:pt x="43207340" y="33988375"/>
                  </a:lnTo>
                  <a:cubicBezTo>
                    <a:pt x="43206814" y="34123602"/>
                    <a:pt x="43192984" y="34159478"/>
                    <a:pt x="43129026" y="34191557"/>
                  </a:cubicBezTo>
                  <a:cubicBezTo>
                    <a:pt x="43047624" y="34232383"/>
                    <a:pt x="43010082" y="34231002"/>
                    <a:pt x="42949728" y="34184971"/>
                  </a:cubicBezTo>
                  <a:cubicBezTo>
                    <a:pt x="42887748" y="34137696"/>
                    <a:pt x="42865554" y="34092642"/>
                    <a:pt x="42863840" y="34010601"/>
                  </a:cubicBezTo>
                  <a:cubicBezTo>
                    <a:pt x="42861028" y="33876155"/>
                    <a:pt x="42974636" y="33771679"/>
                    <a:pt x="43097128" y="33796058"/>
                  </a:cubicBezTo>
                  <a:cubicBezTo>
                    <a:pt x="43114404" y="33799498"/>
                    <a:pt x="43128540" y="33789851"/>
                    <a:pt x="43142568" y="33765052"/>
                  </a:cubicBezTo>
                  <a:cubicBezTo>
                    <a:pt x="43153766" y="33745253"/>
                    <a:pt x="43168200" y="33721053"/>
                    <a:pt x="43174642" y="33711269"/>
                  </a:cubicBezTo>
                  <a:cubicBezTo>
                    <a:pt x="43181262" y="33701217"/>
                    <a:pt x="43196282" y="33697094"/>
                    <a:pt x="43230352" y="33697619"/>
                  </a:cubicBezTo>
                  <a:close/>
                  <a:moveTo>
                    <a:pt x="44081714" y="33612646"/>
                  </a:moveTo>
                  <a:cubicBezTo>
                    <a:pt x="44150354" y="33608735"/>
                    <a:pt x="44250546" y="33625564"/>
                    <a:pt x="44268844" y="33650588"/>
                  </a:cubicBezTo>
                  <a:cubicBezTo>
                    <a:pt x="44290304" y="33679938"/>
                    <a:pt x="44290986" y="33923242"/>
                    <a:pt x="44269668" y="33944561"/>
                  </a:cubicBezTo>
                  <a:cubicBezTo>
                    <a:pt x="44259908" y="33954315"/>
                    <a:pt x="44210148" y="33959800"/>
                    <a:pt x="44131374" y="33959800"/>
                  </a:cubicBezTo>
                  <a:cubicBezTo>
                    <a:pt x="43964080" y="33959800"/>
                    <a:pt x="43952156" y="33950095"/>
                    <a:pt x="43950120" y="33812262"/>
                  </a:cubicBezTo>
                  <a:cubicBezTo>
                    <a:pt x="43948452" y="33699580"/>
                    <a:pt x="43965636" y="33657919"/>
                    <a:pt x="44027796" y="33623935"/>
                  </a:cubicBezTo>
                  <a:cubicBezTo>
                    <a:pt x="44039462" y="33617558"/>
                    <a:pt x="44058836" y="33613949"/>
                    <a:pt x="44081714" y="33612646"/>
                  </a:cubicBezTo>
                  <a:close/>
                  <a:moveTo>
                    <a:pt x="6896856" y="33519824"/>
                  </a:moveTo>
                  <a:cubicBezTo>
                    <a:pt x="7232532" y="33521790"/>
                    <a:pt x="7207340" y="33517325"/>
                    <a:pt x="7304072" y="33591996"/>
                  </a:cubicBezTo>
                  <a:cubicBezTo>
                    <a:pt x="7322396" y="33606141"/>
                    <a:pt x="7366968" y="33621219"/>
                    <a:pt x="7403124" y="33625501"/>
                  </a:cubicBezTo>
                  <a:cubicBezTo>
                    <a:pt x="7458504" y="33632062"/>
                    <a:pt x="7471764" y="33638908"/>
                    <a:pt x="7487312" y="33668974"/>
                  </a:cubicBezTo>
                  <a:cubicBezTo>
                    <a:pt x="7501220" y="33695869"/>
                    <a:pt x="7515928" y="33705249"/>
                    <a:pt x="7547008" y="33707040"/>
                  </a:cubicBezTo>
                  <a:cubicBezTo>
                    <a:pt x="7573472" y="33708570"/>
                    <a:pt x="7605480" y="33724704"/>
                    <a:pt x="7636320" y="33752061"/>
                  </a:cubicBezTo>
                  <a:cubicBezTo>
                    <a:pt x="7662756" y="33775514"/>
                    <a:pt x="7689940" y="33794700"/>
                    <a:pt x="7696728" y="33794700"/>
                  </a:cubicBezTo>
                  <a:cubicBezTo>
                    <a:pt x="7703516" y="33794700"/>
                    <a:pt x="7740400" y="33827560"/>
                    <a:pt x="7778696" y="33867725"/>
                  </a:cubicBezTo>
                  <a:cubicBezTo>
                    <a:pt x="7816992" y="33907890"/>
                    <a:pt x="7867828" y="33960753"/>
                    <a:pt x="7891668" y="33985200"/>
                  </a:cubicBezTo>
                  <a:cubicBezTo>
                    <a:pt x="7915508" y="34009648"/>
                    <a:pt x="7946520" y="34053478"/>
                    <a:pt x="7960584" y="34082602"/>
                  </a:cubicBezTo>
                  <a:cubicBezTo>
                    <a:pt x="7974648" y="34111727"/>
                    <a:pt x="7997552" y="34141656"/>
                    <a:pt x="8011484" y="34149112"/>
                  </a:cubicBezTo>
                  <a:cubicBezTo>
                    <a:pt x="8027160" y="34157503"/>
                    <a:pt x="8040044" y="34181786"/>
                    <a:pt x="8045292" y="34212840"/>
                  </a:cubicBezTo>
                  <a:cubicBezTo>
                    <a:pt x="8049952" y="34240434"/>
                    <a:pt x="8068040" y="34278413"/>
                    <a:pt x="8085488" y="34297240"/>
                  </a:cubicBezTo>
                  <a:cubicBezTo>
                    <a:pt x="8131344" y="34346713"/>
                    <a:pt x="8140704" y="34380627"/>
                    <a:pt x="8140704" y="34497244"/>
                  </a:cubicBezTo>
                  <a:cubicBezTo>
                    <a:pt x="8140704" y="34554438"/>
                    <a:pt x="8148444" y="34635502"/>
                    <a:pt x="8157904" y="34677391"/>
                  </a:cubicBezTo>
                  <a:cubicBezTo>
                    <a:pt x="8172604" y="34742478"/>
                    <a:pt x="8172448" y="34760936"/>
                    <a:pt x="8156848" y="34804350"/>
                  </a:cubicBezTo>
                  <a:cubicBezTo>
                    <a:pt x="8139428" y="34852825"/>
                    <a:pt x="8110308" y="35190373"/>
                    <a:pt x="8122276" y="35205095"/>
                  </a:cubicBezTo>
                  <a:cubicBezTo>
                    <a:pt x="8125424" y="35208967"/>
                    <a:pt x="8108000" y="35233973"/>
                    <a:pt x="8083552" y="35260663"/>
                  </a:cubicBezTo>
                  <a:cubicBezTo>
                    <a:pt x="8059104" y="35287356"/>
                    <a:pt x="8039104" y="35318908"/>
                    <a:pt x="8039104" y="35330783"/>
                  </a:cubicBezTo>
                  <a:cubicBezTo>
                    <a:pt x="8039104" y="35342658"/>
                    <a:pt x="8024980" y="35365641"/>
                    <a:pt x="8007720" y="35381853"/>
                  </a:cubicBezTo>
                  <a:cubicBezTo>
                    <a:pt x="7990464" y="35398069"/>
                    <a:pt x="7970000" y="35430541"/>
                    <a:pt x="7962256" y="35454016"/>
                  </a:cubicBezTo>
                  <a:cubicBezTo>
                    <a:pt x="7954508" y="35477491"/>
                    <a:pt x="7937216" y="35502559"/>
                    <a:pt x="7923828" y="35509721"/>
                  </a:cubicBezTo>
                  <a:cubicBezTo>
                    <a:pt x="7910440" y="35516887"/>
                    <a:pt x="7887980" y="35545301"/>
                    <a:pt x="7873920" y="35572864"/>
                  </a:cubicBezTo>
                  <a:cubicBezTo>
                    <a:pt x="7859860" y="35600425"/>
                    <a:pt x="7831672" y="35631605"/>
                    <a:pt x="7811280" y="35642150"/>
                  </a:cubicBezTo>
                  <a:cubicBezTo>
                    <a:pt x="7790888" y="35652696"/>
                    <a:pt x="7770536" y="35672878"/>
                    <a:pt x="7766052" y="35687000"/>
                  </a:cubicBezTo>
                  <a:cubicBezTo>
                    <a:pt x="7761568" y="35701123"/>
                    <a:pt x="7741568" y="35721126"/>
                    <a:pt x="7721604" y="35731451"/>
                  </a:cubicBezTo>
                  <a:cubicBezTo>
                    <a:pt x="7701640" y="35741776"/>
                    <a:pt x="7681520" y="35762140"/>
                    <a:pt x="7676896" y="35776709"/>
                  </a:cubicBezTo>
                  <a:cubicBezTo>
                    <a:pt x="7671204" y="35794646"/>
                    <a:pt x="7649396" y="35808543"/>
                    <a:pt x="7609320" y="35819767"/>
                  </a:cubicBezTo>
                  <a:cubicBezTo>
                    <a:pt x="7566536" y="35831751"/>
                    <a:pt x="7543388" y="35847313"/>
                    <a:pt x="7525712" y="35875968"/>
                  </a:cubicBezTo>
                  <a:cubicBezTo>
                    <a:pt x="7507488" y="35905524"/>
                    <a:pt x="7491968" y="35915600"/>
                    <a:pt x="7464672" y="35915600"/>
                  </a:cubicBezTo>
                  <a:cubicBezTo>
                    <a:pt x="7439848" y="35915600"/>
                    <a:pt x="7416364" y="35928421"/>
                    <a:pt x="7391684" y="35955439"/>
                  </a:cubicBezTo>
                  <a:cubicBezTo>
                    <a:pt x="7364192" y="35985540"/>
                    <a:pt x="7339344" y="35997800"/>
                    <a:pt x="7290036" y="36005595"/>
                  </a:cubicBezTo>
                  <a:cubicBezTo>
                    <a:pt x="7246012" y="36012555"/>
                    <a:pt x="7210936" y="36028059"/>
                    <a:pt x="7182256" y="36053241"/>
                  </a:cubicBezTo>
                  <a:lnTo>
                    <a:pt x="7139740" y="36090573"/>
                  </a:lnTo>
                  <a:lnTo>
                    <a:pt x="6906796" y="36093710"/>
                  </a:lnTo>
                  <a:cubicBezTo>
                    <a:pt x="6386056" y="36100728"/>
                    <a:pt x="6279928" y="36092740"/>
                    <a:pt x="6245580" y="36043955"/>
                  </a:cubicBezTo>
                  <a:cubicBezTo>
                    <a:pt x="6223912" y="36013182"/>
                    <a:pt x="6198012" y="36004500"/>
                    <a:pt x="6127872" y="36004500"/>
                  </a:cubicBezTo>
                  <a:cubicBezTo>
                    <a:pt x="6077668" y="36004500"/>
                    <a:pt x="6063300" y="35998293"/>
                    <a:pt x="6028612" y="35961619"/>
                  </a:cubicBezTo>
                  <a:cubicBezTo>
                    <a:pt x="6006304" y="35938033"/>
                    <a:pt x="5968048" y="35912205"/>
                    <a:pt x="5943604" y="35904221"/>
                  </a:cubicBezTo>
                  <a:cubicBezTo>
                    <a:pt x="5887500" y="35885903"/>
                    <a:pt x="5769392" y="35774892"/>
                    <a:pt x="5745712" y="35718220"/>
                  </a:cubicBezTo>
                  <a:cubicBezTo>
                    <a:pt x="5735832" y="35694569"/>
                    <a:pt x="5716764" y="35669339"/>
                    <a:pt x="5703340" y="35662155"/>
                  </a:cubicBezTo>
                  <a:cubicBezTo>
                    <a:pt x="5689920" y="35654971"/>
                    <a:pt x="5672476" y="35629518"/>
                    <a:pt x="5664580" y="35605588"/>
                  </a:cubicBezTo>
                  <a:cubicBezTo>
                    <a:pt x="5656680" y="35581658"/>
                    <a:pt x="5636456" y="35553064"/>
                    <a:pt x="5619636" y="35542042"/>
                  </a:cubicBezTo>
                  <a:cubicBezTo>
                    <a:pt x="5602816" y="35531019"/>
                    <a:pt x="5582244" y="35499278"/>
                    <a:pt x="5573920" y="35471500"/>
                  </a:cubicBezTo>
                  <a:cubicBezTo>
                    <a:pt x="5565600" y="35443725"/>
                    <a:pt x="5547948" y="35409359"/>
                    <a:pt x="5534692" y="35395130"/>
                  </a:cubicBezTo>
                  <a:cubicBezTo>
                    <a:pt x="5521436" y="35380904"/>
                    <a:pt x="5500104" y="35345027"/>
                    <a:pt x="5487288" y="35315407"/>
                  </a:cubicBezTo>
                  <a:cubicBezTo>
                    <a:pt x="5407492" y="35131009"/>
                    <a:pt x="5407428" y="35130718"/>
                    <a:pt x="5395124" y="34900097"/>
                  </a:cubicBezTo>
                  <a:cubicBezTo>
                    <a:pt x="5382392" y="34661416"/>
                    <a:pt x="5383932" y="34652161"/>
                    <a:pt x="5445440" y="34598229"/>
                  </a:cubicBezTo>
                  <a:cubicBezTo>
                    <a:pt x="5468056" y="34578401"/>
                    <a:pt x="5476072" y="34554244"/>
                    <a:pt x="5482348" y="34487040"/>
                  </a:cubicBezTo>
                  <a:cubicBezTo>
                    <a:pt x="5489368" y="34411885"/>
                    <a:pt x="5495660" y="34395888"/>
                    <a:pt x="5532836" y="34358715"/>
                  </a:cubicBezTo>
                  <a:cubicBezTo>
                    <a:pt x="5568592" y="34322957"/>
                    <a:pt x="5575304" y="34307084"/>
                    <a:pt x="5575304" y="34258244"/>
                  </a:cubicBezTo>
                  <a:cubicBezTo>
                    <a:pt x="5575304" y="34205811"/>
                    <a:pt x="5579424" y="34197814"/>
                    <a:pt x="5618240" y="34174912"/>
                  </a:cubicBezTo>
                  <a:cubicBezTo>
                    <a:pt x="5647236" y="34157800"/>
                    <a:pt x="5663716" y="34136865"/>
                    <a:pt x="5669008" y="34110405"/>
                  </a:cubicBezTo>
                  <a:cubicBezTo>
                    <a:pt x="5678024" y="34065320"/>
                    <a:pt x="5708516" y="34015462"/>
                    <a:pt x="5776648" y="33934400"/>
                  </a:cubicBezTo>
                  <a:cubicBezTo>
                    <a:pt x="5866780" y="33827166"/>
                    <a:pt x="5888356" y="33811263"/>
                    <a:pt x="5955864" y="33802307"/>
                  </a:cubicBezTo>
                  <a:cubicBezTo>
                    <a:pt x="6008884" y="33795274"/>
                    <a:pt x="6022728" y="33787783"/>
                    <a:pt x="6038276" y="33757716"/>
                  </a:cubicBezTo>
                  <a:cubicBezTo>
                    <a:pt x="6058440" y="33718720"/>
                    <a:pt x="6080856" y="33705800"/>
                    <a:pt x="6128352" y="33705800"/>
                  </a:cubicBezTo>
                  <a:cubicBezTo>
                    <a:pt x="6145000" y="33705800"/>
                    <a:pt x="6177528" y="33689199"/>
                    <a:pt x="6200636" y="33668909"/>
                  </a:cubicBezTo>
                  <a:cubicBezTo>
                    <a:pt x="6245616" y="33629414"/>
                    <a:pt x="6326976" y="33603050"/>
                    <a:pt x="6403604" y="33603136"/>
                  </a:cubicBezTo>
                  <a:cubicBezTo>
                    <a:pt x="6434864" y="33603171"/>
                    <a:pt x="6462980" y="33592988"/>
                    <a:pt x="6486680" y="33573042"/>
                  </a:cubicBezTo>
                  <a:cubicBezTo>
                    <a:pt x="6506384" y="33556464"/>
                    <a:pt x="6536560" y="33537296"/>
                    <a:pt x="6553728" y="33530449"/>
                  </a:cubicBezTo>
                  <a:cubicBezTo>
                    <a:pt x="6571624" y="33523315"/>
                    <a:pt x="6718096" y="33518779"/>
                    <a:pt x="6896856" y="33519824"/>
                  </a:cubicBezTo>
                  <a:close/>
                  <a:moveTo>
                    <a:pt x="13571544" y="33439839"/>
                  </a:moveTo>
                  <a:cubicBezTo>
                    <a:pt x="13592176" y="33438253"/>
                    <a:pt x="13613612" y="33441694"/>
                    <a:pt x="13627848" y="33450776"/>
                  </a:cubicBezTo>
                  <a:cubicBezTo>
                    <a:pt x="13654392" y="33467704"/>
                    <a:pt x="13653756" y="33651067"/>
                    <a:pt x="13627104" y="33667947"/>
                  </a:cubicBezTo>
                  <a:cubicBezTo>
                    <a:pt x="13593976" y="33688928"/>
                    <a:pt x="13529500" y="33694171"/>
                    <a:pt x="13515280" y="33677038"/>
                  </a:cubicBezTo>
                  <a:cubicBezTo>
                    <a:pt x="13477792" y="33631865"/>
                    <a:pt x="13480716" y="33498400"/>
                    <a:pt x="13520060" y="33459059"/>
                  </a:cubicBezTo>
                  <a:cubicBezTo>
                    <a:pt x="13531084" y="33448037"/>
                    <a:pt x="13550912" y="33441425"/>
                    <a:pt x="13571544" y="33439839"/>
                  </a:cubicBezTo>
                  <a:close/>
                  <a:moveTo>
                    <a:pt x="42793126" y="33346687"/>
                  </a:moveTo>
                  <a:cubicBezTo>
                    <a:pt x="42845210" y="33343811"/>
                    <a:pt x="42926592" y="33354790"/>
                    <a:pt x="42933326" y="33370391"/>
                  </a:cubicBezTo>
                  <a:cubicBezTo>
                    <a:pt x="42936070" y="33376750"/>
                    <a:pt x="42941256" y="33422977"/>
                    <a:pt x="42944856" y="33473117"/>
                  </a:cubicBezTo>
                  <a:cubicBezTo>
                    <a:pt x="42950044" y="33545380"/>
                    <a:pt x="42947264" y="33568425"/>
                    <a:pt x="42931444" y="33584242"/>
                  </a:cubicBezTo>
                  <a:cubicBezTo>
                    <a:pt x="42915628" y="33600061"/>
                    <a:pt x="42892580" y="33602842"/>
                    <a:pt x="42820320" y="33597655"/>
                  </a:cubicBezTo>
                  <a:cubicBezTo>
                    <a:pt x="42770180" y="33594055"/>
                    <a:pt x="42723834" y="33588796"/>
                    <a:pt x="42717336" y="33585965"/>
                  </a:cubicBezTo>
                  <a:cubicBezTo>
                    <a:pt x="42710836" y="33583135"/>
                    <a:pt x="42700596" y="33544645"/>
                    <a:pt x="42694580" y="33500434"/>
                  </a:cubicBezTo>
                  <a:cubicBezTo>
                    <a:pt x="42682938" y="33414879"/>
                    <a:pt x="42691532" y="33394005"/>
                    <a:pt x="42754654" y="33354525"/>
                  </a:cubicBezTo>
                  <a:cubicBezTo>
                    <a:pt x="42761656" y="33350144"/>
                    <a:pt x="42775762" y="33347646"/>
                    <a:pt x="42793126" y="33346687"/>
                  </a:cubicBezTo>
                  <a:close/>
                  <a:moveTo>
                    <a:pt x="44756390" y="33345323"/>
                  </a:moveTo>
                  <a:cubicBezTo>
                    <a:pt x="44849618" y="33358963"/>
                    <a:pt x="44873204" y="33368245"/>
                    <a:pt x="44886673" y="33396610"/>
                  </a:cubicBezTo>
                  <a:cubicBezTo>
                    <a:pt x="44894471" y="33413031"/>
                    <a:pt x="44913676" y="33432539"/>
                    <a:pt x="44929353" y="33439965"/>
                  </a:cubicBezTo>
                  <a:cubicBezTo>
                    <a:pt x="44975421" y="33461787"/>
                    <a:pt x="44996583" y="33489643"/>
                    <a:pt x="44989681" y="33519383"/>
                  </a:cubicBezTo>
                  <a:cubicBezTo>
                    <a:pt x="44986149" y="33534599"/>
                    <a:pt x="44980168" y="33571332"/>
                    <a:pt x="44976388" y="33601004"/>
                  </a:cubicBezTo>
                  <a:cubicBezTo>
                    <a:pt x="44966606" y="33677845"/>
                    <a:pt x="44931526" y="33693101"/>
                    <a:pt x="44764609" y="33693101"/>
                  </a:cubicBezTo>
                  <a:cubicBezTo>
                    <a:pt x="44589621" y="33693101"/>
                    <a:pt x="44577002" y="33684530"/>
                    <a:pt x="44577002" y="33565707"/>
                  </a:cubicBezTo>
                  <a:cubicBezTo>
                    <a:pt x="44577002" y="33481049"/>
                    <a:pt x="44578379" y="33477141"/>
                    <a:pt x="44614888" y="33458262"/>
                  </a:cubicBezTo>
                  <a:cubicBezTo>
                    <a:pt x="44635724" y="33447487"/>
                    <a:pt x="44661363" y="33422056"/>
                    <a:pt x="44671864" y="33401751"/>
                  </a:cubicBezTo>
                  <a:cubicBezTo>
                    <a:pt x="44682366" y="33381445"/>
                    <a:pt x="44698179" y="33359344"/>
                    <a:pt x="44707003" y="33352637"/>
                  </a:cubicBezTo>
                  <a:cubicBezTo>
                    <a:pt x="44715831" y="33345934"/>
                    <a:pt x="44738053" y="33342641"/>
                    <a:pt x="44756390" y="33345323"/>
                  </a:cubicBezTo>
                  <a:close/>
                  <a:moveTo>
                    <a:pt x="15269584" y="33174355"/>
                  </a:moveTo>
                  <a:cubicBezTo>
                    <a:pt x="15296840" y="33171915"/>
                    <a:pt x="15325284" y="33178845"/>
                    <a:pt x="15360696" y="33194625"/>
                  </a:cubicBezTo>
                  <a:cubicBezTo>
                    <a:pt x="15419552" y="33220853"/>
                    <a:pt x="15432136" y="33255648"/>
                    <a:pt x="15434440" y="33398572"/>
                  </a:cubicBezTo>
                  <a:cubicBezTo>
                    <a:pt x="15436184" y="33506662"/>
                    <a:pt x="15448152" y="33498815"/>
                    <a:pt x="15266400" y="33508755"/>
                  </a:cubicBezTo>
                  <a:cubicBezTo>
                    <a:pt x="15111744" y="33517216"/>
                    <a:pt x="15100304" y="33508783"/>
                    <a:pt x="15100304" y="33386332"/>
                  </a:cubicBezTo>
                  <a:cubicBezTo>
                    <a:pt x="15100304" y="33286244"/>
                    <a:pt x="15111808" y="33262500"/>
                    <a:pt x="15185604" y="33210289"/>
                  </a:cubicBezTo>
                  <a:cubicBezTo>
                    <a:pt x="15216264" y="33188599"/>
                    <a:pt x="15242328" y="33176793"/>
                    <a:pt x="15269584" y="33174355"/>
                  </a:cubicBezTo>
                  <a:close/>
                  <a:moveTo>
                    <a:pt x="42262156" y="33073406"/>
                  </a:moveTo>
                  <a:cubicBezTo>
                    <a:pt x="42276816" y="33073530"/>
                    <a:pt x="42294630" y="33074196"/>
                    <a:pt x="42316402" y="33075312"/>
                  </a:cubicBezTo>
                  <a:cubicBezTo>
                    <a:pt x="42441024" y="33081696"/>
                    <a:pt x="42474444" y="33095788"/>
                    <a:pt x="42493316" y="33149916"/>
                  </a:cubicBezTo>
                  <a:cubicBezTo>
                    <a:pt x="42513116" y="33206718"/>
                    <a:pt x="42509934" y="33308221"/>
                    <a:pt x="42486826" y="33356922"/>
                  </a:cubicBezTo>
                  <a:cubicBezTo>
                    <a:pt x="42461368" y="33410572"/>
                    <a:pt x="42416966" y="33426400"/>
                    <a:pt x="42291932" y="33426400"/>
                  </a:cubicBezTo>
                  <a:cubicBezTo>
                    <a:pt x="42180134" y="33426400"/>
                    <a:pt x="42151190" y="33411964"/>
                    <a:pt x="42113032" y="33337168"/>
                  </a:cubicBezTo>
                  <a:cubicBezTo>
                    <a:pt x="42078580" y="33269637"/>
                    <a:pt x="42081278" y="33241484"/>
                    <a:pt x="42125322" y="33208919"/>
                  </a:cubicBezTo>
                  <a:cubicBezTo>
                    <a:pt x="42145960" y="33193661"/>
                    <a:pt x="42166408" y="33164949"/>
                    <a:pt x="42170768" y="33145115"/>
                  </a:cubicBezTo>
                  <a:cubicBezTo>
                    <a:pt x="42175124" y="33125280"/>
                    <a:pt x="42185384" y="33100215"/>
                    <a:pt x="42193568" y="33089416"/>
                  </a:cubicBezTo>
                  <a:cubicBezTo>
                    <a:pt x="42202576" y="33077535"/>
                    <a:pt x="42218176" y="33073033"/>
                    <a:pt x="42262156" y="33073406"/>
                  </a:cubicBezTo>
                  <a:close/>
                  <a:moveTo>
                    <a:pt x="43270800" y="33070529"/>
                  </a:moveTo>
                  <a:cubicBezTo>
                    <a:pt x="43366542" y="33069484"/>
                    <a:pt x="43466640" y="33098104"/>
                    <a:pt x="43476772" y="33138484"/>
                  </a:cubicBezTo>
                  <a:cubicBezTo>
                    <a:pt x="43487912" y="33182859"/>
                    <a:pt x="43463036" y="33254725"/>
                    <a:pt x="43420942" y="33299789"/>
                  </a:cubicBezTo>
                  <a:cubicBezTo>
                    <a:pt x="43384014" y="33339314"/>
                    <a:pt x="43380914" y="33340160"/>
                    <a:pt x="43289672" y="33335554"/>
                  </a:cubicBezTo>
                  <a:cubicBezTo>
                    <a:pt x="43163220" y="33329169"/>
                    <a:pt x="43154244" y="33319960"/>
                    <a:pt x="43150928" y="33193193"/>
                  </a:cubicBezTo>
                  <a:cubicBezTo>
                    <a:pt x="43148330" y="33093933"/>
                    <a:pt x="43149188" y="33090662"/>
                    <a:pt x="43180002" y="33082126"/>
                  </a:cubicBezTo>
                  <a:cubicBezTo>
                    <a:pt x="43207456" y="33074522"/>
                    <a:pt x="43238886" y="33070877"/>
                    <a:pt x="43270800" y="33070529"/>
                  </a:cubicBezTo>
                  <a:close/>
                  <a:moveTo>
                    <a:pt x="45393292" y="32987287"/>
                  </a:moveTo>
                  <a:cubicBezTo>
                    <a:pt x="45410918" y="32985445"/>
                    <a:pt x="45435141" y="32987617"/>
                    <a:pt x="45476631" y="32992685"/>
                  </a:cubicBezTo>
                  <a:cubicBezTo>
                    <a:pt x="45528215" y="32998984"/>
                    <a:pt x="45578246" y="33012503"/>
                    <a:pt x="45588711" y="33022965"/>
                  </a:cubicBezTo>
                  <a:cubicBezTo>
                    <a:pt x="45616368" y="33050625"/>
                    <a:pt x="45633855" y="33144302"/>
                    <a:pt x="45624312" y="33213691"/>
                  </a:cubicBezTo>
                  <a:cubicBezTo>
                    <a:pt x="45612176" y="33301930"/>
                    <a:pt x="45584212" y="33318450"/>
                    <a:pt x="45446974" y="33318450"/>
                  </a:cubicBezTo>
                  <a:cubicBezTo>
                    <a:pt x="45304958" y="33318450"/>
                    <a:pt x="45288202" y="33302873"/>
                    <a:pt x="45288202" y="33170856"/>
                  </a:cubicBezTo>
                  <a:cubicBezTo>
                    <a:pt x="45288202" y="33072316"/>
                    <a:pt x="45299296" y="33042489"/>
                    <a:pt x="45349528" y="33005967"/>
                  </a:cubicBezTo>
                  <a:cubicBezTo>
                    <a:pt x="45364634" y="32994983"/>
                    <a:pt x="45375665" y="32989129"/>
                    <a:pt x="45393292" y="32987287"/>
                  </a:cubicBezTo>
                  <a:close/>
                  <a:moveTo>
                    <a:pt x="44098138" y="32821312"/>
                  </a:moveTo>
                  <a:cubicBezTo>
                    <a:pt x="44175178" y="32819799"/>
                    <a:pt x="44188170" y="32843369"/>
                    <a:pt x="44193812" y="32943193"/>
                  </a:cubicBezTo>
                  <a:cubicBezTo>
                    <a:pt x="44200528" y="33062042"/>
                    <a:pt x="44192396" y="33070801"/>
                    <a:pt x="44075352" y="33070801"/>
                  </a:cubicBezTo>
                  <a:cubicBezTo>
                    <a:pt x="43996736" y="33070801"/>
                    <a:pt x="43979724" y="33066773"/>
                    <a:pt x="43959434" y="33043362"/>
                  </a:cubicBezTo>
                  <a:cubicBezTo>
                    <a:pt x="43939320" y="33020156"/>
                    <a:pt x="43937048" y="33004284"/>
                    <a:pt x="43944700" y="32940465"/>
                  </a:cubicBezTo>
                  <a:cubicBezTo>
                    <a:pt x="43949674" y="32898963"/>
                    <a:pt x="43960376" y="32857019"/>
                    <a:pt x="43968480" y="32847255"/>
                  </a:cubicBezTo>
                  <a:cubicBezTo>
                    <a:pt x="43976868" y="32837144"/>
                    <a:pt x="44016718" y="32826850"/>
                    <a:pt x="44061034" y="32823346"/>
                  </a:cubicBezTo>
                  <a:cubicBezTo>
                    <a:pt x="44074820" y="32822256"/>
                    <a:pt x="44087132" y="32821528"/>
                    <a:pt x="44098138" y="32821312"/>
                  </a:cubicBezTo>
                  <a:close/>
                  <a:moveTo>
                    <a:pt x="46016528" y="32542717"/>
                  </a:moveTo>
                  <a:cubicBezTo>
                    <a:pt x="46034949" y="32540847"/>
                    <a:pt x="46060674" y="32542977"/>
                    <a:pt x="46105049" y="32547956"/>
                  </a:cubicBezTo>
                  <a:cubicBezTo>
                    <a:pt x="46240371" y="32563142"/>
                    <a:pt x="46246476" y="32570698"/>
                    <a:pt x="46246476" y="32723070"/>
                  </a:cubicBezTo>
                  <a:cubicBezTo>
                    <a:pt x="46246476" y="32878751"/>
                    <a:pt x="46233696" y="32893002"/>
                    <a:pt x="46094073" y="32893002"/>
                  </a:cubicBezTo>
                  <a:cubicBezTo>
                    <a:pt x="45935782" y="32893002"/>
                    <a:pt x="45911427" y="32871567"/>
                    <a:pt x="45899887" y="32722094"/>
                  </a:cubicBezTo>
                  <a:cubicBezTo>
                    <a:pt x="45892451" y="32625771"/>
                    <a:pt x="45896836" y="32615985"/>
                    <a:pt x="45971829" y="32561474"/>
                  </a:cubicBezTo>
                  <a:cubicBezTo>
                    <a:pt x="45986990" y="32550455"/>
                    <a:pt x="45998107" y="32544586"/>
                    <a:pt x="46016528" y="32542717"/>
                  </a:cubicBezTo>
                  <a:close/>
                  <a:moveTo>
                    <a:pt x="50437652" y="32372301"/>
                  </a:moveTo>
                  <a:cubicBezTo>
                    <a:pt x="50496755" y="32372301"/>
                    <a:pt x="50514491" y="32377732"/>
                    <a:pt x="50540595" y="32403840"/>
                  </a:cubicBezTo>
                  <a:lnTo>
                    <a:pt x="50572134" y="32435379"/>
                  </a:lnTo>
                  <a:lnTo>
                    <a:pt x="50546368" y="32485885"/>
                  </a:lnTo>
                  <a:cubicBezTo>
                    <a:pt x="50532198" y="32513662"/>
                    <a:pt x="50520602" y="32548424"/>
                    <a:pt x="50520602" y="32563129"/>
                  </a:cubicBezTo>
                  <a:cubicBezTo>
                    <a:pt x="50520602" y="32600971"/>
                    <a:pt x="50543466" y="32639000"/>
                    <a:pt x="50566215" y="32639000"/>
                  </a:cubicBezTo>
                  <a:cubicBezTo>
                    <a:pt x="50576840" y="32639000"/>
                    <a:pt x="50598070" y="32652631"/>
                    <a:pt x="50613393" y="32669293"/>
                  </a:cubicBezTo>
                  <a:cubicBezTo>
                    <a:pt x="50644281" y="32702878"/>
                    <a:pt x="50659524" y="32708707"/>
                    <a:pt x="50764131" y="32726920"/>
                  </a:cubicBezTo>
                  <a:cubicBezTo>
                    <a:pt x="50803775" y="32733822"/>
                    <a:pt x="50855211" y="32745967"/>
                    <a:pt x="50878431" y="32753905"/>
                  </a:cubicBezTo>
                  <a:cubicBezTo>
                    <a:pt x="50992099" y="32792770"/>
                    <a:pt x="51051363" y="32802553"/>
                    <a:pt x="51252957" y="32815718"/>
                  </a:cubicBezTo>
                  <a:cubicBezTo>
                    <a:pt x="51422817" y="32826809"/>
                    <a:pt x="51485923" y="32835996"/>
                    <a:pt x="51538707" y="32857315"/>
                  </a:cubicBezTo>
                  <a:cubicBezTo>
                    <a:pt x="51595777" y="32880368"/>
                    <a:pt x="51643473" y="32886045"/>
                    <a:pt x="51841402" y="32893347"/>
                  </a:cubicBezTo>
                  <a:cubicBezTo>
                    <a:pt x="52063478" y="32901539"/>
                    <a:pt x="52080525" y="32903979"/>
                    <a:pt x="52152552" y="32937847"/>
                  </a:cubicBezTo>
                  <a:cubicBezTo>
                    <a:pt x="52222669" y="32970820"/>
                    <a:pt x="52246574" y="32974611"/>
                    <a:pt x="52452075" y="32985357"/>
                  </a:cubicBezTo>
                  <a:lnTo>
                    <a:pt x="52675391" y="32997034"/>
                  </a:lnTo>
                  <a:lnTo>
                    <a:pt x="52707731" y="32929144"/>
                  </a:lnTo>
                  <a:cubicBezTo>
                    <a:pt x="52725515" y="32891800"/>
                    <a:pt x="52746085" y="32838592"/>
                    <a:pt x="52753440" y="32810896"/>
                  </a:cubicBezTo>
                  <a:cubicBezTo>
                    <a:pt x="52775441" y="32728071"/>
                    <a:pt x="52837751" y="32701297"/>
                    <a:pt x="52930328" y="32734892"/>
                  </a:cubicBezTo>
                  <a:cubicBezTo>
                    <a:pt x="52969192" y="32748990"/>
                    <a:pt x="52986448" y="32763380"/>
                    <a:pt x="52992260" y="32786520"/>
                  </a:cubicBezTo>
                  <a:cubicBezTo>
                    <a:pt x="53005759" y="32840325"/>
                    <a:pt x="52986741" y="32928579"/>
                    <a:pt x="52950823" y="32978766"/>
                  </a:cubicBezTo>
                  <a:cubicBezTo>
                    <a:pt x="52918069" y="33024530"/>
                    <a:pt x="52916487" y="33034443"/>
                    <a:pt x="52909312" y="33238055"/>
                  </a:cubicBezTo>
                  <a:cubicBezTo>
                    <a:pt x="52903055" y="33415663"/>
                    <a:pt x="52897951" y="33456017"/>
                    <a:pt x="52877655" y="33488626"/>
                  </a:cubicBezTo>
                  <a:cubicBezTo>
                    <a:pt x="52834824" y="33557407"/>
                    <a:pt x="52820486" y="33629455"/>
                    <a:pt x="52826409" y="33746101"/>
                  </a:cubicBezTo>
                  <a:cubicBezTo>
                    <a:pt x="52831667" y="33849639"/>
                    <a:pt x="52830061" y="33858553"/>
                    <a:pt x="52799706" y="33894629"/>
                  </a:cubicBezTo>
                  <a:cubicBezTo>
                    <a:pt x="52763070" y="33938170"/>
                    <a:pt x="52675720" y="33959509"/>
                    <a:pt x="52631332" y="33935756"/>
                  </a:cubicBezTo>
                  <a:cubicBezTo>
                    <a:pt x="52602156" y="33920140"/>
                    <a:pt x="52581797" y="33842827"/>
                    <a:pt x="52571460" y="33708349"/>
                  </a:cubicBezTo>
                  <a:cubicBezTo>
                    <a:pt x="52563963" y="33610903"/>
                    <a:pt x="52562400" y="33607598"/>
                    <a:pt x="52499842" y="33556926"/>
                  </a:cubicBezTo>
                  <a:cubicBezTo>
                    <a:pt x="52455213" y="33520779"/>
                    <a:pt x="52446934" y="33519005"/>
                    <a:pt x="52284358" y="33510779"/>
                  </a:cubicBezTo>
                  <a:cubicBezTo>
                    <a:pt x="52117509" y="33502333"/>
                    <a:pt x="52114830" y="33501723"/>
                    <a:pt x="52080662" y="33464311"/>
                  </a:cubicBezTo>
                  <a:lnTo>
                    <a:pt x="52046034" y="33426400"/>
                  </a:lnTo>
                  <a:lnTo>
                    <a:pt x="51851643" y="33419954"/>
                  </a:lnTo>
                  <a:cubicBezTo>
                    <a:pt x="51605733" y="33411799"/>
                    <a:pt x="51501404" y="33395438"/>
                    <a:pt x="51462600" y="33358944"/>
                  </a:cubicBezTo>
                  <a:cubicBezTo>
                    <a:pt x="51435064" y="33333044"/>
                    <a:pt x="51417326" y="33330695"/>
                    <a:pt x="51202250" y="33324478"/>
                  </a:cubicBezTo>
                  <a:cubicBezTo>
                    <a:pt x="50974317" y="33317890"/>
                    <a:pt x="50970664" y="33317337"/>
                    <a:pt x="50907952" y="33280028"/>
                  </a:cubicBezTo>
                  <a:cubicBezTo>
                    <a:pt x="50845565" y="33242914"/>
                    <a:pt x="50841537" y="33242284"/>
                    <a:pt x="50678245" y="33244254"/>
                  </a:cubicBezTo>
                  <a:cubicBezTo>
                    <a:pt x="50521666" y="33246141"/>
                    <a:pt x="50509948" y="33248057"/>
                    <a:pt x="50475895" y="33277349"/>
                  </a:cubicBezTo>
                  <a:cubicBezTo>
                    <a:pt x="50445276" y="33303688"/>
                    <a:pt x="50438399" y="33321496"/>
                    <a:pt x="50430911" y="33393825"/>
                  </a:cubicBezTo>
                  <a:cubicBezTo>
                    <a:pt x="50426050" y="33440787"/>
                    <a:pt x="50415563" y="33485720"/>
                    <a:pt x="50407604" y="33493678"/>
                  </a:cubicBezTo>
                  <a:cubicBezTo>
                    <a:pt x="50399648" y="33501637"/>
                    <a:pt x="50352243" y="33510457"/>
                    <a:pt x="50302262" y="33513282"/>
                  </a:cubicBezTo>
                  <a:cubicBezTo>
                    <a:pt x="50188179" y="33519728"/>
                    <a:pt x="50177702" y="33508674"/>
                    <a:pt x="50177702" y="33381854"/>
                  </a:cubicBezTo>
                  <a:cubicBezTo>
                    <a:pt x="50177702" y="33263154"/>
                    <a:pt x="50198070" y="33156978"/>
                    <a:pt x="50231813" y="33099787"/>
                  </a:cubicBezTo>
                  <a:cubicBezTo>
                    <a:pt x="50256817" y="33057413"/>
                    <a:pt x="50259291" y="33033317"/>
                    <a:pt x="50262069" y="32805043"/>
                  </a:cubicBezTo>
                  <a:cubicBezTo>
                    <a:pt x="50265411" y="32530324"/>
                    <a:pt x="50277352" y="32461198"/>
                    <a:pt x="50330663" y="32407885"/>
                  </a:cubicBezTo>
                  <a:cubicBezTo>
                    <a:pt x="50361204" y="32377345"/>
                    <a:pt x="50376369" y="32372301"/>
                    <a:pt x="50437652" y="32372301"/>
                  </a:cubicBezTo>
                  <a:close/>
                  <a:moveTo>
                    <a:pt x="44664560" y="32365404"/>
                  </a:moveTo>
                  <a:cubicBezTo>
                    <a:pt x="44683624" y="32364362"/>
                    <a:pt x="44711348" y="32366122"/>
                    <a:pt x="44753721" y="32370359"/>
                  </a:cubicBezTo>
                  <a:cubicBezTo>
                    <a:pt x="44895762" y="32384557"/>
                    <a:pt x="44907206" y="32397883"/>
                    <a:pt x="44907206" y="32549080"/>
                  </a:cubicBezTo>
                  <a:cubicBezTo>
                    <a:pt x="44907206" y="32685878"/>
                    <a:pt x="44900800" y="32692144"/>
                    <a:pt x="44745945" y="32706807"/>
                  </a:cubicBezTo>
                  <a:cubicBezTo>
                    <a:pt x="44636965" y="32717126"/>
                    <a:pt x="44632221" y="32716459"/>
                    <a:pt x="44595684" y="32685701"/>
                  </a:cubicBezTo>
                  <a:cubicBezTo>
                    <a:pt x="44559032" y="32654850"/>
                    <a:pt x="44557956" y="32650711"/>
                    <a:pt x="44557956" y="32540473"/>
                  </a:cubicBezTo>
                  <a:cubicBezTo>
                    <a:pt x="44557956" y="32441592"/>
                    <a:pt x="44561165" y="32424940"/>
                    <a:pt x="44582916" y="32410930"/>
                  </a:cubicBezTo>
                  <a:cubicBezTo>
                    <a:pt x="44596642" y="32402090"/>
                    <a:pt x="44616644" y="32386942"/>
                    <a:pt x="44627366" y="32377268"/>
                  </a:cubicBezTo>
                  <a:cubicBezTo>
                    <a:pt x="44635094" y="32370291"/>
                    <a:pt x="44645496" y="32366446"/>
                    <a:pt x="44664560" y="32365404"/>
                  </a:cubicBezTo>
                  <a:close/>
                  <a:moveTo>
                    <a:pt x="43387798" y="32363570"/>
                  </a:moveTo>
                  <a:cubicBezTo>
                    <a:pt x="43399428" y="32363697"/>
                    <a:pt x="43413566" y="32364590"/>
                    <a:pt x="43431404" y="32365997"/>
                  </a:cubicBezTo>
                  <a:cubicBezTo>
                    <a:pt x="43494196" y="32370948"/>
                    <a:pt x="43518052" y="32378991"/>
                    <a:pt x="43542530" y="32403473"/>
                  </a:cubicBezTo>
                  <a:cubicBezTo>
                    <a:pt x="43571404" y="32432349"/>
                    <a:pt x="43573704" y="32443863"/>
                    <a:pt x="43573704" y="32559684"/>
                  </a:cubicBezTo>
                  <a:cubicBezTo>
                    <a:pt x="43573704" y="32640001"/>
                    <a:pt x="43568252" y="32690172"/>
                    <a:pt x="43558464" y="32699962"/>
                  </a:cubicBezTo>
                  <a:cubicBezTo>
                    <a:pt x="43539108" y="32719318"/>
                    <a:pt x="43350880" y="32720320"/>
                    <a:pt x="43296480" y="32701356"/>
                  </a:cubicBezTo>
                  <a:cubicBezTo>
                    <a:pt x="43266596" y="32690939"/>
                    <a:pt x="43252000" y="32674433"/>
                    <a:pt x="43237504" y="32634682"/>
                  </a:cubicBezTo>
                  <a:cubicBezTo>
                    <a:pt x="43204172" y="32543251"/>
                    <a:pt x="43227030" y="32474253"/>
                    <a:pt x="43318576" y="32389965"/>
                  </a:cubicBezTo>
                  <a:cubicBezTo>
                    <a:pt x="43340582" y="32369703"/>
                    <a:pt x="43352908" y="32363188"/>
                    <a:pt x="43387798" y="32363570"/>
                  </a:cubicBezTo>
                  <a:close/>
                  <a:moveTo>
                    <a:pt x="45535508" y="32283400"/>
                  </a:moveTo>
                  <a:cubicBezTo>
                    <a:pt x="45607227" y="32283400"/>
                    <a:pt x="45612052" y="32293407"/>
                    <a:pt x="45612052" y="32442169"/>
                  </a:cubicBezTo>
                  <a:cubicBezTo>
                    <a:pt x="45612052" y="32612168"/>
                    <a:pt x="45603798" y="32626300"/>
                    <a:pt x="45504502" y="32626300"/>
                  </a:cubicBezTo>
                  <a:cubicBezTo>
                    <a:pt x="45409209" y="32626300"/>
                    <a:pt x="45382739" y="32606016"/>
                    <a:pt x="45371955" y="32524737"/>
                  </a:cubicBezTo>
                  <a:cubicBezTo>
                    <a:pt x="45358145" y="32420626"/>
                    <a:pt x="45371800" y="32379828"/>
                    <a:pt x="45437619" y="32328552"/>
                  </a:cubicBezTo>
                  <a:cubicBezTo>
                    <a:pt x="45475967" y="32298673"/>
                    <a:pt x="45509082" y="32283400"/>
                    <a:pt x="45535508" y="32283400"/>
                  </a:cubicBezTo>
                  <a:close/>
                  <a:moveTo>
                    <a:pt x="42595008" y="32276463"/>
                  </a:moveTo>
                  <a:cubicBezTo>
                    <a:pt x="42613176" y="32276083"/>
                    <a:pt x="42635616" y="32276582"/>
                    <a:pt x="42657944" y="32278052"/>
                  </a:cubicBezTo>
                  <a:cubicBezTo>
                    <a:pt x="42735648" y="32283171"/>
                    <a:pt x="42741846" y="32286110"/>
                    <a:pt x="42802272" y="32346540"/>
                  </a:cubicBezTo>
                  <a:lnTo>
                    <a:pt x="42865412" y="32409679"/>
                  </a:lnTo>
                  <a:lnTo>
                    <a:pt x="42860366" y="32499009"/>
                  </a:lnTo>
                  <a:cubicBezTo>
                    <a:pt x="42855556" y="32584110"/>
                    <a:pt x="42853234" y="32589820"/>
                    <a:pt x="42811286" y="32619650"/>
                  </a:cubicBezTo>
                  <a:cubicBezTo>
                    <a:pt x="42787068" y="32636873"/>
                    <a:pt x="42759500" y="32666028"/>
                    <a:pt x="42750024" y="32684439"/>
                  </a:cubicBezTo>
                  <a:cubicBezTo>
                    <a:pt x="42733490" y="32716558"/>
                    <a:pt x="42729236" y="32717711"/>
                    <a:pt x="42644986" y="32712952"/>
                  </a:cubicBezTo>
                  <a:cubicBezTo>
                    <a:pt x="42559816" y="32708140"/>
                    <a:pt x="42555386" y="32706200"/>
                    <a:pt x="42497548" y="32648358"/>
                  </a:cubicBezTo>
                  <a:cubicBezTo>
                    <a:pt x="42439706" y="32590519"/>
                    <a:pt x="42437764" y="32586089"/>
                    <a:pt x="42432952" y="32500919"/>
                  </a:cubicBezTo>
                  <a:cubicBezTo>
                    <a:pt x="42429156" y="32433667"/>
                    <a:pt x="42432920" y="32406106"/>
                    <a:pt x="42449042" y="32383180"/>
                  </a:cubicBezTo>
                  <a:cubicBezTo>
                    <a:pt x="42476976" y="32343465"/>
                    <a:pt x="42533970" y="32289422"/>
                    <a:pt x="42557704" y="32280147"/>
                  </a:cubicBezTo>
                  <a:cubicBezTo>
                    <a:pt x="42562944" y="32278101"/>
                    <a:pt x="42576840" y="32276843"/>
                    <a:pt x="42595008" y="32276463"/>
                  </a:cubicBezTo>
                  <a:close/>
                  <a:moveTo>
                    <a:pt x="44073920" y="31921509"/>
                  </a:moveTo>
                  <a:cubicBezTo>
                    <a:pt x="44112338" y="31923407"/>
                    <a:pt x="44151374" y="31930210"/>
                    <a:pt x="44171436" y="31940946"/>
                  </a:cubicBezTo>
                  <a:cubicBezTo>
                    <a:pt x="44192516" y="31952230"/>
                    <a:pt x="44196002" y="31968219"/>
                    <a:pt x="44196002" y="32053693"/>
                  </a:cubicBezTo>
                  <a:cubicBezTo>
                    <a:pt x="44196002" y="32177692"/>
                    <a:pt x="44187522" y="32186646"/>
                    <a:pt x="44076766" y="32179592"/>
                  </a:cubicBezTo>
                  <a:cubicBezTo>
                    <a:pt x="43965114" y="32172483"/>
                    <a:pt x="43954248" y="32160738"/>
                    <a:pt x="43951008" y="32043619"/>
                  </a:cubicBezTo>
                  <a:cubicBezTo>
                    <a:pt x="43948496" y="31952608"/>
                    <a:pt x="43950040" y="31946655"/>
                    <a:pt x="43980102" y="31931490"/>
                  </a:cubicBezTo>
                  <a:cubicBezTo>
                    <a:pt x="43997698" y="31922615"/>
                    <a:pt x="44035500" y="31919610"/>
                    <a:pt x="44073920" y="31921509"/>
                  </a:cubicBezTo>
                  <a:close/>
                  <a:moveTo>
                    <a:pt x="45681254" y="31838900"/>
                  </a:moveTo>
                  <a:cubicBezTo>
                    <a:pt x="45780243" y="31838900"/>
                    <a:pt x="45797991" y="31851402"/>
                    <a:pt x="45800006" y="31922554"/>
                  </a:cubicBezTo>
                  <a:cubicBezTo>
                    <a:pt x="45801842" y="31987248"/>
                    <a:pt x="45772765" y="32005808"/>
                    <a:pt x="45682649" y="31997464"/>
                  </a:cubicBezTo>
                  <a:cubicBezTo>
                    <a:pt x="45581207" y="31988069"/>
                    <a:pt x="45547954" y="31968384"/>
                    <a:pt x="45551054" y="31919562"/>
                  </a:cubicBezTo>
                  <a:cubicBezTo>
                    <a:pt x="45552431" y="31897892"/>
                    <a:pt x="45562840" y="31870876"/>
                    <a:pt x="45574188" y="31859528"/>
                  </a:cubicBezTo>
                  <a:cubicBezTo>
                    <a:pt x="45589185" y="31844531"/>
                    <a:pt x="45618411" y="31838900"/>
                    <a:pt x="45681254" y="31838900"/>
                  </a:cubicBezTo>
                  <a:close/>
                  <a:moveTo>
                    <a:pt x="5432680" y="31826200"/>
                  </a:moveTo>
                  <a:lnTo>
                    <a:pt x="5386516" y="31862269"/>
                  </a:lnTo>
                  <a:cubicBezTo>
                    <a:pt x="5361124" y="31882110"/>
                    <a:pt x="5333080" y="31904840"/>
                    <a:pt x="5324188" y="31912781"/>
                  </a:cubicBezTo>
                  <a:cubicBezTo>
                    <a:pt x="5315300" y="31920724"/>
                    <a:pt x="5302724" y="31931640"/>
                    <a:pt x="5296240" y="31937037"/>
                  </a:cubicBezTo>
                  <a:cubicBezTo>
                    <a:pt x="5289760" y="31942435"/>
                    <a:pt x="5281016" y="31974296"/>
                    <a:pt x="5276808" y="32007845"/>
                  </a:cubicBezTo>
                  <a:cubicBezTo>
                    <a:pt x="5270800" y="32055792"/>
                    <a:pt x="5261836" y="32073444"/>
                    <a:pt x="5234908" y="32090358"/>
                  </a:cubicBezTo>
                  <a:lnTo>
                    <a:pt x="5200652" y="32111872"/>
                  </a:lnTo>
                  <a:lnTo>
                    <a:pt x="5202816" y="32288063"/>
                  </a:lnTo>
                  <a:cubicBezTo>
                    <a:pt x="5204960" y="32462868"/>
                    <a:pt x="5205260" y="32464546"/>
                    <a:pt x="5240916" y="32501842"/>
                  </a:cubicBezTo>
                  <a:lnTo>
                    <a:pt x="5276852" y="32539437"/>
                  </a:lnTo>
                  <a:lnTo>
                    <a:pt x="5441952" y="32535107"/>
                  </a:lnTo>
                  <a:cubicBezTo>
                    <a:pt x="5594064" y="32531115"/>
                    <a:pt x="5613048" y="32527850"/>
                    <a:pt x="5683252" y="32493573"/>
                  </a:cubicBezTo>
                  <a:cubicBezTo>
                    <a:pt x="5758608" y="32456779"/>
                    <a:pt x="5761816" y="32456379"/>
                    <a:pt x="5973156" y="32457269"/>
                  </a:cubicBezTo>
                  <a:cubicBezTo>
                    <a:pt x="6144088" y="32457991"/>
                    <a:pt x="6188212" y="32454652"/>
                    <a:pt x="6193608" y="32440587"/>
                  </a:cubicBezTo>
                  <a:cubicBezTo>
                    <a:pt x="6199680" y="32424765"/>
                    <a:pt x="6182296" y="32380248"/>
                    <a:pt x="6124944" y="32264750"/>
                  </a:cubicBezTo>
                  <a:cubicBezTo>
                    <a:pt x="6114432" y="32243576"/>
                    <a:pt x="6101024" y="32180529"/>
                    <a:pt x="6095152" y="32124650"/>
                  </a:cubicBezTo>
                  <a:cubicBezTo>
                    <a:pt x="6086148" y="32038972"/>
                    <a:pt x="6079552" y="32019069"/>
                    <a:pt x="6053048" y="31997650"/>
                  </a:cubicBezTo>
                  <a:cubicBezTo>
                    <a:pt x="6035764" y="31983679"/>
                    <a:pt x="6020668" y="31959693"/>
                    <a:pt x="6019504" y="31944345"/>
                  </a:cubicBezTo>
                  <a:cubicBezTo>
                    <a:pt x="6018336" y="31928994"/>
                    <a:pt x="6003256" y="31907181"/>
                    <a:pt x="5985992" y="31895870"/>
                  </a:cubicBezTo>
                  <a:cubicBezTo>
                    <a:pt x="5968728" y="31884556"/>
                    <a:pt x="5943556" y="31864254"/>
                    <a:pt x="5930052" y="31850750"/>
                  </a:cubicBezTo>
                  <a:cubicBezTo>
                    <a:pt x="5907544" y="31828240"/>
                    <a:pt x="5885844" y="31826200"/>
                    <a:pt x="5669088" y="31826200"/>
                  </a:cubicBezTo>
                  <a:close/>
                  <a:moveTo>
                    <a:pt x="46343598" y="31654582"/>
                  </a:moveTo>
                  <a:cubicBezTo>
                    <a:pt x="46393199" y="31651365"/>
                    <a:pt x="46472030" y="31664282"/>
                    <a:pt x="46488352" y="31683325"/>
                  </a:cubicBezTo>
                  <a:cubicBezTo>
                    <a:pt x="46517696" y="31717559"/>
                    <a:pt x="46541316" y="31741613"/>
                    <a:pt x="46568927" y="31765382"/>
                  </a:cubicBezTo>
                  <a:cubicBezTo>
                    <a:pt x="46587099" y="31781024"/>
                    <a:pt x="46596721" y="31810886"/>
                    <a:pt x="46603260" y="31871937"/>
                  </a:cubicBezTo>
                  <a:cubicBezTo>
                    <a:pt x="46612295" y="31956316"/>
                    <a:pt x="46605204" y="32093027"/>
                    <a:pt x="46589695" y="32133443"/>
                  </a:cubicBezTo>
                  <a:cubicBezTo>
                    <a:pt x="46577106" y="32166244"/>
                    <a:pt x="46513867" y="32181800"/>
                    <a:pt x="46393102" y="32181800"/>
                  </a:cubicBezTo>
                  <a:cubicBezTo>
                    <a:pt x="46193976" y="32181800"/>
                    <a:pt x="46174263" y="32160707"/>
                    <a:pt x="46173500" y="31946807"/>
                  </a:cubicBezTo>
                  <a:cubicBezTo>
                    <a:pt x="46173103" y="31835554"/>
                    <a:pt x="46176808" y="31809585"/>
                    <a:pt x="46196131" y="31788233"/>
                  </a:cubicBezTo>
                  <a:cubicBezTo>
                    <a:pt x="46208840" y="31774191"/>
                    <a:pt x="46227218" y="31762700"/>
                    <a:pt x="46236969" y="31762700"/>
                  </a:cubicBezTo>
                  <a:cubicBezTo>
                    <a:pt x="46246720" y="31762700"/>
                    <a:pt x="46262871" y="31743138"/>
                    <a:pt x="46272861" y="31719227"/>
                  </a:cubicBezTo>
                  <a:cubicBezTo>
                    <a:pt x="46282851" y="31695318"/>
                    <a:pt x="46298277" y="31670262"/>
                    <a:pt x="46307138" y="31663549"/>
                  </a:cubicBezTo>
                  <a:cubicBezTo>
                    <a:pt x="46313779" y="31658520"/>
                    <a:pt x="46327065" y="31655655"/>
                    <a:pt x="46343598" y="31654582"/>
                  </a:cubicBezTo>
                  <a:close/>
                  <a:moveTo>
                    <a:pt x="43327564" y="31497182"/>
                  </a:moveTo>
                  <a:cubicBezTo>
                    <a:pt x="43350364" y="31494200"/>
                    <a:pt x="43370330" y="31498146"/>
                    <a:pt x="43377828" y="31510278"/>
                  </a:cubicBezTo>
                  <a:cubicBezTo>
                    <a:pt x="43382680" y="31518133"/>
                    <a:pt x="43421592" y="31538800"/>
                    <a:pt x="43464300" y="31556207"/>
                  </a:cubicBezTo>
                  <a:cubicBezTo>
                    <a:pt x="43507008" y="31573614"/>
                    <a:pt x="43546150" y="31594335"/>
                    <a:pt x="43551282" y="31602254"/>
                  </a:cubicBezTo>
                  <a:cubicBezTo>
                    <a:pt x="43556412" y="31610170"/>
                    <a:pt x="43563556" y="31663708"/>
                    <a:pt x="43567156" y="31721223"/>
                  </a:cubicBezTo>
                  <a:lnTo>
                    <a:pt x="43573702" y="31825800"/>
                  </a:lnTo>
                  <a:lnTo>
                    <a:pt x="43530294" y="31860923"/>
                  </a:lnTo>
                  <a:cubicBezTo>
                    <a:pt x="43488480" y="31894760"/>
                    <a:pt x="43481500" y="31896050"/>
                    <a:pt x="43340148" y="31896050"/>
                  </a:cubicBezTo>
                  <a:cubicBezTo>
                    <a:pt x="43162708" y="31896050"/>
                    <a:pt x="43144032" y="31885158"/>
                    <a:pt x="43140728" y="31779723"/>
                  </a:cubicBezTo>
                  <a:cubicBezTo>
                    <a:pt x="43137088" y="31663528"/>
                    <a:pt x="43151960" y="31602688"/>
                    <a:pt x="43190110" y="31577747"/>
                  </a:cubicBezTo>
                  <a:cubicBezTo>
                    <a:pt x="43209000" y="31565397"/>
                    <a:pt x="43240580" y="31541954"/>
                    <a:pt x="43260298" y="31525649"/>
                  </a:cubicBezTo>
                  <a:cubicBezTo>
                    <a:pt x="43279132" y="31510072"/>
                    <a:pt x="43304764" y="31500164"/>
                    <a:pt x="43327564" y="31497182"/>
                  </a:cubicBezTo>
                  <a:close/>
                  <a:moveTo>
                    <a:pt x="45083470" y="31385474"/>
                  </a:moveTo>
                  <a:cubicBezTo>
                    <a:pt x="45097439" y="31385667"/>
                    <a:pt x="45114784" y="31386641"/>
                    <a:pt x="45137083" y="31388097"/>
                  </a:cubicBezTo>
                  <a:cubicBezTo>
                    <a:pt x="45327849" y="31400552"/>
                    <a:pt x="45358911" y="31432891"/>
                    <a:pt x="45350483" y="31610275"/>
                  </a:cubicBezTo>
                  <a:cubicBezTo>
                    <a:pt x="45341238" y="31804809"/>
                    <a:pt x="45343272" y="31796828"/>
                    <a:pt x="45299082" y="31812232"/>
                  </a:cubicBezTo>
                  <a:cubicBezTo>
                    <a:pt x="45260892" y="31825546"/>
                    <a:pt x="45093405" y="31822247"/>
                    <a:pt x="44998672" y="31806316"/>
                  </a:cubicBezTo>
                  <a:cubicBezTo>
                    <a:pt x="44939647" y="31796388"/>
                    <a:pt x="44918287" y="31745833"/>
                    <a:pt x="44915651" y="31609829"/>
                  </a:cubicBezTo>
                  <a:cubicBezTo>
                    <a:pt x="44913378" y="31492493"/>
                    <a:pt x="44909571" y="31500769"/>
                    <a:pt x="45006318" y="31412892"/>
                  </a:cubicBezTo>
                  <a:cubicBezTo>
                    <a:pt x="45030043" y="31391342"/>
                    <a:pt x="45041563" y="31384895"/>
                    <a:pt x="45083470" y="31385474"/>
                  </a:cubicBezTo>
                  <a:close/>
                  <a:moveTo>
                    <a:pt x="44162896" y="31120600"/>
                  </a:moveTo>
                  <a:cubicBezTo>
                    <a:pt x="44175368" y="31120655"/>
                    <a:pt x="44189648" y="31121181"/>
                    <a:pt x="44205936" y="31122157"/>
                  </a:cubicBezTo>
                  <a:cubicBezTo>
                    <a:pt x="44324907" y="31129289"/>
                    <a:pt x="44356979" y="31140537"/>
                    <a:pt x="44415078" y="31195509"/>
                  </a:cubicBezTo>
                  <a:lnTo>
                    <a:pt x="44462703" y="31240569"/>
                  </a:lnTo>
                  <a:lnTo>
                    <a:pt x="44462703" y="31372207"/>
                  </a:lnTo>
                  <a:cubicBezTo>
                    <a:pt x="44462703" y="31545889"/>
                    <a:pt x="44470439" y="31540451"/>
                    <a:pt x="44223480" y="31540451"/>
                  </a:cubicBezTo>
                  <a:cubicBezTo>
                    <a:pt x="44037940" y="31540451"/>
                    <a:pt x="44032096" y="31539626"/>
                    <a:pt x="43998560" y="31508701"/>
                  </a:cubicBezTo>
                  <a:cubicBezTo>
                    <a:pt x="43951878" y="31465656"/>
                    <a:pt x="43939328" y="31419603"/>
                    <a:pt x="43949578" y="31328991"/>
                  </a:cubicBezTo>
                  <a:cubicBezTo>
                    <a:pt x="43957532" y="31258704"/>
                    <a:pt x="43961530" y="31251033"/>
                    <a:pt x="43999720" y="31232824"/>
                  </a:cubicBezTo>
                  <a:cubicBezTo>
                    <a:pt x="44022548" y="31221937"/>
                    <a:pt x="44048800" y="31198872"/>
                    <a:pt x="44058060" y="31181567"/>
                  </a:cubicBezTo>
                  <a:cubicBezTo>
                    <a:pt x="44067322" y="31164260"/>
                    <a:pt x="44083576" y="31142565"/>
                    <a:pt x="44094176" y="31133356"/>
                  </a:cubicBezTo>
                  <a:cubicBezTo>
                    <a:pt x="44104360" y="31124509"/>
                    <a:pt x="44125484" y="31120435"/>
                    <a:pt x="44162896" y="31120600"/>
                  </a:cubicBezTo>
                  <a:close/>
                  <a:moveTo>
                    <a:pt x="43454572" y="30683200"/>
                  </a:moveTo>
                  <a:cubicBezTo>
                    <a:pt x="43565512" y="30683200"/>
                    <a:pt x="43577660" y="30697680"/>
                    <a:pt x="43564686" y="30814423"/>
                  </a:cubicBezTo>
                  <a:lnTo>
                    <a:pt x="43554652" y="30904712"/>
                  </a:lnTo>
                  <a:lnTo>
                    <a:pt x="43503852" y="30919434"/>
                  </a:lnTo>
                  <a:cubicBezTo>
                    <a:pt x="43470906" y="30928980"/>
                    <a:pt x="43454888" y="30940271"/>
                    <a:pt x="43458274" y="30951553"/>
                  </a:cubicBezTo>
                  <a:cubicBezTo>
                    <a:pt x="43461146" y="30961121"/>
                    <a:pt x="43468868" y="31009186"/>
                    <a:pt x="43475432" y="31058362"/>
                  </a:cubicBezTo>
                  <a:cubicBezTo>
                    <a:pt x="43491160" y="31176175"/>
                    <a:pt x="43470024" y="31232761"/>
                    <a:pt x="43399840" y="31260725"/>
                  </a:cubicBezTo>
                  <a:cubicBezTo>
                    <a:pt x="43318326" y="31293206"/>
                    <a:pt x="43189150" y="31282819"/>
                    <a:pt x="43167320" y="31242031"/>
                  </a:cubicBezTo>
                  <a:cubicBezTo>
                    <a:pt x="43150804" y="31211174"/>
                    <a:pt x="43137904" y="31089085"/>
                    <a:pt x="43140970" y="30992682"/>
                  </a:cubicBezTo>
                  <a:cubicBezTo>
                    <a:pt x="43143658" y="30908166"/>
                    <a:pt x="43153700" y="30896362"/>
                    <a:pt x="43252496" y="30861574"/>
                  </a:cubicBezTo>
                  <a:lnTo>
                    <a:pt x="43313352" y="30840142"/>
                  </a:lnTo>
                  <a:lnTo>
                    <a:pt x="43317044" y="30771198"/>
                  </a:lnTo>
                  <a:cubicBezTo>
                    <a:pt x="43320108" y="30713846"/>
                    <a:pt x="43325324" y="30700647"/>
                    <a:pt x="43348042" y="30692726"/>
                  </a:cubicBezTo>
                  <a:cubicBezTo>
                    <a:pt x="43363068" y="30687485"/>
                    <a:pt x="43411006" y="30683200"/>
                    <a:pt x="43454572" y="30683200"/>
                  </a:cubicBezTo>
                  <a:close/>
                  <a:moveTo>
                    <a:pt x="11480712" y="30683200"/>
                  </a:moveTo>
                  <a:cubicBezTo>
                    <a:pt x="11567128" y="30683200"/>
                    <a:pt x="11569368" y="30684053"/>
                    <a:pt x="11622184" y="30737175"/>
                  </a:cubicBezTo>
                  <a:cubicBezTo>
                    <a:pt x="11667128" y="30782375"/>
                    <a:pt x="11677496" y="30802504"/>
                    <a:pt x="11685960" y="30861000"/>
                  </a:cubicBezTo>
                  <a:cubicBezTo>
                    <a:pt x="11698176" y="30945423"/>
                    <a:pt x="11686832" y="31081061"/>
                    <a:pt x="11662936" y="31136310"/>
                  </a:cubicBezTo>
                  <a:cubicBezTo>
                    <a:pt x="11638608" y="31192543"/>
                    <a:pt x="11582016" y="31208849"/>
                    <a:pt x="11439392" y="31200719"/>
                  </a:cubicBezTo>
                  <a:cubicBezTo>
                    <a:pt x="11337952" y="31194933"/>
                    <a:pt x="11322200" y="31190642"/>
                    <a:pt x="11292176" y="31160619"/>
                  </a:cubicBezTo>
                  <a:cubicBezTo>
                    <a:pt x="11259280" y="31127722"/>
                    <a:pt x="11258552" y="31123440"/>
                    <a:pt x="11258552" y="30962882"/>
                  </a:cubicBezTo>
                  <a:lnTo>
                    <a:pt x="11258552" y="30798771"/>
                  </a:lnTo>
                  <a:lnTo>
                    <a:pt x="11303000" y="30755338"/>
                  </a:lnTo>
                  <a:cubicBezTo>
                    <a:pt x="11327448" y="30731448"/>
                    <a:pt x="11357680" y="30705447"/>
                    <a:pt x="11370176" y="30697553"/>
                  </a:cubicBezTo>
                  <a:cubicBezTo>
                    <a:pt x="11382676" y="30689659"/>
                    <a:pt x="11432416" y="30683200"/>
                    <a:pt x="11480712" y="30683200"/>
                  </a:cubicBezTo>
                  <a:close/>
                  <a:moveTo>
                    <a:pt x="46084124" y="30676523"/>
                  </a:moveTo>
                  <a:cubicBezTo>
                    <a:pt x="46101524" y="30675277"/>
                    <a:pt x="46126043" y="30676781"/>
                    <a:pt x="46162816" y="30680664"/>
                  </a:cubicBezTo>
                  <a:cubicBezTo>
                    <a:pt x="46245577" y="30689407"/>
                    <a:pt x="46260488" y="30695147"/>
                    <a:pt x="46291959" y="30730370"/>
                  </a:cubicBezTo>
                  <a:cubicBezTo>
                    <a:pt x="46336697" y="30780441"/>
                    <a:pt x="46352169" y="30881613"/>
                    <a:pt x="46329901" y="30978475"/>
                  </a:cubicBezTo>
                  <a:cubicBezTo>
                    <a:pt x="46303930" y="31091442"/>
                    <a:pt x="46297007" y="31099786"/>
                    <a:pt x="46221402" y="31109230"/>
                  </a:cubicBezTo>
                  <a:cubicBezTo>
                    <a:pt x="46105074" y="31123765"/>
                    <a:pt x="46033528" y="31106834"/>
                    <a:pt x="45968168" y="31049299"/>
                  </a:cubicBezTo>
                  <a:cubicBezTo>
                    <a:pt x="45911619" y="30999525"/>
                    <a:pt x="45910385" y="30996778"/>
                    <a:pt x="45904348" y="30907546"/>
                  </a:cubicBezTo>
                  <a:cubicBezTo>
                    <a:pt x="45900962" y="30857499"/>
                    <a:pt x="45902392" y="30810203"/>
                    <a:pt x="45907523" y="30802450"/>
                  </a:cubicBezTo>
                  <a:cubicBezTo>
                    <a:pt x="45912655" y="30794691"/>
                    <a:pt x="45937878" y="30781895"/>
                    <a:pt x="45963579" y="30774010"/>
                  </a:cubicBezTo>
                  <a:cubicBezTo>
                    <a:pt x="45991797" y="30765356"/>
                    <a:pt x="46013616" y="30749236"/>
                    <a:pt x="46018670" y="30733318"/>
                  </a:cubicBezTo>
                  <a:cubicBezTo>
                    <a:pt x="46023271" y="30718816"/>
                    <a:pt x="46036536" y="30698815"/>
                    <a:pt x="46048144" y="30688868"/>
                  </a:cubicBezTo>
                  <a:cubicBezTo>
                    <a:pt x="46056442" y="30681760"/>
                    <a:pt x="46066723" y="30677768"/>
                    <a:pt x="46084124" y="30676523"/>
                  </a:cubicBezTo>
                  <a:close/>
                  <a:moveTo>
                    <a:pt x="7246508" y="30607474"/>
                  </a:moveTo>
                  <a:cubicBezTo>
                    <a:pt x="7296064" y="30606849"/>
                    <a:pt x="7378536" y="30648137"/>
                    <a:pt x="7404852" y="30697308"/>
                  </a:cubicBezTo>
                  <a:cubicBezTo>
                    <a:pt x="7413144" y="30712798"/>
                    <a:pt x="7422912" y="30799091"/>
                    <a:pt x="7426560" y="30889067"/>
                  </a:cubicBezTo>
                  <a:cubicBezTo>
                    <a:pt x="7432892" y="31045147"/>
                    <a:pt x="7434864" y="31054756"/>
                    <a:pt x="7469448" y="31098275"/>
                  </a:cubicBezTo>
                  <a:cubicBezTo>
                    <a:pt x="7518980" y="31160603"/>
                    <a:pt x="7518648" y="31218966"/>
                    <a:pt x="7468552" y="31256002"/>
                  </a:cubicBezTo>
                  <a:cubicBezTo>
                    <a:pt x="7448124" y="31271108"/>
                    <a:pt x="7428040" y="31296893"/>
                    <a:pt x="7423920" y="31313301"/>
                  </a:cubicBezTo>
                  <a:cubicBezTo>
                    <a:pt x="7419800" y="31329712"/>
                    <a:pt x="7399120" y="31352089"/>
                    <a:pt x="7377964" y="31363031"/>
                  </a:cubicBezTo>
                  <a:cubicBezTo>
                    <a:pt x="7356808" y="31373970"/>
                    <a:pt x="7333400" y="31396304"/>
                    <a:pt x="7325948" y="31412659"/>
                  </a:cubicBezTo>
                  <a:cubicBezTo>
                    <a:pt x="7318496" y="31429018"/>
                    <a:pt x="7298656" y="31448660"/>
                    <a:pt x="7281864" y="31456313"/>
                  </a:cubicBezTo>
                  <a:cubicBezTo>
                    <a:pt x="7265068" y="31463965"/>
                    <a:pt x="7245064" y="31483967"/>
                    <a:pt x="7237412" y="31500763"/>
                  </a:cubicBezTo>
                  <a:cubicBezTo>
                    <a:pt x="7229760" y="31517558"/>
                    <a:pt x="7209760" y="31537560"/>
                    <a:pt x="7192964" y="31545213"/>
                  </a:cubicBezTo>
                  <a:cubicBezTo>
                    <a:pt x="7176168" y="31552865"/>
                    <a:pt x="7156164" y="31572867"/>
                    <a:pt x="7148512" y="31589663"/>
                  </a:cubicBezTo>
                  <a:cubicBezTo>
                    <a:pt x="7140860" y="31606458"/>
                    <a:pt x="7120856" y="31626460"/>
                    <a:pt x="7104064" y="31634114"/>
                  </a:cubicBezTo>
                  <a:cubicBezTo>
                    <a:pt x="7087268" y="31641765"/>
                    <a:pt x="7067264" y="31661768"/>
                    <a:pt x="7059612" y="31678563"/>
                  </a:cubicBezTo>
                  <a:cubicBezTo>
                    <a:pt x="7051960" y="31695358"/>
                    <a:pt x="7031960" y="31715360"/>
                    <a:pt x="7015164" y="31723013"/>
                  </a:cubicBezTo>
                  <a:cubicBezTo>
                    <a:pt x="6998368" y="31730666"/>
                    <a:pt x="6978364" y="31750667"/>
                    <a:pt x="6970712" y="31767463"/>
                  </a:cubicBezTo>
                  <a:cubicBezTo>
                    <a:pt x="6963060" y="31784258"/>
                    <a:pt x="6943056" y="31804260"/>
                    <a:pt x="6926264" y="31811913"/>
                  </a:cubicBezTo>
                  <a:cubicBezTo>
                    <a:pt x="6909468" y="31819565"/>
                    <a:pt x="6889464" y="31839567"/>
                    <a:pt x="6881812" y="31856363"/>
                  </a:cubicBezTo>
                  <a:cubicBezTo>
                    <a:pt x="6874160" y="31873158"/>
                    <a:pt x="6854160" y="31893161"/>
                    <a:pt x="6837364" y="31900813"/>
                  </a:cubicBezTo>
                  <a:cubicBezTo>
                    <a:pt x="6820568" y="31908465"/>
                    <a:pt x="6800564" y="31928467"/>
                    <a:pt x="6792912" y="31945263"/>
                  </a:cubicBezTo>
                  <a:cubicBezTo>
                    <a:pt x="6785260" y="31962058"/>
                    <a:pt x="6765256" y="31982060"/>
                    <a:pt x="6748464" y="31989713"/>
                  </a:cubicBezTo>
                  <a:cubicBezTo>
                    <a:pt x="6731668" y="31997365"/>
                    <a:pt x="6711376" y="32017996"/>
                    <a:pt x="6703376" y="32035564"/>
                  </a:cubicBezTo>
                  <a:cubicBezTo>
                    <a:pt x="6695372" y="32053129"/>
                    <a:pt x="6684024" y="32067500"/>
                    <a:pt x="6678160" y="32067500"/>
                  </a:cubicBezTo>
                  <a:cubicBezTo>
                    <a:pt x="6672296" y="32067500"/>
                    <a:pt x="6633780" y="32102363"/>
                    <a:pt x="6592568" y="32144971"/>
                  </a:cubicBezTo>
                  <a:cubicBezTo>
                    <a:pt x="6551360" y="32187579"/>
                    <a:pt x="6509924" y="32224763"/>
                    <a:pt x="6500496" y="32227599"/>
                  </a:cubicBezTo>
                  <a:cubicBezTo>
                    <a:pt x="6467912" y="32237406"/>
                    <a:pt x="6432840" y="32292410"/>
                    <a:pt x="6439448" y="32323346"/>
                  </a:cubicBezTo>
                  <a:cubicBezTo>
                    <a:pt x="6445780" y="32352983"/>
                    <a:pt x="6447912" y="32353337"/>
                    <a:pt x="6678904" y="32363077"/>
                  </a:cubicBezTo>
                  <a:lnTo>
                    <a:pt x="6911968" y="32372898"/>
                  </a:lnTo>
                  <a:lnTo>
                    <a:pt x="6955456" y="32339728"/>
                  </a:lnTo>
                  <a:cubicBezTo>
                    <a:pt x="6981784" y="32319650"/>
                    <a:pt x="7007184" y="32309721"/>
                    <a:pt x="7019828" y="32314573"/>
                  </a:cubicBezTo>
                  <a:cubicBezTo>
                    <a:pt x="7031316" y="32318982"/>
                    <a:pt x="7063896" y="32313860"/>
                    <a:pt x="7092232" y="32303197"/>
                  </a:cubicBezTo>
                  <a:cubicBezTo>
                    <a:pt x="7120568" y="32292531"/>
                    <a:pt x="7173360" y="32283422"/>
                    <a:pt x="7209552" y="32282954"/>
                  </a:cubicBezTo>
                  <a:cubicBezTo>
                    <a:pt x="7265992" y="32282228"/>
                    <a:pt x="7280896" y="32276436"/>
                    <a:pt x="7314328" y="32242244"/>
                  </a:cubicBezTo>
                  <a:cubicBezTo>
                    <a:pt x="7352656" y="32203039"/>
                    <a:pt x="7353200" y="32200679"/>
                    <a:pt x="7347136" y="32100013"/>
                  </a:cubicBezTo>
                  <a:cubicBezTo>
                    <a:pt x="7339408" y="31971667"/>
                    <a:pt x="7354344" y="31935545"/>
                    <a:pt x="7417092" y="31930835"/>
                  </a:cubicBezTo>
                  <a:cubicBezTo>
                    <a:pt x="7469900" y="31926873"/>
                    <a:pt x="7475452" y="31930600"/>
                    <a:pt x="7526032" y="32004000"/>
                  </a:cubicBezTo>
                  <a:cubicBezTo>
                    <a:pt x="7578152" y="32079629"/>
                    <a:pt x="7581720" y="32097635"/>
                    <a:pt x="7599608" y="32375311"/>
                  </a:cubicBezTo>
                  <a:cubicBezTo>
                    <a:pt x="7614704" y="32609681"/>
                    <a:pt x="7615472" y="32613836"/>
                    <a:pt x="7650656" y="32650559"/>
                  </a:cubicBezTo>
                  <a:cubicBezTo>
                    <a:pt x="7685160" y="32686569"/>
                    <a:pt x="7686608" y="32693457"/>
                    <a:pt x="7693044" y="32852169"/>
                  </a:cubicBezTo>
                  <a:cubicBezTo>
                    <a:pt x="7699352" y="33007750"/>
                    <a:pt x="7698264" y="33017938"/>
                    <a:pt x="7672552" y="33043645"/>
                  </a:cubicBezTo>
                  <a:cubicBezTo>
                    <a:pt x="7654160" y="33062041"/>
                    <a:pt x="7629528" y="33070801"/>
                    <a:pt x="7596188" y="33070801"/>
                  </a:cubicBezTo>
                  <a:cubicBezTo>
                    <a:pt x="7474488" y="33070801"/>
                    <a:pt x="7442200" y="33044274"/>
                    <a:pt x="7442200" y="32944293"/>
                  </a:cubicBezTo>
                  <a:cubicBezTo>
                    <a:pt x="7442200" y="32905396"/>
                    <a:pt x="7433000" y="32885707"/>
                    <a:pt x="7397976" y="32849641"/>
                  </a:cubicBezTo>
                  <a:cubicBezTo>
                    <a:pt x="7354620" y="32804999"/>
                    <a:pt x="7351780" y="32804100"/>
                    <a:pt x="7253892" y="32804100"/>
                  </a:cubicBezTo>
                  <a:cubicBezTo>
                    <a:pt x="7168692" y="32804100"/>
                    <a:pt x="7150508" y="32808002"/>
                    <a:pt x="7129984" y="32830675"/>
                  </a:cubicBezTo>
                  <a:cubicBezTo>
                    <a:pt x="7116756" y="32845294"/>
                    <a:pt x="7095164" y="32863017"/>
                    <a:pt x="7082000" y="32870062"/>
                  </a:cubicBezTo>
                  <a:cubicBezTo>
                    <a:pt x="7068832" y="32877109"/>
                    <a:pt x="6921680" y="32886873"/>
                    <a:pt x="6754988" y="32891761"/>
                  </a:cubicBezTo>
                  <a:lnTo>
                    <a:pt x="6451916" y="32900646"/>
                  </a:lnTo>
                  <a:lnTo>
                    <a:pt x="6377364" y="32972071"/>
                  </a:lnTo>
                  <a:lnTo>
                    <a:pt x="5810248" y="32970955"/>
                  </a:lnTo>
                  <a:lnTo>
                    <a:pt x="5730760" y="33015579"/>
                  </a:lnTo>
                  <a:cubicBezTo>
                    <a:pt x="5652160" y="33059700"/>
                    <a:pt x="5649520" y="33060208"/>
                    <a:pt x="5495808" y="33060847"/>
                  </a:cubicBezTo>
                  <a:cubicBezTo>
                    <a:pt x="5329680" y="33061539"/>
                    <a:pt x="5319852" y="33064955"/>
                    <a:pt x="5294864" y="33130670"/>
                  </a:cubicBezTo>
                  <a:cubicBezTo>
                    <a:pt x="5287984" y="33148778"/>
                    <a:pt x="5279704" y="33197614"/>
                    <a:pt x="5276472" y="33239196"/>
                  </a:cubicBezTo>
                  <a:cubicBezTo>
                    <a:pt x="5268176" y="33345856"/>
                    <a:pt x="5223396" y="33392328"/>
                    <a:pt x="5114612" y="33407164"/>
                  </a:cubicBezTo>
                  <a:cubicBezTo>
                    <a:pt x="5055056" y="33415284"/>
                    <a:pt x="5049336" y="33403251"/>
                    <a:pt x="5029396" y="33227836"/>
                  </a:cubicBezTo>
                  <a:cubicBezTo>
                    <a:pt x="5011092" y="33066810"/>
                    <a:pt x="5005868" y="33040138"/>
                    <a:pt x="4976944" y="32960056"/>
                  </a:cubicBezTo>
                  <a:cubicBezTo>
                    <a:pt x="4955724" y="32901306"/>
                    <a:pt x="4953000" y="32854940"/>
                    <a:pt x="4953000" y="32552500"/>
                  </a:cubicBezTo>
                  <a:cubicBezTo>
                    <a:pt x="4953000" y="32290606"/>
                    <a:pt x="4948708" y="32196971"/>
                    <a:pt x="4934540" y="32149901"/>
                  </a:cubicBezTo>
                  <a:cubicBezTo>
                    <a:pt x="4924388" y="32116167"/>
                    <a:pt x="4917232" y="32079540"/>
                    <a:pt x="4918644" y="32068508"/>
                  </a:cubicBezTo>
                  <a:cubicBezTo>
                    <a:pt x="4920052" y="32057476"/>
                    <a:pt x="4922120" y="32008446"/>
                    <a:pt x="4923232" y="31959550"/>
                  </a:cubicBezTo>
                  <a:cubicBezTo>
                    <a:pt x="4924348" y="31910654"/>
                    <a:pt x="4932300" y="31831629"/>
                    <a:pt x="4940908" y="31783936"/>
                  </a:cubicBezTo>
                  <a:cubicBezTo>
                    <a:pt x="4953360" y="31714920"/>
                    <a:pt x="4962132" y="31695101"/>
                    <a:pt x="4983872" y="31686832"/>
                  </a:cubicBezTo>
                  <a:cubicBezTo>
                    <a:pt x="5028776" y="31669760"/>
                    <a:pt x="5040400" y="31645058"/>
                    <a:pt x="5037912" y="31571977"/>
                  </a:cubicBezTo>
                  <a:cubicBezTo>
                    <a:pt x="5035584" y="31503531"/>
                    <a:pt x="5036132" y="31502406"/>
                    <a:pt x="5076868" y="31492211"/>
                  </a:cubicBezTo>
                  <a:cubicBezTo>
                    <a:pt x="5103092" y="31485650"/>
                    <a:pt x="5124912" y="31468870"/>
                    <a:pt x="5136592" y="31446276"/>
                  </a:cubicBezTo>
                  <a:cubicBezTo>
                    <a:pt x="5146720" y="31426696"/>
                    <a:pt x="5172416" y="31403463"/>
                    <a:pt x="5193700" y="31394648"/>
                  </a:cubicBezTo>
                  <a:cubicBezTo>
                    <a:pt x="5214984" y="31385833"/>
                    <a:pt x="5232400" y="31373598"/>
                    <a:pt x="5232400" y="31367459"/>
                  </a:cubicBezTo>
                  <a:cubicBezTo>
                    <a:pt x="5232400" y="31336323"/>
                    <a:pt x="5285784" y="31305500"/>
                    <a:pt x="5339704" y="31305500"/>
                  </a:cubicBezTo>
                  <a:cubicBezTo>
                    <a:pt x="5386396" y="31305500"/>
                    <a:pt x="5402544" y="31298728"/>
                    <a:pt x="5432640" y="31266520"/>
                  </a:cubicBezTo>
                  <a:cubicBezTo>
                    <a:pt x="5467112" y="31229641"/>
                    <a:pt x="5475584" y="31227151"/>
                    <a:pt x="5590016" y="31220324"/>
                  </a:cubicBezTo>
                  <a:cubicBezTo>
                    <a:pt x="5749636" y="31210802"/>
                    <a:pt x="5824296" y="31222590"/>
                    <a:pt x="5862000" y="31263276"/>
                  </a:cubicBezTo>
                  <a:cubicBezTo>
                    <a:pt x="5878292" y="31280853"/>
                    <a:pt x="5915776" y="31300663"/>
                    <a:pt x="5945300" y="31307295"/>
                  </a:cubicBezTo>
                  <a:cubicBezTo>
                    <a:pt x="6000600" y="31319722"/>
                    <a:pt x="6078008" y="31381988"/>
                    <a:pt x="6089640" y="31423403"/>
                  </a:cubicBezTo>
                  <a:cubicBezTo>
                    <a:pt x="6093136" y="31435864"/>
                    <a:pt x="6116004" y="31457860"/>
                    <a:pt x="6140448" y="31472284"/>
                  </a:cubicBezTo>
                  <a:cubicBezTo>
                    <a:pt x="6164896" y="31486708"/>
                    <a:pt x="6184900" y="31503711"/>
                    <a:pt x="6184900" y="31510070"/>
                  </a:cubicBezTo>
                  <a:cubicBezTo>
                    <a:pt x="6184900" y="31516431"/>
                    <a:pt x="6202044" y="31539574"/>
                    <a:pt x="6223000" y="31561500"/>
                  </a:cubicBezTo>
                  <a:cubicBezTo>
                    <a:pt x="6243956" y="31583427"/>
                    <a:pt x="6261816" y="31611950"/>
                    <a:pt x="6262688" y="31624882"/>
                  </a:cubicBezTo>
                  <a:cubicBezTo>
                    <a:pt x="6263560" y="31637818"/>
                    <a:pt x="6264988" y="31665069"/>
                    <a:pt x="6265864" y="31685443"/>
                  </a:cubicBezTo>
                  <a:cubicBezTo>
                    <a:pt x="6268336" y="31743151"/>
                    <a:pt x="6280320" y="31742828"/>
                    <a:pt x="6322512" y="31683911"/>
                  </a:cubicBezTo>
                  <a:cubicBezTo>
                    <a:pt x="6368084" y="31620275"/>
                    <a:pt x="6345700" y="31643300"/>
                    <a:pt x="6688032" y="31307900"/>
                  </a:cubicBezTo>
                  <a:cubicBezTo>
                    <a:pt x="6835532" y="31163388"/>
                    <a:pt x="6979848" y="31032038"/>
                    <a:pt x="7008736" y="31016011"/>
                  </a:cubicBezTo>
                  <a:cubicBezTo>
                    <a:pt x="7041736" y="30997702"/>
                    <a:pt x="7070788" y="30968197"/>
                    <a:pt x="7086888" y="30936636"/>
                  </a:cubicBezTo>
                  <a:cubicBezTo>
                    <a:pt x="7100984" y="30909006"/>
                    <a:pt x="7117708" y="30886400"/>
                    <a:pt x="7124052" y="30886400"/>
                  </a:cubicBezTo>
                  <a:cubicBezTo>
                    <a:pt x="7154968" y="30886400"/>
                    <a:pt x="7175500" y="30843289"/>
                    <a:pt x="7175500" y="30778369"/>
                  </a:cubicBezTo>
                  <a:cubicBezTo>
                    <a:pt x="7175500" y="30716835"/>
                    <a:pt x="7186752" y="30667998"/>
                    <a:pt x="7211220" y="30623328"/>
                  </a:cubicBezTo>
                  <a:cubicBezTo>
                    <a:pt x="7217128" y="30612546"/>
                    <a:pt x="7229988" y="30607681"/>
                    <a:pt x="7246508" y="30607474"/>
                  </a:cubicBezTo>
                  <a:close/>
                  <a:moveTo>
                    <a:pt x="45100519" y="30594707"/>
                  </a:moveTo>
                  <a:cubicBezTo>
                    <a:pt x="45131543" y="30593554"/>
                    <a:pt x="45167391" y="30597779"/>
                    <a:pt x="45196208" y="30607825"/>
                  </a:cubicBezTo>
                  <a:cubicBezTo>
                    <a:pt x="45243634" y="30624357"/>
                    <a:pt x="45254164" y="30654399"/>
                    <a:pt x="45261667" y="30794620"/>
                  </a:cubicBezTo>
                  <a:cubicBezTo>
                    <a:pt x="45266526" y="30885402"/>
                    <a:pt x="45264306" y="30900948"/>
                    <a:pt x="45245361" y="30908920"/>
                  </a:cubicBezTo>
                  <a:cubicBezTo>
                    <a:pt x="45206988" y="30925071"/>
                    <a:pt x="45036921" y="30919598"/>
                    <a:pt x="45018963" y="30901636"/>
                  </a:cubicBezTo>
                  <a:cubicBezTo>
                    <a:pt x="44997575" y="30880245"/>
                    <a:pt x="45009797" y="30642756"/>
                    <a:pt x="45033774" y="30613865"/>
                  </a:cubicBezTo>
                  <a:cubicBezTo>
                    <a:pt x="45043294" y="30602394"/>
                    <a:pt x="45069495" y="30595861"/>
                    <a:pt x="45100519" y="30594707"/>
                  </a:cubicBezTo>
                  <a:close/>
                  <a:moveTo>
                    <a:pt x="12151684" y="30589156"/>
                  </a:moveTo>
                  <a:cubicBezTo>
                    <a:pt x="12202860" y="30585383"/>
                    <a:pt x="12283412" y="30601283"/>
                    <a:pt x="12300456" y="30624594"/>
                  </a:cubicBezTo>
                  <a:cubicBezTo>
                    <a:pt x="12333404" y="30669650"/>
                    <a:pt x="12316900" y="30837476"/>
                    <a:pt x="12273772" y="30895925"/>
                  </a:cubicBezTo>
                  <a:cubicBezTo>
                    <a:pt x="12256080" y="30919902"/>
                    <a:pt x="12240728" y="30924500"/>
                    <a:pt x="12178344" y="30924500"/>
                  </a:cubicBezTo>
                  <a:cubicBezTo>
                    <a:pt x="12086416" y="30924500"/>
                    <a:pt x="12077104" y="30911223"/>
                    <a:pt x="12067564" y="30766600"/>
                  </a:cubicBezTo>
                  <a:cubicBezTo>
                    <a:pt x="12060672" y="30662060"/>
                    <a:pt x="12066696" y="30640316"/>
                    <a:pt x="12113744" y="30599940"/>
                  </a:cubicBezTo>
                  <a:cubicBezTo>
                    <a:pt x="12120832" y="30593857"/>
                    <a:pt x="12134628" y="30590414"/>
                    <a:pt x="12151684" y="30589156"/>
                  </a:cubicBezTo>
                  <a:close/>
                  <a:moveTo>
                    <a:pt x="51022439" y="30505400"/>
                  </a:moveTo>
                  <a:lnTo>
                    <a:pt x="51458961" y="30505400"/>
                  </a:lnTo>
                  <a:lnTo>
                    <a:pt x="51478734" y="30533625"/>
                  </a:lnTo>
                  <a:cubicBezTo>
                    <a:pt x="51505541" y="30571901"/>
                    <a:pt x="51505920" y="30712035"/>
                    <a:pt x="51479273" y="30734149"/>
                  </a:cubicBezTo>
                  <a:cubicBezTo>
                    <a:pt x="51468697" y="30742927"/>
                    <a:pt x="51417103" y="30754312"/>
                    <a:pt x="51364623" y="30759454"/>
                  </a:cubicBezTo>
                  <a:cubicBezTo>
                    <a:pt x="51263736" y="30769331"/>
                    <a:pt x="51230833" y="30779263"/>
                    <a:pt x="51183580" y="30814094"/>
                  </a:cubicBezTo>
                  <a:cubicBezTo>
                    <a:pt x="51167534" y="30825923"/>
                    <a:pt x="51136872" y="30835600"/>
                    <a:pt x="51115444" y="30835600"/>
                  </a:cubicBezTo>
                  <a:cubicBezTo>
                    <a:pt x="51087133" y="30835600"/>
                    <a:pt x="51065345" y="30847754"/>
                    <a:pt x="51035765" y="30880050"/>
                  </a:cubicBezTo>
                  <a:cubicBezTo>
                    <a:pt x="51013370" y="30904498"/>
                    <a:pt x="50989471" y="30924500"/>
                    <a:pt x="50982652" y="30924500"/>
                  </a:cubicBezTo>
                  <a:cubicBezTo>
                    <a:pt x="50975837" y="30924500"/>
                    <a:pt x="50946624" y="30943073"/>
                    <a:pt x="50917738" y="30965775"/>
                  </a:cubicBezTo>
                  <a:cubicBezTo>
                    <a:pt x="50877601" y="30997317"/>
                    <a:pt x="50864774" y="31016451"/>
                    <a:pt x="50863336" y="31046927"/>
                  </a:cubicBezTo>
                  <a:cubicBezTo>
                    <a:pt x="50862182" y="31071307"/>
                    <a:pt x="50849786" y="31096945"/>
                    <a:pt x="50831434" y="31112904"/>
                  </a:cubicBezTo>
                  <a:cubicBezTo>
                    <a:pt x="50794090" y="31145373"/>
                    <a:pt x="50776361" y="31198809"/>
                    <a:pt x="50767059" y="31306954"/>
                  </a:cubicBezTo>
                  <a:cubicBezTo>
                    <a:pt x="50749665" y="31509115"/>
                    <a:pt x="50763177" y="31556558"/>
                    <a:pt x="50869512" y="31666619"/>
                  </a:cubicBezTo>
                  <a:lnTo>
                    <a:pt x="50950068" y="31750000"/>
                  </a:lnTo>
                  <a:lnTo>
                    <a:pt x="51240606" y="31750000"/>
                  </a:lnTo>
                  <a:lnTo>
                    <a:pt x="51286376" y="31705550"/>
                  </a:lnTo>
                  <a:cubicBezTo>
                    <a:pt x="51313165" y="31679530"/>
                    <a:pt x="51344925" y="31661100"/>
                    <a:pt x="51362967" y="31661100"/>
                  </a:cubicBezTo>
                  <a:cubicBezTo>
                    <a:pt x="51398884" y="31661100"/>
                    <a:pt x="51416815" y="31642937"/>
                    <a:pt x="51429059" y="31594152"/>
                  </a:cubicBezTo>
                  <a:cubicBezTo>
                    <a:pt x="51433899" y="31574873"/>
                    <a:pt x="51451560" y="31548319"/>
                    <a:pt x="51468306" y="31535148"/>
                  </a:cubicBezTo>
                  <a:cubicBezTo>
                    <a:pt x="51485056" y="31521974"/>
                    <a:pt x="51507262" y="31490838"/>
                    <a:pt x="51517658" y="31465955"/>
                  </a:cubicBezTo>
                  <a:cubicBezTo>
                    <a:pt x="51528055" y="31441073"/>
                    <a:pt x="51548512" y="31414318"/>
                    <a:pt x="51563122" y="31406502"/>
                  </a:cubicBezTo>
                  <a:cubicBezTo>
                    <a:pt x="51609519" y="31381669"/>
                    <a:pt x="51790603" y="31190425"/>
                    <a:pt x="51790603" y="31166256"/>
                  </a:cubicBezTo>
                  <a:cubicBezTo>
                    <a:pt x="51790603" y="31133600"/>
                    <a:pt x="51962813" y="30962600"/>
                    <a:pt x="51995701" y="30962600"/>
                  </a:cubicBezTo>
                  <a:cubicBezTo>
                    <a:pt x="52010236" y="30962600"/>
                    <a:pt x="52040764" y="30942251"/>
                    <a:pt x="52063548" y="30917378"/>
                  </a:cubicBezTo>
                  <a:cubicBezTo>
                    <a:pt x="52089698" y="30888831"/>
                    <a:pt x="52127544" y="30865363"/>
                    <a:pt x="52166202" y="30853729"/>
                  </a:cubicBezTo>
                  <a:cubicBezTo>
                    <a:pt x="52205406" y="30841931"/>
                    <a:pt x="52236021" y="30822788"/>
                    <a:pt x="52251307" y="30800527"/>
                  </a:cubicBezTo>
                  <a:lnTo>
                    <a:pt x="52275175" y="30765750"/>
                  </a:lnTo>
                  <a:lnTo>
                    <a:pt x="52482325" y="30768069"/>
                  </a:lnTo>
                  <a:cubicBezTo>
                    <a:pt x="52682207" y="30770311"/>
                    <a:pt x="52690747" y="30771483"/>
                    <a:pt x="52725815" y="30801521"/>
                  </a:cubicBezTo>
                  <a:cubicBezTo>
                    <a:pt x="52745801" y="30818646"/>
                    <a:pt x="52786406" y="30841420"/>
                    <a:pt x="52816055" y="30852132"/>
                  </a:cubicBezTo>
                  <a:cubicBezTo>
                    <a:pt x="52930037" y="30893327"/>
                    <a:pt x="53098703" y="31017797"/>
                    <a:pt x="53098703" y="31060721"/>
                  </a:cubicBezTo>
                  <a:cubicBezTo>
                    <a:pt x="53098703" y="31071000"/>
                    <a:pt x="53117239" y="31096725"/>
                    <a:pt x="53139897" y="31117893"/>
                  </a:cubicBezTo>
                  <a:cubicBezTo>
                    <a:pt x="53185911" y="31160870"/>
                    <a:pt x="53185656" y="31158732"/>
                    <a:pt x="53185520" y="31508700"/>
                  </a:cubicBezTo>
                  <a:cubicBezTo>
                    <a:pt x="53185408" y="31806874"/>
                    <a:pt x="53183715" y="31821965"/>
                    <a:pt x="53145993" y="31861333"/>
                  </a:cubicBezTo>
                  <a:cubicBezTo>
                    <a:pt x="53127322" y="31880824"/>
                    <a:pt x="53102275" y="31913754"/>
                    <a:pt x="53090332" y="31934510"/>
                  </a:cubicBezTo>
                  <a:cubicBezTo>
                    <a:pt x="53078388" y="31955268"/>
                    <a:pt x="53058247" y="31985524"/>
                    <a:pt x="53045559" y="32001746"/>
                  </a:cubicBezTo>
                  <a:cubicBezTo>
                    <a:pt x="53032878" y="32017971"/>
                    <a:pt x="53022503" y="32050723"/>
                    <a:pt x="53022503" y="32074529"/>
                  </a:cubicBezTo>
                  <a:cubicBezTo>
                    <a:pt x="53022503" y="32109842"/>
                    <a:pt x="53028220" y="32119253"/>
                    <a:pt x="53053535" y="32125605"/>
                  </a:cubicBezTo>
                  <a:cubicBezTo>
                    <a:pt x="53070599" y="32129888"/>
                    <a:pt x="53089668" y="32130235"/>
                    <a:pt x="53095912" y="32126374"/>
                  </a:cubicBezTo>
                  <a:cubicBezTo>
                    <a:pt x="53112525" y="32116108"/>
                    <a:pt x="53162203" y="32154527"/>
                    <a:pt x="53162203" y="32177642"/>
                  </a:cubicBezTo>
                  <a:cubicBezTo>
                    <a:pt x="53162203" y="32202373"/>
                    <a:pt x="53112228" y="32303727"/>
                    <a:pt x="53083802" y="32336640"/>
                  </a:cubicBezTo>
                  <a:cubicBezTo>
                    <a:pt x="53063246" y="32360440"/>
                    <a:pt x="53049335" y="32360902"/>
                    <a:pt x="52658352" y="32350779"/>
                  </a:cubicBezTo>
                  <a:cubicBezTo>
                    <a:pt x="52436040" y="32345021"/>
                    <a:pt x="52241608" y="32335304"/>
                    <a:pt x="52226279" y="32329183"/>
                  </a:cubicBezTo>
                  <a:cubicBezTo>
                    <a:pt x="52210943" y="32323067"/>
                    <a:pt x="52195198" y="32309715"/>
                    <a:pt x="52191286" y="32299514"/>
                  </a:cubicBezTo>
                  <a:cubicBezTo>
                    <a:pt x="52182126" y="32275658"/>
                    <a:pt x="52253421" y="32125668"/>
                    <a:pt x="52282660" y="32107271"/>
                  </a:cubicBezTo>
                  <a:cubicBezTo>
                    <a:pt x="52296259" y="32098717"/>
                    <a:pt x="52341131" y="32095656"/>
                    <a:pt x="52397741" y="32099425"/>
                  </a:cubicBezTo>
                  <a:lnTo>
                    <a:pt x="52490535" y="32105600"/>
                  </a:lnTo>
                  <a:lnTo>
                    <a:pt x="52518391" y="32062723"/>
                  </a:lnTo>
                  <a:cubicBezTo>
                    <a:pt x="52542421" y="32025738"/>
                    <a:pt x="52553899" y="32019506"/>
                    <a:pt x="52601884" y="32017385"/>
                  </a:cubicBezTo>
                  <a:cubicBezTo>
                    <a:pt x="52653192" y="32015119"/>
                    <a:pt x="52665278" y="32007166"/>
                    <a:pt x="52757459" y="31914982"/>
                  </a:cubicBezTo>
                  <a:cubicBezTo>
                    <a:pt x="52829498" y="31842943"/>
                    <a:pt x="52857403" y="31806083"/>
                    <a:pt x="52857403" y="31782956"/>
                  </a:cubicBezTo>
                  <a:cubicBezTo>
                    <a:pt x="52857403" y="31764439"/>
                    <a:pt x="52873514" y="31734398"/>
                    <a:pt x="52895503" y="31711901"/>
                  </a:cubicBezTo>
                  <a:cubicBezTo>
                    <a:pt x="52929405" y="31677220"/>
                    <a:pt x="52933603" y="31664396"/>
                    <a:pt x="52933603" y="31595532"/>
                  </a:cubicBezTo>
                  <a:cubicBezTo>
                    <a:pt x="52933603" y="31532191"/>
                    <a:pt x="52926428" y="31505603"/>
                    <a:pt x="52894083" y="31449066"/>
                  </a:cubicBezTo>
                  <a:cubicBezTo>
                    <a:pt x="52869267" y="31405689"/>
                    <a:pt x="52839736" y="31372978"/>
                    <a:pt x="52814709" y="31361143"/>
                  </a:cubicBezTo>
                  <a:cubicBezTo>
                    <a:pt x="52792788" y="31350779"/>
                    <a:pt x="52765185" y="31329731"/>
                    <a:pt x="52753372" y="31314374"/>
                  </a:cubicBezTo>
                  <a:cubicBezTo>
                    <a:pt x="52733584" y="31288645"/>
                    <a:pt x="52721995" y="31286611"/>
                    <a:pt x="52605939" y="31288521"/>
                  </a:cubicBezTo>
                  <a:cubicBezTo>
                    <a:pt x="52486945" y="31290478"/>
                    <a:pt x="52478567" y="31292397"/>
                    <a:pt x="52454290" y="31323254"/>
                  </a:cubicBezTo>
                  <a:cubicBezTo>
                    <a:pt x="52440157" y="31341222"/>
                    <a:pt x="52402206" y="31367233"/>
                    <a:pt x="52369947" y="31381058"/>
                  </a:cubicBezTo>
                  <a:cubicBezTo>
                    <a:pt x="52336219" y="31395516"/>
                    <a:pt x="52311303" y="31414569"/>
                    <a:pt x="52311303" y="31425905"/>
                  </a:cubicBezTo>
                  <a:cubicBezTo>
                    <a:pt x="52311303" y="31436742"/>
                    <a:pt x="52291546" y="31455032"/>
                    <a:pt x="52267405" y="31466545"/>
                  </a:cubicBezTo>
                  <a:cubicBezTo>
                    <a:pt x="52238619" y="31480274"/>
                    <a:pt x="52220958" y="31499070"/>
                    <a:pt x="52216109" y="31521146"/>
                  </a:cubicBezTo>
                  <a:cubicBezTo>
                    <a:pt x="52212041" y="31539662"/>
                    <a:pt x="52168930" y="31594289"/>
                    <a:pt x="52120307" y="31642540"/>
                  </a:cubicBezTo>
                  <a:cubicBezTo>
                    <a:pt x="52071684" y="31690791"/>
                    <a:pt x="52031903" y="31737396"/>
                    <a:pt x="52031903" y="31746106"/>
                  </a:cubicBezTo>
                  <a:cubicBezTo>
                    <a:pt x="52031903" y="31754812"/>
                    <a:pt x="52011346" y="31772113"/>
                    <a:pt x="51986213" y="31784544"/>
                  </a:cubicBezTo>
                  <a:cubicBezTo>
                    <a:pt x="51954153" y="31800406"/>
                    <a:pt x="51936926" y="31819624"/>
                    <a:pt x="51928455" y="31848977"/>
                  </a:cubicBezTo>
                  <a:cubicBezTo>
                    <a:pt x="51921814" y="31871980"/>
                    <a:pt x="51903731" y="31896565"/>
                    <a:pt x="51888271" y="31903609"/>
                  </a:cubicBezTo>
                  <a:cubicBezTo>
                    <a:pt x="51872812" y="31910654"/>
                    <a:pt x="51850491" y="31933266"/>
                    <a:pt x="51838674" y="31953857"/>
                  </a:cubicBezTo>
                  <a:cubicBezTo>
                    <a:pt x="51826855" y="31974451"/>
                    <a:pt x="51808493" y="31991300"/>
                    <a:pt x="51797871" y="31991300"/>
                  </a:cubicBezTo>
                  <a:cubicBezTo>
                    <a:pt x="51787248" y="31991300"/>
                    <a:pt x="51769776" y="32008276"/>
                    <a:pt x="51759048" y="32029025"/>
                  </a:cubicBezTo>
                  <a:cubicBezTo>
                    <a:pt x="51747496" y="32051365"/>
                    <a:pt x="51725354" y="32070188"/>
                    <a:pt x="51704748" y="32075189"/>
                  </a:cubicBezTo>
                  <a:cubicBezTo>
                    <a:pt x="51685611" y="32079834"/>
                    <a:pt x="51651749" y="32101433"/>
                    <a:pt x="51629503" y="32123194"/>
                  </a:cubicBezTo>
                  <a:cubicBezTo>
                    <a:pt x="51607253" y="32144951"/>
                    <a:pt x="51564967" y="32182753"/>
                    <a:pt x="51535533" y="32207200"/>
                  </a:cubicBezTo>
                  <a:lnTo>
                    <a:pt x="51482017" y="32251651"/>
                  </a:lnTo>
                  <a:lnTo>
                    <a:pt x="50838435" y="32251651"/>
                  </a:lnTo>
                  <a:lnTo>
                    <a:pt x="50803342" y="32217594"/>
                  </a:lnTo>
                  <a:cubicBezTo>
                    <a:pt x="50784044" y="32198859"/>
                    <a:pt x="50745392" y="32161113"/>
                    <a:pt x="50717453" y="32133710"/>
                  </a:cubicBezTo>
                  <a:cubicBezTo>
                    <a:pt x="50689514" y="32106304"/>
                    <a:pt x="50656651" y="32079995"/>
                    <a:pt x="50644428" y="32075245"/>
                  </a:cubicBezTo>
                  <a:cubicBezTo>
                    <a:pt x="50632205" y="32070492"/>
                    <a:pt x="50622203" y="32058623"/>
                    <a:pt x="50622203" y="32048869"/>
                  </a:cubicBezTo>
                  <a:cubicBezTo>
                    <a:pt x="50622203" y="32039111"/>
                    <a:pt x="50605057" y="32018920"/>
                    <a:pt x="50584103" y="32004000"/>
                  </a:cubicBezTo>
                  <a:cubicBezTo>
                    <a:pt x="50563149" y="31989080"/>
                    <a:pt x="50543126" y="31964399"/>
                    <a:pt x="50539606" y="31949160"/>
                  </a:cubicBezTo>
                  <a:cubicBezTo>
                    <a:pt x="50533312" y="31921903"/>
                    <a:pt x="50484131" y="31833443"/>
                    <a:pt x="50474252" y="31831614"/>
                  </a:cubicBezTo>
                  <a:cubicBezTo>
                    <a:pt x="50471474" y="31831099"/>
                    <a:pt x="50460796" y="31793952"/>
                    <a:pt x="50450527" y="31749064"/>
                  </a:cubicBezTo>
                  <a:cubicBezTo>
                    <a:pt x="50417691" y="31605575"/>
                    <a:pt x="50441929" y="31203900"/>
                    <a:pt x="50483421" y="31203900"/>
                  </a:cubicBezTo>
                  <a:cubicBezTo>
                    <a:pt x="50507801" y="31203900"/>
                    <a:pt x="50533232" y="31128342"/>
                    <a:pt x="50527024" y="31074354"/>
                  </a:cubicBezTo>
                  <a:cubicBezTo>
                    <a:pt x="50520836" y="31020550"/>
                    <a:pt x="50547280" y="30937200"/>
                    <a:pt x="50570538" y="30937200"/>
                  </a:cubicBezTo>
                  <a:cubicBezTo>
                    <a:pt x="50589566" y="30937200"/>
                    <a:pt x="50621422" y="30876711"/>
                    <a:pt x="50629719" y="30824829"/>
                  </a:cubicBezTo>
                  <a:cubicBezTo>
                    <a:pt x="50637101" y="30778649"/>
                    <a:pt x="50633759" y="30770109"/>
                    <a:pt x="50591910" y="30728261"/>
                  </a:cubicBezTo>
                  <a:cubicBezTo>
                    <a:pt x="50550511" y="30686862"/>
                    <a:pt x="50546003" y="30675622"/>
                    <a:pt x="50546003" y="30613834"/>
                  </a:cubicBezTo>
                  <a:cubicBezTo>
                    <a:pt x="50546003" y="30568476"/>
                    <a:pt x="50552750" y="30538567"/>
                    <a:pt x="50565961" y="30525358"/>
                  </a:cubicBezTo>
                  <a:cubicBezTo>
                    <a:pt x="50583328" y="30507989"/>
                    <a:pt x="50642534" y="30505400"/>
                    <a:pt x="51022439" y="30505400"/>
                  </a:cubicBezTo>
                  <a:close/>
                  <a:moveTo>
                    <a:pt x="42652074" y="30410473"/>
                  </a:moveTo>
                  <a:cubicBezTo>
                    <a:pt x="42691888" y="30404828"/>
                    <a:pt x="42747922" y="30417645"/>
                    <a:pt x="42760456" y="30441067"/>
                  </a:cubicBezTo>
                  <a:cubicBezTo>
                    <a:pt x="42767686" y="30454576"/>
                    <a:pt x="42773602" y="30516169"/>
                    <a:pt x="42773602" y="30577939"/>
                  </a:cubicBezTo>
                  <a:cubicBezTo>
                    <a:pt x="42773602" y="30718693"/>
                    <a:pt x="42756980" y="30749888"/>
                    <a:pt x="42687158" y="30740177"/>
                  </a:cubicBezTo>
                  <a:cubicBezTo>
                    <a:pt x="42661358" y="30736590"/>
                    <a:pt x="42630072" y="30733018"/>
                    <a:pt x="42617632" y="30732243"/>
                  </a:cubicBezTo>
                  <a:cubicBezTo>
                    <a:pt x="42589108" y="30730463"/>
                    <a:pt x="42532302" y="30635173"/>
                    <a:pt x="42532302" y="30589098"/>
                  </a:cubicBezTo>
                  <a:cubicBezTo>
                    <a:pt x="42532302" y="30552496"/>
                    <a:pt x="42585344" y="30451631"/>
                    <a:pt x="42619876" y="30422563"/>
                  </a:cubicBezTo>
                  <a:cubicBezTo>
                    <a:pt x="42627332" y="30416287"/>
                    <a:pt x="42638802" y="30412354"/>
                    <a:pt x="42652074" y="30410473"/>
                  </a:cubicBezTo>
                  <a:close/>
                  <a:moveTo>
                    <a:pt x="43815690" y="30238700"/>
                  </a:moveTo>
                  <a:cubicBezTo>
                    <a:pt x="43911808" y="30238700"/>
                    <a:pt x="43932304" y="30262943"/>
                    <a:pt x="43922756" y="30365351"/>
                  </a:cubicBezTo>
                  <a:cubicBezTo>
                    <a:pt x="43910908" y="30492427"/>
                    <a:pt x="43917216" y="30485659"/>
                    <a:pt x="43812574" y="30483693"/>
                  </a:cubicBezTo>
                  <a:cubicBezTo>
                    <a:pt x="43682208" y="30481243"/>
                    <a:pt x="43666476" y="30467294"/>
                    <a:pt x="43677392" y="30363846"/>
                  </a:cubicBezTo>
                  <a:cubicBezTo>
                    <a:pt x="43683780" y="30303313"/>
                    <a:pt x="43692608" y="30278381"/>
                    <a:pt x="43713724" y="30261288"/>
                  </a:cubicBezTo>
                  <a:cubicBezTo>
                    <a:pt x="43733332" y="30245407"/>
                    <a:pt x="43763612" y="30238700"/>
                    <a:pt x="43815690" y="30238700"/>
                  </a:cubicBezTo>
                  <a:close/>
                  <a:moveTo>
                    <a:pt x="12198352" y="30149800"/>
                  </a:moveTo>
                  <a:cubicBezTo>
                    <a:pt x="12251552" y="30149800"/>
                    <a:pt x="12294772" y="30156048"/>
                    <a:pt x="12303764" y="30165039"/>
                  </a:cubicBezTo>
                  <a:cubicBezTo>
                    <a:pt x="12312144" y="30173424"/>
                    <a:pt x="12319004" y="30204997"/>
                    <a:pt x="12319004" y="30235206"/>
                  </a:cubicBezTo>
                  <a:cubicBezTo>
                    <a:pt x="12319004" y="30287218"/>
                    <a:pt x="12316816" y="30290511"/>
                    <a:pt x="12277728" y="30297366"/>
                  </a:cubicBezTo>
                  <a:cubicBezTo>
                    <a:pt x="12189504" y="30312838"/>
                    <a:pt x="12100340" y="30305372"/>
                    <a:pt x="12082464" y="30281017"/>
                  </a:cubicBezTo>
                  <a:cubicBezTo>
                    <a:pt x="12063352" y="30254972"/>
                    <a:pt x="12069344" y="30188638"/>
                    <a:pt x="12092944" y="30165039"/>
                  </a:cubicBezTo>
                  <a:cubicBezTo>
                    <a:pt x="12101936" y="30156048"/>
                    <a:pt x="12145152" y="30149800"/>
                    <a:pt x="12198352" y="30149800"/>
                  </a:cubicBezTo>
                  <a:close/>
                  <a:moveTo>
                    <a:pt x="44670761" y="30144941"/>
                  </a:moveTo>
                  <a:cubicBezTo>
                    <a:pt x="44754892" y="30144244"/>
                    <a:pt x="44761418" y="30148571"/>
                    <a:pt x="44785849" y="30177494"/>
                  </a:cubicBezTo>
                  <a:cubicBezTo>
                    <a:pt x="44816737" y="30214067"/>
                    <a:pt x="44823769" y="30282700"/>
                    <a:pt x="44807702" y="30390737"/>
                  </a:cubicBezTo>
                  <a:cubicBezTo>
                    <a:pt x="44796512" y="30465985"/>
                    <a:pt x="44768033" y="30479594"/>
                    <a:pt x="44621456" y="30479744"/>
                  </a:cubicBezTo>
                  <a:cubicBezTo>
                    <a:pt x="44411159" y="30479957"/>
                    <a:pt x="44400397" y="30472773"/>
                    <a:pt x="44387597" y="30323693"/>
                  </a:cubicBezTo>
                  <a:lnTo>
                    <a:pt x="44380156" y="30236998"/>
                  </a:lnTo>
                  <a:lnTo>
                    <a:pt x="44441207" y="30192263"/>
                  </a:lnTo>
                  <a:cubicBezTo>
                    <a:pt x="44500797" y="30148600"/>
                    <a:pt x="44505302" y="30147481"/>
                    <a:pt x="44629676" y="30145490"/>
                  </a:cubicBezTo>
                  <a:cubicBezTo>
                    <a:pt x="44645141" y="30145242"/>
                    <a:pt x="44658743" y="30145040"/>
                    <a:pt x="44670761" y="30144941"/>
                  </a:cubicBezTo>
                  <a:close/>
                  <a:moveTo>
                    <a:pt x="43031398" y="29999555"/>
                  </a:moveTo>
                  <a:cubicBezTo>
                    <a:pt x="43054968" y="29995665"/>
                    <a:pt x="43075124" y="30002966"/>
                    <a:pt x="43132260" y="30028232"/>
                  </a:cubicBezTo>
                  <a:cubicBezTo>
                    <a:pt x="43206888" y="30061239"/>
                    <a:pt x="43221892" y="30081435"/>
                    <a:pt x="43211554" y="30134964"/>
                  </a:cubicBezTo>
                  <a:cubicBezTo>
                    <a:pt x="43194588" y="30222825"/>
                    <a:pt x="43200080" y="30217977"/>
                    <a:pt x="43111044" y="30223647"/>
                  </a:cubicBezTo>
                  <a:cubicBezTo>
                    <a:pt x="42975962" y="30232248"/>
                    <a:pt x="42947904" y="30199164"/>
                    <a:pt x="42971020" y="30058553"/>
                  </a:cubicBezTo>
                  <a:cubicBezTo>
                    <a:pt x="42975602" y="30030694"/>
                    <a:pt x="42987164" y="30013228"/>
                    <a:pt x="43005196" y="30006925"/>
                  </a:cubicBezTo>
                  <a:cubicBezTo>
                    <a:pt x="43015306" y="30003392"/>
                    <a:pt x="43023542" y="30000852"/>
                    <a:pt x="43031398" y="29999555"/>
                  </a:cubicBezTo>
                  <a:close/>
                  <a:moveTo>
                    <a:pt x="11620640" y="29972000"/>
                  </a:moveTo>
                  <a:cubicBezTo>
                    <a:pt x="11746860" y="29972000"/>
                    <a:pt x="11785600" y="30019597"/>
                    <a:pt x="11785600" y="30174667"/>
                  </a:cubicBezTo>
                  <a:cubicBezTo>
                    <a:pt x="11785600" y="30288526"/>
                    <a:pt x="11774944" y="30295850"/>
                    <a:pt x="11609300" y="30295850"/>
                  </a:cubicBezTo>
                  <a:cubicBezTo>
                    <a:pt x="11524492" y="30295850"/>
                    <a:pt x="11476440" y="30290551"/>
                    <a:pt x="11465920" y="30280043"/>
                  </a:cubicBezTo>
                  <a:cubicBezTo>
                    <a:pt x="11457216" y="30271349"/>
                    <a:pt x="11447004" y="30218081"/>
                    <a:pt x="11443224" y="30161669"/>
                  </a:cubicBezTo>
                  <a:lnTo>
                    <a:pt x="11436352" y="30059099"/>
                  </a:lnTo>
                  <a:lnTo>
                    <a:pt x="11496184" y="30015548"/>
                  </a:lnTo>
                  <a:cubicBezTo>
                    <a:pt x="11545720" y="29979494"/>
                    <a:pt x="11567140" y="29972000"/>
                    <a:pt x="11620640" y="29972000"/>
                  </a:cubicBezTo>
                  <a:close/>
                  <a:moveTo>
                    <a:pt x="13239752" y="29959796"/>
                  </a:moveTo>
                  <a:lnTo>
                    <a:pt x="13326056" y="29965898"/>
                  </a:lnTo>
                  <a:cubicBezTo>
                    <a:pt x="13437752" y="29973795"/>
                    <a:pt x="13468600" y="30001294"/>
                    <a:pt x="13481488" y="30104451"/>
                  </a:cubicBezTo>
                  <a:cubicBezTo>
                    <a:pt x="13493352" y="30199394"/>
                    <a:pt x="13482456" y="30277663"/>
                    <a:pt x="13455960" y="30287863"/>
                  </a:cubicBezTo>
                  <a:cubicBezTo>
                    <a:pt x="13424448" y="30299996"/>
                    <a:pt x="13175856" y="30297403"/>
                    <a:pt x="13159152" y="30284769"/>
                  </a:cubicBezTo>
                  <a:cubicBezTo>
                    <a:pt x="13150152" y="30277966"/>
                    <a:pt x="13144504" y="30233048"/>
                    <a:pt x="13144504" y="30168348"/>
                  </a:cubicBezTo>
                  <a:cubicBezTo>
                    <a:pt x="13144504" y="30064261"/>
                    <a:pt x="13145068" y="30062391"/>
                    <a:pt x="13192128" y="30011402"/>
                  </a:cubicBezTo>
                  <a:close/>
                  <a:moveTo>
                    <a:pt x="46308996" y="29883100"/>
                  </a:moveTo>
                  <a:cubicBezTo>
                    <a:pt x="46409039" y="29883100"/>
                    <a:pt x="46422055" y="29896191"/>
                    <a:pt x="46428901" y="30003688"/>
                  </a:cubicBezTo>
                  <a:cubicBezTo>
                    <a:pt x="46433329" y="30073247"/>
                    <a:pt x="46430331" y="30087171"/>
                    <a:pt x="46405604" y="30111898"/>
                  </a:cubicBezTo>
                  <a:cubicBezTo>
                    <a:pt x="46378424" y="30139078"/>
                    <a:pt x="46373385" y="30139658"/>
                    <a:pt x="46286736" y="30125550"/>
                  </a:cubicBezTo>
                  <a:cubicBezTo>
                    <a:pt x="46236969" y="30117445"/>
                    <a:pt x="46191967" y="30104210"/>
                    <a:pt x="46186727" y="30096132"/>
                  </a:cubicBezTo>
                  <a:cubicBezTo>
                    <a:pt x="46181487" y="30088055"/>
                    <a:pt x="46177202" y="30048247"/>
                    <a:pt x="46177202" y="30007672"/>
                  </a:cubicBezTo>
                  <a:cubicBezTo>
                    <a:pt x="46177202" y="29950832"/>
                    <a:pt x="46183031" y="29928071"/>
                    <a:pt x="46202602" y="29908500"/>
                  </a:cubicBezTo>
                  <a:cubicBezTo>
                    <a:pt x="46222691" y="29888411"/>
                    <a:pt x="46244934" y="29883100"/>
                    <a:pt x="46308996" y="29883100"/>
                  </a:cubicBezTo>
                  <a:close/>
                  <a:moveTo>
                    <a:pt x="45686206" y="29705300"/>
                  </a:moveTo>
                  <a:lnTo>
                    <a:pt x="45780268" y="29705300"/>
                  </a:lnTo>
                  <a:lnTo>
                    <a:pt x="45831704" y="29761104"/>
                  </a:lnTo>
                  <a:cubicBezTo>
                    <a:pt x="45893508" y="29828151"/>
                    <a:pt x="45907029" y="29891465"/>
                    <a:pt x="45888460" y="30026887"/>
                  </a:cubicBezTo>
                  <a:cubicBezTo>
                    <a:pt x="45866663" y="30185875"/>
                    <a:pt x="45860570" y="30200826"/>
                    <a:pt x="45816250" y="30204079"/>
                  </a:cubicBezTo>
                  <a:cubicBezTo>
                    <a:pt x="45575171" y="30221780"/>
                    <a:pt x="45571599" y="30221495"/>
                    <a:pt x="45529006" y="30181255"/>
                  </a:cubicBezTo>
                  <a:cubicBezTo>
                    <a:pt x="45506995" y="30160463"/>
                    <a:pt x="45481722" y="30129163"/>
                    <a:pt x="45472842" y="30111701"/>
                  </a:cubicBezTo>
                  <a:cubicBezTo>
                    <a:pt x="45454111" y="30074871"/>
                    <a:pt x="45448078" y="29958354"/>
                    <a:pt x="45460585" y="29874961"/>
                  </a:cubicBezTo>
                  <a:cubicBezTo>
                    <a:pt x="45467850" y="29826505"/>
                    <a:pt x="45475053" y="29815123"/>
                    <a:pt x="45505072" y="29804658"/>
                  </a:cubicBezTo>
                  <a:cubicBezTo>
                    <a:pt x="45524771" y="29797790"/>
                    <a:pt x="45552422" y="29772626"/>
                    <a:pt x="45566517" y="29748736"/>
                  </a:cubicBezTo>
                  <a:cubicBezTo>
                    <a:pt x="45592025" y="29705505"/>
                    <a:pt x="45592590" y="29705300"/>
                    <a:pt x="45686206" y="29705300"/>
                  </a:cubicBezTo>
                  <a:close/>
                  <a:moveTo>
                    <a:pt x="12685920" y="29608202"/>
                  </a:moveTo>
                  <a:cubicBezTo>
                    <a:pt x="12745828" y="29611012"/>
                    <a:pt x="12808228" y="29623021"/>
                    <a:pt x="12825624" y="29640417"/>
                  </a:cubicBezTo>
                  <a:cubicBezTo>
                    <a:pt x="12870696" y="29685493"/>
                    <a:pt x="12875592" y="29898845"/>
                    <a:pt x="12832372" y="29934712"/>
                  </a:cubicBezTo>
                  <a:cubicBezTo>
                    <a:pt x="12813136" y="29950677"/>
                    <a:pt x="12672448" y="29954550"/>
                    <a:pt x="12595444" y="29941236"/>
                  </a:cubicBezTo>
                  <a:cubicBezTo>
                    <a:pt x="12535744" y="29930911"/>
                    <a:pt x="12520612" y="29903449"/>
                    <a:pt x="12519084" y="29802634"/>
                  </a:cubicBezTo>
                  <a:cubicBezTo>
                    <a:pt x="12517472" y="29696194"/>
                    <a:pt x="12534136" y="29639794"/>
                    <a:pt x="12573004" y="29620133"/>
                  </a:cubicBezTo>
                  <a:cubicBezTo>
                    <a:pt x="12585136" y="29613997"/>
                    <a:pt x="12605060" y="29610264"/>
                    <a:pt x="12628600" y="29608599"/>
                  </a:cubicBezTo>
                  <a:cubicBezTo>
                    <a:pt x="12646256" y="29607350"/>
                    <a:pt x="12665948" y="29607265"/>
                    <a:pt x="12685920" y="29608202"/>
                  </a:cubicBezTo>
                  <a:close/>
                  <a:moveTo>
                    <a:pt x="43350488" y="29527860"/>
                  </a:moveTo>
                  <a:cubicBezTo>
                    <a:pt x="43390496" y="29529637"/>
                    <a:pt x="43429522" y="29535869"/>
                    <a:pt x="43442120" y="29545428"/>
                  </a:cubicBezTo>
                  <a:cubicBezTo>
                    <a:pt x="43475788" y="29570970"/>
                    <a:pt x="43476904" y="29781627"/>
                    <a:pt x="43443604" y="29825869"/>
                  </a:cubicBezTo>
                  <a:cubicBezTo>
                    <a:pt x="43399292" y="29884746"/>
                    <a:pt x="43217512" y="29878369"/>
                    <a:pt x="43174116" y="29816409"/>
                  </a:cubicBezTo>
                  <a:cubicBezTo>
                    <a:pt x="43163216" y="29800848"/>
                    <a:pt x="43154602" y="29761932"/>
                    <a:pt x="43154602" y="29728254"/>
                  </a:cubicBezTo>
                  <a:cubicBezTo>
                    <a:pt x="43154602" y="29676034"/>
                    <a:pt x="43159688" y="29664202"/>
                    <a:pt x="43192576" y="29639887"/>
                  </a:cubicBezTo>
                  <a:cubicBezTo>
                    <a:pt x="43216132" y="29622468"/>
                    <a:pt x="43231186" y="29599424"/>
                    <a:pt x="43232228" y="29579181"/>
                  </a:cubicBezTo>
                  <a:cubicBezTo>
                    <a:pt x="43233152" y="29561234"/>
                    <a:pt x="43242484" y="29542265"/>
                    <a:pt x="43252962" y="29537025"/>
                  </a:cubicBezTo>
                  <a:cubicBezTo>
                    <a:pt x="43269488" y="29528762"/>
                    <a:pt x="43310480" y="29526084"/>
                    <a:pt x="43350488" y="29527860"/>
                  </a:cubicBezTo>
                  <a:close/>
                  <a:moveTo>
                    <a:pt x="44794421" y="29527500"/>
                  </a:moveTo>
                  <a:cubicBezTo>
                    <a:pt x="44894347" y="29527500"/>
                    <a:pt x="44907202" y="29542752"/>
                    <a:pt x="44907202" y="29661309"/>
                  </a:cubicBezTo>
                  <a:cubicBezTo>
                    <a:pt x="44907202" y="29770859"/>
                    <a:pt x="44897227" y="29781500"/>
                    <a:pt x="44794564" y="29781500"/>
                  </a:cubicBezTo>
                  <a:cubicBezTo>
                    <a:pt x="44705537" y="29781500"/>
                    <a:pt x="44670801" y="29765197"/>
                    <a:pt x="44654117" y="29715588"/>
                  </a:cubicBezTo>
                  <a:cubicBezTo>
                    <a:pt x="44637315" y="29665616"/>
                    <a:pt x="44662008" y="29571045"/>
                    <a:pt x="44698905" y="29544063"/>
                  </a:cubicBezTo>
                  <a:cubicBezTo>
                    <a:pt x="44711363" y="29534954"/>
                    <a:pt x="44754346" y="29527500"/>
                    <a:pt x="44794421" y="29527500"/>
                  </a:cubicBezTo>
                  <a:close/>
                  <a:moveTo>
                    <a:pt x="46658955" y="29348675"/>
                  </a:moveTo>
                  <a:cubicBezTo>
                    <a:pt x="46704860" y="29348506"/>
                    <a:pt x="46750161" y="29355205"/>
                    <a:pt x="46761520" y="29368893"/>
                  </a:cubicBezTo>
                  <a:cubicBezTo>
                    <a:pt x="46771932" y="29381438"/>
                    <a:pt x="46775770" y="29416409"/>
                    <a:pt x="46772601" y="29469845"/>
                  </a:cubicBezTo>
                  <a:cubicBezTo>
                    <a:pt x="46765188" y="29594835"/>
                    <a:pt x="46765079" y="29594953"/>
                    <a:pt x="46653309" y="29595933"/>
                  </a:cubicBezTo>
                  <a:cubicBezTo>
                    <a:pt x="46571314" y="29596655"/>
                    <a:pt x="46554205" y="29593031"/>
                    <a:pt x="46538709" y="29571665"/>
                  </a:cubicBezTo>
                  <a:cubicBezTo>
                    <a:pt x="46514695" y="29538557"/>
                    <a:pt x="46524474" y="29397942"/>
                    <a:pt x="46552760" y="29369658"/>
                  </a:cubicBezTo>
                  <a:cubicBezTo>
                    <a:pt x="46566539" y="29355878"/>
                    <a:pt x="46613049" y="29348842"/>
                    <a:pt x="46658955" y="29348675"/>
                  </a:cubicBezTo>
                  <a:close/>
                  <a:moveTo>
                    <a:pt x="13561844" y="29253964"/>
                  </a:moveTo>
                  <a:cubicBezTo>
                    <a:pt x="13578140" y="29255058"/>
                    <a:pt x="13592900" y="29257736"/>
                    <a:pt x="13603996" y="29262227"/>
                  </a:cubicBezTo>
                  <a:cubicBezTo>
                    <a:pt x="13644444" y="29278595"/>
                    <a:pt x="13650944" y="29292997"/>
                    <a:pt x="13660904" y="29388288"/>
                  </a:cubicBezTo>
                  <a:cubicBezTo>
                    <a:pt x="13667584" y="29452182"/>
                    <a:pt x="13665100" y="29464103"/>
                    <a:pt x="13639828" y="29489373"/>
                  </a:cubicBezTo>
                  <a:cubicBezTo>
                    <a:pt x="13614380" y="29514823"/>
                    <a:pt x="13602128" y="29517294"/>
                    <a:pt x="13530120" y="29511514"/>
                  </a:cubicBezTo>
                  <a:cubicBezTo>
                    <a:pt x="13485532" y="29507933"/>
                    <a:pt x="13440536" y="29497937"/>
                    <a:pt x="13430128" y="29489299"/>
                  </a:cubicBezTo>
                  <a:cubicBezTo>
                    <a:pt x="13403004" y="29466788"/>
                    <a:pt x="13403788" y="29308128"/>
                    <a:pt x="13431160" y="29280759"/>
                  </a:cubicBezTo>
                  <a:cubicBezTo>
                    <a:pt x="13450248" y="29261670"/>
                    <a:pt x="13512960" y="29250685"/>
                    <a:pt x="13561844" y="29253964"/>
                  </a:cubicBezTo>
                  <a:close/>
                  <a:moveTo>
                    <a:pt x="14215016" y="29170565"/>
                  </a:moveTo>
                  <a:cubicBezTo>
                    <a:pt x="14272896" y="29169388"/>
                    <a:pt x="14327712" y="29175822"/>
                    <a:pt x="14342508" y="29190621"/>
                  </a:cubicBezTo>
                  <a:cubicBezTo>
                    <a:pt x="14367272" y="29215386"/>
                    <a:pt x="14381156" y="29322378"/>
                    <a:pt x="14370584" y="29406996"/>
                  </a:cubicBezTo>
                  <a:cubicBezTo>
                    <a:pt x="14364016" y="29459541"/>
                    <a:pt x="14356084" y="29477280"/>
                    <a:pt x="14335552" y="29485335"/>
                  </a:cubicBezTo>
                  <a:cubicBezTo>
                    <a:pt x="14298788" y="29499759"/>
                    <a:pt x="14066412" y="29498460"/>
                    <a:pt x="14047036" y="29483723"/>
                  </a:cubicBezTo>
                  <a:cubicBezTo>
                    <a:pt x="14036560" y="29475757"/>
                    <a:pt x="14030532" y="29429283"/>
                    <a:pt x="14029184" y="29346085"/>
                  </a:cubicBezTo>
                  <a:lnTo>
                    <a:pt x="14027152" y="29220471"/>
                  </a:lnTo>
                  <a:lnTo>
                    <a:pt x="14069136" y="29196187"/>
                  </a:lnTo>
                  <a:cubicBezTo>
                    <a:pt x="14096192" y="29180535"/>
                    <a:pt x="14157136" y="29171743"/>
                    <a:pt x="14215016" y="29170565"/>
                  </a:cubicBezTo>
                  <a:close/>
                  <a:moveTo>
                    <a:pt x="44104668" y="29141179"/>
                  </a:moveTo>
                  <a:cubicBezTo>
                    <a:pt x="44120794" y="29144106"/>
                    <a:pt x="44172230" y="29149858"/>
                    <a:pt x="44218968" y="29153966"/>
                  </a:cubicBezTo>
                  <a:cubicBezTo>
                    <a:pt x="44272468" y="29158667"/>
                    <a:pt x="44316891" y="29170536"/>
                    <a:pt x="44338877" y="29186008"/>
                  </a:cubicBezTo>
                  <a:lnTo>
                    <a:pt x="44373802" y="29210586"/>
                  </a:lnTo>
                  <a:lnTo>
                    <a:pt x="44373802" y="29372567"/>
                  </a:lnTo>
                  <a:cubicBezTo>
                    <a:pt x="44373802" y="29577553"/>
                    <a:pt x="44369598" y="29585019"/>
                    <a:pt x="44247192" y="29597310"/>
                  </a:cubicBezTo>
                  <a:cubicBezTo>
                    <a:pt x="44134090" y="29608670"/>
                    <a:pt x="44013002" y="29594795"/>
                    <a:pt x="43978024" y="29566471"/>
                  </a:cubicBezTo>
                  <a:cubicBezTo>
                    <a:pt x="43954100" y="29547099"/>
                    <a:pt x="43949952" y="29527156"/>
                    <a:pt x="43943280" y="29399461"/>
                  </a:cubicBezTo>
                  <a:cubicBezTo>
                    <a:pt x="43934568" y="29232709"/>
                    <a:pt x="43939916" y="29216843"/>
                    <a:pt x="44021204" y="29168235"/>
                  </a:cubicBezTo>
                  <a:cubicBezTo>
                    <a:pt x="44052454" y="29149548"/>
                    <a:pt x="44087748" y="29138107"/>
                    <a:pt x="44104668" y="29141179"/>
                  </a:cubicBezTo>
                  <a:close/>
                  <a:moveTo>
                    <a:pt x="45058957" y="29083000"/>
                  </a:moveTo>
                  <a:cubicBezTo>
                    <a:pt x="45106498" y="29083000"/>
                    <a:pt x="45148248" y="29087285"/>
                    <a:pt x="45151733" y="29092525"/>
                  </a:cubicBezTo>
                  <a:cubicBezTo>
                    <a:pt x="45155218" y="29097765"/>
                    <a:pt x="45164764" y="29136674"/>
                    <a:pt x="45172947" y="29178994"/>
                  </a:cubicBezTo>
                  <a:cubicBezTo>
                    <a:pt x="45190921" y="29271953"/>
                    <a:pt x="45177920" y="29317352"/>
                    <a:pt x="45129870" y="29329410"/>
                  </a:cubicBezTo>
                  <a:cubicBezTo>
                    <a:pt x="45083489" y="29341052"/>
                    <a:pt x="44972674" y="29324455"/>
                    <a:pt x="44950815" y="29302596"/>
                  </a:cubicBezTo>
                  <a:cubicBezTo>
                    <a:pt x="44924699" y="29276480"/>
                    <a:pt x="44925985" y="29129534"/>
                    <a:pt x="44952563" y="29102958"/>
                  </a:cubicBezTo>
                  <a:cubicBezTo>
                    <a:pt x="44966795" y="29088724"/>
                    <a:pt x="44997311" y="29083000"/>
                    <a:pt x="45058957" y="29083000"/>
                  </a:cubicBezTo>
                  <a:close/>
                  <a:moveTo>
                    <a:pt x="12134028" y="29083000"/>
                  </a:moveTo>
                  <a:cubicBezTo>
                    <a:pt x="12239960" y="29083000"/>
                    <a:pt x="12287560" y="29096360"/>
                    <a:pt x="12301548" y="29130017"/>
                  </a:cubicBezTo>
                  <a:cubicBezTo>
                    <a:pt x="12306768" y="29142575"/>
                    <a:pt x="12313976" y="29202323"/>
                    <a:pt x="12317560" y="29262787"/>
                  </a:cubicBezTo>
                  <a:cubicBezTo>
                    <a:pt x="12326416" y="29411991"/>
                    <a:pt x="12323368" y="29415054"/>
                    <a:pt x="12174576" y="29406664"/>
                  </a:cubicBezTo>
                  <a:cubicBezTo>
                    <a:pt x="12025648" y="29398264"/>
                    <a:pt x="11997788" y="29384458"/>
                    <a:pt x="11986352" y="29313383"/>
                  </a:cubicBezTo>
                  <a:cubicBezTo>
                    <a:pt x="11973832" y="29235552"/>
                    <a:pt x="11988460" y="29134144"/>
                    <a:pt x="12016212" y="29106394"/>
                  </a:cubicBezTo>
                  <a:cubicBezTo>
                    <a:pt x="12034740" y="29087865"/>
                    <a:pt x="12059236" y="29083000"/>
                    <a:pt x="12134028" y="29083000"/>
                  </a:cubicBezTo>
                  <a:close/>
                  <a:moveTo>
                    <a:pt x="42805386" y="29076631"/>
                  </a:moveTo>
                  <a:cubicBezTo>
                    <a:pt x="42855954" y="29074497"/>
                    <a:pt x="42935594" y="29082446"/>
                    <a:pt x="42970240" y="29095619"/>
                  </a:cubicBezTo>
                  <a:cubicBezTo>
                    <a:pt x="43025048" y="29116455"/>
                    <a:pt x="43040304" y="29175227"/>
                    <a:pt x="43040304" y="29365516"/>
                  </a:cubicBezTo>
                  <a:cubicBezTo>
                    <a:pt x="43040304" y="29582309"/>
                    <a:pt x="43037164" y="29587732"/>
                    <a:pt x="42910324" y="29590123"/>
                  </a:cubicBezTo>
                  <a:cubicBezTo>
                    <a:pt x="42859576" y="29591078"/>
                    <a:pt x="42792336" y="29587292"/>
                    <a:pt x="42760904" y="29581711"/>
                  </a:cubicBezTo>
                  <a:cubicBezTo>
                    <a:pt x="42706812" y="29572105"/>
                    <a:pt x="42701776" y="29567529"/>
                    <a:pt x="42666828" y="29496255"/>
                  </a:cubicBezTo>
                  <a:cubicBezTo>
                    <a:pt x="42613204" y="29386901"/>
                    <a:pt x="42622834" y="29326353"/>
                    <a:pt x="42726084" y="29123658"/>
                  </a:cubicBezTo>
                  <a:cubicBezTo>
                    <a:pt x="42734756" y="29106633"/>
                    <a:pt x="42753282" y="29088023"/>
                    <a:pt x="42767252" y="29082305"/>
                  </a:cubicBezTo>
                  <a:cubicBezTo>
                    <a:pt x="42774904" y="29079174"/>
                    <a:pt x="42788530" y="29077342"/>
                    <a:pt x="42805386" y="29076631"/>
                  </a:cubicBezTo>
                  <a:close/>
                  <a:moveTo>
                    <a:pt x="11184496" y="29075192"/>
                  </a:moveTo>
                  <a:cubicBezTo>
                    <a:pt x="11195780" y="29075454"/>
                    <a:pt x="11207776" y="29076000"/>
                    <a:pt x="11219928" y="29076846"/>
                  </a:cubicBezTo>
                  <a:cubicBezTo>
                    <a:pt x="11306600" y="29082883"/>
                    <a:pt x="11309468" y="29084229"/>
                    <a:pt x="11369152" y="29146799"/>
                  </a:cubicBezTo>
                  <a:lnTo>
                    <a:pt x="11430000" y="29210599"/>
                  </a:lnTo>
                  <a:lnTo>
                    <a:pt x="11430000" y="29361992"/>
                  </a:lnTo>
                  <a:cubicBezTo>
                    <a:pt x="11430000" y="29512190"/>
                    <a:pt x="11429728" y="29513595"/>
                    <a:pt x="11395076" y="29540158"/>
                  </a:cubicBezTo>
                  <a:cubicBezTo>
                    <a:pt x="11353264" y="29572211"/>
                    <a:pt x="11281528" y="29590310"/>
                    <a:pt x="11195052" y="29590626"/>
                  </a:cubicBezTo>
                  <a:cubicBezTo>
                    <a:pt x="11030816" y="29591227"/>
                    <a:pt x="11001680" y="29563824"/>
                    <a:pt x="10997908" y="29405205"/>
                  </a:cubicBezTo>
                  <a:cubicBezTo>
                    <a:pt x="10994048" y="29242880"/>
                    <a:pt x="11005352" y="29198324"/>
                    <a:pt x="11055748" y="29177268"/>
                  </a:cubicBezTo>
                  <a:cubicBezTo>
                    <a:pt x="11087740" y="29163898"/>
                    <a:pt x="11098592" y="29151130"/>
                    <a:pt x="11100592" y="29124493"/>
                  </a:cubicBezTo>
                  <a:cubicBezTo>
                    <a:pt x="11102040" y="29105164"/>
                    <a:pt x="11109600" y="29085153"/>
                    <a:pt x="11117388" y="29080021"/>
                  </a:cubicBezTo>
                  <a:cubicBezTo>
                    <a:pt x="11123232" y="29076172"/>
                    <a:pt x="11150648" y="29074406"/>
                    <a:pt x="11184496" y="29075192"/>
                  </a:cubicBezTo>
                  <a:close/>
                  <a:moveTo>
                    <a:pt x="45692857" y="29073260"/>
                  </a:moveTo>
                  <a:cubicBezTo>
                    <a:pt x="45707100" y="29072969"/>
                    <a:pt x="45723595" y="29073116"/>
                    <a:pt x="45742693" y="29073659"/>
                  </a:cubicBezTo>
                  <a:cubicBezTo>
                    <a:pt x="45868521" y="29077237"/>
                    <a:pt x="45879426" y="29086973"/>
                    <a:pt x="45892303" y="29207220"/>
                  </a:cubicBezTo>
                  <a:cubicBezTo>
                    <a:pt x="45903474" y="29311517"/>
                    <a:pt x="45893068" y="29388573"/>
                    <a:pt x="45866431" y="29398864"/>
                  </a:cubicBezTo>
                  <a:cubicBezTo>
                    <a:pt x="45846312" y="29406634"/>
                    <a:pt x="45652633" y="29410073"/>
                    <a:pt x="45597024" y="29403645"/>
                  </a:cubicBezTo>
                  <a:cubicBezTo>
                    <a:pt x="45561814" y="29399577"/>
                    <a:pt x="45553765" y="29373200"/>
                    <a:pt x="45553412" y="29260727"/>
                  </a:cubicBezTo>
                  <a:cubicBezTo>
                    <a:pt x="45553120" y="29169067"/>
                    <a:pt x="45567336" y="29130012"/>
                    <a:pt x="45615969" y="29088849"/>
                  </a:cubicBezTo>
                  <a:cubicBezTo>
                    <a:pt x="45627666" y="29078949"/>
                    <a:pt x="45650129" y="29074132"/>
                    <a:pt x="45692857" y="29073260"/>
                  </a:cubicBezTo>
                  <a:close/>
                  <a:moveTo>
                    <a:pt x="14823512" y="28986526"/>
                  </a:moveTo>
                  <a:cubicBezTo>
                    <a:pt x="14838584" y="28986956"/>
                    <a:pt x="14849864" y="28988406"/>
                    <a:pt x="14853928" y="28991120"/>
                  </a:cubicBezTo>
                  <a:cubicBezTo>
                    <a:pt x="14861612" y="28996252"/>
                    <a:pt x="14877496" y="29016108"/>
                    <a:pt x="14889228" y="29035245"/>
                  </a:cubicBezTo>
                  <a:cubicBezTo>
                    <a:pt x="14900960" y="29054378"/>
                    <a:pt x="14926768" y="29078420"/>
                    <a:pt x="14946580" y="29088668"/>
                  </a:cubicBezTo>
                  <a:cubicBezTo>
                    <a:pt x="14984548" y="29108301"/>
                    <a:pt x="14986864" y="29117823"/>
                    <a:pt x="14980152" y="29226774"/>
                  </a:cubicBezTo>
                  <a:cubicBezTo>
                    <a:pt x="14977304" y="29273029"/>
                    <a:pt x="14969468" y="29292845"/>
                    <a:pt x="14948100" y="29307811"/>
                  </a:cubicBezTo>
                  <a:cubicBezTo>
                    <a:pt x="14932544" y="29318707"/>
                    <a:pt x="14911776" y="29346875"/>
                    <a:pt x="14901940" y="29370409"/>
                  </a:cubicBezTo>
                  <a:cubicBezTo>
                    <a:pt x="14884376" y="29412443"/>
                    <a:pt x="14882672" y="29413200"/>
                    <a:pt x="14805692" y="29413200"/>
                  </a:cubicBezTo>
                  <a:cubicBezTo>
                    <a:pt x="14716464" y="29413200"/>
                    <a:pt x="14633340" y="29379937"/>
                    <a:pt x="14592352" y="29327828"/>
                  </a:cubicBezTo>
                  <a:cubicBezTo>
                    <a:pt x="14573008" y="29303238"/>
                    <a:pt x="14566904" y="29276297"/>
                    <a:pt x="14566904" y="29215544"/>
                  </a:cubicBezTo>
                  <a:cubicBezTo>
                    <a:pt x="14566904" y="29132557"/>
                    <a:pt x="14580584" y="29105163"/>
                    <a:pt x="14629828" y="29089533"/>
                  </a:cubicBezTo>
                  <a:cubicBezTo>
                    <a:pt x="14645332" y="29084612"/>
                    <a:pt x="14655320" y="29068961"/>
                    <a:pt x="14656708" y="29047424"/>
                  </a:cubicBezTo>
                  <a:cubicBezTo>
                    <a:pt x="14657920" y="29028575"/>
                    <a:pt x="14667484" y="29008865"/>
                    <a:pt x="14677960" y="29003625"/>
                  </a:cubicBezTo>
                  <a:cubicBezTo>
                    <a:pt x="14698960" y="28993126"/>
                    <a:pt x="14778300" y="28985236"/>
                    <a:pt x="14823512" y="28986526"/>
                  </a:cubicBezTo>
                  <a:close/>
                  <a:moveTo>
                    <a:pt x="43751614" y="28727594"/>
                  </a:moveTo>
                  <a:cubicBezTo>
                    <a:pt x="43899124" y="28727594"/>
                    <a:pt x="43923200" y="28739817"/>
                    <a:pt x="43921262" y="28813721"/>
                  </a:cubicBezTo>
                  <a:cubicBezTo>
                    <a:pt x="43919538" y="28879512"/>
                    <a:pt x="43883904" y="28938036"/>
                    <a:pt x="43829988" y="28963619"/>
                  </a:cubicBezTo>
                  <a:cubicBezTo>
                    <a:pt x="43792844" y="28981053"/>
                    <a:pt x="43775660" y="28981819"/>
                    <a:pt x="43708780" y="28969011"/>
                  </a:cubicBezTo>
                  <a:cubicBezTo>
                    <a:pt x="43665920" y="28960681"/>
                    <a:pt x="43623708" y="28947788"/>
                    <a:pt x="43614976" y="28940358"/>
                  </a:cubicBezTo>
                  <a:cubicBezTo>
                    <a:pt x="43594206" y="28922691"/>
                    <a:pt x="43593696" y="28763480"/>
                    <a:pt x="43614340" y="28742832"/>
                  </a:cubicBezTo>
                  <a:cubicBezTo>
                    <a:pt x="43624080" y="28733093"/>
                    <a:pt x="43673634" y="28727594"/>
                    <a:pt x="43751614" y="28727594"/>
                  </a:cubicBezTo>
                  <a:close/>
                  <a:moveTo>
                    <a:pt x="52219479" y="28700542"/>
                  </a:moveTo>
                  <a:cubicBezTo>
                    <a:pt x="52100712" y="28700620"/>
                    <a:pt x="52030464" y="28702950"/>
                    <a:pt x="52030855" y="28707312"/>
                  </a:cubicBezTo>
                  <a:cubicBezTo>
                    <a:pt x="52031432" y="28713714"/>
                    <a:pt x="52029050" y="28750863"/>
                    <a:pt x="52025565" y="28789862"/>
                  </a:cubicBezTo>
                  <a:cubicBezTo>
                    <a:pt x="52018347" y="28870595"/>
                    <a:pt x="52058357" y="29049084"/>
                    <a:pt x="52092011" y="29086266"/>
                  </a:cubicBezTo>
                  <a:cubicBezTo>
                    <a:pt x="52103396" y="29098851"/>
                    <a:pt x="52114961" y="29139763"/>
                    <a:pt x="52118217" y="29178958"/>
                  </a:cubicBezTo>
                  <a:cubicBezTo>
                    <a:pt x="52123290" y="29240188"/>
                    <a:pt x="52128275" y="29250845"/>
                    <a:pt x="52157340" y="29262680"/>
                  </a:cubicBezTo>
                  <a:cubicBezTo>
                    <a:pt x="52175665" y="29270140"/>
                    <a:pt x="52199223" y="29286830"/>
                    <a:pt x="52209703" y="29299772"/>
                  </a:cubicBezTo>
                  <a:cubicBezTo>
                    <a:pt x="52220183" y="29312714"/>
                    <a:pt x="52264174" y="29334567"/>
                    <a:pt x="52307471" y="29348334"/>
                  </a:cubicBezTo>
                  <a:cubicBezTo>
                    <a:pt x="52350767" y="29362103"/>
                    <a:pt x="52401251" y="29383761"/>
                    <a:pt x="52419662" y="29396461"/>
                  </a:cubicBezTo>
                  <a:cubicBezTo>
                    <a:pt x="52464199" y="29427188"/>
                    <a:pt x="52569669" y="29427023"/>
                    <a:pt x="52630359" y="29396132"/>
                  </a:cubicBezTo>
                  <a:cubicBezTo>
                    <a:pt x="52655666" y="29383252"/>
                    <a:pt x="52712196" y="29368491"/>
                    <a:pt x="52755983" y="29363325"/>
                  </a:cubicBezTo>
                  <a:cubicBezTo>
                    <a:pt x="52833784" y="29354153"/>
                    <a:pt x="52870103" y="29331321"/>
                    <a:pt x="52870103" y="29291584"/>
                  </a:cubicBezTo>
                  <a:cubicBezTo>
                    <a:pt x="52870103" y="29283246"/>
                    <a:pt x="52883851" y="29267415"/>
                    <a:pt x="52900656" y="29256404"/>
                  </a:cubicBezTo>
                  <a:cubicBezTo>
                    <a:pt x="52920860" y="29243168"/>
                    <a:pt x="52934136" y="29219042"/>
                    <a:pt x="52939855" y="29185175"/>
                  </a:cubicBezTo>
                  <a:cubicBezTo>
                    <a:pt x="52945850" y="29149682"/>
                    <a:pt x="52959350" y="29126242"/>
                    <a:pt x="52983826" y="29108810"/>
                  </a:cubicBezTo>
                  <a:cubicBezTo>
                    <a:pt x="53018894" y="29083841"/>
                    <a:pt x="53019142" y="29082657"/>
                    <a:pt x="53018969" y="28940476"/>
                  </a:cubicBezTo>
                  <a:lnTo>
                    <a:pt x="53018796" y="28797269"/>
                  </a:lnTo>
                  <a:lnTo>
                    <a:pt x="52931960" y="28710087"/>
                  </a:lnTo>
                  <a:lnTo>
                    <a:pt x="52480880" y="28702878"/>
                  </a:lnTo>
                  <a:cubicBezTo>
                    <a:pt x="52379465" y="28701257"/>
                    <a:pt x="52290739" y="28700494"/>
                    <a:pt x="52219479" y="28700542"/>
                  </a:cubicBezTo>
                  <a:close/>
                  <a:moveTo>
                    <a:pt x="12884364" y="28630981"/>
                  </a:moveTo>
                  <a:cubicBezTo>
                    <a:pt x="12897784" y="28631243"/>
                    <a:pt x="12912116" y="28631789"/>
                    <a:pt x="12926696" y="28632635"/>
                  </a:cubicBezTo>
                  <a:cubicBezTo>
                    <a:pt x="13026072" y="28638402"/>
                    <a:pt x="13035380" y="28641429"/>
                    <a:pt x="13074696" y="28680745"/>
                  </a:cubicBezTo>
                  <a:cubicBezTo>
                    <a:pt x="13108344" y="28714392"/>
                    <a:pt x="13118412" y="28736790"/>
                    <a:pt x="13125540" y="28793863"/>
                  </a:cubicBezTo>
                  <a:cubicBezTo>
                    <a:pt x="13136936" y="28885070"/>
                    <a:pt x="13119388" y="28935845"/>
                    <a:pt x="13054048" y="29000451"/>
                  </a:cubicBezTo>
                  <a:lnTo>
                    <a:pt x="13002900" y="29051251"/>
                  </a:lnTo>
                  <a:lnTo>
                    <a:pt x="12899076" y="29050315"/>
                  </a:lnTo>
                  <a:cubicBezTo>
                    <a:pt x="12765480" y="29049112"/>
                    <a:pt x="12731972" y="29034312"/>
                    <a:pt x="12707012" y="28965794"/>
                  </a:cubicBezTo>
                  <a:cubicBezTo>
                    <a:pt x="12683092" y="28899847"/>
                    <a:pt x="12689840" y="28864525"/>
                    <a:pt x="12732824" y="28830714"/>
                  </a:cubicBezTo>
                  <a:cubicBezTo>
                    <a:pt x="12758224" y="28810736"/>
                    <a:pt x="12768556" y="28786821"/>
                    <a:pt x="12778496" y="28725017"/>
                  </a:cubicBezTo>
                  <a:cubicBezTo>
                    <a:pt x="12785564" y="28681086"/>
                    <a:pt x="12797940" y="28640943"/>
                    <a:pt x="12806000" y="28635810"/>
                  </a:cubicBezTo>
                  <a:cubicBezTo>
                    <a:pt x="12812044" y="28631961"/>
                    <a:pt x="12844108" y="28630195"/>
                    <a:pt x="12884364" y="28630981"/>
                  </a:cubicBezTo>
                  <a:close/>
                  <a:moveTo>
                    <a:pt x="43252106" y="28549795"/>
                  </a:moveTo>
                  <a:cubicBezTo>
                    <a:pt x="43300588" y="28549795"/>
                    <a:pt x="43348488" y="28555041"/>
                    <a:pt x="43358552" y="28561453"/>
                  </a:cubicBezTo>
                  <a:cubicBezTo>
                    <a:pt x="43383136" y="28577114"/>
                    <a:pt x="43405084" y="28834584"/>
                    <a:pt x="43384000" y="28859987"/>
                  </a:cubicBezTo>
                  <a:cubicBezTo>
                    <a:pt x="43350150" y="28900776"/>
                    <a:pt x="43141276" y="28897774"/>
                    <a:pt x="43089384" y="28855755"/>
                  </a:cubicBezTo>
                  <a:cubicBezTo>
                    <a:pt x="43069304" y="28839495"/>
                    <a:pt x="43061618" y="28814734"/>
                    <a:pt x="43056376" y="28749392"/>
                  </a:cubicBezTo>
                  <a:lnTo>
                    <a:pt x="43049540" y="28664220"/>
                  </a:lnTo>
                  <a:lnTo>
                    <a:pt x="43106752" y="28607008"/>
                  </a:lnTo>
                  <a:cubicBezTo>
                    <a:pt x="43163576" y="28550183"/>
                    <a:pt x="43164558" y="28549795"/>
                    <a:pt x="43252106" y="28549795"/>
                  </a:cubicBezTo>
                  <a:close/>
                  <a:moveTo>
                    <a:pt x="46293034" y="28546932"/>
                  </a:moveTo>
                  <a:lnTo>
                    <a:pt x="46375004" y="28552155"/>
                  </a:lnTo>
                  <a:cubicBezTo>
                    <a:pt x="46442104" y="28556426"/>
                    <a:pt x="46460589" y="28562537"/>
                    <a:pt x="46476926" y="28585864"/>
                  </a:cubicBezTo>
                  <a:cubicBezTo>
                    <a:pt x="46487899" y="28601530"/>
                    <a:pt x="46519249" y="28628474"/>
                    <a:pt x="46546590" y="28645733"/>
                  </a:cubicBezTo>
                  <a:cubicBezTo>
                    <a:pt x="46596194" y="28677045"/>
                    <a:pt x="46596299" y="28677291"/>
                    <a:pt x="46596299" y="28760759"/>
                  </a:cubicBezTo>
                  <a:cubicBezTo>
                    <a:pt x="46596299" y="28854315"/>
                    <a:pt x="46571169" y="28921710"/>
                    <a:pt x="46525004" y="28951959"/>
                  </a:cubicBezTo>
                  <a:cubicBezTo>
                    <a:pt x="46483819" y="28978752"/>
                    <a:pt x="46361715" y="28987232"/>
                    <a:pt x="46274632" y="28969347"/>
                  </a:cubicBezTo>
                  <a:cubicBezTo>
                    <a:pt x="46184851" y="28950709"/>
                    <a:pt x="46177391" y="28936237"/>
                    <a:pt x="46173559" y="28773306"/>
                  </a:cubicBezTo>
                  <a:lnTo>
                    <a:pt x="46170849" y="28658014"/>
                  </a:lnTo>
                  <a:lnTo>
                    <a:pt x="46213296" y="28647100"/>
                  </a:lnTo>
                  <a:cubicBezTo>
                    <a:pt x="46245102" y="28638920"/>
                    <a:pt x="46260419" y="28624996"/>
                    <a:pt x="46274390" y="28591559"/>
                  </a:cubicBezTo>
                  <a:close/>
                  <a:moveTo>
                    <a:pt x="15123880" y="28542856"/>
                  </a:moveTo>
                  <a:cubicBezTo>
                    <a:pt x="15134764" y="28542878"/>
                    <a:pt x="15147072" y="28543380"/>
                    <a:pt x="15160944" y="28544346"/>
                  </a:cubicBezTo>
                  <a:cubicBezTo>
                    <a:pt x="15232440" y="28549319"/>
                    <a:pt x="15241904" y="28553239"/>
                    <a:pt x="15253016" y="28582468"/>
                  </a:cubicBezTo>
                  <a:cubicBezTo>
                    <a:pt x="15271260" y="28630449"/>
                    <a:pt x="15268100" y="28744548"/>
                    <a:pt x="15247752" y="28772369"/>
                  </a:cubicBezTo>
                  <a:cubicBezTo>
                    <a:pt x="15233176" y="28792309"/>
                    <a:pt x="15214472" y="28796362"/>
                    <a:pt x="15140140" y="28795683"/>
                  </a:cubicBezTo>
                  <a:cubicBezTo>
                    <a:pt x="15087376" y="28795199"/>
                    <a:pt x="15042160" y="28788205"/>
                    <a:pt x="15030788" y="28778769"/>
                  </a:cubicBezTo>
                  <a:cubicBezTo>
                    <a:pt x="14993132" y="28747515"/>
                    <a:pt x="15013500" y="28595431"/>
                    <a:pt x="15060620" y="28556048"/>
                  </a:cubicBezTo>
                  <a:cubicBezTo>
                    <a:pt x="15071392" y="28547042"/>
                    <a:pt x="15091228" y="28542790"/>
                    <a:pt x="15123880" y="28542856"/>
                  </a:cubicBezTo>
                  <a:close/>
                  <a:moveTo>
                    <a:pt x="11628420" y="28460992"/>
                  </a:moveTo>
                  <a:cubicBezTo>
                    <a:pt x="11677144" y="28460992"/>
                    <a:pt x="11702128" y="28472861"/>
                    <a:pt x="11763760" y="28525295"/>
                  </a:cubicBezTo>
                  <a:cubicBezTo>
                    <a:pt x="11781712" y="28540565"/>
                    <a:pt x="11798024" y="28681143"/>
                    <a:pt x="11789888" y="28750394"/>
                  </a:cubicBezTo>
                  <a:cubicBezTo>
                    <a:pt x="11778136" y="28850357"/>
                    <a:pt x="11755832" y="28871200"/>
                    <a:pt x="11653616" y="28877708"/>
                  </a:cubicBezTo>
                  <a:lnTo>
                    <a:pt x="11569040" y="28883092"/>
                  </a:lnTo>
                  <a:lnTo>
                    <a:pt x="11510784" y="28823159"/>
                  </a:lnTo>
                  <a:cubicBezTo>
                    <a:pt x="11452784" y="28763482"/>
                    <a:pt x="11452560" y="28762902"/>
                    <a:pt x="11457988" y="28687853"/>
                  </a:cubicBezTo>
                  <a:cubicBezTo>
                    <a:pt x="11462692" y="28622824"/>
                    <a:pt x="11468988" y="28607414"/>
                    <a:pt x="11503872" y="28575551"/>
                  </a:cubicBezTo>
                  <a:cubicBezTo>
                    <a:pt x="11526108" y="28555241"/>
                    <a:pt x="11544304" y="28528014"/>
                    <a:pt x="11544304" y="28515048"/>
                  </a:cubicBezTo>
                  <a:cubicBezTo>
                    <a:pt x="11544304" y="28502081"/>
                    <a:pt x="11551160" y="28484615"/>
                    <a:pt x="11559544" y="28476231"/>
                  </a:cubicBezTo>
                  <a:cubicBezTo>
                    <a:pt x="11567924" y="28467850"/>
                    <a:pt x="11598920" y="28460992"/>
                    <a:pt x="11628420" y="28460992"/>
                  </a:cubicBezTo>
                  <a:close/>
                  <a:moveTo>
                    <a:pt x="13715412" y="28459886"/>
                  </a:moveTo>
                  <a:cubicBezTo>
                    <a:pt x="13761332" y="28459863"/>
                    <a:pt x="13806652" y="28466846"/>
                    <a:pt x="13818272" y="28480847"/>
                  </a:cubicBezTo>
                  <a:cubicBezTo>
                    <a:pt x="13839164" y="28506021"/>
                    <a:pt x="13830980" y="28655742"/>
                    <a:pt x="13807420" y="28679365"/>
                  </a:cubicBezTo>
                  <a:cubicBezTo>
                    <a:pt x="13798132" y="28688679"/>
                    <a:pt x="13751664" y="28698142"/>
                    <a:pt x="13701360" y="28700964"/>
                  </a:cubicBezTo>
                  <a:cubicBezTo>
                    <a:pt x="13624616" y="28705268"/>
                    <a:pt x="13609328" y="28702548"/>
                    <a:pt x="13594264" y="28681914"/>
                  </a:cubicBezTo>
                  <a:cubicBezTo>
                    <a:pt x="13570856" y="28649848"/>
                    <a:pt x="13581176" y="28508731"/>
                    <a:pt x="13608960" y="28480949"/>
                  </a:cubicBezTo>
                  <a:cubicBezTo>
                    <a:pt x="13622976" y="28466935"/>
                    <a:pt x="13669492" y="28459908"/>
                    <a:pt x="13715412" y="28459886"/>
                  </a:cubicBezTo>
                  <a:close/>
                  <a:moveTo>
                    <a:pt x="45030786" y="28371996"/>
                  </a:moveTo>
                  <a:cubicBezTo>
                    <a:pt x="45110313" y="28371996"/>
                    <a:pt x="45119007" y="28374839"/>
                    <a:pt x="45156992" y="28413271"/>
                  </a:cubicBezTo>
                  <a:cubicBezTo>
                    <a:pt x="45179428" y="28435973"/>
                    <a:pt x="45211594" y="28466586"/>
                    <a:pt x="45228473" y="28481301"/>
                  </a:cubicBezTo>
                  <a:cubicBezTo>
                    <a:pt x="45253256" y="28502909"/>
                    <a:pt x="45260856" y="28525233"/>
                    <a:pt x="45267959" y="28597340"/>
                  </a:cubicBezTo>
                  <a:cubicBezTo>
                    <a:pt x="45279946" y="28718989"/>
                    <a:pt x="45265888" y="28814564"/>
                    <a:pt x="45230858" y="28849598"/>
                  </a:cubicBezTo>
                  <a:cubicBezTo>
                    <a:pt x="45192153" y="28888299"/>
                    <a:pt x="45066471" y="28901071"/>
                    <a:pt x="44950022" y="28878136"/>
                  </a:cubicBezTo>
                  <a:cubicBezTo>
                    <a:pt x="44873512" y="28863064"/>
                    <a:pt x="44860403" y="28856249"/>
                    <a:pt x="44843678" y="28822846"/>
                  </a:cubicBezTo>
                  <a:cubicBezTo>
                    <a:pt x="44833186" y="28801892"/>
                    <a:pt x="44814610" y="28769575"/>
                    <a:pt x="44802403" y="28751036"/>
                  </a:cubicBezTo>
                  <a:cubicBezTo>
                    <a:pt x="44772439" y="28705532"/>
                    <a:pt x="44773993" y="28631549"/>
                    <a:pt x="44805758" y="28591164"/>
                  </a:cubicBezTo>
                  <a:cubicBezTo>
                    <a:pt x="44819813" y="28573295"/>
                    <a:pt x="44834832" y="28536681"/>
                    <a:pt x="44839130" y="28509798"/>
                  </a:cubicBezTo>
                  <a:cubicBezTo>
                    <a:pt x="44844714" y="28474867"/>
                    <a:pt x="44860986" y="28448236"/>
                    <a:pt x="44896162" y="28416458"/>
                  </a:cubicBezTo>
                  <a:cubicBezTo>
                    <a:pt x="44942131" y="28374929"/>
                    <a:pt x="44951008" y="28371996"/>
                    <a:pt x="45030786" y="28371996"/>
                  </a:cubicBezTo>
                  <a:close/>
                  <a:moveTo>
                    <a:pt x="12263712" y="28371879"/>
                  </a:moveTo>
                  <a:cubicBezTo>
                    <a:pt x="12314668" y="28371863"/>
                    <a:pt x="12310796" y="28382091"/>
                    <a:pt x="12317284" y="28546835"/>
                  </a:cubicBezTo>
                  <a:cubicBezTo>
                    <a:pt x="12323232" y="28697909"/>
                    <a:pt x="12316852" y="28706733"/>
                    <a:pt x="12206712" y="28699719"/>
                  </a:cubicBezTo>
                  <a:cubicBezTo>
                    <a:pt x="12098084" y="28692802"/>
                    <a:pt x="12077704" y="28669244"/>
                    <a:pt x="12077704" y="28550603"/>
                  </a:cubicBezTo>
                  <a:cubicBezTo>
                    <a:pt x="12077704" y="28469225"/>
                    <a:pt x="12079880" y="28463046"/>
                    <a:pt x="12124268" y="28418661"/>
                  </a:cubicBezTo>
                  <a:cubicBezTo>
                    <a:pt x="12166208" y="28376722"/>
                    <a:pt x="12177544" y="28372093"/>
                    <a:pt x="12238328" y="28372093"/>
                  </a:cubicBezTo>
                  <a:cubicBezTo>
                    <a:pt x="12248036" y="28372093"/>
                    <a:pt x="12256436" y="28371882"/>
                    <a:pt x="12263712" y="28371879"/>
                  </a:cubicBezTo>
                  <a:close/>
                  <a:moveTo>
                    <a:pt x="5142676" y="28363560"/>
                  </a:moveTo>
                  <a:cubicBezTo>
                    <a:pt x="5162304" y="28363786"/>
                    <a:pt x="5186600" y="28364593"/>
                    <a:pt x="5216936" y="28365855"/>
                  </a:cubicBezTo>
                  <a:cubicBezTo>
                    <a:pt x="5297380" y="28369200"/>
                    <a:pt x="5378940" y="28379640"/>
                    <a:pt x="5402904" y="28389653"/>
                  </a:cubicBezTo>
                  <a:cubicBezTo>
                    <a:pt x="5440800" y="28405486"/>
                    <a:pt x="5446540" y="28414417"/>
                    <a:pt x="5454088" y="28469294"/>
                  </a:cubicBezTo>
                  <a:cubicBezTo>
                    <a:pt x="5458788" y="28503474"/>
                    <a:pt x="5456816" y="28546284"/>
                    <a:pt x="5449672" y="28565074"/>
                  </a:cubicBezTo>
                  <a:cubicBezTo>
                    <a:pt x="5438812" y="28593633"/>
                    <a:pt x="5429068" y="28599071"/>
                    <a:pt x="5388552" y="28599175"/>
                  </a:cubicBezTo>
                  <a:cubicBezTo>
                    <a:pt x="5317560" y="28599360"/>
                    <a:pt x="5238576" y="28623346"/>
                    <a:pt x="5211900" y="28652823"/>
                  </a:cubicBezTo>
                  <a:cubicBezTo>
                    <a:pt x="5199012" y="28667064"/>
                    <a:pt x="5170624" y="28686170"/>
                    <a:pt x="5148812" y="28695286"/>
                  </a:cubicBezTo>
                  <a:cubicBezTo>
                    <a:pt x="5120508" y="28707111"/>
                    <a:pt x="5106944" y="28722884"/>
                    <a:pt x="5101448" y="28750365"/>
                  </a:cubicBezTo>
                  <a:cubicBezTo>
                    <a:pt x="5096788" y="28773666"/>
                    <a:pt x="5083520" y="28792121"/>
                    <a:pt x="5067856" y="28797094"/>
                  </a:cubicBezTo>
                  <a:cubicBezTo>
                    <a:pt x="5027464" y="28809911"/>
                    <a:pt x="5018172" y="28839556"/>
                    <a:pt x="5016980" y="28959425"/>
                  </a:cubicBezTo>
                  <a:cubicBezTo>
                    <a:pt x="5016240" y="29033543"/>
                    <a:pt x="5009036" y="29085099"/>
                    <a:pt x="4995424" y="29113643"/>
                  </a:cubicBezTo>
                  <a:cubicBezTo>
                    <a:pt x="4973016" y="29160632"/>
                    <a:pt x="4978936" y="29208716"/>
                    <a:pt x="5011080" y="29240863"/>
                  </a:cubicBezTo>
                  <a:cubicBezTo>
                    <a:pt x="5028848" y="29258633"/>
                    <a:pt x="5136512" y="29260800"/>
                    <a:pt x="6000832" y="29260800"/>
                  </a:cubicBezTo>
                  <a:cubicBezTo>
                    <a:pt x="6591488" y="29260800"/>
                    <a:pt x="6983220" y="29256022"/>
                    <a:pt x="7002804" y="29248574"/>
                  </a:cubicBezTo>
                  <a:cubicBezTo>
                    <a:pt x="7021992" y="29241279"/>
                    <a:pt x="7047632" y="29211839"/>
                    <a:pt x="7066400" y="29175549"/>
                  </a:cubicBezTo>
                  <a:cubicBezTo>
                    <a:pt x="7083692" y="29142110"/>
                    <a:pt x="7111716" y="29103312"/>
                    <a:pt x="7128672" y="29089334"/>
                  </a:cubicBezTo>
                  <a:cubicBezTo>
                    <a:pt x="7152704" y="29069525"/>
                    <a:pt x="7160192" y="29049914"/>
                    <a:pt x="7162628" y="29000434"/>
                  </a:cubicBezTo>
                  <a:cubicBezTo>
                    <a:pt x="7166480" y="28922199"/>
                    <a:pt x="7184456" y="28905217"/>
                    <a:pt x="7263444" y="28905217"/>
                  </a:cubicBezTo>
                  <a:cubicBezTo>
                    <a:pt x="7360944" y="28905217"/>
                    <a:pt x="7371016" y="28919598"/>
                    <a:pt x="7380532" y="29072337"/>
                  </a:cubicBezTo>
                  <a:cubicBezTo>
                    <a:pt x="7390640" y="29234631"/>
                    <a:pt x="7393696" y="29933509"/>
                    <a:pt x="7384612" y="30006110"/>
                  </a:cubicBezTo>
                  <a:cubicBezTo>
                    <a:pt x="7379752" y="30044938"/>
                    <a:pt x="7367528" y="30068047"/>
                    <a:pt x="7339256" y="30091835"/>
                  </a:cubicBezTo>
                  <a:cubicBezTo>
                    <a:pt x="7255824" y="30162041"/>
                    <a:pt x="7144892" y="30110668"/>
                    <a:pt x="7130604" y="29995202"/>
                  </a:cubicBezTo>
                  <a:cubicBezTo>
                    <a:pt x="7126864" y="29964977"/>
                    <a:pt x="7115636" y="29925963"/>
                    <a:pt x="7105656" y="29908500"/>
                  </a:cubicBezTo>
                  <a:cubicBezTo>
                    <a:pt x="7095620" y="29890944"/>
                    <a:pt x="7090144" y="29858990"/>
                    <a:pt x="7093404" y="29837031"/>
                  </a:cubicBezTo>
                  <a:cubicBezTo>
                    <a:pt x="7105616" y="29754813"/>
                    <a:pt x="7160556" y="29758261"/>
                    <a:pt x="6061488" y="29772276"/>
                  </a:cubicBezTo>
                  <a:cubicBezTo>
                    <a:pt x="5109208" y="29784418"/>
                    <a:pt x="5067220" y="29785943"/>
                    <a:pt x="5046212" y="29809154"/>
                  </a:cubicBezTo>
                  <a:cubicBezTo>
                    <a:pt x="5028348" y="29828896"/>
                    <a:pt x="5022992" y="29867882"/>
                    <a:pt x="5017228" y="30020158"/>
                  </a:cubicBezTo>
                  <a:lnTo>
                    <a:pt x="5010152" y="30206950"/>
                  </a:lnTo>
                  <a:lnTo>
                    <a:pt x="5213236" y="30416500"/>
                  </a:lnTo>
                  <a:lnTo>
                    <a:pt x="5289496" y="30411415"/>
                  </a:lnTo>
                  <a:cubicBezTo>
                    <a:pt x="5418496" y="30402814"/>
                    <a:pt x="5483216" y="30449450"/>
                    <a:pt x="5495676" y="30559983"/>
                  </a:cubicBezTo>
                  <a:cubicBezTo>
                    <a:pt x="5506216" y="30653503"/>
                    <a:pt x="5493708" y="30656374"/>
                    <a:pt x="5088880" y="30653355"/>
                  </a:cubicBezTo>
                  <a:lnTo>
                    <a:pt x="4749884" y="30650824"/>
                  </a:lnTo>
                  <a:lnTo>
                    <a:pt x="4714920" y="30615874"/>
                  </a:lnTo>
                  <a:cubicBezTo>
                    <a:pt x="4680384" y="30581349"/>
                    <a:pt x="4679916" y="30578704"/>
                    <a:pt x="4676964" y="30400284"/>
                  </a:cubicBezTo>
                  <a:cubicBezTo>
                    <a:pt x="4669428" y="29944966"/>
                    <a:pt x="4685664" y="28481677"/>
                    <a:pt x="4698392" y="28468949"/>
                  </a:cubicBezTo>
                  <a:cubicBezTo>
                    <a:pt x="4705752" y="28461589"/>
                    <a:pt x="4747476" y="28450271"/>
                    <a:pt x="4791112" y="28443800"/>
                  </a:cubicBezTo>
                  <a:cubicBezTo>
                    <a:pt x="4834752" y="28437329"/>
                    <a:pt x="4886856" y="28424270"/>
                    <a:pt x="4906900" y="28414777"/>
                  </a:cubicBezTo>
                  <a:cubicBezTo>
                    <a:pt x="4926944" y="28405285"/>
                    <a:pt x="4964432" y="28398347"/>
                    <a:pt x="4990200" y="28399356"/>
                  </a:cubicBezTo>
                  <a:cubicBezTo>
                    <a:pt x="5019404" y="28400501"/>
                    <a:pt x="5043952" y="28393409"/>
                    <a:pt x="5055356" y="28380539"/>
                  </a:cubicBezTo>
                  <a:cubicBezTo>
                    <a:pt x="5066980" y="28367424"/>
                    <a:pt x="5083800" y="28362881"/>
                    <a:pt x="5142676" y="28363560"/>
                  </a:cubicBezTo>
                  <a:close/>
                  <a:moveTo>
                    <a:pt x="44469996" y="28268386"/>
                  </a:moveTo>
                  <a:cubicBezTo>
                    <a:pt x="44528120" y="28263688"/>
                    <a:pt x="44584885" y="28275006"/>
                    <a:pt x="44611928" y="28299381"/>
                  </a:cubicBezTo>
                  <a:cubicBezTo>
                    <a:pt x="44638019" y="28322893"/>
                    <a:pt x="44640503" y="28336424"/>
                    <a:pt x="44640503" y="28454959"/>
                  </a:cubicBezTo>
                  <a:cubicBezTo>
                    <a:pt x="44640503" y="28567787"/>
                    <a:pt x="44637592" y="28585596"/>
                    <a:pt x="44618278" y="28590957"/>
                  </a:cubicBezTo>
                  <a:cubicBezTo>
                    <a:pt x="44606055" y="28594352"/>
                    <a:pt x="44573831" y="28603819"/>
                    <a:pt x="44546667" y="28611995"/>
                  </a:cubicBezTo>
                  <a:cubicBezTo>
                    <a:pt x="44487526" y="28629798"/>
                    <a:pt x="44354722" y="28617802"/>
                    <a:pt x="44329282" y="28592361"/>
                  </a:cubicBezTo>
                  <a:cubicBezTo>
                    <a:pt x="44308672" y="28571752"/>
                    <a:pt x="44293948" y="28485255"/>
                    <a:pt x="44296628" y="28400572"/>
                  </a:cubicBezTo>
                  <a:cubicBezTo>
                    <a:pt x="44298868" y="28329938"/>
                    <a:pt x="44324079" y="28303378"/>
                    <a:pt x="44412470" y="28278533"/>
                  </a:cubicBezTo>
                  <a:cubicBezTo>
                    <a:pt x="44431096" y="28273298"/>
                    <a:pt x="44450622" y="28269953"/>
                    <a:pt x="44469996" y="28268386"/>
                  </a:cubicBezTo>
                  <a:close/>
                  <a:moveTo>
                    <a:pt x="42905080" y="28194197"/>
                  </a:moveTo>
                  <a:cubicBezTo>
                    <a:pt x="43018648" y="28194197"/>
                    <a:pt x="43030310" y="28204362"/>
                    <a:pt x="43037950" y="28310017"/>
                  </a:cubicBezTo>
                  <a:cubicBezTo>
                    <a:pt x="43045644" y="28416395"/>
                    <a:pt x="43026478" y="28435497"/>
                    <a:pt x="42912050" y="28435497"/>
                  </a:cubicBezTo>
                  <a:cubicBezTo>
                    <a:pt x="42837360" y="28435497"/>
                    <a:pt x="42823196" y="28431727"/>
                    <a:pt x="42806068" y="28407273"/>
                  </a:cubicBezTo>
                  <a:cubicBezTo>
                    <a:pt x="42783820" y="28375505"/>
                    <a:pt x="42779770" y="28276525"/>
                    <a:pt x="42798688" y="28226776"/>
                  </a:cubicBezTo>
                  <a:cubicBezTo>
                    <a:pt x="42810440" y="28195854"/>
                    <a:pt x="42815856" y="28194197"/>
                    <a:pt x="42905080" y="28194197"/>
                  </a:cubicBezTo>
                  <a:close/>
                  <a:moveTo>
                    <a:pt x="14547816" y="28105394"/>
                  </a:moveTo>
                  <a:cubicBezTo>
                    <a:pt x="14703048" y="28105394"/>
                    <a:pt x="14732004" y="28148436"/>
                    <a:pt x="14732004" y="28379184"/>
                  </a:cubicBezTo>
                  <a:lnTo>
                    <a:pt x="14732004" y="28502027"/>
                  </a:lnTo>
                  <a:lnTo>
                    <a:pt x="14671680" y="28545364"/>
                  </a:lnTo>
                  <a:cubicBezTo>
                    <a:pt x="14575944" y="28614135"/>
                    <a:pt x="14568824" y="28616913"/>
                    <a:pt x="14506240" y="28609859"/>
                  </a:cubicBezTo>
                  <a:cubicBezTo>
                    <a:pt x="14440928" y="28602498"/>
                    <a:pt x="14411136" y="28575657"/>
                    <a:pt x="14347828" y="28467132"/>
                  </a:cubicBezTo>
                  <a:cubicBezTo>
                    <a:pt x="14306136" y="28395662"/>
                    <a:pt x="14302648" y="28334515"/>
                    <a:pt x="14338412" y="28302144"/>
                  </a:cubicBezTo>
                  <a:cubicBezTo>
                    <a:pt x="14352444" y="28289447"/>
                    <a:pt x="14370652" y="28256594"/>
                    <a:pt x="14378880" y="28229134"/>
                  </a:cubicBezTo>
                  <a:cubicBezTo>
                    <a:pt x="14387104" y="28201675"/>
                    <a:pt x="14409352" y="28162602"/>
                    <a:pt x="14428316" y="28142303"/>
                  </a:cubicBezTo>
                  <a:cubicBezTo>
                    <a:pt x="14459736" y="28108667"/>
                    <a:pt x="14470332" y="28105394"/>
                    <a:pt x="14547816" y="28105394"/>
                  </a:cubicBezTo>
                  <a:close/>
                  <a:moveTo>
                    <a:pt x="45735855" y="28105299"/>
                  </a:moveTo>
                  <a:cubicBezTo>
                    <a:pt x="45810303" y="28105299"/>
                    <a:pt x="45827062" y="28109606"/>
                    <a:pt x="45852803" y="28135344"/>
                  </a:cubicBezTo>
                  <a:cubicBezTo>
                    <a:pt x="45908453" y="28190995"/>
                    <a:pt x="45913271" y="28387882"/>
                    <a:pt x="45859659" y="28415568"/>
                  </a:cubicBezTo>
                  <a:cubicBezTo>
                    <a:pt x="45829887" y="28430943"/>
                    <a:pt x="45611088" y="28433436"/>
                    <a:pt x="45577127" y="28418789"/>
                  </a:cubicBezTo>
                  <a:cubicBezTo>
                    <a:pt x="45558554" y="28410780"/>
                    <a:pt x="45554902" y="28392144"/>
                    <a:pt x="45554902" y="28305414"/>
                  </a:cubicBezTo>
                  <a:cubicBezTo>
                    <a:pt x="45554902" y="28202846"/>
                    <a:pt x="45555457" y="28201050"/>
                    <a:pt x="45601929" y="28153459"/>
                  </a:cubicBezTo>
                  <a:cubicBezTo>
                    <a:pt x="45647309" y="28106986"/>
                    <a:pt x="45652003" y="28105299"/>
                    <a:pt x="45735855" y="28105299"/>
                  </a:cubicBezTo>
                  <a:close/>
                  <a:moveTo>
                    <a:pt x="43579752" y="27997723"/>
                  </a:moveTo>
                  <a:cubicBezTo>
                    <a:pt x="43630978" y="27995828"/>
                    <a:pt x="43728060" y="28011161"/>
                    <a:pt x="43733616" y="28024192"/>
                  </a:cubicBezTo>
                  <a:cubicBezTo>
                    <a:pt x="43750540" y="28063873"/>
                    <a:pt x="43749798" y="28141706"/>
                    <a:pt x="43732360" y="28156180"/>
                  </a:cubicBezTo>
                  <a:cubicBezTo>
                    <a:pt x="43708774" y="28175754"/>
                    <a:pt x="43551242" y="28174346"/>
                    <a:pt x="43527140" y="28154345"/>
                  </a:cubicBezTo>
                  <a:cubicBezTo>
                    <a:pt x="43508892" y="28139199"/>
                    <a:pt x="43504172" y="28057187"/>
                    <a:pt x="43519732" y="28025521"/>
                  </a:cubicBezTo>
                  <a:cubicBezTo>
                    <a:pt x="43524972" y="28014859"/>
                    <a:pt x="43543544" y="28003212"/>
                    <a:pt x="43561006" y="27999647"/>
                  </a:cubicBezTo>
                  <a:cubicBezTo>
                    <a:pt x="43566052" y="27998616"/>
                    <a:pt x="43572434" y="27997993"/>
                    <a:pt x="43579752" y="27997723"/>
                  </a:cubicBezTo>
                  <a:close/>
                  <a:moveTo>
                    <a:pt x="12194644" y="27911342"/>
                  </a:moveTo>
                  <a:cubicBezTo>
                    <a:pt x="12235232" y="27908679"/>
                    <a:pt x="12274064" y="27917407"/>
                    <a:pt x="12295020" y="27935509"/>
                  </a:cubicBezTo>
                  <a:cubicBezTo>
                    <a:pt x="12320976" y="27957928"/>
                    <a:pt x="12334032" y="28064151"/>
                    <a:pt x="12317976" y="28122302"/>
                  </a:cubicBezTo>
                  <a:cubicBezTo>
                    <a:pt x="12307240" y="28161171"/>
                    <a:pt x="12299380" y="28167832"/>
                    <a:pt x="12255476" y="28175248"/>
                  </a:cubicBezTo>
                  <a:cubicBezTo>
                    <a:pt x="12227248" y="28180020"/>
                    <a:pt x="12184280" y="28177288"/>
                    <a:pt x="12157352" y="28169016"/>
                  </a:cubicBezTo>
                  <a:cubicBezTo>
                    <a:pt x="12131008" y="28160920"/>
                    <a:pt x="12102308" y="28154341"/>
                    <a:pt x="12093576" y="28154390"/>
                  </a:cubicBezTo>
                  <a:cubicBezTo>
                    <a:pt x="12071344" y="28154522"/>
                    <a:pt x="12071492" y="27961259"/>
                    <a:pt x="12093740" y="27942798"/>
                  </a:cubicBezTo>
                  <a:cubicBezTo>
                    <a:pt x="12102560" y="27935478"/>
                    <a:pt x="12129704" y="27924262"/>
                    <a:pt x="12154064" y="27917876"/>
                  </a:cubicBezTo>
                  <a:cubicBezTo>
                    <a:pt x="12167388" y="27914382"/>
                    <a:pt x="12181112" y="27912228"/>
                    <a:pt x="12194644" y="27911342"/>
                  </a:cubicBezTo>
                  <a:close/>
                  <a:moveTo>
                    <a:pt x="46907234" y="27910520"/>
                  </a:moveTo>
                  <a:cubicBezTo>
                    <a:pt x="46939605" y="27912021"/>
                    <a:pt x="46971461" y="27918423"/>
                    <a:pt x="46985283" y="27928914"/>
                  </a:cubicBezTo>
                  <a:cubicBezTo>
                    <a:pt x="47019306" y="27954737"/>
                    <a:pt x="47040802" y="28029159"/>
                    <a:pt x="47040802" y="28121125"/>
                  </a:cubicBezTo>
                  <a:cubicBezTo>
                    <a:pt x="47040802" y="28229261"/>
                    <a:pt x="47030781" y="28240260"/>
                    <a:pt x="46926502" y="28246560"/>
                  </a:cubicBezTo>
                  <a:cubicBezTo>
                    <a:pt x="46895068" y="28248457"/>
                    <a:pt x="46845285" y="28251741"/>
                    <a:pt x="46815873" y="28253856"/>
                  </a:cubicBezTo>
                  <a:cubicBezTo>
                    <a:pt x="46734663" y="28259694"/>
                    <a:pt x="46710602" y="28227216"/>
                    <a:pt x="46710602" y="28111747"/>
                  </a:cubicBezTo>
                  <a:cubicBezTo>
                    <a:pt x="46710602" y="28025951"/>
                    <a:pt x="46712748" y="28019302"/>
                    <a:pt x="46753068" y="27980222"/>
                  </a:cubicBezTo>
                  <a:cubicBezTo>
                    <a:pt x="46776424" y="27957585"/>
                    <a:pt x="46809284" y="27931174"/>
                    <a:pt x="46826093" y="27921531"/>
                  </a:cubicBezTo>
                  <a:cubicBezTo>
                    <a:pt x="46841977" y="27912418"/>
                    <a:pt x="46874864" y="27909020"/>
                    <a:pt x="46907234" y="27910520"/>
                  </a:cubicBezTo>
                  <a:close/>
                  <a:moveTo>
                    <a:pt x="50750468" y="27851119"/>
                  </a:moveTo>
                  <a:cubicBezTo>
                    <a:pt x="50845206" y="27851119"/>
                    <a:pt x="50862359" y="27873552"/>
                    <a:pt x="50872758" y="28011060"/>
                  </a:cubicBezTo>
                  <a:cubicBezTo>
                    <a:pt x="50878572" y="28087911"/>
                    <a:pt x="50886401" y="28116290"/>
                    <a:pt x="50908895" y="28142066"/>
                  </a:cubicBezTo>
                  <a:lnTo>
                    <a:pt x="50937613" y="28174970"/>
                  </a:lnTo>
                  <a:lnTo>
                    <a:pt x="53021192" y="28194804"/>
                  </a:lnTo>
                  <a:lnTo>
                    <a:pt x="53035256" y="28168532"/>
                  </a:lnTo>
                  <a:cubicBezTo>
                    <a:pt x="53042988" y="28154083"/>
                    <a:pt x="53045822" y="28131260"/>
                    <a:pt x="53041556" y="28117819"/>
                  </a:cubicBezTo>
                  <a:cubicBezTo>
                    <a:pt x="53031988" y="28087675"/>
                    <a:pt x="53046647" y="28026978"/>
                    <a:pt x="53067632" y="28009869"/>
                  </a:cubicBezTo>
                  <a:cubicBezTo>
                    <a:pt x="53076196" y="28002883"/>
                    <a:pt x="53092573" y="27979437"/>
                    <a:pt x="53104020" y="27957761"/>
                  </a:cubicBezTo>
                  <a:cubicBezTo>
                    <a:pt x="53131758" y="27905258"/>
                    <a:pt x="53180829" y="27860458"/>
                    <a:pt x="53209130" y="27861794"/>
                  </a:cubicBezTo>
                  <a:cubicBezTo>
                    <a:pt x="53264873" y="27864424"/>
                    <a:pt x="53269959" y="27899088"/>
                    <a:pt x="53273666" y="28301969"/>
                  </a:cubicBezTo>
                  <a:cubicBezTo>
                    <a:pt x="53275594" y="28511519"/>
                    <a:pt x="53272433" y="28822985"/>
                    <a:pt x="53266640" y="28994101"/>
                  </a:cubicBezTo>
                  <a:cubicBezTo>
                    <a:pt x="53257475" y="29265015"/>
                    <a:pt x="53252321" y="29317328"/>
                    <a:pt x="53226817" y="29398628"/>
                  </a:cubicBezTo>
                  <a:cubicBezTo>
                    <a:pt x="53210705" y="29449986"/>
                    <a:pt x="53193100" y="29527644"/>
                    <a:pt x="53187700" y="29571198"/>
                  </a:cubicBezTo>
                  <a:cubicBezTo>
                    <a:pt x="53179130" y="29640316"/>
                    <a:pt x="53171526" y="29656706"/>
                    <a:pt x="53127914" y="29700070"/>
                  </a:cubicBezTo>
                  <a:cubicBezTo>
                    <a:pt x="53100436" y="29727393"/>
                    <a:pt x="53060147" y="29774041"/>
                    <a:pt x="53038381" y="29803726"/>
                  </a:cubicBezTo>
                  <a:cubicBezTo>
                    <a:pt x="53012783" y="29838648"/>
                    <a:pt x="52989026" y="29857701"/>
                    <a:pt x="52971098" y="29857701"/>
                  </a:cubicBezTo>
                  <a:cubicBezTo>
                    <a:pt x="52955856" y="29857701"/>
                    <a:pt x="52920900" y="29876274"/>
                    <a:pt x="52893416" y="29898976"/>
                  </a:cubicBezTo>
                  <a:lnTo>
                    <a:pt x="52843453" y="29940251"/>
                  </a:lnTo>
                  <a:lnTo>
                    <a:pt x="52181391" y="29940251"/>
                  </a:lnTo>
                  <a:lnTo>
                    <a:pt x="52160624" y="29910526"/>
                  </a:lnTo>
                  <a:cubicBezTo>
                    <a:pt x="52149201" y="29894176"/>
                    <a:pt x="52099393" y="29839882"/>
                    <a:pt x="52049945" y="29789876"/>
                  </a:cubicBezTo>
                  <a:cubicBezTo>
                    <a:pt x="51996907" y="29736239"/>
                    <a:pt x="51956410" y="29683476"/>
                    <a:pt x="51951201" y="29661211"/>
                  </a:cubicBezTo>
                  <a:cubicBezTo>
                    <a:pt x="51946339" y="29640455"/>
                    <a:pt x="51926074" y="29606166"/>
                    <a:pt x="51906159" y="29585011"/>
                  </a:cubicBezTo>
                  <a:cubicBezTo>
                    <a:pt x="51875060" y="29551974"/>
                    <a:pt x="51869888" y="29536114"/>
                    <a:pt x="51869494" y="29472521"/>
                  </a:cubicBezTo>
                  <a:cubicBezTo>
                    <a:pt x="51869240" y="29431808"/>
                    <a:pt x="51865941" y="29395401"/>
                    <a:pt x="51862161" y="29391621"/>
                  </a:cubicBezTo>
                  <a:cubicBezTo>
                    <a:pt x="51846165" y="29375625"/>
                    <a:pt x="51786668" y="29404752"/>
                    <a:pt x="51726892" y="29457840"/>
                  </a:cubicBezTo>
                  <a:cubicBezTo>
                    <a:pt x="51691620" y="29489168"/>
                    <a:pt x="51654766" y="29514801"/>
                    <a:pt x="51644996" y="29514801"/>
                  </a:cubicBezTo>
                  <a:cubicBezTo>
                    <a:pt x="51635229" y="29514801"/>
                    <a:pt x="51615268" y="29531609"/>
                    <a:pt x="51600639" y="29552151"/>
                  </a:cubicBezTo>
                  <a:cubicBezTo>
                    <a:pt x="51586014" y="29572692"/>
                    <a:pt x="51561339" y="29593531"/>
                    <a:pt x="51545809" y="29598461"/>
                  </a:cubicBezTo>
                  <a:cubicBezTo>
                    <a:pt x="51500140" y="29612956"/>
                    <a:pt x="51444891" y="29650231"/>
                    <a:pt x="51390556" y="29703208"/>
                  </a:cubicBezTo>
                  <a:cubicBezTo>
                    <a:pt x="51362617" y="29730447"/>
                    <a:pt x="51328910" y="29759859"/>
                    <a:pt x="51315658" y="29768568"/>
                  </a:cubicBezTo>
                  <a:cubicBezTo>
                    <a:pt x="51302403" y="29777278"/>
                    <a:pt x="51272210" y="29803751"/>
                    <a:pt x="51248558" y="29827402"/>
                  </a:cubicBezTo>
                  <a:cubicBezTo>
                    <a:pt x="51224910" y="29851050"/>
                    <a:pt x="51197309" y="29870401"/>
                    <a:pt x="51187226" y="29870401"/>
                  </a:cubicBezTo>
                  <a:cubicBezTo>
                    <a:pt x="51177143" y="29870401"/>
                    <a:pt x="51159677" y="29884465"/>
                    <a:pt x="51148413" y="29901655"/>
                  </a:cubicBezTo>
                  <a:cubicBezTo>
                    <a:pt x="51135948" y="29920677"/>
                    <a:pt x="51114709" y="29933603"/>
                    <a:pt x="51094146" y="29934679"/>
                  </a:cubicBezTo>
                  <a:cubicBezTo>
                    <a:pt x="51060818" y="29936425"/>
                    <a:pt x="51034271" y="29958864"/>
                    <a:pt x="50932996" y="30070897"/>
                  </a:cubicBezTo>
                  <a:cubicBezTo>
                    <a:pt x="50889808" y="30118671"/>
                    <a:pt x="50882720" y="30135560"/>
                    <a:pt x="50875146" y="30208728"/>
                  </a:cubicBezTo>
                  <a:cubicBezTo>
                    <a:pt x="50865652" y="30300449"/>
                    <a:pt x="50847290" y="30325276"/>
                    <a:pt x="50755271" y="30370811"/>
                  </a:cubicBezTo>
                  <a:cubicBezTo>
                    <a:pt x="50711937" y="30392254"/>
                    <a:pt x="50702846" y="30392946"/>
                    <a:pt x="50674380" y="30376969"/>
                  </a:cubicBezTo>
                  <a:cubicBezTo>
                    <a:pt x="50616882" y="30344695"/>
                    <a:pt x="50611630" y="30307847"/>
                    <a:pt x="50617121" y="29975176"/>
                  </a:cubicBezTo>
                  <a:cubicBezTo>
                    <a:pt x="50621865" y="29687863"/>
                    <a:pt x="50623911" y="29665496"/>
                    <a:pt x="50647606" y="29641801"/>
                  </a:cubicBezTo>
                  <a:cubicBezTo>
                    <a:pt x="50661577" y="29627830"/>
                    <a:pt x="50680509" y="29616401"/>
                    <a:pt x="50689681" y="29616401"/>
                  </a:cubicBezTo>
                  <a:cubicBezTo>
                    <a:pt x="50698849" y="29616401"/>
                    <a:pt x="50720281" y="29595875"/>
                    <a:pt x="50737306" y="29570788"/>
                  </a:cubicBezTo>
                  <a:cubicBezTo>
                    <a:pt x="50757888" y="29540455"/>
                    <a:pt x="50785812" y="29519365"/>
                    <a:pt x="50820665" y="29507828"/>
                  </a:cubicBezTo>
                  <a:cubicBezTo>
                    <a:pt x="50849488" y="29498287"/>
                    <a:pt x="50876336" y="29481981"/>
                    <a:pt x="50880324" y="29471591"/>
                  </a:cubicBezTo>
                  <a:cubicBezTo>
                    <a:pt x="50884308" y="29461204"/>
                    <a:pt x="50908077" y="29448855"/>
                    <a:pt x="50933136" y="29444154"/>
                  </a:cubicBezTo>
                  <a:cubicBezTo>
                    <a:pt x="50965453" y="29438093"/>
                    <a:pt x="50984069" y="29425225"/>
                    <a:pt x="50997166" y="29399903"/>
                  </a:cubicBezTo>
                  <a:cubicBezTo>
                    <a:pt x="51007320" y="29380267"/>
                    <a:pt x="51026991" y="29360593"/>
                    <a:pt x="51040881" y="29356187"/>
                  </a:cubicBezTo>
                  <a:cubicBezTo>
                    <a:pt x="51054772" y="29351778"/>
                    <a:pt x="51089663" y="29328512"/>
                    <a:pt x="51118421" y="29304485"/>
                  </a:cubicBezTo>
                  <a:cubicBezTo>
                    <a:pt x="51147179" y="29280459"/>
                    <a:pt x="51184721" y="29260801"/>
                    <a:pt x="51201848" y="29260801"/>
                  </a:cubicBezTo>
                  <a:cubicBezTo>
                    <a:pt x="51226129" y="29260801"/>
                    <a:pt x="51236355" y="29250932"/>
                    <a:pt x="51248273" y="29215998"/>
                  </a:cubicBezTo>
                  <a:cubicBezTo>
                    <a:pt x="51260645" y="29179727"/>
                    <a:pt x="51270238" y="29170989"/>
                    <a:pt x="51298621" y="29170134"/>
                  </a:cubicBezTo>
                  <a:cubicBezTo>
                    <a:pt x="51322188" y="29169424"/>
                    <a:pt x="51342401" y="29156838"/>
                    <a:pt x="51360257" y="29131761"/>
                  </a:cubicBezTo>
                  <a:cubicBezTo>
                    <a:pt x="51374873" y="29111238"/>
                    <a:pt x="51409265" y="29085469"/>
                    <a:pt x="51436690" y="29074496"/>
                  </a:cubicBezTo>
                  <a:cubicBezTo>
                    <a:pt x="51464111" y="29063523"/>
                    <a:pt x="51492165" y="29044048"/>
                    <a:pt x="51499030" y="29031221"/>
                  </a:cubicBezTo>
                  <a:cubicBezTo>
                    <a:pt x="51505898" y="29018391"/>
                    <a:pt x="51531899" y="29004069"/>
                    <a:pt x="51556813" y="28999397"/>
                  </a:cubicBezTo>
                  <a:cubicBezTo>
                    <a:pt x="51587167" y="28993701"/>
                    <a:pt x="51606630" y="28980979"/>
                    <a:pt x="51615807" y="28960850"/>
                  </a:cubicBezTo>
                  <a:cubicBezTo>
                    <a:pt x="51623342" y="28944314"/>
                    <a:pt x="51659926" y="28913619"/>
                    <a:pt x="51697108" y="28892634"/>
                  </a:cubicBezTo>
                  <a:cubicBezTo>
                    <a:pt x="51772260" y="28850221"/>
                    <a:pt x="51785754" y="28822641"/>
                    <a:pt x="51769317" y="28745052"/>
                  </a:cubicBezTo>
                  <a:lnTo>
                    <a:pt x="51758856" y="28695670"/>
                  </a:lnTo>
                  <a:lnTo>
                    <a:pt x="50981152" y="28701662"/>
                  </a:lnTo>
                  <a:lnTo>
                    <a:pt x="50930172" y="28752642"/>
                  </a:lnTo>
                  <a:cubicBezTo>
                    <a:pt x="50882423" y="28800391"/>
                    <a:pt x="50878624" y="28809659"/>
                    <a:pt x="50870271" y="28898795"/>
                  </a:cubicBezTo>
                  <a:cubicBezTo>
                    <a:pt x="50858151" y="29028121"/>
                    <a:pt x="50840069" y="29049102"/>
                    <a:pt x="50741789" y="29047862"/>
                  </a:cubicBezTo>
                  <a:cubicBezTo>
                    <a:pt x="50614588" y="29046259"/>
                    <a:pt x="50616454" y="29050448"/>
                    <a:pt x="50612225" y="28757039"/>
                  </a:cubicBezTo>
                  <a:cubicBezTo>
                    <a:pt x="50610228" y="28618511"/>
                    <a:pt x="50613084" y="28364601"/>
                    <a:pt x="50618575" y="28192794"/>
                  </a:cubicBezTo>
                  <a:cubicBezTo>
                    <a:pt x="50627697" y="27907333"/>
                    <a:pt x="50630605" y="27879161"/>
                    <a:pt x="50652337" y="27865769"/>
                  </a:cubicBezTo>
                  <a:cubicBezTo>
                    <a:pt x="50665416" y="27857711"/>
                    <a:pt x="50709574" y="27851119"/>
                    <a:pt x="50750468" y="27851119"/>
                  </a:cubicBezTo>
                  <a:close/>
                  <a:moveTo>
                    <a:pt x="11596312" y="27732631"/>
                  </a:moveTo>
                  <a:cubicBezTo>
                    <a:pt x="11616692" y="27732135"/>
                    <a:pt x="11640212" y="27734270"/>
                    <a:pt x="11670448" y="27738946"/>
                  </a:cubicBezTo>
                  <a:cubicBezTo>
                    <a:pt x="11745368" y="27750533"/>
                    <a:pt x="11757220" y="27756902"/>
                    <a:pt x="11813324" y="27815729"/>
                  </a:cubicBezTo>
                  <a:cubicBezTo>
                    <a:pt x="11872144" y="27877403"/>
                    <a:pt x="11874504" y="27882739"/>
                    <a:pt x="11874504" y="27954155"/>
                  </a:cubicBezTo>
                  <a:cubicBezTo>
                    <a:pt x="11874504" y="28022079"/>
                    <a:pt x="11871220" y="28030863"/>
                    <a:pt x="11836128" y="28056806"/>
                  </a:cubicBezTo>
                  <a:cubicBezTo>
                    <a:pt x="11815024" y="28072411"/>
                    <a:pt x="11786308" y="28104576"/>
                    <a:pt x="11772320" y="28128291"/>
                  </a:cubicBezTo>
                  <a:lnTo>
                    <a:pt x="11746880" y="28171401"/>
                  </a:lnTo>
                  <a:lnTo>
                    <a:pt x="11626536" y="28160623"/>
                  </a:lnTo>
                  <a:cubicBezTo>
                    <a:pt x="11508236" y="28150029"/>
                    <a:pt x="11505352" y="28148980"/>
                    <a:pt x="11457052" y="28099045"/>
                  </a:cubicBezTo>
                  <a:cubicBezTo>
                    <a:pt x="11430024" y="28071106"/>
                    <a:pt x="11400800" y="28043127"/>
                    <a:pt x="11392112" y="28036872"/>
                  </a:cubicBezTo>
                  <a:cubicBezTo>
                    <a:pt x="11366712" y="28018582"/>
                    <a:pt x="11384120" y="27923403"/>
                    <a:pt x="11421936" y="27873828"/>
                  </a:cubicBezTo>
                  <a:cubicBezTo>
                    <a:pt x="11440344" y="27849694"/>
                    <a:pt x="11452728" y="27821915"/>
                    <a:pt x="11449456" y="27812095"/>
                  </a:cubicBezTo>
                  <a:cubicBezTo>
                    <a:pt x="11442160" y="27790196"/>
                    <a:pt x="11477664" y="27763059"/>
                    <a:pt x="11541040" y="27742093"/>
                  </a:cubicBezTo>
                  <a:cubicBezTo>
                    <a:pt x="11558700" y="27736252"/>
                    <a:pt x="11575936" y="27733126"/>
                    <a:pt x="11596312" y="27732631"/>
                  </a:cubicBezTo>
                  <a:close/>
                  <a:moveTo>
                    <a:pt x="44966445" y="27660802"/>
                  </a:moveTo>
                  <a:cubicBezTo>
                    <a:pt x="45066581" y="27660802"/>
                    <a:pt x="45085002" y="27673359"/>
                    <a:pt x="45085002" y="27741609"/>
                  </a:cubicBezTo>
                  <a:cubicBezTo>
                    <a:pt x="45085002" y="27795705"/>
                    <a:pt x="45054362" y="27813202"/>
                    <a:pt x="44959636" y="27813202"/>
                  </a:cubicBezTo>
                  <a:cubicBezTo>
                    <a:pt x="44861450" y="27813202"/>
                    <a:pt x="44843702" y="27801538"/>
                    <a:pt x="44843702" y="27737002"/>
                  </a:cubicBezTo>
                  <a:cubicBezTo>
                    <a:pt x="44843702" y="27711856"/>
                    <a:pt x="44850560" y="27684425"/>
                    <a:pt x="44858941" y="27676041"/>
                  </a:cubicBezTo>
                  <a:cubicBezTo>
                    <a:pt x="44867998" y="27666985"/>
                    <a:pt x="44911617" y="27660802"/>
                    <a:pt x="44966445" y="27660802"/>
                  </a:cubicBezTo>
                  <a:close/>
                  <a:moveTo>
                    <a:pt x="46379944" y="27660801"/>
                  </a:moveTo>
                  <a:cubicBezTo>
                    <a:pt x="46485851" y="27660801"/>
                    <a:pt x="46501233" y="27672943"/>
                    <a:pt x="46512820" y="27765685"/>
                  </a:cubicBezTo>
                  <a:cubicBezTo>
                    <a:pt x="46525067" y="27863706"/>
                    <a:pt x="46508987" y="27896570"/>
                    <a:pt x="46443670" y="27907015"/>
                  </a:cubicBezTo>
                  <a:cubicBezTo>
                    <a:pt x="46397689" y="27914367"/>
                    <a:pt x="46305542" y="27899467"/>
                    <a:pt x="46275628" y="27879839"/>
                  </a:cubicBezTo>
                  <a:cubicBezTo>
                    <a:pt x="46261272" y="27870422"/>
                    <a:pt x="46264196" y="27713500"/>
                    <a:pt x="46279249" y="27685367"/>
                  </a:cubicBezTo>
                  <a:cubicBezTo>
                    <a:pt x="46290297" y="27664726"/>
                    <a:pt x="46306386" y="27660801"/>
                    <a:pt x="46379944" y="27660801"/>
                  </a:cubicBezTo>
                  <a:close/>
                  <a:moveTo>
                    <a:pt x="13728744" y="27571997"/>
                  </a:moveTo>
                  <a:cubicBezTo>
                    <a:pt x="13882788" y="27571997"/>
                    <a:pt x="13900760" y="27580424"/>
                    <a:pt x="13917984" y="27660744"/>
                  </a:cubicBezTo>
                  <a:cubicBezTo>
                    <a:pt x="13935832" y="27743954"/>
                    <a:pt x="13935740" y="27842002"/>
                    <a:pt x="13917760" y="27902013"/>
                  </a:cubicBezTo>
                  <a:cubicBezTo>
                    <a:pt x="13895920" y="27974908"/>
                    <a:pt x="13852168" y="27993883"/>
                    <a:pt x="13704744" y="27994401"/>
                  </a:cubicBezTo>
                  <a:cubicBezTo>
                    <a:pt x="13518552" y="27995059"/>
                    <a:pt x="13500860" y="27977742"/>
                    <a:pt x="13498860" y="27792888"/>
                  </a:cubicBezTo>
                  <a:cubicBezTo>
                    <a:pt x="13497704" y="27685770"/>
                    <a:pt x="13509748" y="27648196"/>
                    <a:pt x="13545244" y="27648196"/>
                  </a:cubicBezTo>
                  <a:cubicBezTo>
                    <a:pt x="13554392" y="27648196"/>
                    <a:pt x="13574080" y="27631051"/>
                    <a:pt x="13589004" y="27610097"/>
                  </a:cubicBezTo>
                  <a:cubicBezTo>
                    <a:pt x="13615656" y="27572666"/>
                    <a:pt x="13618116" y="27571997"/>
                    <a:pt x="13728744" y="27571997"/>
                  </a:cubicBezTo>
                  <a:close/>
                  <a:moveTo>
                    <a:pt x="12811400" y="27555899"/>
                  </a:moveTo>
                  <a:cubicBezTo>
                    <a:pt x="12862448" y="27552921"/>
                    <a:pt x="12930964" y="27559439"/>
                    <a:pt x="12969512" y="27572917"/>
                  </a:cubicBezTo>
                  <a:cubicBezTo>
                    <a:pt x="13027072" y="27593040"/>
                    <a:pt x="13033820" y="27622306"/>
                    <a:pt x="13028616" y="27829236"/>
                  </a:cubicBezTo>
                  <a:cubicBezTo>
                    <a:pt x="13022236" y="28083047"/>
                    <a:pt x="13024512" y="28079999"/>
                    <a:pt x="12841120" y="28079999"/>
                  </a:cubicBezTo>
                  <a:cubicBezTo>
                    <a:pt x="12691408" y="28079999"/>
                    <a:pt x="12666820" y="28070862"/>
                    <a:pt x="12625472" y="27999852"/>
                  </a:cubicBezTo>
                  <a:cubicBezTo>
                    <a:pt x="12599968" y="27956062"/>
                    <a:pt x="12592120" y="27849970"/>
                    <a:pt x="12606580" y="27744488"/>
                  </a:cubicBezTo>
                  <a:cubicBezTo>
                    <a:pt x="12613900" y="27691074"/>
                    <a:pt x="12620076" y="27681254"/>
                    <a:pt x="12655700" y="27666368"/>
                  </a:cubicBezTo>
                  <a:cubicBezTo>
                    <a:pt x="12679976" y="27656226"/>
                    <a:pt x="12702808" y="27633992"/>
                    <a:pt x="12712176" y="27611364"/>
                  </a:cubicBezTo>
                  <a:cubicBezTo>
                    <a:pt x="12722744" y="27585859"/>
                    <a:pt x="12741056" y="27569689"/>
                    <a:pt x="12767932" y="27562136"/>
                  </a:cubicBezTo>
                  <a:cubicBezTo>
                    <a:pt x="12779308" y="27558939"/>
                    <a:pt x="12794384" y="27556892"/>
                    <a:pt x="12811400" y="27555899"/>
                  </a:cubicBezTo>
                  <a:close/>
                  <a:moveTo>
                    <a:pt x="14628112" y="27553194"/>
                  </a:moveTo>
                  <a:cubicBezTo>
                    <a:pt x="14676992" y="27551838"/>
                    <a:pt x="14786824" y="27570941"/>
                    <a:pt x="14801392" y="27585506"/>
                  </a:cubicBezTo>
                  <a:cubicBezTo>
                    <a:pt x="14808312" y="27592427"/>
                    <a:pt x="14813976" y="27621082"/>
                    <a:pt x="14813976" y="27649186"/>
                  </a:cubicBezTo>
                  <a:cubicBezTo>
                    <a:pt x="14813976" y="27707384"/>
                    <a:pt x="14813816" y="27707465"/>
                    <a:pt x="14678472" y="27717852"/>
                  </a:cubicBezTo>
                  <a:cubicBezTo>
                    <a:pt x="14583572" y="27725135"/>
                    <a:pt x="14566904" y="27713188"/>
                    <a:pt x="14566904" y="27637888"/>
                  </a:cubicBezTo>
                  <a:cubicBezTo>
                    <a:pt x="14566904" y="27588573"/>
                    <a:pt x="14580332" y="27563563"/>
                    <a:pt x="14611352" y="27555102"/>
                  </a:cubicBezTo>
                  <a:cubicBezTo>
                    <a:pt x="14615392" y="27554000"/>
                    <a:pt x="14621132" y="27553389"/>
                    <a:pt x="14628112" y="27553194"/>
                  </a:cubicBezTo>
                  <a:close/>
                  <a:moveTo>
                    <a:pt x="42827706" y="27287486"/>
                  </a:moveTo>
                  <a:cubicBezTo>
                    <a:pt x="42840942" y="27287628"/>
                    <a:pt x="42854882" y="27288117"/>
                    <a:pt x="42868852" y="27288985"/>
                  </a:cubicBezTo>
                  <a:cubicBezTo>
                    <a:pt x="43001496" y="27297217"/>
                    <a:pt x="43029794" y="27320912"/>
                    <a:pt x="43037710" y="27430365"/>
                  </a:cubicBezTo>
                  <a:cubicBezTo>
                    <a:pt x="43045626" y="27539788"/>
                    <a:pt x="43024264" y="27594157"/>
                    <a:pt x="42966220" y="27612311"/>
                  </a:cubicBezTo>
                  <a:cubicBezTo>
                    <a:pt x="42898492" y="27633494"/>
                    <a:pt x="42742964" y="27640291"/>
                    <a:pt x="42711484" y="27623445"/>
                  </a:cubicBezTo>
                  <a:cubicBezTo>
                    <a:pt x="42681376" y="27607331"/>
                    <a:pt x="42633902" y="27517402"/>
                    <a:pt x="42633902" y="27476483"/>
                  </a:cubicBezTo>
                  <a:cubicBezTo>
                    <a:pt x="42633902" y="27461548"/>
                    <a:pt x="42648024" y="27436064"/>
                    <a:pt x="42665284" y="27419851"/>
                  </a:cubicBezTo>
                  <a:cubicBezTo>
                    <a:pt x="42682544" y="27403635"/>
                    <a:pt x="42702872" y="27371563"/>
                    <a:pt x="42710460" y="27348575"/>
                  </a:cubicBezTo>
                  <a:cubicBezTo>
                    <a:pt x="42718046" y="27325587"/>
                    <a:pt x="42733928" y="27301356"/>
                    <a:pt x="42745752" y="27294730"/>
                  </a:cubicBezTo>
                  <a:cubicBezTo>
                    <a:pt x="42754622" y="27289758"/>
                    <a:pt x="42787998" y="27287061"/>
                    <a:pt x="42827706" y="27287486"/>
                  </a:cubicBezTo>
                  <a:close/>
                  <a:moveTo>
                    <a:pt x="14022760" y="27216881"/>
                  </a:moveTo>
                  <a:cubicBezTo>
                    <a:pt x="14034248" y="27216904"/>
                    <a:pt x="14048580" y="27217635"/>
                    <a:pt x="14066896" y="27218802"/>
                  </a:cubicBezTo>
                  <a:cubicBezTo>
                    <a:pt x="14111356" y="27221633"/>
                    <a:pt x="14154472" y="27230687"/>
                    <a:pt x="14162704" y="27238922"/>
                  </a:cubicBezTo>
                  <a:cubicBezTo>
                    <a:pt x="14184512" y="27260730"/>
                    <a:pt x="14189452" y="27509184"/>
                    <a:pt x="14168492" y="27530144"/>
                  </a:cubicBezTo>
                  <a:cubicBezTo>
                    <a:pt x="14163560" y="27535074"/>
                    <a:pt x="14123224" y="27541418"/>
                    <a:pt x="14078856" y="27544242"/>
                  </a:cubicBezTo>
                  <a:cubicBezTo>
                    <a:pt x="14009656" y="27548652"/>
                    <a:pt x="13994376" y="27545573"/>
                    <a:pt x="13971392" y="27522591"/>
                  </a:cubicBezTo>
                  <a:cubicBezTo>
                    <a:pt x="13948208" y="27499405"/>
                    <a:pt x="13944600" y="27480795"/>
                    <a:pt x="13944600" y="27384324"/>
                  </a:cubicBezTo>
                  <a:cubicBezTo>
                    <a:pt x="13944600" y="27301774"/>
                    <a:pt x="13949984" y="27265171"/>
                    <a:pt x="13965336" y="27243253"/>
                  </a:cubicBezTo>
                  <a:cubicBezTo>
                    <a:pt x="13979428" y="27223131"/>
                    <a:pt x="13988296" y="27216814"/>
                    <a:pt x="14022760" y="27216881"/>
                  </a:cubicBezTo>
                  <a:close/>
                  <a:moveTo>
                    <a:pt x="11564908" y="27216399"/>
                  </a:moveTo>
                  <a:cubicBezTo>
                    <a:pt x="11673748" y="27216399"/>
                    <a:pt x="11696704" y="27238360"/>
                    <a:pt x="11696704" y="27342491"/>
                  </a:cubicBezTo>
                  <a:cubicBezTo>
                    <a:pt x="11696704" y="27443657"/>
                    <a:pt x="11681304" y="27457699"/>
                    <a:pt x="11570352" y="27457699"/>
                  </a:cubicBezTo>
                  <a:cubicBezTo>
                    <a:pt x="11505696" y="27457699"/>
                    <a:pt x="11479552" y="27452445"/>
                    <a:pt x="11466608" y="27436852"/>
                  </a:cubicBezTo>
                  <a:cubicBezTo>
                    <a:pt x="11445300" y="27411176"/>
                    <a:pt x="11446984" y="27260893"/>
                    <a:pt x="11468880" y="27234513"/>
                  </a:cubicBezTo>
                  <a:cubicBezTo>
                    <a:pt x="11479024" y="27222294"/>
                    <a:pt x="11510264" y="27216399"/>
                    <a:pt x="11564908" y="27216399"/>
                  </a:cubicBezTo>
                  <a:close/>
                  <a:moveTo>
                    <a:pt x="43552826" y="27204455"/>
                  </a:moveTo>
                  <a:cubicBezTo>
                    <a:pt x="43582498" y="27203587"/>
                    <a:pt x="43612674" y="27209250"/>
                    <a:pt x="43629968" y="27221839"/>
                  </a:cubicBezTo>
                  <a:cubicBezTo>
                    <a:pt x="43648140" y="27235066"/>
                    <a:pt x="43655924" y="27259547"/>
                    <a:pt x="43660038" y="27316430"/>
                  </a:cubicBezTo>
                  <a:cubicBezTo>
                    <a:pt x="43663088" y="27358642"/>
                    <a:pt x="43661952" y="27407674"/>
                    <a:pt x="43657502" y="27425392"/>
                  </a:cubicBezTo>
                  <a:cubicBezTo>
                    <a:pt x="43649806" y="27456063"/>
                    <a:pt x="43645136" y="27457604"/>
                    <a:pt x="43559926" y="27457604"/>
                  </a:cubicBezTo>
                  <a:cubicBezTo>
                    <a:pt x="43439304" y="27457604"/>
                    <a:pt x="43422764" y="27447034"/>
                    <a:pt x="43415138" y="27365083"/>
                  </a:cubicBezTo>
                  <a:cubicBezTo>
                    <a:pt x="43408772" y="27296649"/>
                    <a:pt x="43415250" y="27282498"/>
                    <a:pt x="43478704" y="27226266"/>
                  </a:cubicBezTo>
                  <a:cubicBezTo>
                    <a:pt x="43493984" y="27212724"/>
                    <a:pt x="43523154" y="27205323"/>
                    <a:pt x="43552826" y="27204455"/>
                  </a:cubicBezTo>
                  <a:close/>
                  <a:moveTo>
                    <a:pt x="45524925" y="27198467"/>
                  </a:moveTo>
                  <a:cubicBezTo>
                    <a:pt x="45571399" y="27196048"/>
                    <a:pt x="45632873" y="27203738"/>
                    <a:pt x="45665999" y="27218218"/>
                  </a:cubicBezTo>
                  <a:cubicBezTo>
                    <a:pt x="45697656" y="27232058"/>
                    <a:pt x="45699572" y="27241572"/>
                    <a:pt x="45700388" y="27388960"/>
                  </a:cubicBezTo>
                  <a:cubicBezTo>
                    <a:pt x="45701246" y="27544414"/>
                    <a:pt x="45699563" y="27546505"/>
                    <a:pt x="45573375" y="27546505"/>
                  </a:cubicBezTo>
                  <a:cubicBezTo>
                    <a:pt x="45478655" y="27546505"/>
                    <a:pt x="45464011" y="27543186"/>
                    <a:pt x="45429120" y="27513828"/>
                  </a:cubicBezTo>
                  <a:cubicBezTo>
                    <a:pt x="45385052" y="27476748"/>
                    <a:pt x="45358635" y="27398486"/>
                    <a:pt x="45371071" y="27341866"/>
                  </a:cubicBezTo>
                  <a:cubicBezTo>
                    <a:pt x="45382990" y="27287593"/>
                    <a:pt x="45440989" y="27217638"/>
                    <a:pt x="45485055" y="27204377"/>
                  </a:cubicBezTo>
                  <a:cubicBezTo>
                    <a:pt x="45495608" y="27201202"/>
                    <a:pt x="45509433" y="27199272"/>
                    <a:pt x="45524925" y="27198467"/>
                  </a:cubicBezTo>
                  <a:close/>
                  <a:moveTo>
                    <a:pt x="44265430" y="27105502"/>
                  </a:moveTo>
                  <a:cubicBezTo>
                    <a:pt x="44328371" y="27099880"/>
                    <a:pt x="44401121" y="27120911"/>
                    <a:pt x="44434128" y="27159937"/>
                  </a:cubicBezTo>
                  <a:cubicBezTo>
                    <a:pt x="44458982" y="27189321"/>
                    <a:pt x="44462703" y="27208104"/>
                    <a:pt x="44462703" y="27304186"/>
                  </a:cubicBezTo>
                  <a:cubicBezTo>
                    <a:pt x="44462703" y="27455385"/>
                    <a:pt x="44458744" y="27459553"/>
                    <a:pt x="44314566" y="27460008"/>
                  </a:cubicBezTo>
                  <a:cubicBezTo>
                    <a:pt x="44251188" y="27460210"/>
                    <a:pt x="44187332" y="27456564"/>
                    <a:pt x="44172662" y="27451910"/>
                  </a:cubicBezTo>
                  <a:cubicBezTo>
                    <a:pt x="44116852" y="27434196"/>
                    <a:pt x="44088400" y="27274903"/>
                    <a:pt x="44126696" y="27194540"/>
                  </a:cubicBezTo>
                  <a:cubicBezTo>
                    <a:pt x="44146920" y="27152095"/>
                    <a:pt x="44153144" y="27146385"/>
                    <a:pt x="44207592" y="27120329"/>
                  </a:cubicBezTo>
                  <a:cubicBezTo>
                    <a:pt x="44224558" y="27112211"/>
                    <a:pt x="44244448" y="27107376"/>
                    <a:pt x="44265430" y="27105502"/>
                  </a:cubicBezTo>
                  <a:close/>
                  <a:moveTo>
                    <a:pt x="42913958" y="26843191"/>
                  </a:moveTo>
                  <a:cubicBezTo>
                    <a:pt x="42932306" y="26842516"/>
                    <a:pt x="42953610" y="26844513"/>
                    <a:pt x="42981312" y="26849056"/>
                  </a:cubicBezTo>
                  <a:cubicBezTo>
                    <a:pt x="43114170" y="26870830"/>
                    <a:pt x="43129202" y="26891372"/>
                    <a:pt x="43129202" y="27051126"/>
                  </a:cubicBezTo>
                  <a:cubicBezTo>
                    <a:pt x="43129202" y="27186093"/>
                    <a:pt x="43123568" y="27190908"/>
                    <a:pt x="42965620" y="27190908"/>
                  </a:cubicBezTo>
                  <a:cubicBezTo>
                    <a:pt x="42885584" y="27190908"/>
                    <a:pt x="42834164" y="27185208"/>
                    <a:pt x="42819860" y="27174750"/>
                  </a:cubicBezTo>
                  <a:cubicBezTo>
                    <a:pt x="42782256" y="27147251"/>
                    <a:pt x="42769440" y="26903926"/>
                    <a:pt x="42804400" y="26881149"/>
                  </a:cubicBezTo>
                  <a:cubicBezTo>
                    <a:pt x="42813948" y="26874927"/>
                    <a:pt x="42840924" y="26862420"/>
                    <a:pt x="42864352" y="26853353"/>
                  </a:cubicBezTo>
                  <a:cubicBezTo>
                    <a:pt x="42880224" y="26847211"/>
                    <a:pt x="42895612" y="26843865"/>
                    <a:pt x="42913958" y="26843191"/>
                  </a:cubicBezTo>
                  <a:close/>
                  <a:moveTo>
                    <a:pt x="12888752" y="26841147"/>
                  </a:moveTo>
                  <a:cubicBezTo>
                    <a:pt x="12963972" y="26843406"/>
                    <a:pt x="13082444" y="26858886"/>
                    <a:pt x="13098320" y="26872064"/>
                  </a:cubicBezTo>
                  <a:cubicBezTo>
                    <a:pt x="13108868" y="26880818"/>
                    <a:pt x="13121304" y="26918437"/>
                    <a:pt x="13125952" y="26955663"/>
                  </a:cubicBezTo>
                  <a:cubicBezTo>
                    <a:pt x="13140212" y="27069784"/>
                    <a:pt x="13090204" y="27102252"/>
                    <a:pt x="12904528" y="27099441"/>
                  </a:cubicBezTo>
                  <a:cubicBezTo>
                    <a:pt x="12809080" y="27097993"/>
                    <a:pt x="12788904" y="27075454"/>
                    <a:pt x="12788904" y="26970307"/>
                  </a:cubicBezTo>
                  <a:cubicBezTo>
                    <a:pt x="12788904" y="26877952"/>
                    <a:pt x="12797420" y="26853721"/>
                    <a:pt x="12833352" y="26843869"/>
                  </a:cubicBezTo>
                  <a:cubicBezTo>
                    <a:pt x="12843412" y="26841109"/>
                    <a:pt x="12863680" y="26840393"/>
                    <a:pt x="12888752" y="26841147"/>
                  </a:cubicBezTo>
                  <a:close/>
                  <a:moveTo>
                    <a:pt x="14378756" y="26755766"/>
                  </a:moveTo>
                  <a:cubicBezTo>
                    <a:pt x="14403556" y="26758411"/>
                    <a:pt x="14425740" y="26766577"/>
                    <a:pt x="14439300" y="26779625"/>
                  </a:cubicBezTo>
                  <a:cubicBezTo>
                    <a:pt x="14463044" y="26802463"/>
                    <a:pt x="14473168" y="26949375"/>
                    <a:pt x="14453524" y="26986077"/>
                  </a:cubicBezTo>
                  <a:cubicBezTo>
                    <a:pt x="14440592" y="27010237"/>
                    <a:pt x="14428120" y="27013201"/>
                    <a:pt x="14339408" y="27013201"/>
                  </a:cubicBezTo>
                  <a:cubicBezTo>
                    <a:pt x="14216096" y="27013201"/>
                    <a:pt x="14206148" y="27004122"/>
                    <a:pt x="14213784" y="26898548"/>
                  </a:cubicBezTo>
                  <a:cubicBezTo>
                    <a:pt x="14219884" y="26814253"/>
                    <a:pt x="14235952" y="26790070"/>
                    <a:pt x="14302512" y="26765033"/>
                  </a:cubicBezTo>
                  <a:cubicBezTo>
                    <a:pt x="14326540" y="26755997"/>
                    <a:pt x="14353956" y="26753121"/>
                    <a:pt x="14378756" y="26755766"/>
                  </a:cubicBezTo>
                  <a:close/>
                  <a:moveTo>
                    <a:pt x="12167016" y="26689687"/>
                  </a:moveTo>
                  <a:cubicBezTo>
                    <a:pt x="12189164" y="26690893"/>
                    <a:pt x="12215668" y="26703910"/>
                    <a:pt x="12252752" y="26729078"/>
                  </a:cubicBezTo>
                  <a:cubicBezTo>
                    <a:pt x="12276624" y="26745277"/>
                    <a:pt x="12315380" y="26762138"/>
                    <a:pt x="12338876" y="26766545"/>
                  </a:cubicBezTo>
                  <a:cubicBezTo>
                    <a:pt x="12404576" y="26778870"/>
                    <a:pt x="12413676" y="26799007"/>
                    <a:pt x="12413676" y="26932091"/>
                  </a:cubicBezTo>
                  <a:cubicBezTo>
                    <a:pt x="12413676" y="27086937"/>
                    <a:pt x="12406964" y="27094378"/>
                    <a:pt x="12264904" y="27097098"/>
                  </a:cubicBezTo>
                  <a:cubicBezTo>
                    <a:pt x="12113436" y="27099997"/>
                    <a:pt x="12037124" y="27092366"/>
                    <a:pt x="12017080" y="27072321"/>
                  </a:cubicBezTo>
                  <a:cubicBezTo>
                    <a:pt x="11994168" y="27049414"/>
                    <a:pt x="11972316" y="26872606"/>
                    <a:pt x="11985912" y="26820151"/>
                  </a:cubicBezTo>
                  <a:cubicBezTo>
                    <a:pt x="11993844" y="26789536"/>
                    <a:pt x="12005872" y="26777089"/>
                    <a:pt x="12034760" y="26769604"/>
                  </a:cubicBezTo>
                  <a:cubicBezTo>
                    <a:pt x="12055840" y="26764141"/>
                    <a:pt x="12088528" y="26742341"/>
                    <a:pt x="12107400" y="26721161"/>
                  </a:cubicBezTo>
                  <a:cubicBezTo>
                    <a:pt x="12127072" y="26699085"/>
                    <a:pt x="12144868" y="26688480"/>
                    <a:pt x="12167016" y="26689687"/>
                  </a:cubicBezTo>
                  <a:close/>
                  <a:moveTo>
                    <a:pt x="46159572" y="26665284"/>
                  </a:moveTo>
                  <a:cubicBezTo>
                    <a:pt x="46176289" y="26666797"/>
                    <a:pt x="46201360" y="26672727"/>
                    <a:pt x="46246754" y="26684158"/>
                  </a:cubicBezTo>
                  <a:cubicBezTo>
                    <a:pt x="46313690" y="26701012"/>
                    <a:pt x="46323252" y="26723230"/>
                    <a:pt x="46323252" y="26861891"/>
                  </a:cubicBezTo>
                  <a:cubicBezTo>
                    <a:pt x="46323252" y="27013826"/>
                    <a:pt x="46323956" y="27013107"/>
                    <a:pt x="46175646" y="27013107"/>
                  </a:cubicBezTo>
                  <a:cubicBezTo>
                    <a:pt x="46013255" y="27013107"/>
                    <a:pt x="45999402" y="27002078"/>
                    <a:pt x="45999402" y="26872815"/>
                  </a:cubicBezTo>
                  <a:cubicBezTo>
                    <a:pt x="45999402" y="26787059"/>
                    <a:pt x="46000965" y="26782431"/>
                    <a:pt x="46036845" y="26761837"/>
                  </a:cubicBezTo>
                  <a:cubicBezTo>
                    <a:pt x="46057436" y="26750020"/>
                    <a:pt x="46079974" y="26727865"/>
                    <a:pt x="46086925" y="26712604"/>
                  </a:cubicBezTo>
                  <a:cubicBezTo>
                    <a:pt x="46093880" y="26697346"/>
                    <a:pt x="46109891" y="26679484"/>
                    <a:pt x="46122511" y="26672914"/>
                  </a:cubicBezTo>
                  <a:cubicBezTo>
                    <a:pt x="46134490" y="26666676"/>
                    <a:pt x="46142854" y="26663771"/>
                    <a:pt x="46159572" y="26665284"/>
                  </a:cubicBezTo>
                  <a:close/>
                  <a:moveTo>
                    <a:pt x="45737285" y="26487030"/>
                  </a:moveTo>
                  <a:cubicBezTo>
                    <a:pt x="45787737" y="26490469"/>
                    <a:pt x="45854146" y="26506810"/>
                    <a:pt x="45870349" y="26523014"/>
                  </a:cubicBezTo>
                  <a:cubicBezTo>
                    <a:pt x="45882606" y="26535271"/>
                    <a:pt x="45886556" y="26563560"/>
                    <a:pt x="45883353" y="26616155"/>
                  </a:cubicBezTo>
                  <a:cubicBezTo>
                    <a:pt x="45875890" y="26738697"/>
                    <a:pt x="45869677" y="26746408"/>
                    <a:pt x="45778423" y="26746408"/>
                  </a:cubicBezTo>
                  <a:cubicBezTo>
                    <a:pt x="45662709" y="26746408"/>
                    <a:pt x="45643802" y="26728688"/>
                    <a:pt x="45643802" y="26620242"/>
                  </a:cubicBezTo>
                  <a:cubicBezTo>
                    <a:pt x="45643802" y="26518205"/>
                    <a:pt x="45651947" y="26497062"/>
                    <a:pt x="45694602" y="26488374"/>
                  </a:cubicBezTo>
                  <a:cubicBezTo>
                    <a:pt x="45705423" y="26486171"/>
                    <a:pt x="45720468" y="26485883"/>
                    <a:pt x="45737285" y="26487030"/>
                  </a:cubicBezTo>
                  <a:close/>
                  <a:moveTo>
                    <a:pt x="13558148" y="26485745"/>
                  </a:moveTo>
                  <a:cubicBezTo>
                    <a:pt x="13610208" y="26486669"/>
                    <a:pt x="13676176" y="26498347"/>
                    <a:pt x="13699976" y="26513383"/>
                  </a:cubicBezTo>
                  <a:cubicBezTo>
                    <a:pt x="13715608" y="26523259"/>
                    <a:pt x="13729640" y="26544030"/>
                    <a:pt x="13731156" y="26559545"/>
                  </a:cubicBezTo>
                  <a:cubicBezTo>
                    <a:pt x="13745776" y="26709316"/>
                    <a:pt x="13744520" y="26746203"/>
                    <a:pt x="13723716" y="26777953"/>
                  </a:cubicBezTo>
                  <a:cubicBezTo>
                    <a:pt x="13697112" y="26818559"/>
                    <a:pt x="13655680" y="26835405"/>
                    <a:pt x="13582424" y="26835405"/>
                  </a:cubicBezTo>
                  <a:cubicBezTo>
                    <a:pt x="13503904" y="26835405"/>
                    <a:pt x="13466292" y="26814184"/>
                    <a:pt x="13436788" y="26753242"/>
                  </a:cubicBezTo>
                  <a:cubicBezTo>
                    <a:pt x="13382344" y="26640768"/>
                    <a:pt x="13420936" y="26506444"/>
                    <a:pt x="13512800" y="26488681"/>
                  </a:cubicBezTo>
                  <a:cubicBezTo>
                    <a:pt x="13524988" y="26486324"/>
                    <a:pt x="13540796" y="26485437"/>
                    <a:pt x="13558148" y="26485745"/>
                  </a:cubicBezTo>
                  <a:close/>
                  <a:moveTo>
                    <a:pt x="44934421" y="26222206"/>
                  </a:moveTo>
                  <a:cubicBezTo>
                    <a:pt x="44998064" y="26221847"/>
                    <a:pt x="45106548" y="26235450"/>
                    <a:pt x="45135893" y="26251156"/>
                  </a:cubicBezTo>
                  <a:cubicBezTo>
                    <a:pt x="45169054" y="26268903"/>
                    <a:pt x="45178256" y="26330834"/>
                    <a:pt x="45172467" y="26497299"/>
                  </a:cubicBezTo>
                  <a:cubicBezTo>
                    <a:pt x="45165745" y="26690484"/>
                    <a:pt x="45136457" y="26728686"/>
                    <a:pt x="44989756" y="26735610"/>
                  </a:cubicBezTo>
                  <a:cubicBezTo>
                    <a:pt x="44954831" y="26737256"/>
                    <a:pt x="44904384" y="26740363"/>
                    <a:pt x="44877654" y="26742508"/>
                  </a:cubicBezTo>
                  <a:cubicBezTo>
                    <a:pt x="44838420" y="26745656"/>
                    <a:pt x="44822228" y="26739585"/>
                    <a:pt x="44793641" y="26710997"/>
                  </a:cubicBezTo>
                  <a:cubicBezTo>
                    <a:pt x="44762421" y="26679777"/>
                    <a:pt x="44756524" y="26660610"/>
                    <a:pt x="44743805" y="26549072"/>
                  </a:cubicBezTo>
                  <a:cubicBezTo>
                    <a:pt x="44735871" y="26479489"/>
                    <a:pt x="44733812" y="26402557"/>
                    <a:pt x="44739226" y="26378109"/>
                  </a:cubicBezTo>
                  <a:cubicBezTo>
                    <a:pt x="44747575" y="26340415"/>
                    <a:pt x="44756183" y="26331898"/>
                    <a:pt x="44795867" y="26322066"/>
                  </a:cubicBezTo>
                  <a:cubicBezTo>
                    <a:pt x="44830311" y="26313533"/>
                    <a:pt x="44845886" y="26301230"/>
                    <a:pt x="44854868" y="26275458"/>
                  </a:cubicBezTo>
                  <a:cubicBezTo>
                    <a:pt x="44861584" y="26256200"/>
                    <a:pt x="44877533" y="26234688"/>
                    <a:pt x="44890317" y="26227659"/>
                  </a:cubicBezTo>
                  <a:cubicBezTo>
                    <a:pt x="44896974" y="26223998"/>
                    <a:pt x="44913206" y="26222326"/>
                    <a:pt x="44934421" y="26222206"/>
                  </a:cubicBezTo>
                  <a:close/>
                  <a:moveTo>
                    <a:pt x="44098922" y="26220578"/>
                  </a:moveTo>
                  <a:cubicBezTo>
                    <a:pt x="44120424" y="26219547"/>
                    <a:pt x="44146270" y="26220965"/>
                    <a:pt x="44179500" y="26224688"/>
                  </a:cubicBezTo>
                  <a:cubicBezTo>
                    <a:pt x="44265724" y="26234346"/>
                    <a:pt x="44273876" y="26238076"/>
                    <a:pt x="44322374" y="26290081"/>
                  </a:cubicBezTo>
                  <a:lnTo>
                    <a:pt x="44373803" y="26345239"/>
                  </a:lnTo>
                  <a:lnTo>
                    <a:pt x="44367317" y="26485500"/>
                  </a:lnTo>
                  <a:cubicBezTo>
                    <a:pt x="44360994" y="26622217"/>
                    <a:pt x="44359686" y="26627283"/>
                    <a:pt x="44315562" y="26686086"/>
                  </a:cubicBezTo>
                  <a:lnTo>
                    <a:pt x="44270292" y="26746411"/>
                  </a:lnTo>
                  <a:lnTo>
                    <a:pt x="44137898" y="26746411"/>
                  </a:lnTo>
                  <a:cubicBezTo>
                    <a:pt x="44022436" y="26746411"/>
                    <a:pt x="44002254" y="26743162"/>
                    <a:pt x="43980104" y="26721011"/>
                  </a:cubicBezTo>
                  <a:cubicBezTo>
                    <a:pt x="43966132" y="26707040"/>
                    <a:pt x="43954704" y="26689007"/>
                    <a:pt x="43954704" y="26680936"/>
                  </a:cubicBezTo>
                  <a:cubicBezTo>
                    <a:pt x="43954704" y="26672862"/>
                    <a:pt x="43939840" y="26646771"/>
                    <a:pt x="43921672" y="26622952"/>
                  </a:cubicBezTo>
                  <a:cubicBezTo>
                    <a:pt x="43880076" y="26568416"/>
                    <a:pt x="43877160" y="26507917"/>
                    <a:pt x="43913890" y="26461228"/>
                  </a:cubicBezTo>
                  <a:cubicBezTo>
                    <a:pt x="43929074" y="26441924"/>
                    <a:pt x="43945248" y="26397849"/>
                    <a:pt x="43949836" y="26363287"/>
                  </a:cubicBezTo>
                  <a:cubicBezTo>
                    <a:pt x="43959680" y="26289056"/>
                    <a:pt x="43984768" y="26254001"/>
                    <a:pt x="44044392" y="26231168"/>
                  </a:cubicBezTo>
                  <a:cubicBezTo>
                    <a:pt x="44060256" y="26225091"/>
                    <a:pt x="44077418" y="26221610"/>
                    <a:pt x="44098922" y="26220578"/>
                  </a:cubicBezTo>
                  <a:close/>
                  <a:moveTo>
                    <a:pt x="43227260" y="26129911"/>
                  </a:moveTo>
                  <a:cubicBezTo>
                    <a:pt x="43244794" y="26129003"/>
                    <a:pt x="43270092" y="26131035"/>
                    <a:pt x="43309018" y="26135707"/>
                  </a:cubicBezTo>
                  <a:cubicBezTo>
                    <a:pt x="43470544" y="26155086"/>
                    <a:pt x="43484804" y="26172511"/>
                    <a:pt x="43484804" y="26350494"/>
                  </a:cubicBezTo>
                  <a:lnTo>
                    <a:pt x="43484804" y="26460921"/>
                  </a:lnTo>
                  <a:lnTo>
                    <a:pt x="43380280" y="26568611"/>
                  </a:lnTo>
                  <a:lnTo>
                    <a:pt x="43261688" y="26568611"/>
                  </a:lnTo>
                  <a:cubicBezTo>
                    <a:pt x="43074516" y="26568611"/>
                    <a:pt x="43050560" y="26547549"/>
                    <a:pt x="43049980" y="26382457"/>
                  </a:cubicBezTo>
                  <a:lnTo>
                    <a:pt x="43049614" y="26278858"/>
                  </a:lnTo>
                  <a:lnTo>
                    <a:pt x="43111020" y="26219178"/>
                  </a:lnTo>
                  <a:cubicBezTo>
                    <a:pt x="43144792" y="26186352"/>
                    <a:pt x="43181274" y="26151517"/>
                    <a:pt x="43192088" y="26141765"/>
                  </a:cubicBezTo>
                  <a:cubicBezTo>
                    <a:pt x="43199958" y="26134669"/>
                    <a:pt x="43209728" y="26130819"/>
                    <a:pt x="43227260" y="26129911"/>
                  </a:cubicBezTo>
                  <a:close/>
                  <a:moveTo>
                    <a:pt x="11240544" y="26044731"/>
                  </a:moveTo>
                  <a:lnTo>
                    <a:pt x="11334516" y="26050761"/>
                  </a:lnTo>
                  <a:cubicBezTo>
                    <a:pt x="11489972" y="26060738"/>
                    <a:pt x="11518904" y="26094472"/>
                    <a:pt x="11518904" y="26265775"/>
                  </a:cubicBezTo>
                  <a:lnTo>
                    <a:pt x="11518904" y="26367589"/>
                  </a:lnTo>
                  <a:lnTo>
                    <a:pt x="11458576" y="26417139"/>
                  </a:lnTo>
                  <a:cubicBezTo>
                    <a:pt x="11403552" y="26462330"/>
                    <a:pt x="11390088" y="26467263"/>
                    <a:pt x="11305344" y="26473244"/>
                  </a:cubicBezTo>
                  <a:cubicBezTo>
                    <a:pt x="11252012" y="26477011"/>
                    <a:pt x="11201960" y="26474199"/>
                    <a:pt x="11187848" y="26466649"/>
                  </a:cubicBezTo>
                  <a:cubicBezTo>
                    <a:pt x="11144968" y="26443699"/>
                    <a:pt x="11099800" y="26336372"/>
                    <a:pt x="11099800" y="26257425"/>
                  </a:cubicBezTo>
                  <a:cubicBezTo>
                    <a:pt x="11099800" y="26188517"/>
                    <a:pt x="11101704" y="26184685"/>
                    <a:pt x="11170172" y="26115666"/>
                  </a:cubicBezTo>
                  <a:close/>
                  <a:moveTo>
                    <a:pt x="14797944" y="26043325"/>
                  </a:moveTo>
                  <a:cubicBezTo>
                    <a:pt x="14828216" y="26044698"/>
                    <a:pt x="14857852" y="26050369"/>
                    <a:pt x="14872448" y="26059681"/>
                  </a:cubicBezTo>
                  <a:cubicBezTo>
                    <a:pt x="14898988" y="26076610"/>
                    <a:pt x="14898360" y="26260022"/>
                    <a:pt x="14871704" y="26276874"/>
                  </a:cubicBezTo>
                  <a:cubicBezTo>
                    <a:pt x="14861224" y="26283497"/>
                    <a:pt x="14814280" y="26291859"/>
                    <a:pt x="14767372" y="26295459"/>
                  </a:cubicBezTo>
                  <a:cubicBezTo>
                    <a:pt x="14667660" y="26303111"/>
                    <a:pt x="14659708" y="26295679"/>
                    <a:pt x="14649640" y="26185363"/>
                  </a:cubicBezTo>
                  <a:cubicBezTo>
                    <a:pt x="14642912" y="26111675"/>
                    <a:pt x="14659400" y="26080442"/>
                    <a:pt x="14719644" y="26052748"/>
                  </a:cubicBezTo>
                  <a:cubicBezTo>
                    <a:pt x="14736772" y="26044874"/>
                    <a:pt x="14767672" y="26041951"/>
                    <a:pt x="14797944" y="26043325"/>
                  </a:cubicBezTo>
                  <a:close/>
                  <a:moveTo>
                    <a:pt x="42506710" y="26041188"/>
                  </a:moveTo>
                  <a:cubicBezTo>
                    <a:pt x="42554694" y="26038621"/>
                    <a:pt x="42631012" y="26053337"/>
                    <a:pt x="42652340" y="26074177"/>
                  </a:cubicBezTo>
                  <a:cubicBezTo>
                    <a:pt x="42683034" y="26104166"/>
                    <a:pt x="42696980" y="26252766"/>
                    <a:pt x="42671932" y="26282946"/>
                  </a:cubicBezTo>
                  <a:cubicBezTo>
                    <a:pt x="42649244" y="26310284"/>
                    <a:pt x="42478222" y="26309518"/>
                    <a:pt x="42450660" y="26281955"/>
                  </a:cubicBezTo>
                  <a:cubicBezTo>
                    <a:pt x="42413780" y="26245076"/>
                    <a:pt x="42428144" y="26083241"/>
                    <a:pt x="42471256" y="26049927"/>
                  </a:cubicBezTo>
                  <a:cubicBezTo>
                    <a:pt x="42477868" y="26044819"/>
                    <a:pt x="42490714" y="26042043"/>
                    <a:pt x="42506710" y="26041188"/>
                  </a:cubicBezTo>
                  <a:close/>
                  <a:moveTo>
                    <a:pt x="11949124" y="25864636"/>
                  </a:moveTo>
                  <a:cubicBezTo>
                    <a:pt x="11959160" y="25863802"/>
                    <a:pt x="11971356" y="25865899"/>
                    <a:pt x="11988172" y="25870722"/>
                  </a:cubicBezTo>
                  <a:cubicBezTo>
                    <a:pt x="12012272" y="25877634"/>
                    <a:pt x="12033616" y="25887489"/>
                    <a:pt x="12035604" y="25892623"/>
                  </a:cubicBezTo>
                  <a:cubicBezTo>
                    <a:pt x="12037588" y="25897756"/>
                    <a:pt x="12042160" y="25945105"/>
                    <a:pt x="12045760" y="25997843"/>
                  </a:cubicBezTo>
                  <a:cubicBezTo>
                    <a:pt x="12050232" y="26063374"/>
                    <a:pt x="12047480" y="26098550"/>
                    <a:pt x="12037064" y="26108967"/>
                  </a:cubicBezTo>
                  <a:cubicBezTo>
                    <a:pt x="12016440" y="26129592"/>
                    <a:pt x="11931828" y="26128320"/>
                    <a:pt x="11914232" y="26107123"/>
                  </a:cubicBezTo>
                  <a:cubicBezTo>
                    <a:pt x="11877256" y="26062564"/>
                    <a:pt x="11883064" y="25909826"/>
                    <a:pt x="11923016" y="25876143"/>
                  </a:cubicBezTo>
                  <a:cubicBezTo>
                    <a:pt x="11931208" y="25869238"/>
                    <a:pt x="11939088" y="25865471"/>
                    <a:pt x="11949124" y="25864636"/>
                  </a:cubicBezTo>
                  <a:close/>
                  <a:moveTo>
                    <a:pt x="13533052" y="25861468"/>
                  </a:moveTo>
                  <a:cubicBezTo>
                    <a:pt x="13564620" y="25863416"/>
                    <a:pt x="13607448" y="25877137"/>
                    <a:pt x="13628792" y="25894418"/>
                  </a:cubicBezTo>
                  <a:cubicBezTo>
                    <a:pt x="13656136" y="25916560"/>
                    <a:pt x="13658156" y="25925828"/>
                    <a:pt x="13652420" y="26002809"/>
                  </a:cubicBezTo>
                  <a:cubicBezTo>
                    <a:pt x="13645140" y="26100576"/>
                    <a:pt x="13637348" y="26108387"/>
                    <a:pt x="13537852" y="26117660"/>
                  </a:cubicBezTo>
                  <a:cubicBezTo>
                    <a:pt x="13439544" y="26126826"/>
                    <a:pt x="13411200" y="26105528"/>
                    <a:pt x="13411200" y="26022481"/>
                  </a:cubicBezTo>
                  <a:cubicBezTo>
                    <a:pt x="13411200" y="25929520"/>
                    <a:pt x="13436708" y="25887013"/>
                    <a:pt x="13506452" y="25863747"/>
                  </a:cubicBezTo>
                  <a:cubicBezTo>
                    <a:pt x="13513260" y="25861477"/>
                    <a:pt x="13522532" y="25860818"/>
                    <a:pt x="13533052" y="25861468"/>
                  </a:cubicBezTo>
                  <a:close/>
                  <a:moveTo>
                    <a:pt x="12595552" y="25820720"/>
                  </a:moveTo>
                  <a:cubicBezTo>
                    <a:pt x="12611104" y="25818712"/>
                    <a:pt x="12629096" y="25822489"/>
                    <a:pt x="12651348" y="25831815"/>
                  </a:cubicBezTo>
                  <a:cubicBezTo>
                    <a:pt x="12667632" y="25838639"/>
                    <a:pt x="12716052" y="25855765"/>
                    <a:pt x="12758952" y="25869870"/>
                  </a:cubicBezTo>
                  <a:cubicBezTo>
                    <a:pt x="12801852" y="25883977"/>
                    <a:pt x="12840432" y="25904590"/>
                    <a:pt x="12844688" y="25915679"/>
                  </a:cubicBezTo>
                  <a:cubicBezTo>
                    <a:pt x="12862740" y="25962726"/>
                    <a:pt x="12867300" y="26109599"/>
                    <a:pt x="12852868" y="26179126"/>
                  </a:cubicBezTo>
                  <a:cubicBezTo>
                    <a:pt x="12838768" y="26247041"/>
                    <a:pt x="12833864" y="26254330"/>
                    <a:pt x="12791004" y="26271052"/>
                  </a:cubicBezTo>
                  <a:cubicBezTo>
                    <a:pt x="12729356" y="26295104"/>
                    <a:pt x="12549404" y="26305741"/>
                    <a:pt x="12499348" y="26288291"/>
                  </a:cubicBezTo>
                  <a:cubicBezTo>
                    <a:pt x="12449568" y="26270941"/>
                    <a:pt x="12433792" y="26225985"/>
                    <a:pt x="12422616" y="26069691"/>
                  </a:cubicBezTo>
                  <a:cubicBezTo>
                    <a:pt x="12412944" y="25934445"/>
                    <a:pt x="12423412" y="25905034"/>
                    <a:pt x="12488912" y="25883416"/>
                  </a:cubicBezTo>
                  <a:cubicBezTo>
                    <a:pt x="12512520" y="25875626"/>
                    <a:pt x="12541980" y="25858037"/>
                    <a:pt x="12554384" y="25844332"/>
                  </a:cubicBezTo>
                  <a:cubicBezTo>
                    <a:pt x="12566884" y="25830520"/>
                    <a:pt x="12580000" y="25822728"/>
                    <a:pt x="12595552" y="25820720"/>
                  </a:cubicBezTo>
                  <a:close/>
                  <a:moveTo>
                    <a:pt x="14196208" y="25610203"/>
                  </a:moveTo>
                  <a:cubicBezTo>
                    <a:pt x="14217880" y="25618015"/>
                    <a:pt x="14374356" y="25685806"/>
                    <a:pt x="14411520" y="25703478"/>
                  </a:cubicBezTo>
                  <a:cubicBezTo>
                    <a:pt x="14450088" y="25721822"/>
                    <a:pt x="14465304" y="25766888"/>
                    <a:pt x="14465304" y="25862791"/>
                  </a:cubicBezTo>
                  <a:cubicBezTo>
                    <a:pt x="14465304" y="25973716"/>
                    <a:pt x="14447528" y="26019769"/>
                    <a:pt x="14404180" y="26021165"/>
                  </a:cubicBezTo>
                  <a:cubicBezTo>
                    <a:pt x="14385408" y="26021769"/>
                    <a:pt x="14318040" y="26025198"/>
                    <a:pt x="14254472" y="26028785"/>
                  </a:cubicBezTo>
                  <a:cubicBezTo>
                    <a:pt x="14061148" y="26039696"/>
                    <a:pt x="14033504" y="26015775"/>
                    <a:pt x="14033504" y="25837603"/>
                  </a:cubicBezTo>
                  <a:cubicBezTo>
                    <a:pt x="14033504" y="25728672"/>
                    <a:pt x="14040552" y="25705109"/>
                    <a:pt x="14073148" y="25705109"/>
                  </a:cubicBezTo>
                  <a:cubicBezTo>
                    <a:pt x="14086472" y="25705109"/>
                    <a:pt x="14115864" y="25682403"/>
                    <a:pt x="14138464" y="25654653"/>
                  </a:cubicBezTo>
                  <a:cubicBezTo>
                    <a:pt x="14161064" y="25626901"/>
                    <a:pt x="14187048" y="25606899"/>
                    <a:pt x="14196208" y="25610203"/>
                  </a:cubicBezTo>
                  <a:close/>
                  <a:moveTo>
                    <a:pt x="42632632" y="25509276"/>
                  </a:moveTo>
                  <a:cubicBezTo>
                    <a:pt x="42685274" y="25511183"/>
                    <a:pt x="42742154" y="25527161"/>
                    <a:pt x="42757280" y="25547849"/>
                  </a:cubicBezTo>
                  <a:cubicBezTo>
                    <a:pt x="42778164" y="25576410"/>
                    <a:pt x="42778984" y="25732651"/>
                    <a:pt x="42758364" y="25753276"/>
                  </a:cubicBezTo>
                  <a:cubicBezTo>
                    <a:pt x="42734714" y="25776923"/>
                    <a:pt x="42564248" y="25773247"/>
                    <a:pt x="42539560" y="25748558"/>
                  </a:cubicBezTo>
                  <a:cubicBezTo>
                    <a:pt x="42513284" y="25722281"/>
                    <a:pt x="42504424" y="25621237"/>
                    <a:pt x="42523492" y="25565315"/>
                  </a:cubicBezTo>
                  <a:cubicBezTo>
                    <a:pt x="42535888" y="25528968"/>
                    <a:pt x="42546756" y="25519322"/>
                    <a:pt x="42583102" y="25512404"/>
                  </a:cubicBezTo>
                  <a:cubicBezTo>
                    <a:pt x="42598006" y="25509567"/>
                    <a:pt x="42615082" y="25508639"/>
                    <a:pt x="42632632" y="25509276"/>
                  </a:cubicBezTo>
                  <a:close/>
                  <a:moveTo>
                    <a:pt x="45165724" y="25508494"/>
                  </a:moveTo>
                  <a:cubicBezTo>
                    <a:pt x="45179617" y="25509075"/>
                    <a:pt x="45195733" y="25510286"/>
                    <a:pt x="45214750" y="25512079"/>
                  </a:cubicBezTo>
                  <a:cubicBezTo>
                    <a:pt x="45300618" y="25520172"/>
                    <a:pt x="45317308" y="25526002"/>
                    <a:pt x="45349623" y="25559190"/>
                  </a:cubicBezTo>
                  <a:cubicBezTo>
                    <a:pt x="45369903" y="25580020"/>
                    <a:pt x="45397874" y="25606546"/>
                    <a:pt x="45411780" y="25618136"/>
                  </a:cubicBezTo>
                  <a:cubicBezTo>
                    <a:pt x="45430690" y="25633897"/>
                    <a:pt x="45437509" y="25656298"/>
                    <a:pt x="45438839" y="25707037"/>
                  </a:cubicBezTo>
                  <a:cubicBezTo>
                    <a:pt x="45441998" y="25827707"/>
                    <a:pt x="45431596" y="25926033"/>
                    <a:pt x="45415088" y="25931535"/>
                  </a:cubicBezTo>
                  <a:cubicBezTo>
                    <a:pt x="45379128" y="25943524"/>
                    <a:pt x="45350506" y="25967483"/>
                    <a:pt x="45331084" y="26001858"/>
                  </a:cubicBezTo>
                  <a:lnTo>
                    <a:pt x="45310465" y="26038353"/>
                  </a:lnTo>
                  <a:lnTo>
                    <a:pt x="45213609" y="26026185"/>
                  </a:lnTo>
                  <a:cubicBezTo>
                    <a:pt x="45128684" y="26015516"/>
                    <a:pt x="45105802" y="26006544"/>
                    <a:pt x="45027853" y="25953330"/>
                  </a:cubicBezTo>
                  <a:cubicBezTo>
                    <a:pt x="44978957" y="25919950"/>
                    <a:pt x="44936962" y="25887077"/>
                    <a:pt x="44934532" y="25880278"/>
                  </a:cubicBezTo>
                  <a:cubicBezTo>
                    <a:pt x="44932101" y="25873478"/>
                    <a:pt x="44929319" y="25833516"/>
                    <a:pt x="44928352" y="25791474"/>
                  </a:cubicBezTo>
                  <a:cubicBezTo>
                    <a:pt x="44926938" y="25729939"/>
                    <a:pt x="44932005" y="25708486"/>
                    <a:pt x="44954338" y="25681448"/>
                  </a:cubicBezTo>
                  <a:cubicBezTo>
                    <a:pt x="44969596" y="25662979"/>
                    <a:pt x="44996887" y="25623682"/>
                    <a:pt x="45014982" y="25594126"/>
                  </a:cubicBezTo>
                  <a:cubicBezTo>
                    <a:pt x="45033077" y="25564568"/>
                    <a:pt x="45063380" y="25531940"/>
                    <a:pt x="45082318" y="25521615"/>
                  </a:cubicBezTo>
                  <a:cubicBezTo>
                    <a:pt x="45102365" y="25510686"/>
                    <a:pt x="45124045" y="25506753"/>
                    <a:pt x="45165724" y="25508494"/>
                  </a:cubicBezTo>
                  <a:close/>
                  <a:moveTo>
                    <a:pt x="46198388" y="25504348"/>
                  </a:moveTo>
                  <a:cubicBezTo>
                    <a:pt x="46292231" y="25506368"/>
                    <a:pt x="46431205" y="25530960"/>
                    <a:pt x="46431205" y="25552768"/>
                  </a:cubicBezTo>
                  <a:cubicBezTo>
                    <a:pt x="46431205" y="25557596"/>
                    <a:pt x="46448351" y="25579486"/>
                    <a:pt x="46469305" y="25601414"/>
                  </a:cubicBezTo>
                  <a:cubicBezTo>
                    <a:pt x="46504199" y="25637926"/>
                    <a:pt x="46507405" y="25648750"/>
                    <a:pt x="46507405" y="25730005"/>
                  </a:cubicBezTo>
                  <a:cubicBezTo>
                    <a:pt x="46507405" y="25810739"/>
                    <a:pt x="46504534" y="25820609"/>
                    <a:pt x="46475506" y="25839628"/>
                  </a:cubicBezTo>
                  <a:cubicBezTo>
                    <a:pt x="46457960" y="25851123"/>
                    <a:pt x="46440159" y="25874266"/>
                    <a:pt x="46435946" y="25891056"/>
                  </a:cubicBezTo>
                  <a:cubicBezTo>
                    <a:pt x="46424229" y="25937739"/>
                    <a:pt x="46393998" y="25946314"/>
                    <a:pt x="46241133" y="25946314"/>
                  </a:cubicBezTo>
                  <a:cubicBezTo>
                    <a:pt x="46014176" y="25946314"/>
                    <a:pt x="46000679" y="25934797"/>
                    <a:pt x="45996658" y="25737693"/>
                  </a:cubicBezTo>
                  <a:cubicBezTo>
                    <a:pt x="45994491" y="25631430"/>
                    <a:pt x="45995504" y="25628986"/>
                    <a:pt x="46073866" y="25551061"/>
                  </a:cubicBezTo>
                  <a:cubicBezTo>
                    <a:pt x="46092286" y="25532744"/>
                    <a:pt x="46115928" y="25514623"/>
                    <a:pt x="46126405" y="25510790"/>
                  </a:cubicBezTo>
                  <a:cubicBezTo>
                    <a:pt x="46140839" y="25505508"/>
                    <a:pt x="46167106" y="25503673"/>
                    <a:pt x="46198388" y="25504348"/>
                  </a:cubicBezTo>
                  <a:close/>
                  <a:moveTo>
                    <a:pt x="43313512" y="25464436"/>
                  </a:moveTo>
                  <a:cubicBezTo>
                    <a:pt x="43324878" y="25464982"/>
                    <a:pt x="43338402" y="25470528"/>
                    <a:pt x="43352916" y="25481018"/>
                  </a:cubicBezTo>
                  <a:cubicBezTo>
                    <a:pt x="43366082" y="25490535"/>
                    <a:pt x="43391140" y="25502665"/>
                    <a:pt x="43408604" y="25507973"/>
                  </a:cubicBezTo>
                  <a:cubicBezTo>
                    <a:pt x="43477486" y="25528911"/>
                    <a:pt x="43484804" y="25545755"/>
                    <a:pt x="43484804" y="25683345"/>
                  </a:cubicBezTo>
                  <a:cubicBezTo>
                    <a:pt x="43484804" y="25848256"/>
                    <a:pt x="43477728" y="25857415"/>
                    <a:pt x="43350312" y="25857415"/>
                  </a:cubicBezTo>
                  <a:cubicBezTo>
                    <a:pt x="43194418" y="25857415"/>
                    <a:pt x="43160512" y="25829366"/>
                    <a:pt x="43139232" y="25682788"/>
                  </a:cubicBezTo>
                  <a:cubicBezTo>
                    <a:pt x="43124282" y="25579802"/>
                    <a:pt x="43136900" y="25554553"/>
                    <a:pt x="43222164" y="25516836"/>
                  </a:cubicBezTo>
                  <a:cubicBezTo>
                    <a:pt x="43253052" y="25503173"/>
                    <a:pt x="43282256" y="25485630"/>
                    <a:pt x="43287064" y="25477854"/>
                  </a:cubicBezTo>
                  <a:cubicBezTo>
                    <a:pt x="43292942" y="25468344"/>
                    <a:pt x="43302148" y="25463890"/>
                    <a:pt x="43313512" y="25464436"/>
                  </a:cubicBezTo>
                  <a:close/>
                  <a:moveTo>
                    <a:pt x="4997948" y="25338065"/>
                  </a:moveTo>
                  <a:cubicBezTo>
                    <a:pt x="5027188" y="25337916"/>
                    <a:pt x="5056952" y="25343274"/>
                    <a:pt x="5071900" y="25354217"/>
                  </a:cubicBezTo>
                  <a:cubicBezTo>
                    <a:pt x="5086024" y="25364556"/>
                    <a:pt x="5097312" y="25391328"/>
                    <a:pt x="5099920" y="25420698"/>
                  </a:cubicBezTo>
                  <a:cubicBezTo>
                    <a:pt x="5102328" y="25447742"/>
                    <a:pt x="5107404" y="25508445"/>
                    <a:pt x="5111200" y="25555594"/>
                  </a:cubicBezTo>
                  <a:cubicBezTo>
                    <a:pt x="5116140" y="25616947"/>
                    <a:pt x="5125124" y="25648342"/>
                    <a:pt x="5142804" y="25666020"/>
                  </a:cubicBezTo>
                  <a:cubicBezTo>
                    <a:pt x="5172864" y="25696078"/>
                    <a:pt x="5282736" y="25730219"/>
                    <a:pt x="5349416" y="25730219"/>
                  </a:cubicBezTo>
                  <a:cubicBezTo>
                    <a:pt x="5376312" y="25730219"/>
                    <a:pt x="5416708" y="25736825"/>
                    <a:pt x="5439184" y="25744897"/>
                  </a:cubicBezTo>
                  <a:cubicBezTo>
                    <a:pt x="5462484" y="25753266"/>
                    <a:pt x="5611096" y="25763522"/>
                    <a:pt x="5784852" y="25768755"/>
                  </a:cubicBezTo>
                  <a:cubicBezTo>
                    <a:pt x="6059160" y="25777015"/>
                    <a:pt x="6095256" y="25780647"/>
                    <a:pt x="6145648" y="25805072"/>
                  </a:cubicBezTo>
                  <a:cubicBezTo>
                    <a:pt x="6184472" y="25823888"/>
                    <a:pt x="6214184" y="25829859"/>
                    <a:pt x="6242532" y="25824542"/>
                  </a:cubicBezTo>
                  <a:cubicBezTo>
                    <a:pt x="6265020" y="25820322"/>
                    <a:pt x="6296968" y="25822416"/>
                    <a:pt x="6313536" y="25829193"/>
                  </a:cubicBezTo>
                  <a:cubicBezTo>
                    <a:pt x="6330100" y="25835971"/>
                    <a:pt x="6366512" y="25844893"/>
                    <a:pt x="6394452" y="25849020"/>
                  </a:cubicBezTo>
                  <a:cubicBezTo>
                    <a:pt x="6452260" y="25857557"/>
                    <a:pt x="7207888" y="25872413"/>
                    <a:pt x="7242796" y="25865699"/>
                  </a:cubicBezTo>
                  <a:cubicBezTo>
                    <a:pt x="7261636" y="25862076"/>
                    <a:pt x="7266560" y="25845370"/>
                    <a:pt x="7270872" y="25770458"/>
                  </a:cubicBezTo>
                  <a:cubicBezTo>
                    <a:pt x="7273752" y="25720494"/>
                    <a:pt x="7281924" y="25668741"/>
                    <a:pt x="7289036" y="25655451"/>
                  </a:cubicBezTo>
                  <a:cubicBezTo>
                    <a:pt x="7315960" y="25605143"/>
                    <a:pt x="7459744" y="25584473"/>
                    <a:pt x="7500344" y="25625073"/>
                  </a:cubicBezTo>
                  <a:cubicBezTo>
                    <a:pt x="7520296" y="25645026"/>
                    <a:pt x="7521572" y="25676392"/>
                    <a:pt x="7515036" y="25985555"/>
                  </a:cubicBezTo>
                  <a:cubicBezTo>
                    <a:pt x="7508976" y="26272093"/>
                    <a:pt x="7504496" y="26330713"/>
                    <a:pt x="7485924" y="26366630"/>
                  </a:cubicBezTo>
                  <a:cubicBezTo>
                    <a:pt x="7434232" y="26466593"/>
                    <a:pt x="7417592" y="26534988"/>
                    <a:pt x="7423608" y="26622803"/>
                  </a:cubicBezTo>
                  <a:cubicBezTo>
                    <a:pt x="7430860" y="26728735"/>
                    <a:pt x="7408620" y="26792213"/>
                    <a:pt x="7359976" y="26804423"/>
                  </a:cubicBezTo>
                  <a:cubicBezTo>
                    <a:pt x="7311808" y="26816512"/>
                    <a:pt x="7282688" y="26783215"/>
                    <a:pt x="7265636" y="26696535"/>
                  </a:cubicBezTo>
                  <a:cubicBezTo>
                    <a:pt x="7257248" y="26653899"/>
                    <a:pt x="7240468" y="26612987"/>
                    <a:pt x="7225996" y="26599893"/>
                  </a:cubicBezTo>
                  <a:cubicBezTo>
                    <a:pt x="7212196" y="26587401"/>
                    <a:pt x="7200904" y="26562801"/>
                    <a:pt x="7200904" y="26545227"/>
                  </a:cubicBezTo>
                  <a:cubicBezTo>
                    <a:pt x="7200904" y="26504311"/>
                    <a:pt x="7167028" y="26466819"/>
                    <a:pt x="7130060" y="26466819"/>
                  </a:cubicBezTo>
                  <a:cubicBezTo>
                    <a:pt x="7114216" y="26466819"/>
                    <a:pt x="7079728" y="26448246"/>
                    <a:pt x="7053420" y="26425544"/>
                  </a:cubicBezTo>
                  <a:lnTo>
                    <a:pt x="7005592" y="26384269"/>
                  </a:lnTo>
                  <a:lnTo>
                    <a:pt x="6677796" y="26386852"/>
                  </a:lnTo>
                  <a:cubicBezTo>
                    <a:pt x="6305184" y="26389788"/>
                    <a:pt x="6331376" y="26381770"/>
                    <a:pt x="6292208" y="26504919"/>
                  </a:cubicBezTo>
                  <a:cubicBezTo>
                    <a:pt x="6275132" y="26558618"/>
                    <a:pt x="6267392" y="26649645"/>
                    <a:pt x="6258724" y="26898619"/>
                  </a:cubicBezTo>
                  <a:cubicBezTo>
                    <a:pt x="6252528" y="27076735"/>
                    <a:pt x="6246240" y="27239181"/>
                    <a:pt x="6244752" y="27259608"/>
                  </a:cubicBezTo>
                  <a:cubicBezTo>
                    <a:pt x="6242376" y="27292282"/>
                    <a:pt x="6249636" y="27300675"/>
                    <a:pt x="6305144" y="27329458"/>
                  </a:cubicBezTo>
                  <a:cubicBezTo>
                    <a:pt x="6367260" y="27361664"/>
                    <a:pt x="6373548" y="27362271"/>
                    <a:pt x="6711544" y="27368714"/>
                  </a:cubicBezTo>
                  <a:lnTo>
                    <a:pt x="7054852" y="27375260"/>
                  </a:lnTo>
                  <a:lnTo>
                    <a:pt x="7115176" y="27328441"/>
                  </a:lnTo>
                  <a:cubicBezTo>
                    <a:pt x="7168968" y="27286695"/>
                    <a:pt x="7175504" y="27276218"/>
                    <a:pt x="7175504" y="27231718"/>
                  </a:cubicBezTo>
                  <a:cubicBezTo>
                    <a:pt x="7175504" y="27163629"/>
                    <a:pt x="7198012" y="27104448"/>
                    <a:pt x="7227464" y="27095100"/>
                  </a:cubicBezTo>
                  <a:cubicBezTo>
                    <a:pt x="7240908" y="27090834"/>
                    <a:pt x="7283836" y="27094489"/>
                    <a:pt x="7322864" y="27103224"/>
                  </a:cubicBezTo>
                  <a:cubicBezTo>
                    <a:pt x="7432512" y="27127762"/>
                    <a:pt x="7436492" y="27138933"/>
                    <a:pt x="7418840" y="27372457"/>
                  </a:cubicBezTo>
                  <a:cubicBezTo>
                    <a:pt x="7406972" y="27529402"/>
                    <a:pt x="7397168" y="27585495"/>
                    <a:pt x="7366248" y="27673319"/>
                  </a:cubicBezTo>
                  <a:cubicBezTo>
                    <a:pt x="7328960" y="27779235"/>
                    <a:pt x="7328360" y="27784903"/>
                    <a:pt x="7334424" y="27974116"/>
                  </a:cubicBezTo>
                  <a:cubicBezTo>
                    <a:pt x="7340872" y="28175353"/>
                    <a:pt x="7331396" y="28235263"/>
                    <a:pt x="7292184" y="28241191"/>
                  </a:cubicBezTo>
                  <a:cubicBezTo>
                    <a:pt x="7280396" y="28242971"/>
                    <a:pt x="7238024" y="28247374"/>
                    <a:pt x="7198020" y="28250974"/>
                  </a:cubicBezTo>
                  <a:cubicBezTo>
                    <a:pt x="7131176" y="28256989"/>
                    <a:pt x="7123628" y="28254983"/>
                    <a:pt x="7104768" y="28226200"/>
                  </a:cubicBezTo>
                  <a:cubicBezTo>
                    <a:pt x="7085644" y="28197014"/>
                    <a:pt x="7069700" y="28045352"/>
                    <a:pt x="7081712" y="28006936"/>
                  </a:cubicBezTo>
                  <a:cubicBezTo>
                    <a:pt x="7084404" y="27998338"/>
                    <a:pt x="7072616" y="27987793"/>
                    <a:pt x="7055520" y="27983502"/>
                  </a:cubicBezTo>
                  <a:cubicBezTo>
                    <a:pt x="7038428" y="27979210"/>
                    <a:pt x="7015608" y="27962225"/>
                    <a:pt x="7004816" y="27945752"/>
                  </a:cubicBezTo>
                  <a:cubicBezTo>
                    <a:pt x="6973568" y="27898059"/>
                    <a:pt x="6910572" y="27889876"/>
                    <a:pt x="6584536" y="27891154"/>
                  </a:cubicBezTo>
                  <a:lnTo>
                    <a:pt x="6279320" y="27892351"/>
                  </a:lnTo>
                  <a:lnTo>
                    <a:pt x="6127752" y="27806706"/>
                  </a:lnTo>
                  <a:lnTo>
                    <a:pt x="5677452" y="27808622"/>
                  </a:lnTo>
                  <a:cubicBezTo>
                    <a:pt x="5285300" y="27810290"/>
                    <a:pt x="5215792" y="27807655"/>
                    <a:pt x="5139184" y="27788199"/>
                  </a:cubicBezTo>
                  <a:cubicBezTo>
                    <a:pt x="5074304" y="27771722"/>
                    <a:pt x="5039156" y="27768926"/>
                    <a:pt x="5005280" y="27777545"/>
                  </a:cubicBezTo>
                  <a:cubicBezTo>
                    <a:pt x="4921604" y="27798834"/>
                    <a:pt x="4921296" y="27799352"/>
                    <a:pt x="4920784" y="27919124"/>
                  </a:cubicBezTo>
                  <a:cubicBezTo>
                    <a:pt x="4920200" y="28057389"/>
                    <a:pt x="4910816" y="28068982"/>
                    <a:pt x="4799096" y="28069503"/>
                  </a:cubicBezTo>
                  <a:cubicBezTo>
                    <a:pt x="4740796" y="28069775"/>
                    <a:pt x="4713164" y="28064266"/>
                    <a:pt x="4700632" y="28049870"/>
                  </a:cubicBezTo>
                  <a:cubicBezTo>
                    <a:pt x="4687064" y="28034280"/>
                    <a:pt x="4682980" y="27967261"/>
                    <a:pt x="4682164" y="27746812"/>
                  </a:cubicBezTo>
                  <a:cubicBezTo>
                    <a:pt x="4681120" y="27464439"/>
                    <a:pt x="4681192" y="27463633"/>
                    <a:pt x="4714056" y="27406619"/>
                  </a:cubicBezTo>
                  <a:cubicBezTo>
                    <a:pt x="4743132" y="27356182"/>
                    <a:pt x="4748488" y="27327461"/>
                    <a:pt x="4759660" y="27162116"/>
                  </a:cubicBezTo>
                  <a:cubicBezTo>
                    <a:pt x="4773984" y="26950126"/>
                    <a:pt x="4788180" y="26911319"/>
                    <a:pt x="4851404" y="26911319"/>
                  </a:cubicBezTo>
                  <a:cubicBezTo>
                    <a:pt x="4896136" y="26911319"/>
                    <a:pt x="4907984" y="26929516"/>
                    <a:pt x="4928624" y="27029876"/>
                  </a:cubicBezTo>
                  <a:cubicBezTo>
                    <a:pt x="4940248" y="27086418"/>
                    <a:pt x="4950764" y="27107130"/>
                    <a:pt x="4972976" y="27117251"/>
                  </a:cubicBezTo>
                  <a:cubicBezTo>
                    <a:pt x="4988984" y="27124546"/>
                    <a:pt x="5008880" y="27146917"/>
                    <a:pt x="5017184" y="27166965"/>
                  </a:cubicBezTo>
                  <a:cubicBezTo>
                    <a:pt x="5025488" y="27187014"/>
                    <a:pt x="5035876" y="27200957"/>
                    <a:pt x="5040268" y="27197946"/>
                  </a:cubicBezTo>
                  <a:cubicBezTo>
                    <a:pt x="5044660" y="27194936"/>
                    <a:pt x="5134996" y="27199590"/>
                    <a:pt x="5241016" y="27208287"/>
                  </a:cubicBezTo>
                  <a:cubicBezTo>
                    <a:pt x="5395692" y="27220978"/>
                    <a:pt x="5442120" y="27229318"/>
                    <a:pt x="5475968" y="27250492"/>
                  </a:cubicBezTo>
                  <a:cubicBezTo>
                    <a:pt x="5510728" y="27272237"/>
                    <a:pt x="5554480" y="27279504"/>
                    <a:pt x="5724528" y="27291773"/>
                  </a:cubicBezTo>
                  <a:cubicBezTo>
                    <a:pt x="5921556" y="27305993"/>
                    <a:pt x="5930656" y="27305624"/>
                    <a:pt x="5925456" y="27283619"/>
                  </a:cubicBezTo>
                  <a:cubicBezTo>
                    <a:pt x="5914408" y="27236837"/>
                    <a:pt x="5943628" y="27032664"/>
                    <a:pt x="5971264" y="26963564"/>
                  </a:cubicBezTo>
                  <a:cubicBezTo>
                    <a:pt x="5995484" y="26903019"/>
                    <a:pt x="6001484" y="26854699"/>
                    <a:pt x="6011068" y="26643075"/>
                  </a:cubicBezTo>
                  <a:lnTo>
                    <a:pt x="6022356" y="26393878"/>
                  </a:lnTo>
                  <a:lnTo>
                    <a:pt x="5932988" y="26295369"/>
                  </a:lnTo>
                  <a:lnTo>
                    <a:pt x="5623972" y="26284123"/>
                  </a:lnTo>
                  <a:cubicBezTo>
                    <a:pt x="5099452" y="26265033"/>
                    <a:pt x="5039740" y="26282223"/>
                    <a:pt x="5018528" y="26458413"/>
                  </a:cubicBezTo>
                  <a:cubicBezTo>
                    <a:pt x="5012952" y="26504755"/>
                    <a:pt x="5004376" y="26546678"/>
                    <a:pt x="4999476" y="26551580"/>
                  </a:cubicBezTo>
                  <a:cubicBezTo>
                    <a:pt x="4994576" y="26556479"/>
                    <a:pt x="4956440" y="26562956"/>
                    <a:pt x="4914728" y="26565973"/>
                  </a:cubicBezTo>
                  <a:cubicBezTo>
                    <a:pt x="4857428" y="26570118"/>
                    <a:pt x="4830736" y="26566118"/>
                    <a:pt x="4805552" y="26549620"/>
                  </a:cubicBezTo>
                  <a:cubicBezTo>
                    <a:pt x="4772512" y="26527972"/>
                    <a:pt x="4772220" y="26526375"/>
                    <a:pt x="4771940" y="26367126"/>
                  </a:cubicBezTo>
                  <a:cubicBezTo>
                    <a:pt x="4771688" y="26222930"/>
                    <a:pt x="4774508" y="26202125"/>
                    <a:pt x="4799468" y="26164075"/>
                  </a:cubicBezTo>
                  <a:cubicBezTo>
                    <a:pt x="4840248" y="26101908"/>
                    <a:pt x="4852040" y="26014444"/>
                    <a:pt x="4862176" y="25698875"/>
                  </a:cubicBezTo>
                  <a:cubicBezTo>
                    <a:pt x="4871512" y="25408302"/>
                    <a:pt x="4872712" y="25401952"/>
                    <a:pt x="4927160" y="25354954"/>
                  </a:cubicBezTo>
                  <a:cubicBezTo>
                    <a:pt x="4940004" y="25343869"/>
                    <a:pt x="4968712" y="25338213"/>
                    <a:pt x="4997948" y="25338065"/>
                  </a:cubicBezTo>
                  <a:close/>
                  <a:moveTo>
                    <a:pt x="13382812" y="25325177"/>
                  </a:moveTo>
                  <a:cubicBezTo>
                    <a:pt x="13437724" y="25322419"/>
                    <a:pt x="13532728" y="25353654"/>
                    <a:pt x="13552604" y="25390791"/>
                  </a:cubicBezTo>
                  <a:cubicBezTo>
                    <a:pt x="13572600" y="25428153"/>
                    <a:pt x="13562548" y="25550199"/>
                    <a:pt x="13538200" y="25565639"/>
                  </a:cubicBezTo>
                  <a:cubicBezTo>
                    <a:pt x="13510132" y="25583441"/>
                    <a:pt x="13308760" y="25580507"/>
                    <a:pt x="13271500" y="25561753"/>
                  </a:cubicBezTo>
                  <a:cubicBezTo>
                    <a:pt x="13228684" y="25540201"/>
                    <a:pt x="13233176" y="25493621"/>
                    <a:pt x="13281736" y="25455617"/>
                  </a:cubicBezTo>
                  <a:cubicBezTo>
                    <a:pt x="13302476" y="25439384"/>
                    <a:pt x="13323400" y="25410354"/>
                    <a:pt x="13328232" y="25391108"/>
                  </a:cubicBezTo>
                  <a:cubicBezTo>
                    <a:pt x="13333064" y="25371862"/>
                    <a:pt x="13340848" y="25349003"/>
                    <a:pt x="13345532" y="25340306"/>
                  </a:cubicBezTo>
                  <a:cubicBezTo>
                    <a:pt x="13350660" y="25330793"/>
                    <a:pt x="13364508" y="25326096"/>
                    <a:pt x="13382812" y="25325177"/>
                  </a:cubicBezTo>
                  <a:close/>
                  <a:moveTo>
                    <a:pt x="11682140" y="25240984"/>
                  </a:moveTo>
                  <a:cubicBezTo>
                    <a:pt x="11696076" y="25239600"/>
                    <a:pt x="11714460" y="25239580"/>
                    <a:pt x="11734800" y="25241170"/>
                  </a:cubicBezTo>
                  <a:cubicBezTo>
                    <a:pt x="11792536" y="25245681"/>
                    <a:pt x="11810428" y="25253144"/>
                    <a:pt x="11837960" y="25284198"/>
                  </a:cubicBezTo>
                  <a:cubicBezTo>
                    <a:pt x="11876524" y="25327698"/>
                    <a:pt x="11892960" y="25410390"/>
                    <a:pt x="11880096" y="25496191"/>
                  </a:cubicBezTo>
                  <a:cubicBezTo>
                    <a:pt x="11867480" y="25580310"/>
                    <a:pt x="11851440" y="25590812"/>
                    <a:pt x="11735608" y="25590812"/>
                  </a:cubicBezTo>
                  <a:cubicBezTo>
                    <a:pt x="11606392" y="25590812"/>
                    <a:pt x="11569704" y="25566465"/>
                    <a:pt x="11569704" y="25480726"/>
                  </a:cubicBezTo>
                  <a:cubicBezTo>
                    <a:pt x="11569704" y="25418334"/>
                    <a:pt x="11603032" y="25328974"/>
                    <a:pt x="11656140" y="25248982"/>
                  </a:cubicBezTo>
                  <a:cubicBezTo>
                    <a:pt x="11658708" y="25245117"/>
                    <a:pt x="11668200" y="25242368"/>
                    <a:pt x="11682140" y="25240984"/>
                  </a:cubicBezTo>
                  <a:close/>
                  <a:moveTo>
                    <a:pt x="15119008" y="25239689"/>
                  </a:moveTo>
                  <a:cubicBezTo>
                    <a:pt x="15174884" y="25236500"/>
                    <a:pt x="15307368" y="25259032"/>
                    <a:pt x="15326084" y="25277747"/>
                  </a:cubicBezTo>
                  <a:cubicBezTo>
                    <a:pt x="15357636" y="25309299"/>
                    <a:pt x="15364708" y="25515887"/>
                    <a:pt x="15335748" y="25560085"/>
                  </a:cubicBezTo>
                  <a:lnTo>
                    <a:pt x="15314100" y="25593125"/>
                  </a:lnTo>
                  <a:lnTo>
                    <a:pt x="15182232" y="25582442"/>
                  </a:lnTo>
                  <a:cubicBezTo>
                    <a:pt x="15107316" y="25576374"/>
                    <a:pt x="15043496" y="25564886"/>
                    <a:pt x="15034468" y="25555845"/>
                  </a:cubicBezTo>
                  <a:cubicBezTo>
                    <a:pt x="15012640" y="25533979"/>
                    <a:pt x="15004852" y="25370586"/>
                    <a:pt x="15023496" y="25325580"/>
                  </a:cubicBezTo>
                  <a:cubicBezTo>
                    <a:pt x="15039656" y="25286563"/>
                    <a:pt x="15069852" y="25253987"/>
                    <a:pt x="15100304" y="25242717"/>
                  </a:cubicBezTo>
                  <a:cubicBezTo>
                    <a:pt x="15104604" y="25241126"/>
                    <a:pt x="15111024" y="25240145"/>
                    <a:pt x="15119008" y="25239689"/>
                  </a:cubicBezTo>
                  <a:close/>
                  <a:moveTo>
                    <a:pt x="14717700" y="25238791"/>
                  </a:moveTo>
                  <a:cubicBezTo>
                    <a:pt x="14760796" y="25232782"/>
                    <a:pt x="14830568" y="25252525"/>
                    <a:pt x="14865048" y="25286659"/>
                  </a:cubicBezTo>
                  <a:cubicBezTo>
                    <a:pt x="14902192" y="25323432"/>
                    <a:pt x="14902736" y="25325892"/>
                    <a:pt x="14896796" y="25430012"/>
                  </a:cubicBezTo>
                  <a:cubicBezTo>
                    <a:pt x="14887692" y="25589645"/>
                    <a:pt x="14886804" y="25590811"/>
                    <a:pt x="14774268" y="25590811"/>
                  </a:cubicBezTo>
                  <a:cubicBezTo>
                    <a:pt x="14675816" y="25590811"/>
                    <a:pt x="14614544" y="25570496"/>
                    <a:pt x="14600192" y="25533092"/>
                  </a:cubicBezTo>
                  <a:cubicBezTo>
                    <a:pt x="14583840" y="25490471"/>
                    <a:pt x="14593360" y="25430052"/>
                    <a:pt x="14623404" y="25385842"/>
                  </a:cubicBezTo>
                  <a:cubicBezTo>
                    <a:pt x="14640504" y="25360672"/>
                    <a:pt x="14658288" y="25324982"/>
                    <a:pt x="14662920" y="25306532"/>
                  </a:cubicBezTo>
                  <a:cubicBezTo>
                    <a:pt x="14667552" y="25288082"/>
                    <a:pt x="14677844" y="25264355"/>
                    <a:pt x="14685796" y="25253804"/>
                  </a:cubicBezTo>
                  <a:cubicBezTo>
                    <a:pt x="14691936" y="25245657"/>
                    <a:pt x="14703336" y="25240794"/>
                    <a:pt x="14717700" y="25238791"/>
                  </a:cubicBezTo>
                  <a:close/>
                  <a:moveTo>
                    <a:pt x="12687072" y="25217490"/>
                  </a:moveTo>
                  <a:cubicBezTo>
                    <a:pt x="12695896" y="25216569"/>
                    <a:pt x="12705760" y="25216658"/>
                    <a:pt x="12716916" y="25217708"/>
                  </a:cubicBezTo>
                  <a:cubicBezTo>
                    <a:pt x="12731796" y="25219108"/>
                    <a:pt x="12748976" y="25222214"/>
                    <a:pt x="12769064" y="25226909"/>
                  </a:cubicBezTo>
                  <a:cubicBezTo>
                    <a:pt x="12825572" y="25240115"/>
                    <a:pt x="12832928" y="25245959"/>
                    <a:pt x="12843484" y="25286015"/>
                  </a:cubicBezTo>
                  <a:cubicBezTo>
                    <a:pt x="12860912" y="25352171"/>
                    <a:pt x="12858192" y="25549487"/>
                    <a:pt x="12839540" y="25571960"/>
                  </a:cubicBezTo>
                  <a:cubicBezTo>
                    <a:pt x="12829296" y="25584304"/>
                    <a:pt x="12800592" y="25590815"/>
                    <a:pt x="12756424" y="25590815"/>
                  </a:cubicBezTo>
                  <a:cubicBezTo>
                    <a:pt x="12617980" y="25590815"/>
                    <a:pt x="12590584" y="25555526"/>
                    <a:pt x="12601240" y="25390918"/>
                  </a:cubicBezTo>
                  <a:cubicBezTo>
                    <a:pt x="12605488" y="25325239"/>
                    <a:pt x="12615792" y="25274403"/>
                    <a:pt x="12628900" y="25254394"/>
                  </a:cubicBezTo>
                  <a:cubicBezTo>
                    <a:pt x="12643508" y="25232102"/>
                    <a:pt x="12660604" y="25220250"/>
                    <a:pt x="12687072" y="25217490"/>
                  </a:cubicBezTo>
                  <a:close/>
                  <a:moveTo>
                    <a:pt x="52879819" y="25177718"/>
                  </a:moveTo>
                  <a:cubicBezTo>
                    <a:pt x="52899786" y="25176719"/>
                    <a:pt x="52915236" y="25182083"/>
                    <a:pt x="52951685" y="25198690"/>
                  </a:cubicBezTo>
                  <a:cubicBezTo>
                    <a:pt x="52990076" y="25216182"/>
                    <a:pt x="52991986" y="25225332"/>
                    <a:pt x="53007365" y="25465762"/>
                  </a:cubicBezTo>
                  <a:cubicBezTo>
                    <a:pt x="53017299" y="25621032"/>
                    <a:pt x="53024158" y="25661326"/>
                    <a:pt x="53048442" y="25707062"/>
                  </a:cubicBezTo>
                  <a:cubicBezTo>
                    <a:pt x="53074164" y="25755524"/>
                    <a:pt x="53079280" y="25791904"/>
                    <a:pt x="53092024" y="26016992"/>
                  </a:cubicBezTo>
                  <a:cubicBezTo>
                    <a:pt x="53105021" y="26246473"/>
                    <a:pt x="53109517" y="26277634"/>
                    <a:pt x="53136914" y="26328142"/>
                  </a:cubicBezTo>
                  <a:cubicBezTo>
                    <a:pt x="53164279" y="26378592"/>
                    <a:pt x="53168757" y="26409474"/>
                    <a:pt x="53181159" y="26633426"/>
                  </a:cubicBezTo>
                  <a:cubicBezTo>
                    <a:pt x="53193940" y="26864023"/>
                    <a:pt x="53197481" y="26887432"/>
                    <a:pt x="53228710" y="26947627"/>
                  </a:cubicBezTo>
                  <a:cubicBezTo>
                    <a:pt x="53255976" y="27000182"/>
                    <a:pt x="53262797" y="27031591"/>
                    <a:pt x="53264242" y="27111220"/>
                  </a:cubicBezTo>
                  <a:cubicBezTo>
                    <a:pt x="53266767" y="27250074"/>
                    <a:pt x="53258308" y="27267372"/>
                    <a:pt x="53187559" y="27268032"/>
                  </a:cubicBezTo>
                  <a:cubicBezTo>
                    <a:pt x="53127463" y="27268593"/>
                    <a:pt x="53110702" y="27274968"/>
                    <a:pt x="53048181" y="27321040"/>
                  </a:cubicBezTo>
                  <a:cubicBezTo>
                    <a:pt x="53011985" y="27347720"/>
                    <a:pt x="52996959" y="27349468"/>
                    <a:pt x="52803855" y="27349468"/>
                  </a:cubicBezTo>
                  <a:lnTo>
                    <a:pt x="52598100" y="27349468"/>
                  </a:lnTo>
                  <a:lnTo>
                    <a:pt x="52580303" y="27317719"/>
                  </a:lnTo>
                  <a:cubicBezTo>
                    <a:pt x="52564806" y="27290065"/>
                    <a:pt x="52565197" y="27279870"/>
                    <a:pt x="52583354" y="27238688"/>
                  </a:cubicBezTo>
                  <a:cubicBezTo>
                    <a:pt x="52616536" y="27163412"/>
                    <a:pt x="52678870" y="27123759"/>
                    <a:pt x="52762834" y="27124512"/>
                  </a:cubicBezTo>
                  <a:cubicBezTo>
                    <a:pt x="52821646" y="27125039"/>
                    <a:pt x="52834402" y="27121071"/>
                    <a:pt x="52841998" y="27099869"/>
                  </a:cubicBezTo>
                  <a:cubicBezTo>
                    <a:pt x="52853577" y="27067561"/>
                    <a:pt x="52886598" y="27034546"/>
                    <a:pt x="52919185" y="27022695"/>
                  </a:cubicBezTo>
                  <a:cubicBezTo>
                    <a:pt x="52944088" y="27013641"/>
                    <a:pt x="52944374" y="27008417"/>
                    <a:pt x="52931159" y="26800445"/>
                  </a:cubicBezTo>
                  <a:cubicBezTo>
                    <a:pt x="52918279" y="26597788"/>
                    <a:pt x="52910124" y="26552622"/>
                    <a:pt x="52865223" y="26435069"/>
                  </a:cubicBezTo>
                  <a:cubicBezTo>
                    <a:pt x="52850847" y="26397443"/>
                    <a:pt x="52847319" y="26352562"/>
                    <a:pt x="52851610" y="26262000"/>
                  </a:cubicBezTo>
                  <a:cubicBezTo>
                    <a:pt x="52855988" y="26169631"/>
                    <a:pt x="52853241" y="26136275"/>
                    <a:pt x="52840380" y="26125603"/>
                  </a:cubicBezTo>
                  <a:cubicBezTo>
                    <a:pt x="52828647" y="26115867"/>
                    <a:pt x="52722452" y="26112425"/>
                    <a:pt x="52498503" y="26114524"/>
                  </a:cubicBezTo>
                  <a:lnTo>
                    <a:pt x="52173648" y="26117569"/>
                  </a:lnTo>
                  <a:lnTo>
                    <a:pt x="52147052" y="26154872"/>
                  </a:lnTo>
                  <a:cubicBezTo>
                    <a:pt x="52122017" y="26189980"/>
                    <a:pt x="52115426" y="26192129"/>
                    <a:pt x="52034903" y="26191434"/>
                  </a:cubicBezTo>
                  <a:cubicBezTo>
                    <a:pt x="51916997" y="26190414"/>
                    <a:pt x="51911150" y="26205229"/>
                    <a:pt x="51978808" y="26333469"/>
                  </a:cubicBezTo>
                  <a:cubicBezTo>
                    <a:pt x="52009975" y="26392532"/>
                    <a:pt x="52012778" y="26411477"/>
                    <a:pt x="52018935" y="26604569"/>
                  </a:cubicBezTo>
                  <a:lnTo>
                    <a:pt x="52025552" y="26812168"/>
                  </a:lnTo>
                  <a:lnTo>
                    <a:pt x="52066827" y="26846346"/>
                  </a:lnTo>
                  <a:cubicBezTo>
                    <a:pt x="52089529" y="26865142"/>
                    <a:pt x="52108102" y="26887451"/>
                    <a:pt x="52108102" y="26895921"/>
                  </a:cubicBezTo>
                  <a:cubicBezTo>
                    <a:pt x="52108102" y="26921142"/>
                    <a:pt x="52156806" y="26962119"/>
                    <a:pt x="52186782" y="26962119"/>
                  </a:cubicBezTo>
                  <a:cubicBezTo>
                    <a:pt x="52202118" y="26962119"/>
                    <a:pt x="52230054" y="26976865"/>
                    <a:pt x="52248862" y="26994886"/>
                  </a:cubicBezTo>
                  <a:cubicBezTo>
                    <a:pt x="52269748" y="27014891"/>
                    <a:pt x="52303582" y="27030406"/>
                    <a:pt x="52335722" y="27034719"/>
                  </a:cubicBezTo>
                  <a:cubicBezTo>
                    <a:pt x="52371212" y="27039479"/>
                    <a:pt x="52396525" y="27052129"/>
                    <a:pt x="52413342" y="27073514"/>
                  </a:cubicBezTo>
                  <a:cubicBezTo>
                    <a:pt x="52446035" y="27115077"/>
                    <a:pt x="52444826" y="27132943"/>
                    <a:pt x="52407321" y="27162445"/>
                  </a:cubicBezTo>
                  <a:cubicBezTo>
                    <a:pt x="52381698" y="27182599"/>
                    <a:pt x="52347368" y="27188105"/>
                    <a:pt x="52208883" y="27194263"/>
                  </a:cubicBezTo>
                  <a:cubicBezTo>
                    <a:pt x="52048955" y="27201376"/>
                    <a:pt x="52039815" y="27203255"/>
                    <a:pt x="52005566" y="27236068"/>
                  </a:cubicBezTo>
                  <a:cubicBezTo>
                    <a:pt x="51970169" y="27269976"/>
                    <a:pt x="51966926" y="27270509"/>
                    <a:pt x="51757503" y="27276863"/>
                  </a:cubicBezTo>
                  <a:cubicBezTo>
                    <a:pt x="51562002" y="27282791"/>
                    <a:pt x="51543960" y="27281464"/>
                    <a:pt x="51528252" y="27259980"/>
                  </a:cubicBezTo>
                  <a:cubicBezTo>
                    <a:pt x="51494546" y="27213887"/>
                    <a:pt x="51507382" y="27168085"/>
                    <a:pt x="51571453" y="27105816"/>
                  </a:cubicBezTo>
                  <a:cubicBezTo>
                    <a:pt x="51604589" y="27073610"/>
                    <a:pt x="51646022" y="27039476"/>
                    <a:pt x="51663528" y="27029960"/>
                  </a:cubicBezTo>
                  <a:cubicBezTo>
                    <a:pt x="51758564" y="26978301"/>
                    <a:pt x="51758871" y="26977603"/>
                    <a:pt x="51758660" y="26813601"/>
                  </a:cubicBezTo>
                  <a:cubicBezTo>
                    <a:pt x="51758502" y="26689571"/>
                    <a:pt x="51753637" y="26651295"/>
                    <a:pt x="51730513" y="26592045"/>
                  </a:cubicBezTo>
                  <a:cubicBezTo>
                    <a:pt x="51713295" y="26547927"/>
                    <a:pt x="51696298" y="26460137"/>
                    <a:pt x="51686255" y="26363445"/>
                  </a:cubicBezTo>
                  <a:lnTo>
                    <a:pt x="51669952" y="26206469"/>
                  </a:lnTo>
                  <a:lnTo>
                    <a:pt x="51594803" y="26208984"/>
                  </a:lnTo>
                  <a:cubicBezTo>
                    <a:pt x="51518845" y="26211523"/>
                    <a:pt x="51447702" y="26232334"/>
                    <a:pt x="51447702" y="26252014"/>
                  </a:cubicBezTo>
                  <a:cubicBezTo>
                    <a:pt x="51447702" y="26269485"/>
                    <a:pt x="51387926" y="26279965"/>
                    <a:pt x="51205149" y="26294535"/>
                  </a:cubicBezTo>
                  <a:cubicBezTo>
                    <a:pt x="51048542" y="26307018"/>
                    <a:pt x="51027678" y="26311607"/>
                    <a:pt x="50981259" y="26343775"/>
                  </a:cubicBezTo>
                  <a:cubicBezTo>
                    <a:pt x="50940530" y="26372000"/>
                    <a:pt x="50918044" y="26378626"/>
                    <a:pt x="50871226" y="26376201"/>
                  </a:cubicBezTo>
                  <a:cubicBezTo>
                    <a:pt x="50838865" y="26374527"/>
                    <a:pt x="50806234" y="26379308"/>
                    <a:pt x="50798715" y="26386824"/>
                  </a:cubicBezTo>
                  <a:cubicBezTo>
                    <a:pt x="50790883" y="26394656"/>
                    <a:pt x="50784174" y="26460339"/>
                    <a:pt x="50782998" y="26540619"/>
                  </a:cubicBezTo>
                  <a:cubicBezTo>
                    <a:pt x="50780964" y="26679845"/>
                    <a:pt x="50781194" y="26681001"/>
                    <a:pt x="50818708" y="26720490"/>
                  </a:cubicBezTo>
                  <a:lnTo>
                    <a:pt x="50856467" y="26760234"/>
                  </a:lnTo>
                  <a:lnTo>
                    <a:pt x="50858659" y="26934201"/>
                  </a:lnTo>
                  <a:cubicBezTo>
                    <a:pt x="50861025" y="27121585"/>
                    <a:pt x="50868606" y="27155673"/>
                    <a:pt x="50918054" y="27201177"/>
                  </a:cubicBezTo>
                  <a:cubicBezTo>
                    <a:pt x="50935687" y="27217409"/>
                    <a:pt x="50953782" y="27245283"/>
                    <a:pt x="50958259" y="27263121"/>
                  </a:cubicBezTo>
                  <a:cubicBezTo>
                    <a:pt x="50967865" y="27301404"/>
                    <a:pt x="51057549" y="27391414"/>
                    <a:pt x="51089144" y="27394483"/>
                  </a:cubicBezTo>
                  <a:cubicBezTo>
                    <a:pt x="51101249" y="27395662"/>
                    <a:pt x="51123480" y="27411462"/>
                    <a:pt x="51138549" y="27429597"/>
                  </a:cubicBezTo>
                  <a:cubicBezTo>
                    <a:pt x="51156042" y="27450650"/>
                    <a:pt x="51183523" y="27465081"/>
                    <a:pt x="51214575" y="27469517"/>
                  </a:cubicBezTo>
                  <a:cubicBezTo>
                    <a:pt x="51251534" y="27474800"/>
                    <a:pt x="51269344" y="27486223"/>
                    <a:pt x="51288778" y="27517108"/>
                  </a:cubicBezTo>
                  <a:cubicBezTo>
                    <a:pt x="51302843" y="27539461"/>
                    <a:pt x="51332165" y="27566045"/>
                    <a:pt x="51353937" y="27576184"/>
                  </a:cubicBezTo>
                  <a:cubicBezTo>
                    <a:pt x="51403695" y="27599358"/>
                    <a:pt x="51419270" y="27650325"/>
                    <a:pt x="51390164" y="27694741"/>
                  </a:cubicBezTo>
                  <a:lnTo>
                    <a:pt x="51369570" y="27726175"/>
                  </a:lnTo>
                  <a:lnTo>
                    <a:pt x="51075260" y="27715623"/>
                  </a:lnTo>
                  <a:cubicBezTo>
                    <a:pt x="50738396" y="27703544"/>
                    <a:pt x="50692427" y="27692434"/>
                    <a:pt x="50645230" y="27611695"/>
                  </a:cubicBezTo>
                  <a:cubicBezTo>
                    <a:pt x="50622695" y="27573142"/>
                    <a:pt x="50617151" y="27538725"/>
                    <a:pt x="50612190" y="27406619"/>
                  </a:cubicBezTo>
                  <a:cubicBezTo>
                    <a:pt x="50606842" y="27264146"/>
                    <a:pt x="50602569" y="27240707"/>
                    <a:pt x="50570540" y="27178019"/>
                  </a:cubicBezTo>
                  <a:cubicBezTo>
                    <a:pt x="50537516" y="27113387"/>
                    <a:pt x="50534229" y="27093460"/>
                    <a:pt x="50526552" y="26911319"/>
                  </a:cubicBezTo>
                  <a:cubicBezTo>
                    <a:pt x="50518348" y="26716605"/>
                    <a:pt x="50509449" y="26657015"/>
                    <a:pt x="50475017" y="26566180"/>
                  </a:cubicBezTo>
                  <a:cubicBezTo>
                    <a:pt x="50465284" y="26540501"/>
                    <a:pt x="50451124" y="26449062"/>
                    <a:pt x="50443549" y="26362980"/>
                  </a:cubicBezTo>
                  <a:cubicBezTo>
                    <a:pt x="50427432" y="26179767"/>
                    <a:pt x="50410674" y="26083537"/>
                    <a:pt x="50384403" y="26023296"/>
                  </a:cubicBezTo>
                  <a:cubicBezTo>
                    <a:pt x="50371343" y="25993350"/>
                    <a:pt x="50363309" y="25915267"/>
                    <a:pt x="50358590" y="25772375"/>
                  </a:cubicBezTo>
                  <a:cubicBezTo>
                    <a:pt x="50352386" y="25584526"/>
                    <a:pt x="50353902" y="25562538"/>
                    <a:pt x="50374639" y="25539624"/>
                  </a:cubicBezTo>
                  <a:cubicBezTo>
                    <a:pt x="50431131" y="25477197"/>
                    <a:pt x="50617957" y="25545249"/>
                    <a:pt x="50590523" y="25618258"/>
                  </a:cubicBezTo>
                  <a:cubicBezTo>
                    <a:pt x="50587069" y="25627450"/>
                    <a:pt x="50593134" y="25659555"/>
                    <a:pt x="50604002" y="25689604"/>
                  </a:cubicBezTo>
                  <a:cubicBezTo>
                    <a:pt x="50636824" y="25780366"/>
                    <a:pt x="50648448" y="25782949"/>
                    <a:pt x="50984152" y="25774098"/>
                  </a:cubicBezTo>
                  <a:cubicBezTo>
                    <a:pt x="51248365" y="25767133"/>
                    <a:pt x="51284236" y="25763518"/>
                    <a:pt x="51359875" y="25736236"/>
                  </a:cubicBezTo>
                  <a:cubicBezTo>
                    <a:pt x="51425865" y="25712434"/>
                    <a:pt x="51494155" y="25702379"/>
                    <a:pt x="51683725" y="25688550"/>
                  </a:cubicBezTo>
                  <a:cubicBezTo>
                    <a:pt x="51879886" y="25674243"/>
                    <a:pt x="51937861" y="25665460"/>
                    <a:pt x="51999780" y="25640676"/>
                  </a:cubicBezTo>
                  <a:cubicBezTo>
                    <a:pt x="52070101" y="25612530"/>
                    <a:pt x="52096332" y="25609952"/>
                    <a:pt x="52360601" y="25605219"/>
                  </a:cubicBezTo>
                  <a:lnTo>
                    <a:pt x="52645595" y="25600114"/>
                  </a:lnTo>
                  <a:lnTo>
                    <a:pt x="52665773" y="25566324"/>
                  </a:lnTo>
                  <a:cubicBezTo>
                    <a:pt x="52676873" y="25547740"/>
                    <a:pt x="52704525" y="25525447"/>
                    <a:pt x="52727227" y="25516784"/>
                  </a:cubicBezTo>
                  <a:cubicBezTo>
                    <a:pt x="52766791" y="25501687"/>
                    <a:pt x="52768503" y="25498173"/>
                    <a:pt x="52768503" y="25432101"/>
                  </a:cubicBezTo>
                  <a:cubicBezTo>
                    <a:pt x="52768503" y="25353391"/>
                    <a:pt x="52788359" y="25249453"/>
                    <a:pt x="52810558" y="25211937"/>
                  </a:cubicBezTo>
                  <a:cubicBezTo>
                    <a:pt x="52818863" y="25197910"/>
                    <a:pt x="52839940" y="25183835"/>
                    <a:pt x="52857403" y="25180657"/>
                  </a:cubicBezTo>
                  <a:cubicBezTo>
                    <a:pt x="52866007" y="25179091"/>
                    <a:pt x="52873164" y="25178051"/>
                    <a:pt x="52879819" y="25177718"/>
                  </a:cubicBezTo>
                  <a:close/>
                  <a:moveTo>
                    <a:pt x="45692846" y="25153819"/>
                  </a:moveTo>
                  <a:cubicBezTo>
                    <a:pt x="45726548" y="25155938"/>
                    <a:pt x="45759993" y="25163847"/>
                    <a:pt x="45777363" y="25176548"/>
                  </a:cubicBezTo>
                  <a:cubicBezTo>
                    <a:pt x="45798227" y="25191804"/>
                    <a:pt x="45800695" y="25206421"/>
                    <a:pt x="45795666" y="25284954"/>
                  </a:cubicBezTo>
                  <a:cubicBezTo>
                    <a:pt x="45788894" y="25390707"/>
                    <a:pt x="45782708" y="25397083"/>
                    <a:pt x="45677893" y="25406371"/>
                  </a:cubicBezTo>
                  <a:cubicBezTo>
                    <a:pt x="45569109" y="25416009"/>
                    <a:pt x="45556124" y="25404810"/>
                    <a:pt x="45548747" y="25294994"/>
                  </a:cubicBezTo>
                  <a:cubicBezTo>
                    <a:pt x="45544202" y="25227343"/>
                    <a:pt x="45546977" y="25200731"/>
                    <a:pt x="45559354" y="25193302"/>
                  </a:cubicBezTo>
                  <a:cubicBezTo>
                    <a:pt x="45568572" y="25187766"/>
                    <a:pt x="45589917" y="25175399"/>
                    <a:pt x="45606784" y="25165818"/>
                  </a:cubicBezTo>
                  <a:cubicBezTo>
                    <a:pt x="45625183" y="25155367"/>
                    <a:pt x="45659143" y="25151699"/>
                    <a:pt x="45692846" y="25153819"/>
                  </a:cubicBezTo>
                  <a:close/>
                  <a:moveTo>
                    <a:pt x="44698422" y="25152199"/>
                  </a:moveTo>
                  <a:cubicBezTo>
                    <a:pt x="44714584" y="25151394"/>
                    <a:pt x="44737607" y="25153643"/>
                    <a:pt x="44773151" y="25158665"/>
                  </a:cubicBezTo>
                  <a:cubicBezTo>
                    <a:pt x="44821663" y="25165519"/>
                    <a:pt x="44869964" y="25179738"/>
                    <a:pt x="44880490" y="25190264"/>
                  </a:cubicBezTo>
                  <a:cubicBezTo>
                    <a:pt x="44905797" y="25215571"/>
                    <a:pt x="44916209" y="25367711"/>
                    <a:pt x="44894431" y="25393954"/>
                  </a:cubicBezTo>
                  <a:cubicBezTo>
                    <a:pt x="44882404" y="25408448"/>
                    <a:pt x="44848917" y="25412919"/>
                    <a:pt x="44752411" y="25412919"/>
                  </a:cubicBezTo>
                  <a:cubicBezTo>
                    <a:pt x="44592074" y="25412919"/>
                    <a:pt x="44577002" y="25405326"/>
                    <a:pt x="44577002" y="25324546"/>
                  </a:cubicBezTo>
                  <a:cubicBezTo>
                    <a:pt x="44577002" y="25263207"/>
                    <a:pt x="44599438" y="25222228"/>
                    <a:pt x="44664866" y="25164061"/>
                  </a:cubicBezTo>
                  <a:cubicBezTo>
                    <a:pt x="44672961" y="25156864"/>
                    <a:pt x="44682260" y="25153004"/>
                    <a:pt x="44698422" y="25152199"/>
                  </a:cubicBezTo>
                  <a:close/>
                  <a:moveTo>
                    <a:pt x="43988552" y="25063532"/>
                  </a:moveTo>
                  <a:cubicBezTo>
                    <a:pt x="44072864" y="25058173"/>
                    <a:pt x="44180026" y="25082738"/>
                    <a:pt x="44181858" y="25118440"/>
                  </a:cubicBezTo>
                  <a:cubicBezTo>
                    <a:pt x="44186844" y="25215694"/>
                    <a:pt x="44180680" y="25359294"/>
                    <a:pt x="44170852" y="25374817"/>
                  </a:cubicBezTo>
                  <a:cubicBezTo>
                    <a:pt x="44154172" y="25401160"/>
                    <a:pt x="43894728" y="25402715"/>
                    <a:pt x="43878204" y="25376572"/>
                  </a:cubicBezTo>
                  <a:cubicBezTo>
                    <a:pt x="43859400" y="25346814"/>
                    <a:pt x="43849838" y="25226297"/>
                    <a:pt x="43861240" y="25162681"/>
                  </a:cubicBezTo>
                  <a:cubicBezTo>
                    <a:pt x="43870600" y="25110433"/>
                    <a:pt x="43878478" y="25098608"/>
                    <a:pt x="43916604" y="25079562"/>
                  </a:cubicBezTo>
                  <a:cubicBezTo>
                    <a:pt x="43934882" y="25070430"/>
                    <a:pt x="43960448" y="25065319"/>
                    <a:pt x="43988552" y="25063532"/>
                  </a:cubicBezTo>
                  <a:close/>
                  <a:moveTo>
                    <a:pt x="42651860" y="24803319"/>
                  </a:moveTo>
                  <a:cubicBezTo>
                    <a:pt x="42731906" y="24803319"/>
                    <a:pt x="42735912" y="24804901"/>
                    <a:pt x="42788520" y="24857294"/>
                  </a:cubicBezTo>
                  <a:cubicBezTo>
                    <a:pt x="42840994" y="24909554"/>
                    <a:pt x="42843068" y="24914718"/>
                    <a:pt x="42853806" y="25019773"/>
                  </a:cubicBezTo>
                  <a:cubicBezTo>
                    <a:pt x="42867480" y="25153543"/>
                    <a:pt x="42852674" y="25216802"/>
                    <a:pt x="42792848" y="25280238"/>
                  </a:cubicBezTo>
                  <a:lnTo>
                    <a:pt x="42749282" y="25326433"/>
                  </a:lnTo>
                  <a:lnTo>
                    <a:pt x="42614252" y="25315700"/>
                  </a:lnTo>
                  <a:cubicBezTo>
                    <a:pt x="42508240" y="25307274"/>
                    <a:pt x="42475564" y="25300124"/>
                    <a:pt x="42462188" y="25282415"/>
                  </a:cubicBezTo>
                  <a:cubicBezTo>
                    <a:pt x="42424364" y="25232345"/>
                    <a:pt x="42418716" y="24919501"/>
                    <a:pt x="42455412" y="24907268"/>
                  </a:cubicBezTo>
                  <a:cubicBezTo>
                    <a:pt x="42465296" y="24903973"/>
                    <a:pt x="42494984" y="24879238"/>
                    <a:pt x="42521392" y="24852297"/>
                  </a:cubicBezTo>
                  <a:cubicBezTo>
                    <a:pt x="42567344" y="24805419"/>
                    <a:pt x="42572932" y="24803319"/>
                    <a:pt x="42651860" y="24803319"/>
                  </a:cubicBezTo>
                  <a:close/>
                  <a:moveTo>
                    <a:pt x="46092525" y="24796494"/>
                  </a:moveTo>
                  <a:cubicBezTo>
                    <a:pt x="46135618" y="24796278"/>
                    <a:pt x="46194256" y="24804756"/>
                    <a:pt x="46216136" y="24816466"/>
                  </a:cubicBezTo>
                  <a:cubicBezTo>
                    <a:pt x="46234749" y="24826426"/>
                    <a:pt x="46240702" y="24843248"/>
                    <a:pt x="46240702" y="24885870"/>
                  </a:cubicBezTo>
                  <a:cubicBezTo>
                    <a:pt x="46240702" y="24957411"/>
                    <a:pt x="46213901" y="24974450"/>
                    <a:pt x="46117091" y="24964459"/>
                  </a:cubicBezTo>
                  <a:cubicBezTo>
                    <a:pt x="46033586" y="24955841"/>
                    <a:pt x="46012102" y="24939758"/>
                    <a:pt x="46012102" y="24885870"/>
                  </a:cubicBezTo>
                  <a:cubicBezTo>
                    <a:pt x="46012102" y="24832492"/>
                    <a:pt x="46024973" y="24807571"/>
                    <a:pt x="46056552" y="24799809"/>
                  </a:cubicBezTo>
                  <a:cubicBezTo>
                    <a:pt x="46065524" y="24797604"/>
                    <a:pt x="46078161" y="24796566"/>
                    <a:pt x="46092525" y="24796494"/>
                  </a:cubicBezTo>
                  <a:close/>
                  <a:moveTo>
                    <a:pt x="13499824" y="24714675"/>
                  </a:moveTo>
                  <a:cubicBezTo>
                    <a:pt x="13512552" y="24714564"/>
                    <a:pt x="13528428" y="24715404"/>
                    <a:pt x="13549384" y="24716587"/>
                  </a:cubicBezTo>
                  <a:cubicBezTo>
                    <a:pt x="13628216" y="24721041"/>
                    <a:pt x="13638512" y="24725078"/>
                    <a:pt x="13682024" y="24768591"/>
                  </a:cubicBezTo>
                  <a:cubicBezTo>
                    <a:pt x="13741616" y="24828183"/>
                    <a:pt x="13755912" y="24866043"/>
                    <a:pt x="13747040" y="24940767"/>
                  </a:cubicBezTo>
                  <a:cubicBezTo>
                    <a:pt x="13728940" y="25093125"/>
                    <a:pt x="13688704" y="25129093"/>
                    <a:pt x="13524224" y="25139946"/>
                  </a:cubicBezTo>
                  <a:cubicBezTo>
                    <a:pt x="13410340" y="25147462"/>
                    <a:pt x="13350840" y="25130824"/>
                    <a:pt x="13334096" y="25086781"/>
                  </a:cubicBezTo>
                  <a:cubicBezTo>
                    <a:pt x="13320992" y="25052313"/>
                    <a:pt x="13317932" y="24854990"/>
                    <a:pt x="13330012" y="24823506"/>
                  </a:cubicBezTo>
                  <a:cubicBezTo>
                    <a:pt x="13334252" y="24812456"/>
                    <a:pt x="13345492" y="24803416"/>
                    <a:pt x="13354988" y="24803416"/>
                  </a:cubicBezTo>
                  <a:cubicBezTo>
                    <a:pt x="13364488" y="24803416"/>
                    <a:pt x="13392880" y="24782792"/>
                    <a:pt x="13418088" y="24757586"/>
                  </a:cubicBezTo>
                  <a:cubicBezTo>
                    <a:pt x="13451800" y="24723875"/>
                    <a:pt x="13461644" y="24715005"/>
                    <a:pt x="13499824" y="24714675"/>
                  </a:cubicBezTo>
                  <a:close/>
                  <a:moveTo>
                    <a:pt x="14050356" y="24707159"/>
                  </a:moveTo>
                  <a:cubicBezTo>
                    <a:pt x="14067996" y="24705431"/>
                    <a:pt x="14092552" y="24707615"/>
                    <a:pt x="14134392" y="24712696"/>
                  </a:cubicBezTo>
                  <a:cubicBezTo>
                    <a:pt x="14207204" y="24721538"/>
                    <a:pt x="14234040" y="24730487"/>
                    <a:pt x="14251168" y="24751643"/>
                  </a:cubicBezTo>
                  <a:cubicBezTo>
                    <a:pt x="14278648" y="24785577"/>
                    <a:pt x="14292620" y="24872711"/>
                    <a:pt x="14284360" y="24958653"/>
                  </a:cubicBezTo>
                  <a:cubicBezTo>
                    <a:pt x="14276464" y="25040800"/>
                    <a:pt x="14260340" y="25047853"/>
                    <a:pt x="14092784" y="25042416"/>
                  </a:cubicBezTo>
                  <a:cubicBezTo>
                    <a:pt x="14001348" y="25039450"/>
                    <a:pt x="13964800" y="25033466"/>
                    <a:pt x="13956260" y="25020061"/>
                  </a:cubicBezTo>
                  <a:cubicBezTo>
                    <a:pt x="13939212" y="24993296"/>
                    <a:pt x="13942024" y="24822977"/>
                    <a:pt x="13960168" y="24783143"/>
                  </a:cubicBezTo>
                  <a:cubicBezTo>
                    <a:pt x="13968732" y="24764352"/>
                    <a:pt x="13990164" y="24738230"/>
                    <a:pt x="14007792" y="24725096"/>
                  </a:cubicBezTo>
                  <a:cubicBezTo>
                    <a:pt x="14021984" y="24714527"/>
                    <a:pt x="14032712" y="24708887"/>
                    <a:pt x="14050356" y="24707159"/>
                  </a:cubicBezTo>
                  <a:close/>
                  <a:moveTo>
                    <a:pt x="45371338" y="24550106"/>
                  </a:moveTo>
                  <a:cubicBezTo>
                    <a:pt x="45390943" y="24550859"/>
                    <a:pt x="45409247" y="24560506"/>
                    <a:pt x="45421270" y="24578854"/>
                  </a:cubicBezTo>
                  <a:cubicBezTo>
                    <a:pt x="45445343" y="24615600"/>
                    <a:pt x="45449879" y="24745088"/>
                    <a:pt x="45428014" y="24771434"/>
                  </a:cubicBezTo>
                  <a:cubicBezTo>
                    <a:pt x="45408979" y="24794371"/>
                    <a:pt x="45325090" y="24797028"/>
                    <a:pt x="45303441" y="24775381"/>
                  </a:cubicBezTo>
                  <a:cubicBezTo>
                    <a:pt x="45294816" y="24766751"/>
                    <a:pt x="45288202" y="24725426"/>
                    <a:pt x="45288202" y="24680131"/>
                  </a:cubicBezTo>
                  <a:cubicBezTo>
                    <a:pt x="45288202" y="24617054"/>
                    <a:pt x="45293578" y="24594743"/>
                    <a:pt x="45313602" y="24574719"/>
                  </a:cubicBezTo>
                  <a:cubicBezTo>
                    <a:pt x="45330827" y="24557494"/>
                    <a:pt x="45351733" y="24549353"/>
                    <a:pt x="45371338" y="24550106"/>
                  </a:cubicBezTo>
                  <a:close/>
                  <a:moveTo>
                    <a:pt x="12182200" y="24549416"/>
                  </a:moveTo>
                  <a:cubicBezTo>
                    <a:pt x="12233880" y="24549416"/>
                    <a:pt x="12254864" y="24555875"/>
                    <a:pt x="12280296" y="24579605"/>
                  </a:cubicBezTo>
                  <a:cubicBezTo>
                    <a:pt x="12298092" y="24596211"/>
                    <a:pt x="12332564" y="24618087"/>
                    <a:pt x="12356896" y="24628222"/>
                  </a:cubicBezTo>
                  <a:cubicBezTo>
                    <a:pt x="12394320" y="24643805"/>
                    <a:pt x="12402816" y="24655119"/>
                    <a:pt x="12412016" y="24701627"/>
                  </a:cubicBezTo>
                  <a:cubicBezTo>
                    <a:pt x="12423940" y="24761929"/>
                    <a:pt x="12413064" y="24866916"/>
                    <a:pt x="12394896" y="24866916"/>
                  </a:cubicBezTo>
                  <a:cubicBezTo>
                    <a:pt x="12388600" y="24866916"/>
                    <a:pt x="12360836" y="24890445"/>
                    <a:pt x="12333200" y="24919206"/>
                  </a:cubicBezTo>
                  <a:lnTo>
                    <a:pt x="12282952" y="24971498"/>
                  </a:lnTo>
                  <a:lnTo>
                    <a:pt x="12189856" y="24960134"/>
                  </a:lnTo>
                  <a:cubicBezTo>
                    <a:pt x="12104600" y="24949729"/>
                    <a:pt x="12092200" y="24944342"/>
                    <a:pt x="12042712" y="24896212"/>
                  </a:cubicBezTo>
                  <a:cubicBezTo>
                    <a:pt x="11990352" y="24845285"/>
                    <a:pt x="11988592" y="24840956"/>
                    <a:pt x="11986056" y="24756813"/>
                  </a:cubicBezTo>
                  <a:cubicBezTo>
                    <a:pt x="11983012" y="24655860"/>
                    <a:pt x="11988476" y="24643194"/>
                    <a:pt x="12039968" y="24631885"/>
                  </a:cubicBezTo>
                  <a:cubicBezTo>
                    <a:pt x="12064372" y="24626526"/>
                    <a:pt x="12085056" y="24610137"/>
                    <a:pt x="12097300" y="24586459"/>
                  </a:cubicBezTo>
                  <a:cubicBezTo>
                    <a:pt x="12114720" y="24552771"/>
                    <a:pt x="12122412" y="24549416"/>
                    <a:pt x="12182200" y="24549416"/>
                  </a:cubicBezTo>
                  <a:close/>
                  <a:moveTo>
                    <a:pt x="43343778" y="24528431"/>
                  </a:moveTo>
                  <a:cubicBezTo>
                    <a:pt x="43388646" y="24532394"/>
                    <a:pt x="43431936" y="24546105"/>
                    <a:pt x="43453628" y="24567796"/>
                  </a:cubicBezTo>
                  <a:cubicBezTo>
                    <a:pt x="43482572" y="24596740"/>
                    <a:pt x="43484800" y="24608054"/>
                    <a:pt x="43484800" y="24726098"/>
                  </a:cubicBezTo>
                  <a:cubicBezTo>
                    <a:pt x="43484800" y="24883200"/>
                    <a:pt x="43483080" y="24884700"/>
                    <a:pt x="43311366" y="24877190"/>
                  </a:cubicBezTo>
                  <a:cubicBezTo>
                    <a:pt x="43160256" y="24870579"/>
                    <a:pt x="43152260" y="24863550"/>
                    <a:pt x="43142692" y="24728869"/>
                  </a:cubicBezTo>
                  <a:cubicBezTo>
                    <a:pt x="43134818" y="24618055"/>
                    <a:pt x="43144280" y="24597072"/>
                    <a:pt x="43224450" y="24547553"/>
                  </a:cubicBezTo>
                  <a:cubicBezTo>
                    <a:pt x="43252460" y="24530252"/>
                    <a:pt x="43298908" y="24524467"/>
                    <a:pt x="43343778" y="24528431"/>
                  </a:cubicBezTo>
                  <a:close/>
                  <a:moveTo>
                    <a:pt x="14999992" y="24371617"/>
                  </a:moveTo>
                  <a:cubicBezTo>
                    <a:pt x="15049104" y="24371617"/>
                    <a:pt x="15196976" y="24421165"/>
                    <a:pt x="15217280" y="24444422"/>
                  </a:cubicBezTo>
                  <a:cubicBezTo>
                    <a:pt x="15244464" y="24475569"/>
                    <a:pt x="15236400" y="24563105"/>
                    <a:pt x="15201500" y="24615747"/>
                  </a:cubicBezTo>
                  <a:cubicBezTo>
                    <a:pt x="15150672" y="24692406"/>
                    <a:pt x="15124192" y="24705678"/>
                    <a:pt x="15034944" y="24699222"/>
                  </a:cubicBezTo>
                  <a:cubicBezTo>
                    <a:pt x="14944596" y="24692688"/>
                    <a:pt x="14917308" y="24669533"/>
                    <a:pt x="14903480" y="24587671"/>
                  </a:cubicBezTo>
                  <a:cubicBezTo>
                    <a:pt x="14892928" y="24525210"/>
                    <a:pt x="14919160" y="24394039"/>
                    <a:pt x="14944788" y="24381141"/>
                  </a:cubicBezTo>
                  <a:cubicBezTo>
                    <a:pt x="14955196" y="24375903"/>
                    <a:pt x="14980040" y="24371617"/>
                    <a:pt x="14999992" y="24371617"/>
                  </a:cubicBezTo>
                  <a:close/>
                  <a:moveTo>
                    <a:pt x="15423344" y="24353110"/>
                  </a:moveTo>
                  <a:cubicBezTo>
                    <a:pt x="15488072" y="24354654"/>
                    <a:pt x="15583780" y="24374566"/>
                    <a:pt x="15591340" y="24393609"/>
                  </a:cubicBezTo>
                  <a:cubicBezTo>
                    <a:pt x="15593472" y="24398977"/>
                    <a:pt x="15598160" y="24441554"/>
                    <a:pt x="15601760" y="24488227"/>
                  </a:cubicBezTo>
                  <a:cubicBezTo>
                    <a:pt x="15608152" y="24571135"/>
                    <a:pt x="15607424" y="24573712"/>
                    <a:pt x="15570200" y="24600217"/>
                  </a:cubicBezTo>
                  <a:cubicBezTo>
                    <a:pt x="15549248" y="24615139"/>
                    <a:pt x="15532104" y="24635122"/>
                    <a:pt x="15532104" y="24644625"/>
                  </a:cubicBezTo>
                  <a:cubicBezTo>
                    <a:pt x="15532104" y="24696464"/>
                    <a:pt x="15433540" y="24719264"/>
                    <a:pt x="15344144" y="24688102"/>
                  </a:cubicBezTo>
                  <a:cubicBezTo>
                    <a:pt x="15244652" y="24653417"/>
                    <a:pt x="15266856" y="24402742"/>
                    <a:pt x="15373352" y="24358402"/>
                  </a:cubicBezTo>
                  <a:cubicBezTo>
                    <a:pt x="15383632" y="24354122"/>
                    <a:pt x="15401768" y="24352595"/>
                    <a:pt x="15423344" y="24353110"/>
                  </a:cubicBezTo>
                  <a:close/>
                  <a:moveTo>
                    <a:pt x="12940540" y="24296260"/>
                  </a:moveTo>
                  <a:cubicBezTo>
                    <a:pt x="12960708" y="24297155"/>
                    <a:pt x="12982068" y="24304915"/>
                    <a:pt x="12997756" y="24319233"/>
                  </a:cubicBezTo>
                  <a:cubicBezTo>
                    <a:pt x="13012108" y="24332331"/>
                    <a:pt x="13043592" y="24351294"/>
                    <a:pt x="13067720" y="24361371"/>
                  </a:cubicBezTo>
                  <a:cubicBezTo>
                    <a:pt x="13117408" y="24382126"/>
                    <a:pt x="13122496" y="24399414"/>
                    <a:pt x="13120784" y="24541641"/>
                  </a:cubicBezTo>
                  <a:cubicBezTo>
                    <a:pt x="13119396" y="24656883"/>
                    <a:pt x="13101408" y="24683927"/>
                    <a:pt x="13018552" y="24695323"/>
                  </a:cubicBezTo>
                  <a:cubicBezTo>
                    <a:pt x="12932404" y="24707170"/>
                    <a:pt x="12889864" y="24695617"/>
                    <a:pt x="12835168" y="24645518"/>
                  </a:cubicBezTo>
                  <a:lnTo>
                    <a:pt x="12788904" y="24603141"/>
                  </a:lnTo>
                  <a:lnTo>
                    <a:pt x="12788904" y="24493729"/>
                  </a:lnTo>
                  <a:cubicBezTo>
                    <a:pt x="12788904" y="24401251"/>
                    <a:pt x="12792832" y="24380385"/>
                    <a:pt x="12814304" y="24358917"/>
                  </a:cubicBezTo>
                  <a:cubicBezTo>
                    <a:pt x="12828272" y="24344947"/>
                    <a:pt x="12847576" y="24333517"/>
                    <a:pt x="12857196" y="24333517"/>
                  </a:cubicBezTo>
                  <a:cubicBezTo>
                    <a:pt x="12866820" y="24333517"/>
                    <a:pt x="12881808" y="24324944"/>
                    <a:pt x="12890504" y="24314467"/>
                  </a:cubicBezTo>
                  <a:cubicBezTo>
                    <a:pt x="12901408" y="24301331"/>
                    <a:pt x="12920376" y="24295363"/>
                    <a:pt x="12940540" y="24296260"/>
                  </a:cubicBezTo>
                  <a:close/>
                  <a:moveTo>
                    <a:pt x="14374532" y="24193818"/>
                  </a:moveTo>
                  <a:cubicBezTo>
                    <a:pt x="14401788" y="24193818"/>
                    <a:pt x="14429076" y="24200410"/>
                    <a:pt x="14435172" y="24208469"/>
                  </a:cubicBezTo>
                  <a:cubicBezTo>
                    <a:pt x="14451868" y="24230544"/>
                    <a:pt x="14448624" y="24455209"/>
                    <a:pt x="14431144" y="24487402"/>
                  </a:cubicBezTo>
                  <a:cubicBezTo>
                    <a:pt x="14412324" y="24522064"/>
                    <a:pt x="14340928" y="24524062"/>
                    <a:pt x="14316468" y="24490612"/>
                  </a:cubicBezTo>
                  <a:cubicBezTo>
                    <a:pt x="14297016" y="24464006"/>
                    <a:pt x="14294232" y="24274675"/>
                    <a:pt x="14312584" y="24226394"/>
                  </a:cubicBezTo>
                  <a:cubicBezTo>
                    <a:pt x="14322960" y="24199109"/>
                    <a:pt x="14333020" y="24193818"/>
                    <a:pt x="14374532" y="24193818"/>
                  </a:cubicBezTo>
                  <a:close/>
                  <a:moveTo>
                    <a:pt x="43792964" y="24173840"/>
                  </a:moveTo>
                  <a:cubicBezTo>
                    <a:pt x="43842728" y="24171068"/>
                    <a:pt x="43969556" y="24190435"/>
                    <a:pt x="43984644" y="24205525"/>
                  </a:cubicBezTo>
                  <a:cubicBezTo>
                    <a:pt x="44004132" y="24225009"/>
                    <a:pt x="44003150" y="24363424"/>
                    <a:pt x="43983272" y="24399197"/>
                  </a:cubicBezTo>
                  <a:cubicBezTo>
                    <a:pt x="43968804" y="24425234"/>
                    <a:pt x="43956204" y="24428226"/>
                    <a:pt x="43841628" y="24432829"/>
                  </a:cubicBezTo>
                  <a:cubicBezTo>
                    <a:pt x="43717992" y="24437794"/>
                    <a:pt x="43715496" y="24437325"/>
                    <a:pt x="43694392" y="24405119"/>
                  </a:cubicBezTo>
                  <a:cubicBezTo>
                    <a:pt x="43678736" y="24381223"/>
                    <a:pt x="43675194" y="24358959"/>
                    <a:pt x="43681296" y="24322828"/>
                  </a:cubicBezTo>
                  <a:cubicBezTo>
                    <a:pt x="43689928" y="24271737"/>
                    <a:pt x="43743316" y="24190003"/>
                    <a:pt x="43776904" y="24176460"/>
                  </a:cubicBezTo>
                  <a:cubicBezTo>
                    <a:pt x="43780318" y="24175084"/>
                    <a:pt x="43785854" y="24174236"/>
                    <a:pt x="43792964" y="24173840"/>
                  </a:cubicBezTo>
                  <a:close/>
                  <a:moveTo>
                    <a:pt x="44649199" y="24171048"/>
                  </a:moveTo>
                  <a:cubicBezTo>
                    <a:pt x="44703935" y="24171503"/>
                    <a:pt x="44760202" y="24176343"/>
                    <a:pt x="44776950" y="24185230"/>
                  </a:cubicBezTo>
                  <a:cubicBezTo>
                    <a:pt x="44792624" y="24193547"/>
                    <a:pt x="44828343" y="24228058"/>
                    <a:pt x="44856325" y="24261921"/>
                  </a:cubicBezTo>
                  <a:cubicBezTo>
                    <a:pt x="44906254" y="24322343"/>
                    <a:pt x="44907203" y="24325369"/>
                    <a:pt x="44907203" y="24424336"/>
                  </a:cubicBezTo>
                  <a:cubicBezTo>
                    <a:pt x="44907203" y="24521836"/>
                    <a:pt x="44905771" y="24526659"/>
                    <a:pt x="44864034" y="24569634"/>
                  </a:cubicBezTo>
                  <a:cubicBezTo>
                    <a:pt x="44840289" y="24594083"/>
                    <a:pt x="44814105" y="24630403"/>
                    <a:pt x="44805842" y="24650346"/>
                  </a:cubicBezTo>
                  <a:cubicBezTo>
                    <a:pt x="44794853" y="24676877"/>
                    <a:pt x="44781732" y="24686883"/>
                    <a:pt x="44756939" y="24687641"/>
                  </a:cubicBezTo>
                  <a:cubicBezTo>
                    <a:pt x="44738302" y="24688212"/>
                    <a:pt x="44678197" y="24691613"/>
                    <a:pt x="44623372" y="24695200"/>
                  </a:cubicBezTo>
                  <a:cubicBezTo>
                    <a:pt x="44453742" y="24706302"/>
                    <a:pt x="44408120" y="24666732"/>
                    <a:pt x="44383939" y="24487520"/>
                  </a:cubicBezTo>
                  <a:cubicBezTo>
                    <a:pt x="44365707" y="24352410"/>
                    <a:pt x="44382323" y="24292702"/>
                    <a:pt x="44441969" y="24278981"/>
                  </a:cubicBezTo>
                  <a:cubicBezTo>
                    <a:pt x="44473118" y="24271815"/>
                    <a:pt x="44489740" y="24258534"/>
                    <a:pt x="44500710" y="24232046"/>
                  </a:cubicBezTo>
                  <a:cubicBezTo>
                    <a:pt x="44509128" y="24211728"/>
                    <a:pt x="44522591" y="24189741"/>
                    <a:pt x="44530634" y="24183187"/>
                  </a:cubicBezTo>
                  <a:cubicBezTo>
                    <a:pt x="44541258" y="24174528"/>
                    <a:pt x="44594463" y="24170595"/>
                    <a:pt x="44649199" y="24171048"/>
                  </a:cubicBezTo>
                  <a:close/>
                  <a:moveTo>
                    <a:pt x="42557516" y="24092124"/>
                  </a:moveTo>
                  <a:cubicBezTo>
                    <a:pt x="42657412" y="24092124"/>
                    <a:pt x="42684702" y="24109137"/>
                    <a:pt x="42684702" y="24171406"/>
                  </a:cubicBezTo>
                  <a:cubicBezTo>
                    <a:pt x="42684702" y="24236226"/>
                    <a:pt x="42654700" y="24257224"/>
                    <a:pt x="42562084" y="24257224"/>
                  </a:cubicBezTo>
                  <a:cubicBezTo>
                    <a:pt x="42498434" y="24257224"/>
                    <a:pt x="42476166" y="24251886"/>
                    <a:pt x="42456102" y="24231824"/>
                  </a:cubicBezTo>
                  <a:cubicBezTo>
                    <a:pt x="42425654" y="24201376"/>
                    <a:pt x="42423506" y="24158850"/>
                    <a:pt x="42450472" y="24120350"/>
                  </a:cubicBezTo>
                  <a:cubicBezTo>
                    <a:pt x="42467640" y="24095839"/>
                    <a:pt x="42481728" y="24092124"/>
                    <a:pt x="42557516" y="24092124"/>
                  </a:cubicBezTo>
                  <a:close/>
                  <a:moveTo>
                    <a:pt x="13832208" y="23997488"/>
                  </a:moveTo>
                  <a:cubicBezTo>
                    <a:pt x="13846204" y="23999006"/>
                    <a:pt x="13858752" y="24002123"/>
                    <a:pt x="13868400" y="24006982"/>
                  </a:cubicBezTo>
                  <a:cubicBezTo>
                    <a:pt x="13894024" y="24019884"/>
                    <a:pt x="13903548" y="24039389"/>
                    <a:pt x="13917744" y="24108002"/>
                  </a:cubicBezTo>
                  <a:cubicBezTo>
                    <a:pt x="13933576" y="24184517"/>
                    <a:pt x="13933228" y="24196251"/>
                    <a:pt x="13914276" y="24225174"/>
                  </a:cubicBezTo>
                  <a:cubicBezTo>
                    <a:pt x="13895296" y="24254146"/>
                    <a:pt x="13885012" y="24257319"/>
                    <a:pt x="13810124" y="24257319"/>
                  </a:cubicBezTo>
                  <a:cubicBezTo>
                    <a:pt x="13686284" y="24257319"/>
                    <a:pt x="13677904" y="24249687"/>
                    <a:pt x="13677904" y="24136941"/>
                  </a:cubicBezTo>
                  <a:cubicBezTo>
                    <a:pt x="13677904" y="24054116"/>
                    <a:pt x="13681280" y="24040493"/>
                    <a:pt x="13706128" y="24023090"/>
                  </a:cubicBezTo>
                  <a:cubicBezTo>
                    <a:pt x="13735152" y="24002758"/>
                    <a:pt x="13790212" y="23992932"/>
                    <a:pt x="13832208" y="23997488"/>
                  </a:cubicBezTo>
                  <a:close/>
                  <a:moveTo>
                    <a:pt x="45757248" y="23995450"/>
                  </a:moveTo>
                  <a:cubicBezTo>
                    <a:pt x="45764905" y="23995033"/>
                    <a:pt x="45773744" y="23995128"/>
                    <a:pt x="45784325" y="23995675"/>
                  </a:cubicBezTo>
                  <a:cubicBezTo>
                    <a:pt x="45798433" y="23996404"/>
                    <a:pt x="45815637" y="23997935"/>
                    <a:pt x="45837264" y="24000120"/>
                  </a:cubicBezTo>
                  <a:cubicBezTo>
                    <a:pt x="45971746" y="24013713"/>
                    <a:pt x="45978294" y="24021805"/>
                    <a:pt x="45979203" y="24175486"/>
                  </a:cubicBezTo>
                  <a:cubicBezTo>
                    <a:pt x="45979875" y="24289026"/>
                    <a:pt x="45977764" y="24299667"/>
                    <a:pt x="45950159" y="24322021"/>
                  </a:cubicBezTo>
                  <a:cubicBezTo>
                    <a:pt x="45928006" y="24339958"/>
                    <a:pt x="45900045" y="24346125"/>
                    <a:pt x="45840836" y="24346125"/>
                  </a:cubicBezTo>
                  <a:cubicBezTo>
                    <a:pt x="45671466" y="24346125"/>
                    <a:pt x="45644318" y="24324044"/>
                    <a:pt x="45633208" y="24177275"/>
                  </a:cubicBezTo>
                  <a:cubicBezTo>
                    <a:pt x="45625748" y="24078670"/>
                    <a:pt x="45630002" y="24069052"/>
                    <a:pt x="45705132" y="24014727"/>
                  </a:cubicBezTo>
                  <a:cubicBezTo>
                    <a:pt x="45721942" y="24002571"/>
                    <a:pt x="45734276" y="23996703"/>
                    <a:pt x="45757248" y="23995450"/>
                  </a:cubicBezTo>
                  <a:close/>
                  <a:moveTo>
                    <a:pt x="13130280" y="23914421"/>
                  </a:moveTo>
                  <a:cubicBezTo>
                    <a:pt x="13189688" y="23914421"/>
                    <a:pt x="13209228" y="23939475"/>
                    <a:pt x="13217040" y="24025675"/>
                  </a:cubicBezTo>
                  <a:cubicBezTo>
                    <a:pt x="13226424" y="24129143"/>
                    <a:pt x="13203588" y="24168422"/>
                    <a:pt x="13134048" y="24168422"/>
                  </a:cubicBezTo>
                  <a:cubicBezTo>
                    <a:pt x="13107664" y="24168422"/>
                    <a:pt x="13079224" y="24161564"/>
                    <a:pt x="13070840" y="24153182"/>
                  </a:cubicBezTo>
                  <a:cubicBezTo>
                    <a:pt x="13047192" y="24129533"/>
                    <a:pt x="13050872" y="23959068"/>
                    <a:pt x="13075560" y="23934379"/>
                  </a:cubicBezTo>
                  <a:cubicBezTo>
                    <a:pt x="13086536" y="23923402"/>
                    <a:pt x="13111160" y="23914421"/>
                    <a:pt x="13130280" y="23914421"/>
                  </a:cubicBezTo>
                  <a:close/>
                  <a:moveTo>
                    <a:pt x="15225704" y="23910000"/>
                  </a:moveTo>
                  <a:cubicBezTo>
                    <a:pt x="15328796" y="23912470"/>
                    <a:pt x="15341604" y="23936215"/>
                    <a:pt x="15341604" y="24043626"/>
                  </a:cubicBezTo>
                  <a:lnTo>
                    <a:pt x="15341604" y="24131619"/>
                  </a:lnTo>
                  <a:lnTo>
                    <a:pt x="15294552" y="24151277"/>
                  </a:lnTo>
                  <a:cubicBezTo>
                    <a:pt x="15261812" y="24164957"/>
                    <a:pt x="15218908" y="24169492"/>
                    <a:pt x="15153476" y="24166189"/>
                  </a:cubicBezTo>
                  <a:cubicBezTo>
                    <a:pt x="15073472" y="24162148"/>
                    <a:pt x="15055864" y="24157014"/>
                    <a:pt x="15035424" y="24131773"/>
                  </a:cubicBezTo>
                  <a:cubicBezTo>
                    <a:pt x="15000472" y="24088607"/>
                    <a:pt x="15001984" y="23974643"/>
                    <a:pt x="15037988" y="23938637"/>
                  </a:cubicBezTo>
                  <a:cubicBezTo>
                    <a:pt x="15060536" y="23916088"/>
                    <a:pt x="15081452" y="23911749"/>
                    <a:pt x="15175768" y="23910061"/>
                  </a:cubicBezTo>
                  <a:cubicBezTo>
                    <a:pt x="15194408" y="23909728"/>
                    <a:pt x="15210976" y="23909647"/>
                    <a:pt x="15225704" y="23910000"/>
                  </a:cubicBezTo>
                  <a:close/>
                  <a:moveTo>
                    <a:pt x="15926892" y="23744136"/>
                  </a:moveTo>
                  <a:cubicBezTo>
                    <a:pt x="15960916" y="23746461"/>
                    <a:pt x="16009208" y="23763372"/>
                    <a:pt x="16086592" y="23795882"/>
                  </a:cubicBezTo>
                  <a:cubicBezTo>
                    <a:pt x="16241168" y="23860821"/>
                    <a:pt x="16243304" y="23863287"/>
                    <a:pt x="16243304" y="23977023"/>
                  </a:cubicBezTo>
                  <a:cubicBezTo>
                    <a:pt x="16243304" y="24029176"/>
                    <a:pt x="16185304" y="24132389"/>
                    <a:pt x="16143388" y="24154820"/>
                  </a:cubicBezTo>
                  <a:cubicBezTo>
                    <a:pt x="16127344" y="24163405"/>
                    <a:pt x="16062628" y="24166073"/>
                    <a:pt x="15967912" y="24162052"/>
                  </a:cubicBezTo>
                  <a:cubicBezTo>
                    <a:pt x="15731776" y="24152030"/>
                    <a:pt x="15703760" y="24126257"/>
                    <a:pt x="15712592" y="23927173"/>
                  </a:cubicBezTo>
                  <a:lnTo>
                    <a:pt x="15716252" y="23844672"/>
                  </a:lnTo>
                  <a:lnTo>
                    <a:pt x="15772492" y="23827581"/>
                  </a:lnTo>
                  <a:cubicBezTo>
                    <a:pt x="15803424" y="23818180"/>
                    <a:pt x="15839560" y="23796727"/>
                    <a:pt x="15852788" y="23779906"/>
                  </a:cubicBezTo>
                  <a:cubicBezTo>
                    <a:pt x="15873112" y="23754073"/>
                    <a:pt x="15892868" y="23741811"/>
                    <a:pt x="15926892" y="23744136"/>
                  </a:cubicBezTo>
                  <a:close/>
                  <a:moveTo>
                    <a:pt x="11833740" y="23730772"/>
                  </a:moveTo>
                  <a:cubicBezTo>
                    <a:pt x="11849228" y="23732552"/>
                    <a:pt x="11865812" y="23736999"/>
                    <a:pt x="11884632" y="23743807"/>
                  </a:cubicBezTo>
                  <a:cubicBezTo>
                    <a:pt x="11949968" y="23767441"/>
                    <a:pt x="11952236" y="23774308"/>
                    <a:pt x="11953608" y="23952523"/>
                  </a:cubicBezTo>
                  <a:cubicBezTo>
                    <a:pt x="11955188" y="24158106"/>
                    <a:pt x="11956256" y="24153531"/>
                    <a:pt x="11904516" y="24163237"/>
                  </a:cubicBezTo>
                  <a:cubicBezTo>
                    <a:pt x="11828260" y="24177542"/>
                    <a:pt x="11672656" y="24162155"/>
                    <a:pt x="11648400" y="24137910"/>
                  </a:cubicBezTo>
                  <a:cubicBezTo>
                    <a:pt x="11625396" y="24114913"/>
                    <a:pt x="11606824" y="23951176"/>
                    <a:pt x="11619952" y="23887079"/>
                  </a:cubicBezTo>
                  <a:cubicBezTo>
                    <a:pt x="11623868" y="23867958"/>
                    <a:pt x="11655456" y="23828134"/>
                    <a:pt x="11692980" y="23795004"/>
                  </a:cubicBezTo>
                  <a:cubicBezTo>
                    <a:pt x="11750648" y="23744091"/>
                    <a:pt x="11787272" y="23725431"/>
                    <a:pt x="11833740" y="23730772"/>
                  </a:cubicBezTo>
                  <a:close/>
                  <a:moveTo>
                    <a:pt x="12392260" y="23651684"/>
                  </a:moveTo>
                  <a:cubicBezTo>
                    <a:pt x="12402780" y="23649431"/>
                    <a:pt x="12415376" y="23649735"/>
                    <a:pt x="12431312" y="23652320"/>
                  </a:cubicBezTo>
                  <a:cubicBezTo>
                    <a:pt x="12455724" y="23656282"/>
                    <a:pt x="12477504" y="23664012"/>
                    <a:pt x="12479708" y="23669498"/>
                  </a:cubicBezTo>
                  <a:cubicBezTo>
                    <a:pt x="12481912" y="23674985"/>
                    <a:pt x="12486660" y="23723563"/>
                    <a:pt x="12490260" y="23777452"/>
                  </a:cubicBezTo>
                  <a:cubicBezTo>
                    <a:pt x="12496116" y="23865113"/>
                    <a:pt x="12494216" y="23876813"/>
                    <a:pt x="12472240" y="23888577"/>
                  </a:cubicBezTo>
                  <a:cubicBezTo>
                    <a:pt x="12437908" y="23906951"/>
                    <a:pt x="12375612" y="23904972"/>
                    <a:pt x="12359020" y="23884983"/>
                  </a:cubicBezTo>
                  <a:cubicBezTo>
                    <a:pt x="12321008" y="23839180"/>
                    <a:pt x="12325024" y="23707017"/>
                    <a:pt x="12365664" y="23666378"/>
                  </a:cubicBezTo>
                  <a:cubicBezTo>
                    <a:pt x="12373296" y="23658744"/>
                    <a:pt x="12381740" y="23653936"/>
                    <a:pt x="12392260" y="23651684"/>
                  </a:cubicBezTo>
                  <a:close/>
                  <a:moveTo>
                    <a:pt x="43236206" y="23647626"/>
                  </a:moveTo>
                  <a:cubicBezTo>
                    <a:pt x="43335450" y="23647626"/>
                    <a:pt x="43367756" y="23659585"/>
                    <a:pt x="43382458" y="23701760"/>
                  </a:cubicBezTo>
                  <a:cubicBezTo>
                    <a:pt x="43389850" y="23722966"/>
                    <a:pt x="43395900" y="23787632"/>
                    <a:pt x="43395900" y="23845463"/>
                  </a:cubicBezTo>
                  <a:cubicBezTo>
                    <a:pt x="43395900" y="23981606"/>
                    <a:pt x="43387616" y="23990526"/>
                    <a:pt x="43261234" y="23990526"/>
                  </a:cubicBezTo>
                  <a:cubicBezTo>
                    <a:pt x="43131880" y="23990526"/>
                    <a:pt x="43085604" y="23969555"/>
                    <a:pt x="43060298" y="23899464"/>
                  </a:cubicBezTo>
                  <a:cubicBezTo>
                    <a:pt x="43034224" y="23827261"/>
                    <a:pt x="43054324" y="23736525"/>
                    <a:pt x="43096388" y="23736525"/>
                  </a:cubicBezTo>
                  <a:cubicBezTo>
                    <a:pt x="43105792" y="23736525"/>
                    <a:pt x="43128740" y="23716524"/>
                    <a:pt x="43147388" y="23692076"/>
                  </a:cubicBezTo>
                  <a:cubicBezTo>
                    <a:pt x="43176920" y="23653355"/>
                    <a:pt x="43188372" y="23647626"/>
                    <a:pt x="43236206" y="23647626"/>
                  </a:cubicBezTo>
                  <a:close/>
                  <a:moveTo>
                    <a:pt x="14382252" y="23584981"/>
                  </a:moveTo>
                  <a:cubicBezTo>
                    <a:pt x="14405084" y="23586170"/>
                    <a:pt x="14428412" y="23591967"/>
                    <a:pt x="14448700" y="23602191"/>
                  </a:cubicBezTo>
                  <a:cubicBezTo>
                    <a:pt x="14468312" y="23612072"/>
                    <a:pt x="14511568" y="23630143"/>
                    <a:pt x="14544828" y="23642346"/>
                  </a:cubicBezTo>
                  <a:cubicBezTo>
                    <a:pt x="14578088" y="23654552"/>
                    <a:pt x="14610776" y="23671132"/>
                    <a:pt x="14617464" y="23679192"/>
                  </a:cubicBezTo>
                  <a:cubicBezTo>
                    <a:pt x="14635740" y="23701210"/>
                    <a:pt x="14647516" y="23828022"/>
                    <a:pt x="14637496" y="23894849"/>
                  </a:cubicBezTo>
                  <a:cubicBezTo>
                    <a:pt x="14629896" y="23945530"/>
                    <a:pt x="14622664" y="23956627"/>
                    <a:pt x="14585784" y="23974213"/>
                  </a:cubicBezTo>
                  <a:cubicBezTo>
                    <a:pt x="14562208" y="23985457"/>
                    <a:pt x="14536464" y="24010231"/>
                    <a:pt x="14528576" y="24029267"/>
                  </a:cubicBezTo>
                  <a:cubicBezTo>
                    <a:pt x="14511036" y="24071617"/>
                    <a:pt x="14452548" y="24084132"/>
                    <a:pt x="14330564" y="24071633"/>
                  </a:cubicBezTo>
                  <a:cubicBezTo>
                    <a:pt x="14257132" y="24064110"/>
                    <a:pt x="14246176" y="24059330"/>
                    <a:pt x="14229804" y="24027666"/>
                  </a:cubicBezTo>
                  <a:cubicBezTo>
                    <a:pt x="14219700" y="24008126"/>
                    <a:pt x="14194288" y="23982012"/>
                    <a:pt x="14173336" y="23969635"/>
                  </a:cubicBezTo>
                  <a:cubicBezTo>
                    <a:pt x="14128052" y="23942885"/>
                    <a:pt x="14117124" y="23900021"/>
                    <a:pt x="14124816" y="23779278"/>
                  </a:cubicBezTo>
                  <a:cubicBezTo>
                    <a:pt x="14131212" y="23678814"/>
                    <a:pt x="14129480" y="23680454"/>
                    <a:pt x="14318800" y="23595430"/>
                  </a:cubicBezTo>
                  <a:cubicBezTo>
                    <a:pt x="14337092" y="23587214"/>
                    <a:pt x="14359424" y="23583792"/>
                    <a:pt x="14382252" y="23584981"/>
                  </a:cubicBezTo>
                  <a:close/>
                  <a:moveTo>
                    <a:pt x="15169556" y="23469926"/>
                  </a:moveTo>
                  <a:cubicBezTo>
                    <a:pt x="15309984" y="23469926"/>
                    <a:pt x="15336796" y="23482504"/>
                    <a:pt x="15347424" y="23553358"/>
                  </a:cubicBezTo>
                  <a:cubicBezTo>
                    <a:pt x="15368760" y="23695653"/>
                    <a:pt x="15331604" y="23729621"/>
                    <a:pt x="15162988" y="23721965"/>
                  </a:cubicBezTo>
                  <a:cubicBezTo>
                    <a:pt x="15073012" y="23717878"/>
                    <a:pt x="15056608" y="23713434"/>
                    <a:pt x="15035560" y="23687442"/>
                  </a:cubicBezTo>
                  <a:cubicBezTo>
                    <a:pt x="15001144" y="23644945"/>
                    <a:pt x="15001888" y="23530242"/>
                    <a:pt x="15036804" y="23495325"/>
                  </a:cubicBezTo>
                  <a:cubicBezTo>
                    <a:pt x="15058200" y="23473932"/>
                    <a:pt x="15079136" y="23469926"/>
                    <a:pt x="15169556" y="23469926"/>
                  </a:cubicBezTo>
                  <a:close/>
                  <a:moveTo>
                    <a:pt x="42395446" y="23464869"/>
                  </a:moveTo>
                  <a:cubicBezTo>
                    <a:pt x="42443480" y="23466242"/>
                    <a:pt x="42499588" y="23473026"/>
                    <a:pt x="42529488" y="23483449"/>
                  </a:cubicBezTo>
                  <a:cubicBezTo>
                    <a:pt x="42555588" y="23492548"/>
                    <a:pt x="42573082" y="23510041"/>
                    <a:pt x="42582182" y="23536145"/>
                  </a:cubicBezTo>
                  <a:cubicBezTo>
                    <a:pt x="42601486" y="23591519"/>
                    <a:pt x="42599502" y="23752013"/>
                    <a:pt x="42579172" y="23779817"/>
                  </a:cubicBezTo>
                  <a:cubicBezTo>
                    <a:pt x="42559694" y="23806453"/>
                    <a:pt x="42430036" y="23821225"/>
                    <a:pt x="42337508" y="23807350"/>
                  </a:cubicBezTo>
                  <a:cubicBezTo>
                    <a:pt x="42285434" y="23799540"/>
                    <a:pt x="42278376" y="23794280"/>
                    <a:pt x="42264808" y="23753176"/>
                  </a:cubicBezTo>
                  <a:cubicBezTo>
                    <a:pt x="42246686" y="23698256"/>
                    <a:pt x="42255096" y="23529544"/>
                    <a:pt x="42277288" y="23502800"/>
                  </a:cubicBezTo>
                  <a:cubicBezTo>
                    <a:pt x="42285848" y="23492489"/>
                    <a:pt x="42302436" y="23478773"/>
                    <a:pt x="42314148" y="23472319"/>
                  </a:cubicBezTo>
                  <a:cubicBezTo>
                    <a:pt x="42320698" y="23468712"/>
                    <a:pt x="42334108" y="23466446"/>
                    <a:pt x="42351372" y="23465366"/>
                  </a:cubicBezTo>
                  <a:cubicBezTo>
                    <a:pt x="42364320" y="23464555"/>
                    <a:pt x="42379434" y="23464412"/>
                    <a:pt x="42395446" y="23464869"/>
                  </a:cubicBezTo>
                  <a:close/>
                  <a:moveTo>
                    <a:pt x="13213456" y="23381442"/>
                  </a:moveTo>
                  <a:cubicBezTo>
                    <a:pt x="13225872" y="23381502"/>
                    <a:pt x="13241476" y="23382205"/>
                    <a:pt x="13261364" y="23383330"/>
                  </a:cubicBezTo>
                  <a:cubicBezTo>
                    <a:pt x="13328972" y="23387150"/>
                    <a:pt x="13354556" y="23393951"/>
                    <a:pt x="13367400" y="23411516"/>
                  </a:cubicBezTo>
                  <a:cubicBezTo>
                    <a:pt x="13391280" y="23444178"/>
                    <a:pt x="13403368" y="23559919"/>
                    <a:pt x="13390344" y="23631216"/>
                  </a:cubicBezTo>
                  <a:cubicBezTo>
                    <a:pt x="13377408" y="23702026"/>
                    <a:pt x="13359296" y="23710542"/>
                    <a:pt x="13212472" y="23714846"/>
                  </a:cubicBezTo>
                  <a:cubicBezTo>
                    <a:pt x="13102888" y="23718058"/>
                    <a:pt x="13075156" y="23699608"/>
                    <a:pt x="13062476" y="23615045"/>
                  </a:cubicBezTo>
                  <a:cubicBezTo>
                    <a:pt x="13051428" y="23541376"/>
                    <a:pt x="13061824" y="23512028"/>
                    <a:pt x="13107304" y="23488512"/>
                  </a:cubicBezTo>
                  <a:cubicBezTo>
                    <a:pt x="13127760" y="23477932"/>
                    <a:pt x="13144504" y="23460473"/>
                    <a:pt x="13144504" y="23449716"/>
                  </a:cubicBezTo>
                  <a:cubicBezTo>
                    <a:pt x="13144504" y="23438959"/>
                    <a:pt x="13150748" y="23418488"/>
                    <a:pt x="13158380" y="23404227"/>
                  </a:cubicBezTo>
                  <a:cubicBezTo>
                    <a:pt x="13167672" y="23386863"/>
                    <a:pt x="13176208" y="23381261"/>
                    <a:pt x="13213456" y="23381442"/>
                  </a:cubicBezTo>
                  <a:close/>
                  <a:moveTo>
                    <a:pt x="44049952" y="23366737"/>
                  </a:moveTo>
                  <a:lnTo>
                    <a:pt x="44149628" y="23377316"/>
                  </a:lnTo>
                  <a:cubicBezTo>
                    <a:pt x="44280032" y="23391159"/>
                    <a:pt x="44284904" y="23397994"/>
                    <a:pt x="44284904" y="23567058"/>
                  </a:cubicBezTo>
                  <a:cubicBezTo>
                    <a:pt x="44284904" y="23722390"/>
                    <a:pt x="44283588" y="23723827"/>
                    <a:pt x="44141582" y="23723827"/>
                  </a:cubicBezTo>
                  <a:cubicBezTo>
                    <a:pt x="43971848" y="23723827"/>
                    <a:pt x="43930608" y="23687252"/>
                    <a:pt x="43942808" y="23547535"/>
                  </a:cubicBezTo>
                  <a:cubicBezTo>
                    <a:pt x="43947836" y="23489985"/>
                    <a:pt x="43956764" y="23470316"/>
                    <a:pt x="43999364" y="23422966"/>
                  </a:cubicBezTo>
                  <a:close/>
                  <a:moveTo>
                    <a:pt x="45077824" y="23292029"/>
                  </a:moveTo>
                  <a:cubicBezTo>
                    <a:pt x="45251903" y="23292029"/>
                    <a:pt x="45266374" y="23309729"/>
                    <a:pt x="45267999" y="23524711"/>
                  </a:cubicBezTo>
                  <a:cubicBezTo>
                    <a:pt x="45269478" y="23719729"/>
                    <a:pt x="45265698" y="23723828"/>
                    <a:pt x="45084503" y="23723828"/>
                  </a:cubicBezTo>
                  <a:cubicBezTo>
                    <a:pt x="44988084" y="23723828"/>
                    <a:pt x="44955292" y="23719303"/>
                    <a:pt x="44939860" y="23703872"/>
                  </a:cubicBezTo>
                  <a:cubicBezTo>
                    <a:pt x="44928881" y="23692896"/>
                    <a:pt x="44919902" y="23678555"/>
                    <a:pt x="44919902" y="23672005"/>
                  </a:cubicBezTo>
                  <a:cubicBezTo>
                    <a:pt x="44919902" y="23665457"/>
                    <a:pt x="44902756" y="23642156"/>
                    <a:pt x="44881802" y="23620228"/>
                  </a:cubicBezTo>
                  <a:cubicBezTo>
                    <a:pt x="44829734" y="23565743"/>
                    <a:pt x="44831424" y="23516969"/>
                    <a:pt x="44888152" y="23437179"/>
                  </a:cubicBezTo>
                  <a:cubicBezTo>
                    <a:pt x="44912600" y="23402793"/>
                    <a:pt x="44932602" y="23367498"/>
                    <a:pt x="44932602" y="23358743"/>
                  </a:cubicBezTo>
                  <a:cubicBezTo>
                    <a:pt x="44932602" y="23349990"/>
                    <a:pt x="44944031" y="23331398"/>
                    <a:pt x="44958002" y="23317428"/>
                  </a:cubicBezTo>
                  <a:cubicBezTo>
                    <a:pt x="44978847" y="23296583"/>
                    <a:pt x="45000334" y="23292029"/>
                    <a:pt x="45077824" y="23292029"/>
                  </a:cubicBezTo>
                  <a:close/>
                  <a:moveTo>
                    <a:pt x="15790268" y="23222343"/>
                  </a:moveTo>
                  <a:cubicBezTo>
                    <a:pt x="15814400" y="23222474"/>
                    <a:pt x="15835116" y="23231049"/>
                    <a:pt x="15841624" y="23248014"/>
                  </a:cubicBezTo>
                  <a:cubicBezTo>
                    <a:pt x="15845716" y="23258675"/>
                    <a:pt x="15874076" y="23278121"/>
                    <a:pt x="15904648" y="23291226"/>
                  </a:cubicBezTo>
                  <a:cubicBezTo>
                    <a:pt x="15971044" y="23319685"/>
                    <a:pt x="15978576" y="23335600"/>
                    <a:pt x="15970184" y="23429692"/>
                  </a:cubicBezTo>
                  <a:cubicBezTo>
                    <a:pt x="15952876" y="23623715"/>
                    <a:pt x="15958324" y="23613990"/>
                    <a:pt x="15858528" y="23628956"/>
                  </a:cubicBezTo>
                  <a:cubicBezTo>
                    <a:pt x="15782228" y="23640397"/>
                    <a:pt x="15720676" y="23618899"/>
                    <a:pt x="15672436" y="23563960"/>
                  </a:cubicBezTo>
                  <a:cubicBezTo>
                    <a:pt x="15636332" y="23522835"/>
                    <a:pt x="15633704" y="23513116"/>
                    <a:pt x="15633704" y="23420655"/>
                  </a:cubicBezTo>
                  <a:cubicBezTo>
                    <a:pt x="15633704" y="23314939"/>
                    <a:pt x="15631180" y="23320101"/>
                    <a:pt x="15718420" y="23247350"/>
                  </a:cubicBezTo>
                  <a:cubicBezTo>
                    <a:pt x="15738592" y="23230530"/>
                    <a:pt x="15766136" y="23222214"/>
                    <a:pt x="15790268" y="23222343"/>
                  </a:cubicBezTo>
                  <a:close/>
                  <a:moveTo>
                    <a:pt x="13721340" y="23197066"/>
                  </a:moveTo>
                  <a:cubicBezTo>
                    <a:pt x="13762888" y="23198400"/>
                    <a:pt x="13803640" y="23205681"/>
                    <a:pt x="13812872" y="23217921"/>
                  </a:cubicBezTo>
                  <a:cubicBezTo>
                    <a:pt x="13818968" y="23226001"/>
                    <a:pt x="13826776" y="23275067"/>
                    <a:pt x="13830224" y="23326953"/>
                  </a:cubicBezTo>
                  <a:cubicBezTo>
                    <a:pt x="13837912" y="23442625"/>
                    <a:pt x="13824744" y="23457231"/>
                    <a:pt x="13712740" y="23457231"/>
                  </a:cubicBezTo>
                  <a:cubicBezTo>
                    <a:pt x="13603804" y="23457231"/>
                    <a:pt x="13590200" y="23446211"/>
                    <a:pt x="13582828" y="23352009"/>
                  </a:cubicBezTo>
                  <a:cubicBezTo>
                    <a:pt x="13576652" y="23273127"/>
                    <a:pt x="13583456" y="23250544"/>
                    <a:pt x="13625032" y="23211889"/>
                  </a:cubicBezTo>
                  <a:cubicBezTo>
                    <a:pt x="13637448" y="23200343"/>
                    <a:pt x="13679792" y="23195731"/>
                    <a:pt x="13721340" y="23197066"/>
                  </a:cubicBezTo>
                  <a:close/>
                  <a:moveTo>
                    <a:pt x="41679538" y="23194631"/>
                  </a:moveTo>
                  <a:cubicBezTo>
                    <a:pt x="41689130" y="23194660"/>
                    <a:pt x="41700460" y="23195468"/>
                    <a:pt x="41714434" y="23196827"/>
                  </a:cubicBezTo>
                  <a:cubicBezTo>
                    <a:pt x="41863132" y="23211293"/>
                    <a:pt x="41884604" y="23237876"/>
                    <a:pt x="41884604" y="23407505"/>
                  </a:cubicBezTo>
                  <a:cubicBezTo>
                    <a:pt x="41884604" y="23535312"/>
                    <a:pt x="41869436" y="23549052"/>
                    <a:pt x="41738904" y="23539491"/>
                  </a:cubicBezTo>
                  <a:cubicBezTo>
                    <a:pt x="41593030" y="23528807"/>
                    <a:pt x="41550776" y="23492539"/>
                    <a:pt x="41550776" y="23378025"/>
                  </a:cubicBezTo>
                  <a:cubicBezTo>
                    <a:pt x="41550776" y="23302103"/>
                    <a:pt x="41565150" y="23267368"/>
                    <a:pt x="41615536" y="23221546"/>
                  </a:cubicBezTo>
                  <a:cubicBezTo>
                    <a:pt x="41637614" y="23201470"/>
                    <a:pt x="41650762" y="23194545"/>
                    <a:pt x="41679538" y="23194631"/>
                  </a:cubicBezTo>
                  <a:close/>
                  <a:moveTo>
                    <a:pt x="14609900" y="23114329"/>
                  </a:moveTo>
                  <a:cubicBezTo>
                    <a:pt x="14749320" y="23114329"/>
                    <a:pt x="14792940" y="23129769"/>
                    <a:pt x="14801500" y="23182148"/>
                  </a:cubicBezTo>
                  <a:cubicBezTo>
                    <a:pt x="14810024" y="23234281"/>
                    <a:pt x="14809816" y="23297681"/>
                    <a:pt x="14800904" y="23366168"/>
                  </a:cubicBezTo>
                  <a:cubicBezTo>
                    <a:pt x="14791164" y="23441013"/>
                    <a:pt x="14751200" y="23457229"/>
                    <a:pt x="14576488" y="23457229"/>
                  </a:cubicBezTo>
                  <a:cubicBezTo>
                    <a:pt x="14399632" y="23457229"/>
                    <a:pt x="14391064" y="23450874"/>
                    <a:pt x="14382948" y="23313633"/>
                  </a:cubicBezTo>
                  <a:cubicBezTo>
                    <a:pt x="14379560" y="23256404"/>
                    <a:pt x="14380992" y="23203854"/>
                    <a:pt x="14386120" y="23196857"/>
                  </a:cubicBezTo>
                  <a:cubicBezTo>
                    <a:pt x="14391256" y="23189861"/>
                    <a:pt x="14419940" y="23168431"/>
                    <a:pt x="14449872" y="23149232"/>
                  </a:cubicBezTo>
                  <a:cubicBezTo>
                    <a:pt x="14498064" y="23118321"/>
                    <a:pt x="14516368" y="23114329"/>
                    <a:pt x="14609900" y="23114329"/>
                  </a:cubicBezTo>
                  <a:close/>
                  <a:moveTo>
                    <a:pt x="12238672" y="23110563"/>
                  </a:moveTo>
                  <a:cubicBezTo>
                    <a:pt x="12260264" y="23113123"/>
                    <a:pt x="12279752" y="23123449"/>
                    <a:pt x="12295032" y="23141296"/>
                  </a:cubicBezTo>
                  <a:cubicBezTo>
                    <a:pt x="12339672" y="23193426"/>
                    <a:pt x="12337952" y="23420795"/>
                    <a:pt x="12292740" y="23444992"/>
                  </a:cubicBezTo>
                  <a:cubicBezTo>
                    <a:pt x="12263672" y="23460548"/>
                    <a:pt x="12152424" y="23460867"/>
                    <a:pt x="12112032" y="23445510"/>
                  </a:cubicBezTo>
                  <a:cubicBezTo>
                    <a:pt x="12085680" y="23435492"/>
                    <a:pt x="12079944" y="23422643"/>
                    <a:pt x="12072516" y="23356979"/>
                  </a:cubicBezTo>
                  <a:cubicBezTo>
                    <a:pt x="12063064" y="23273455"/>
                    <a:pt x="12079052" y="23190359"/>
                    <a:pt x="12109424" y="23165155"/>
                  </a:cubicBezTo>
                  <a:cubicBezTo>
                    <a:pt x="12119784" y="23156555"/>
                    <a:pt x="12146888" y="23139132"/>
                    <a:pt x="12169656" y="23126435"/>
                  </a:cubicBezTo>
                  <a:cubicBezTo>
                    <a:pt x="12193372" y="23113212"/>
                    <a:pt x="12217076" y="23108004"/>
                    <a:pt x="12238672" y="23110563"/>
                  </a:cubicBezTo>
                  <a:close/>
                  <a:moveTo>
                    <a:pt x="45653638" y="23018613"/>
                  </a:moveTo>
                  <a:cubicBezTo>
                    <a:pt x="45671941" y="23017355"/>
                    <a:pt x="45698005" y="23018817"/>
                    <a:pt x="45737257" y="23022627"/>
                  </a:cubicBezTo>
                  <a:cubicBezTo>
                    <a:pt x="45856378" y="23034190"/>
                    <a:pt x="45878907" y="23053888"/>
                    <a:pt x="45891895" y="23157831"/>
                  </a:cubicBezTo>
                  <a:cubicBezTo>
                    <a:pt x="45904022" y="23254895"/>
                    <a:pt x="45889337" y="23326773"/>
                    <a:pt x="45852437" y="23350949"/>
                  </a:cubicBezTo>
                  <a:cubicBezTo>
                    <a:pt x="45827180" y="23367499"/>
                    <a:pt x="45802474" y="23368993"/>
                    <a:pt x="45703166" y="23359981"/>
                  </a:cubicBezTo>
                  <a:cubicBezTo>
                    <a:pt x="45637712" y="23354042"/>
                    <a:pt x="45577577" y="23344196"/>
                    <a:pt x="45569531" y="23338102"/>
                  </a:cubicBezTo>
                  <a:cubicBezTo>
                    <a:pt x="45560474" y="23331240"/>
                    <a:pt x="45554902" y="23285169"/>
                    <a:pt x="45554902" y="23217103"/>
                  </a:cubicBezTo>
                  <a:cubicBezTo>
                    <a:pt x="45554902" y="23105594"/>
                    <a:pt x="45564873" y="23075493"/>
                    <a:pt x="45616585" y="23030924"/>
                  </a:cubicBezTo>
                  <a:cubicBezTo>
                    <a:pt x="45624793" y="23023851"/>
                    <a:pt x="45635335" y="23019871"/>
                    <a:pt x="45653638" y="23018613"/>
                  </a:cubicBezTo>
                  <a:close/>
                  <a:moveTo>
                    <a:pt x="12773764" y="22864889"/>
                  </a:moveTo>
                  <a:cubicBezTo>
                    <a:pt x="12786456" y="22866747"/>
                    <a:pt x="12796152" y="22876603"/>
                    <a:pt x="12818000" y="22896673"/>
                  </a:cubicBezTo>
                  <a:cubicBezTo>
                    <a:pt x="12837492" y="22914582"/>
                    <a:pt x="12868596" y="22932305"/>
                    <a:pt x="12887120" y="22936059"/>
                  </a:cubicBezTo>
                  <a:cubicBezTo>
                    <a:pt x="12912608" y="22941224"/>
                    <a:pt x="12923608" y="22953685"/>
                    <a:pt x="12932368" y="22987333"/>
                  </a:cubicBezTo>
                  <a:cubicBezTo>
                    <a:pt x="12943888" y="23031566"/>
                    <a:pt x="12939380" y="23122148"/>
                    <a:pt x="12921820" y="23199199"/>
                  </a:cubicBezTo>
                  <a:cubicBezTo>
                    <a:pt x="12911440" y="23244756"/>
                    <a:pt x="12880728" y="23256300"/>
                    <a:pt x="12745464" y="23265494"/>
                  </a:cubicBezTo>
                  <a:cubicBezTo>
                    <a:pt x="12677456" y="23270117"/>
                    <a:pt x="12667620" y="23267522"/>
                    <a:pt x="12642512" y="23238330"/>
                  </a:cubicBezTo>
                  <a:cubicBezTo>
                    <a:pt x="12592664" y="23180377"/>
                    <a:pt x="12587872" y="22978000"/>
                    <a:pt x="12635080" y="22924182"/>
                  </a:cubicBezTo>
                  <a:cubicBezTo>
                    <a:pt x="12646340" y="22911342"/>
                    <a:pt x="12680760" y="22891953"/>
                    <a:pt x="12711568" y="22881095"/>
                  </a:cubicBezTo>
                  <a:cubicBezTo>
                    <a:pt x="12745392" y="22869172"/>
                    <a:pt x="12761076" y="22863032"/>
                    <a:pt x="12773764" y="22864889"/>
                  </a:cubicBezTo>
                  <a:close/>
                  <a:moveTo>
                    <a:pt x="15063116" y="22747577"/>
                  </a:moveTo>
                  <a:cubicBezTo>
                    <a:pt x="15095664" y="22747612"/>
                    <a:pt x="15128844" y="22753306"/>
                    <a:pt x="15144472" y="22764640"/>
                  </a:cubicBezTo>
                  <a:cubicBezTo>
                    <a:pt x="15165728" y="22780058"/>
                    <a:pt x="15169228" y="22796145"/>
                    <a:pt x="15167212" y="22869221"/>
                  </a:cubicBezTo>
                  <a:cubicBezTo>
                    <a:pt x="15163904" y="22989428"/>
                    <a:pt x="15159444" y="22993681"/>
                    <a:pt x="15036800" y="22993681"/>
                  </a:cubicBezTo>
                  <a:cubicBezTo>
                    <a:pt x="14912464" y="22993681"/>
                    <a:pt x="14903104" y="22985199"/>
                    <a:pt x="14920680" y="22888433"/>
                  </a:cubicBezTo>
                  <a:cubicBezTo>
                    <a:pt x="14932516" y="22823268"/>
                    <a:pt x="14944944" y="22799526"/>
                    <a:pt x="14985560" y="22764467"/>
                  </a:cubicBezTo>
                  <a:cubicBezTo>
                    <a:pt x="14998656" y="22753165"/>
                    <a:pt x="15030568" y="22747541"/>
                    <a:pt x="15063116" y="22747577"/>
                  </a:cubicBezTo>
                  <a:close/>
                  <a:moveTo>
                    <a:pt x="41504102" y="22669735"/>
                  </a:moveTo>
                  <a:cubicBezTo>
                    <a:pt x="41603842" y="22669735"/>
                    <a:pt x="41617904" y="22685426"/>
                    <a:pt x="41617904" y="22796734"/>
                  </a:cubicBezTo>
                  <a:cubicBezTo>
                    <a:pt x="41617904" y="22858969"/>
                    <a:pt x="41612208" y="22889514"/>
                    <a:pt x="41597944" y="22903778"/>
                  </a:cubicBezTo>
                  <a:cubicBezTo>
                    <a:pt x="41570000" y="22931724"/>
                    <a:pt x="41430876" y="22931104"/>
                    <a:pt x="41390536" y="22902849"/>
                  </a:cubicBezTo>
                  <a:cubicBezTo>
                    <a:pt x="41363026" y="22883580"/>
                    <a:pt x="41361236" y="22875512"/>
                    <a:pt x="41367416" y="22798566"/>
                  </a:cubicBezTo>
                  <a:cubicBezTo>
                    <a:pt x="41372690" y="22732837"/>
                    <a:pt x="41380052" y="22710355"/>
                    <a:pt x="41402164" y="22692450"/>
                  </a:cubicBezTo>
                  <a:cubicBezTo>
                    <a:pt x="41421928" y="22676448"/>
                    <a:pt x="41452050" y="22669735"/>
                    <a:pt x="41504102" y="22669735"/>
                  </a:cubicBezTo>
                  <a:close/>
                  <a:moveTo>
                    <a:pt x="43524724" y="22669732"/>
                  </a:moveTo>
                  <a:lnTo>
                    <a:pt x="43614562" y="22669732"/>
                  </a:lnTo>
                  <a:lnTo>
                    <a:pt x="43753964" y="22809132"/>
                  </a:lnTo>
                  <a:lnTo>
                    <a:pt x="43743208" y="22924322"/>
                  </a:lnTo>
                  <a:cubicBezTo>
                    <a:pt x="43735932" y="23002254"/>
                    <a:pt x="43725228" y="23048559"/>
                    <a:pt x="43710116" y="23067486"/>
                  </a:cubicBezTo>
                  <a:cubicBezTo>
                    <a:pt x="43697828" y="23082873"/>
                    <a:pt x="43674968" y="23112544"/>
                    <a:pt x="43659316" y="23133422"/>
                  </a:cubicBezTo>
                  <a:cubicBezTo>
                    <a:pt x="43633600" y="23167716"/>
                    <a:pt x="43621384" y="23172351"/>
                    <a:pt x="43532776" y="23181414"/>
                  </a:cubicBezTo>
                  <a:cubicBezTo>
                    <a:pt x="43454356" y="23189436"/>
                    <a:pt x="43427076" y="23187501"/>
                    <a:pt x="43396632" y="23171759"/>
                  </a:cubicBezTo>
                  <a:cubicBezTo>
                    <a:pt x="43341752" y="23143382"/>
                    <a:pt x="43331792" y="23115885"/>
                    <a:pt x="43323532" y="22970030"/>
                  </a:cubicBezTo>
                  <a:cubicBezTo>
                    <a:pt x="43314764" y="22815171"/>
                    <a:pt x="43328030" y="22763551"/>
                    <a:pt x="43390772" y="22708466"/>
                  </a:cubicBezTo>
                  <a:cubicBezTo>
                    <a:pt x="43431056" y="22673095"/>
                    <a:pt x="43442688" y="22669732"/>
                    <a:pt x="43524724" y="22669732"/>
                  </a:cubicBezTo>
                  <a:close/>
                  <a:moveTo>
                    <a:pt x="14048372" y="22665003"/>
                  </a:moveTo>
                  <a:cubicBezTo>
                    <a:pt x="14122300" y="22664367"/>
                    <a:pt x="14129320" y="22668993"/>
                    <a:pt x="14154416" y="22698739"/>
                  </a:cubicBezTo>
                  <a:cubicBezTo>
                    <a:pt x="14210732" y="22765494"/>
                    <a:pt x="14215332" y="23040464"/>
                    <a:pt x="14160608" y="23068874"/>
                  </a:cubicBezTo>
                  <a:cubicBezTo>
                    <a:pt x="14145840" y="23076536"/>
                    <a:pt x="14064536" y="23082584"/>
                    <a:pt x="13976252" y="23082584"/>
                  </a:cubicBezTo>
                  <a:cubicBezTo>
                    <a:pt x="13828868" y="23082584"/>
                    <a:pt x="13816372" y="23080652"/>
                    <a:pt x="13789380" y="23053683"/>
                  </a:cubicBezTo>
                  <a:cubicBezTo>
                    <a:pt x="13763044" y="23027371"/>
                    <a:pt x="13760636" y="23014135"/>
                    <a:pt x="13762488" y="22906024"/>
                  </a:cubicBezTo>
                  <a:cubicBezTo>
                    <a:pt x="13763620" y="22839781"/>
                    <a:pt x="13771192" y="22776748"/>
                    <a:pt x="13779608" y="22763477"/>
                  </a:cubicBezTo>
                  <a:cubicBezTo>
                    <a:pt x="13787904" y="22750391"/>
                    <a:pt x="13818384" y="22723464"/>
                    <a:pt x="13847348" y="22703639"/>
                  </a:cubicBezTo>
                  <a:cubicBezTo>
                    <a:pt x="13894584" y="22671305"/>
                    <a:pt x="13911576" y="22667382"/>
                    <a:pt x="14012340" y="22665539"/>
                  </a:cubicBezTo>
                  <a:cubicBezTo>
                    <a:pt x="14025880" y="22665291"/>
                    <a:pt x="14037808" y="22665093"/>
                    <a:pt x="14048372" y="22665003"/>
                  </a:cubicBezTo>
                  <a:close/>
                  <a:moveTo>
                    <a:pt x="42097650" y="22664977"/>
                  </a:moveTo>
                  <a:cubicBezTo>
                    <a:pt x="42167692" y="22664647"/>
                    <a:pt x="42181958" y="22669508"/>
                    <a:pt x="42203730" y="22691299"/>
                  </a:cubicBezTo>
                  <a:cubicBezTo>
                    <a:pt x="42227568" y="22715154"/>
                    <a:pt x="42231500" y="22732706"/>
                    <a:pt x="42230752" y="22811949"/>
                  </a:cubicBezTo>
                  <a:cubicBezTo>
                    <a:pt x="42230272" y="22862953"/>
                    <a:pt x="42226740" y="22922969"/>
                    <a:pt x="42222898" y="22945319"/>
                  </a:cubicBezTo>
                  <a:cubicBezTo>
                    <a:pt x="42216452" y="22982838"/>
                    <a:pt x="42211248" y="22986602"/>
                    <a:pt x="42155036" y="22994409"/>
                  </a:cubicBezTo>
                  <a:cubicBezTo>
                    <a:pt x="42121548" y="22999058"/>
                    <a:pt x="42057556" y="23002463"/>
                    <a:pt x="42012828" y="23001972"/>
                  </a:cubicBezTo>
                  <a:cubicBezTo>
                    <a:pt x="41933128" y="23001102"/>
                    <a:pt x="41930280" y="22999867"/>
                    <a:pt x="41870208" y="22940183"/>
                  </a:cubicBezTo>
                  <a:cubicBezTo>
                    <a:pt x="41816770" y="22887089"/>
                    <a:pt x="41809696" y="22874034"/>
                    <a:pt x="41815006" y="22838335"/>
                  </a:cubicBezTo>
                  <a:cubicBezTo>
                    <a:pt x="41819336" y="22809252"/>
                    <a:pt x="41831884" y="22791811"/>
                    <a:pt x="41858304" y="22778149"/>
                  </a:cubicBezTo>
                  <a:cubicBezTo>
                    <a:pt x="41878760" y="22767570"/>
                    <a:pt x="41899138" y="22747452"/>
                    <a:pt x="41903584" y="22733447"/>
                  </a:cubicBezTo>
                  <a:cubicBezTo>
                    <a:pt x="41908030" y="22719443"/>
                    <a:pt x="41920792" y="22698857"/>
                    <a:pt x="41931948" y="22687703"/>
                  </a:cubicBezTo>
                  <a:cubicBezTo>
                    <a:pt x="41947082" y="22672569"/>
                    <a:pt x="41980596" y="22666910"/>
                    <a:pt x="42064032" y="22665403"/>
                  </a:cubicBezTo>
                  <a:cubicBezTo>
                    <a:pt x="42076500" y="22665178"/>
                    <a:pt x="42087644" y="22665025"/>
                    <a:pt x="42097650" y="22664977"/>
                  </a:cubicBezTo>
                  <a:close/>
                  <a:moveTo>
                    <a:pt x="44430521" y="22664199"/>
                  </a:moveTo>
                  <a:cubicBezTo>
                    <a:pt x="44466483" y="22666988"/>
                    <a:pt x="44504001" y="22675932"/>
                    <a:pt x="44523378" y="22689504"/>
                  </a:cubicBezTo>
                  <a:cubicBezTo>
                    <a:pt x="44548226" y="22706907"/>
                    <a:pt x="44551603" y="22720530"/>
                    <a:pt x="44551603" y="22803355"/>
                  </a:cubicBezTo>
                  <a:cubicBezTo>
                    <a:pt x="44551603" y="22915270"/>
                    <a:pt x="44542732" y="22923733"/>
                    <a:pt x="44425437" y="22923733"/>
                  </a:cubicBezTo>
                  <a:cubicBezTo>
                    <a:pt x="44318538" y="22923733"/>
                    <a:pt x="44291288" y="22896911"/>
                    <a:pt x="44302372" y="22802599"/>
                  </a:cubicBezTo>
                  <a:cubicBezTo>
                    <a:pt x="44311876" y="22721753"/>
                    <a:pt x="44320085" y="22698426"/>
                    <a:pt x="44346995" y="22675826"/>
                  </a:cubicBezTo>
                  <a:cubicBezTo>
                    <a:pt x="44360151" y="22664777"/>
                    <a:pt x="44394558" y="22661410"/>
                    <a:pt x="44430521" y="22664199"/>
                  </a:cubicBezTo>
                  <a:close/>
                  <a:moveTo>
                    <a:pt x="42720404" y="22663365"/>
                  </a:moveTo>
                  <a:cubicBezTo>
                    <a:pt x="42739898" y="22661869"/>
                    <a:pt x="42764104" y="22661945"/>
                    <a:pt x="42790716" y="22663769"/>
                  </a:cubicBezTo>
                  <a:cubicBezTo>
                    <a:pt x="42877518" y="22669723"/>
                    <a:pt x="42877810" y="22669869"/>
                    <a:pt x="42943116" y="22740866"/>
                  </a:cubicBezTo>
                  <a:cubicBezTo>
                    <a:pt x="43020080" y="22824535"/>
                    <a:pt x="43023596" y="22831775"/>
                    <a:pt x="43033056" y="22926082"/>
                  </a:cubicBezTo>
                  <a:cubicBezTo>
                    <a:pt x="43048468" y="23079737"/>
                    <a:pt x="43004568" y="23106771"/>
                    <a:pt x="42751628" y="23099381"/>
                  </a:cubicBezTo>
                  <a:cubicBezTo>
                    <a:pt x="42587668" y="23094588"/>
                    <a:pt x="42582124" y="23093503"/>
                    <a:pt x="42548162" y="23059541"/>
                  </a:cubicBezTo>
                  <a:cubicBezTo>
                    <a:pt x="42515480" y="23026860"/>
                    <a:pt x="42513248" y="23017632"/>
                    <a:pt x="42513248" y="22915228"/>
                  </a:cubicBezTo>
                  <a:cubicBezTo>
                    <a:pt x="42513248" y="22808304"/>
                    <a:pt x="42514104" y="22805219"/>
                    <a:pt x="42551076" y="22779054"/>
                  </a:cubicBezTo>
                  <a:cubicBezTo>
                    <a:pt x="42571878" y="22764331"/>
                    <a:pt x="42603312" y="22737591"/>
                    <a:pt x="42620926" y="22719633"/>
                  </a:cubicBezTo>
                  <a:cubicBezTo>
                    <a:pt x="42638536" y="22701674"/>
                    <a:pt x="42664378" y="22680416"/>
                    <a:pt x="42678348" y="22672393"/>
                  </a:cubicBezTo>
                  <a:cubicBezTo>
                    <a:pt x="42686122" y="22667929"/>
                    <a:pt x="42700908" y="22664861"/>
                    <a:pt x="42720404" y="22663365"/>
                  </a:cubicBezTo>
                  <a:close/>
                  <a:moveTo>
                    <a:pt x="16174272" y="22516844"/>
                  </a:moveTo>
                  <a:cubicBezTo>
                    <a:pt x="16201564" y="22520031"/>
                    <a:pt x="16233768" y="22537103"/>
                    <a:pt x="16297732" y="22571196"/>
                  </a:cubicBezTo>
                  <a:cubicBezTo>
                    <a:pt x="16383124" y="22616709"/>
                    <a:pt x="16398360" y="22642591"/>
                    <a:pt x="16406612" y="22756144"/>
                  </a:cubicBezTo>
                  <a:lnTo>
                    <a:pt x="16412420" y="22836100"/>
                  </a:lnTo>
                  <a:lnTo>
                    <a:pt x="16361876" y="22876794"/>
                  </a:lnTo>
                  <a:cubicBezTo>
                    <a:pt x="16334080" y="22899173"/>
                    <a:pt x="16304468" y="22936059"/>
                    <a:pt x="16296076" y="22958760"/>
                  </a:cubicBezTo>
                  <a:lnTo>
                    <a:pt x="16280816" y="23000035"/>
                  </a:lnTo>
                  <a:lnTo>
                    <a:pt x="16161368" y="23000035"/>
                  </a:lnTo>
                  <a:cubicBezTo>
                    <a:pt x="16069708" y="23000035"/>
                    <a:pt x="16037272" y="22995393"/>
                    <a:pt x="16021960" y="22980079"/>
                  </a:cubicBezTo>
                  <a:cubicBezTo>
                    <a:pt x="16010984" y="22969102"/>
                    <a:pt x="16002004" y="22954133"/>
                    <a:pt x="16002004" y="22946813"/>
                  </a:cubicBezTo>
                  <a:cubicBezTo>
                    <a:pt x="16002004" y="22939497"/>
                    <a:pt x="15982000" y="22900582"/>
                    <a:pt x="15957552" y="22860335"/>
                  </a:cubicBezTo>
                  <a:cubicBezTo>
                    <a:pt x="15909808" y="22781742"/>
                    <a:pt x="15900876" y="22721192"/>
                    <a:pt x="15933080" y="22694466"/>
                  </a:cubicBezTo>
                  <a:cubicBezTo>
                    <a:pt x="15944068" y="22685347"/>
                    <a:pt x="15963808" y="22656815"/>
                    <a:pt x="15976944" y="22631065"/>
                  </a:cubicBezTo>
                  <a:cubicBezTo>
                    <a:pt x="15995180" y="22595326"/>
                    <a:pt x="16019632" y="22575145"/>
                    <a:pt x="16080260" y="22545808"/>
                  </a:cubicBezTo>
                  <a:cubicBezTo>
                    <a:pt x="16124592" y="22524357"/>
                    <a:pt x="16146976" y="22513658"/>
                    <a:pt x="16174272" y="22516844"/>
                  </a:cubicBezTo>
                  <a:close/>
                  <a:moveTo>
                    <a:pt x="13189616" y="22486086"/>
                  </a:moveTo>
                  <a:cubicBezTo>
                    <a:pt x="13231512" y="22488534"/>
                    <a:pt x="13272552" y="22497042"/>
                    <a:pt x="13283208" y="22509882"/>
                  </a:cubicBezTo>
                  <a:cubicBezTo>
                    <a:pt x="13293640" y="22522458"/>
                    <a:pt x="13295040" y="22555019"/>
                    <a:pt x="13287936" y="22620133"/>
                  </a:cubicBezTo>
                  <a:cubicBezTo>
                    <a:pt x="13278264" y="22708791"/>
                    <a:pt x="13276312" y="22712953"/>
                    <a:pt x="13239752" y="22722823"/>
                  </a:cubicBezTo>
                  <a:cubicBezTo>
                    <a:pt x="13193232" y="22735385"/>
                    <a:pt x="13102792" y="22734103"/>
                    <a:pt x="13080896" y="22720570"/>
                  </a:cubicBezTo>
                  <a:cubicBezTo>
                    <a:pt x="13062024" y="22708906"/>
                    <a:pt x="13048864" y="22596833"/>
                    <a:pt x="13060784" y="22549327"/>
                  </a:cubicBezTo>
                  <a:cubicBezTo>
                    <a:pt x="13065336" y="22531182"/>
                    <a:pt x="13078896" y="22508374"/>
                    <a:pt x="13090908" y="22498643"/>
                  </a:cubicBezTo>
                  <a:cubicBezTo>
                    <a:pt x="13104976" y="22487248"/>
                    <a:pt x="13147724" y="22483637"/>
                    <a:pt x="13189616" y="22486086"/>
                  </a:cubicBezTo>
                  <a:close/>
                  <a:moveTo>
                    <a:pt x="45131765" y="22485069"/>
                  </a:moveTo>
                  <a:cubicBezTo>
                    <a:pt x="45149037" y="22483783"/>
                    <a:pt x="45174619" y="22485654"/>
                    <a:pt x="45215853" y="22490137"/>
                  </a:cubicBezTo>
                  <a:cubicBezTo>
                    <a:pt x="45270358" y="22496061"/>
                    <a:pt x="45321422" y="22507378"/>
                    <a:pt x="45329328" y="22515284"/>
                  </a:cubicBezTo>
                  <a:cubicBezTo>
                    <a:pt x="45337235" y="22523191"/>
                    <a:pt x="45346093" y="22562675"/>
                    <a:pt x="45349011" y="22603026"/>
                  </a:cubicBezTo>
                  <a:cubicBezTo>
                    <a:pt x="45356889" y="22711966"/>
                    <a:pt x="45334016" y="22734927"/>
                    <a:pt x="45209658" y="22742908"/>
                  </a:cubicBezTo>
                  <a:cubicBezTo>
                    <a:pt x="45152198" y="22746594"/>
                    <a:pt x="45095398" y="22742956"/>
                    <a:pt x="45067691" y="22733811"/>
                  </a:cubicBezTo>
                  <a:cubicBezTo>
                    <a:pt x="45023455" y="22719211"/>
                    <a:pt x="45021502" y="22716091"/>
                    <a:pt x="45021502" y="22660014"/>
                  </a:cubicBezTo>
                  <a:cubicBezTo>
                    <a:pt x="45021502" y="22603378"/>
                    <a:pt x="45046006" y="22551473"/>
                    <a:pt x="45097538" y="22498947"/>
                  </a:cubicBezTo>
                  <a:cubicBezTo>
                    <a:pt x="45105532" y="22490799"/>
                    <a:pt x="45114494" y="22486356"/>
                    <a:pt x="45131765" y="22485069"/>
                  </a:cubicBezTo>
                  <a:close/>
                  <a:moveTo>
                    <a:pt x="15643136" y="22483770"/>
                  </a:moveTo>
                  <a:cubicBezTo>
                    <a:pt x="15654280" y="22484265"/>
                    <a:pt x="15664064" y="22486863"/>
                    <a:pt x="15671800" y="22491747"/>
                  </a:cubicBezTo>
                  <a:cubicBezTo>
                    <a:pt x="15685636" y="22500478"/>
                    <a:pt x="15693768" y="22541844"/>
                    <a:pt x="15701500" y="22642829"/>
                  </a:cubicBezTo>
                  <a:cubicBezTo>
                    <a:pt x="15711724" y="22776334"/>
                    <a:pt x="15711032" y="22783002"/>
                    <a:pt x="15684232" y="22809802"/>
                  </a:cubicBezTo>
                  <a:cubicBezTo>
                    <a:pt x="15659840" y="22834197"/>
                    <a:pt x="15645888" y="22837053"/>
                    <a:pt x="15573624" y="22832452"/>
                  </a:cubicBezTo>
                  <a:cubicBezTo>
                    <a:pt x="15511348" y="22828486"/>
                    <a:pt x="15486608" y="22821272"/>
                    <a:pt x="15473416" y="22803234"/>
                  </a:cubicBezTo>
                  <a:cubicBezTo>
                    <a:pt x="15449476" y="22770493"/>
                    <a:pt x="15438184" y="22590186"/>
                    <a:pt x="15459364" y="22578820"/>
                  </a:cubicBezTo>
                  <a:cubicBezTo>
                    <a:pt x="15468040" y="22574165"/>
                    <a:pt x="15497312" y="22552735"/>
                    <a:pt x="15524416" y="22531195"/>
                  </a:cubicBezTo>
                  <a:cubicBezTo>
                    <a:pt x="15564004" y="22499735"/>
                    <a:pt x="15609704" y="22482287"/>
                    <a:pt x="15643136" y="22483770"/>
                  </a:cubicBezTo>
                  <a:close/>
                  <a:moveTo>
                    <a:pt x="45589427" y="22402638"/>
                  </a:moveTo>
                  <a:cubicBezTo>
                    <a:pt x="45634953" y="22401597"/>
                    <a:pt x="45680342" y="22406553"/>
                    <a:pt x="45692067" y="22418277"/>
                  </a:cubicBezTo>
                  <a:cubicBezTo>
                    <a:pt x="45700448" y="22426660"/>
                    <a:pt x="45707306" y="22458235"/>
                    <a:pt x="45707306" y="22488442"/>
                  </a:cubicBezTo>
                  <a:cubicBezTo>
                    <a:pt x="45707306" y="22540459"/>
                    <a:pt x="45705120" y="22543749"/>
                    <a:pt x="45666031" y="22550590"/>
                  </a:cubicBezTo>
                  <a:cubicBezTo>
                    <a:pt x="45597824" y="22562527"/>
                    <a:pt x="45503542" y="22558080"/>
                    <a:pt x="45484179" y="22542009"/>
                  </a:cubicBezTo>
                  <a:cubicBezTo>
                    <a:pt x="45459916" y="22521874"/>
                    <a:pt x="45461026" y="22447933"/>
                    <a:pt x="45485964" y="22422995"/>
                  </a:cubicBezTo>
                  <a:cubicBezTo>
                    <a:pt x="45498238" y="22410721"/>
                    <a:pt x="45543902" y="22403680"/>
                    <a:pt x="45589427" y="22402638"/>
                  </a:cubicBezTo>
                  <a:close/>
                  <a:moveTo>
                    <a:pt x="41802020" y="22239209"/>
                  </a:moveTo>
                  <a:cubicBezTo>
                    <a:pt x="41821688" y="22237613"/>
                    <a:pt x="41842546" y="22246706"/>
                    <a:pt x="41864278" y="22266514"/>
                  </a:cubicBezTo>
                  <a:cubicBezTo>
                    <a:pt x="41881520" y="22282231"/>
                    <a:pt x="41911244" y="22306918"/>
                    <a:pt x="41930332" y="22321376"/>
                  </a:cubicBezTo>
                  <a:cubicBezTo>
                    <a:pt x="41955540" y="22340468"/>
                    <a:pt x="41965034" y="22358879"/>
                    <a:pt x="41965034" y="22388655"/>
                  </a:cubicBezTo>
                  <a:cubicBezTo>
                    <a:pt x="41965034" y="22456461"/>
                    <a:pt x="41938400" y="22471029"/>
                    <a:pt x="41803644" y="22476923"/>
                  </a:cubicBezTo>
                  <a:cubicBezTo>
                    <a:pt x="41695224" y="22481664"/>
                    <a:pt x="41681848" y="22479685"/>
                    <a:pt x="41657452" y="22455290"/>
                  </a:cubicBezTo>
                  <a:cubicBezTo>
                    <a:pt x="41608500" y="22406338"/>
                    <a:pt x="41632782" y="22314139"/>
                    <a:pt x="41694628" y="22314139"/>
                  </a:cubicBezTo>
                  <a:cubicBezTo>
                    <a:pt x="41707890" y="22314139"/>
                    <a:pt x="41731418" y="22296994"/>
                    <a:pt x="41746912" y="22276039"/>
                  </a:cubicBezTo>
                  <a:cubicBezTo>
                    <a:pt x="41763878" y="22253090"/>
                    <a:pt x="41782354" y="22240804"/>
                    <a:pt x="41802020" y="22239209"/>
                  </a:cubicBezTo>
                  <a:close/>
                  <a:moveTo>
                    <a:pt x="52294519" y="22232184"/>
                  </a:moveTo>
                  <a:cubicBezTo>
                    <a:pt x="52347408" y="22239440"/>
                    <a:pt x="52373528" y="22267140"/>
                    <a:pt x="52374966" y="22317505"/>
                  </a:cubicBezTo>
                  <a:cubicBezTo>
                    <a:pt x="52377013" y="22389156"/>
                    <a:pt x="52401117" y="22471171"/>
                    <a:pt x="52435112" y="22522191"/>
                  </a:cubicBezTo>
                  <a:cubicBezTo>
                    <a:pt x="52464046" y="22565611"/>
                    <a:pt x="52469069" y="22589273"/>
                    <a:pt x="52475903" y="22714298"/>
                  </a:cubicBezTo>
                  <a:cubicBezTo>
                    <a:pt x="52482699" y="22838730"/>
                    <a:pt x="52487673" y="22862340"/>
                    <a:pt x="52514970" y="22899728"/>
                  </a:cubicBezTo>
                  <a:cubicBezTo>
                    <a:pt x="52543279" y="22938501"/>
                    <a:pt x="52547266" y="22960180"/>
                    <a:pt x="52556921" y="23127843"/>
                  </a:cubicBezTo>
                  <a:cubicBezTo>
                    <a:pt x="52566415" y="23292628"/>
                    <a:pt x="52565262" y="23315447"/>
                    <a:pt x="52546491" y="23334218"/>
                  </a:cubicBezTo>
                  <a:cubicBezTo>
                    <a:pt x="52505935" y="23374772"/>
                    <a:pt x="52412899" y="23349640"/>
                    <a:pt x="52412899" y="23298130"/>
                  </a:cubicBezTo>
                  <a:cubicBezTo>
                    <a:pt x="52412899" y="23288627"/>
                    <a:pt x="52396509" y="23269180"/>
                    <a:pt x="52376473" y="23254916"/>
                  </a:cubicBezTo>
                  <a:cubicBezTo>
                    <a:pt x="52356444" y="23240651"/>
                    <a:pt x="52332891" y="23211687"/>
                    <a:pt x="52324135" y="23190552"/>
                  </a:cubicBezTo>
                  <a:cubicBezTo>
                    <a:pt x="52315379" y="23169416"/>
                    <a:pt x="52303907" y="23152122"/>
                    <a:pt x="52298636" y="23152122"/>
                  </a:cubicBezTo>
                  <a:cubicBezTo>
                    <a:pt x="52276424" y="23152122"/>
                    <a:pt x="52150162" y="23214594"/>
                    <a:pt x="52134683" y="23233241"/>
                  </a:cubicBezTo>
                  <a:cubicBezTo>
                    <a:pt x="52125419" y="23244405"/>
                    <a:pt x="52091362" y="23256633"/>
                    <a:pt x="52058992" y="23260415"/>
                  </a:cubicBezTo>
                  <a:cubicBezTo>
                    <a:pt x="51996993" y="23267658"/>
                    <a:pt x="51955699" y="23292121"/>
                    <a:pt x="51955699" y="23321612"/>
                  </a:cubicBezTo>
                  <a:cubicBezTo>
                    <a:pt x="51955699" y="23331311"/>
                    <a:pt x="51932838" y="23354375"/>
                    <a:pt x="51904899" y="23372865"/>
                  </a:cubicBezTo>
                  <a:cubicBezTo>
                    <a:pt x="51876960" y="23391354"/>
                    <a:pt x="51854099" y="23411557"/>
                    <a:pt x="51854099" y="23417760"/>
                  </a:cubicBezTo>
                  <a:cubicBezTo>
                    <a:pt x="51854099" y="23423963"/>
                    <a:pt x="51836633" y="23435125"/>
                    <a:pt x="51815289" y="23442566"/>
                  </a:cubicBezTo>
                  <a:cubicBezTo>
                    <a:pt x="51753603" y="23464070"/>
                    <a:pt x="51689873" y="23513866"/>
                    <a:pt x="51585027" y="23622487"/>
                  </a:cubicBezTo>
                  <a:cubicBezTo>
                    <a:pt x="51524587" y="23685102"/>
                    <a:pt x="51477356" y="23723622"/>
                    <a:pt x="51461016" y="23723622"/>
                  </a:cubicBezTo>
                  <a:cubicBezTo>
                    <a:pt x="51444967" y="23723622"/>
                    <a:pt x="51424984" y="23739474"/>
                    <a:pt x="51410027" y="23764072"/>
                  </a:cubicBezTo>
                  <a:cubicBezTo>
                    <a:pt x="51383712" y="23807342"/>
                    <a:pt x="51288623" y="23888722"/>
                    <a:pt x="51264380" y="23888722"/>
                  </a:cubicBezTo>
                  <a:cubicBezTo>
                    <a:pt x="51256325" y="23888722"/>
                    <a:pt x="51228072" y="23911583"/>
                    <a:pt x="51201596" y="23939522"/>
                  </a:cubicBezTo>
                  <a:cubicBezTo>
                    <a:pt x="51175120" y="23967461"/>
                    <a:pt x="51145082" y="23990322"/>
                    <a:pt x="51134850" y="23990322"/>
                  </a:cubicBezTo>
                  <a:cubicBezTo>
                    <a:pt x="51124615" y="23990322"/>
                    <a:pt x="51095643" y="24010324"/>
                    <a:pt x="51070472" y="24034772"/>
                  </a:cubicBezTo>
                  <a:cubicBezTo>
                    <a:pt x="51045299" y="24059220"/>
                    <a:pt x="51019865" y="24079222"/>
                    <a:pt x="51013952" y="24079222"/>
                  </a:cubicBezTo>
                  <a:cubicBezTo>
                    <a:pt x="51008036" y="24079222"/>
                    <a:pt x="51003199" y="24083709"/>
                    <a:pt x="51003199" y="24089190"/>
                  </a:cubicBezTo>
                  <a:cubicBezTo>
                    <a:pt x="51003199" y="24094674"/>
                    <a:pt x="51030345" y="24102579"/>
                    <a:pt x="51063524" y="24106756"/>
                  </a:cubicBezTo>
                  <a:cubicBezTo>
                    <a:pt x="51096703" y="24110935"/>
                    <a:pt x="51149565" y="24124521"/>
                    <a:pt x="51180999" y="24136950"/>
                  </a:cubicBezTo>
                  <a:cubicBezTo>
                    <a:pt x="51227846" y="24155473"/>
                    <a:pt x="51295392" y="24161081"/>
                    <a:pt x="51555649" y="24168052"/>
                  </a:cubicBezTo>
                  <a:cubicBezTo>
                    <a:pt x="51804446" y="24174717"/>
                    <a:pt x="51881393" y="24180805"/>
                    <a:pt x="51911249" y="24196192"/>
                  </a:cubicBezTo>
                  <a:cubicBezTo>
                    <a:pt x="51932203" y="24206992"/>
                    <a:pt x="51971003" y="24215841"/>
                    <a:pt x="51997476" y="24215860"/>
                  </a:cubicBezTo>
                  <a:cubicBezTo>
                    <a:pt x="52023943" y="24215877"/>
                    <a:pt x="52054539" y="24223717"/>
                    <a:pt x="52065460" y="24233282"/>
                  </a:cubicBezTo>
                  <a:cubicBezTo>
                    <a:pt x="52080783" y="24246705"/>
                    <a:pt x="52140785" y="24250672"/>
                    <a:pt x="52328482" y="24250672"/>
                  </a:cubicBezTo>
                  <a:lnTo>
                    <a:pt x="52571649" y="24250672"/>
                  </a:lnTo>
                  <a:lnTo>
                    <a:pt x="52571649" y="24116776"/>
                  </a:lnTo>
                  <a:cubicBezTo>
                    <a:pt x="52571649" y="23994204"/>
                    <a:pt x="52574092" y="23980509"/>
                    <a:pt x="52600515" y="23954851"/>
                  </a:cubicBezTo>
                  <a:cubicBezTo>
                    <a:pt x="52623007" y="23933014"/>
                    <a:pt x="52644438" y="23926822"/>
                    <a:pt x="52697533" y="23926822"/>
                  </a:cubicBezTo>
                  <a:cubicBezTo>
                    <a:pt x="52802202" y="23926822"/>
                    <a:pt x="52821116" y="23948563"/>
                    <a:pt x="52831633" y="24080972"/>
                  </a:cubicBezTo>
                  <a:cubicBezTo>
                    <a:pt x="52841797" y="24208970"/>
                    <a:pt x="52840228" y="24203586"/>
                    <a:pt x="52880139" y="24247055"/>
                  </a:cubicBezTo>
                  <a:cubicBezTo>
                    <a:pt x="52909290" y="24278807"/>
                    <a:pt x="52912038" y="24292390"/>
                    <a:pt x="52914853" y="24418504"/>
                  </a:cubicBezTo>
                  <a:cubicBezTo>
                    <a:pt x="52917948" y="24557274"/>
                    <a:pt x="52932942" y="24613289"/>
                    <a:pt x="52976729" y="24649624"/>
                  </a:cubicBezTo>
                  <a:cubicBezTo>
                    <a:pt x="53001515" y="24670198"/>
                    <a:pt x="53003598" y="24743819"/>
                    <a:pt x="52979941" y="24763450"/>
                  </a:cubicBezTo>
                  <a:cubicBezTo>
                    <a:pt x="52957834" y="24781798"/>
                    <a:pt x="52855439" y="24795871"/>
                    <a:pt x="52816025" y="24785978"/>
                  </a:cubicBezTo>
                  <a:cubicBezTo>
                    <a:pt x="52799269" y="24781773"/>
                    <a:pt x="52778849" y="24763610"/>
                    <a:pt x="52770651" y="24745617"/>
                  </a:cubicBezTo>
                  <a:cubicBezTo>
                    <a:pt x="52762447" y="24727624"/>
                    <a:pt x="52736067" y="24704681"/>
                    <a:pt x="52712019" y="24694633"/>
                  </a:cubicBezTo>
                  <a:cubicBezTo>
                    <a:pt x="52687971" y="24684586"/>
                    <a:pt x="52660840" y="24665715"/>
                    <a:pt x="52651725" y="24652697"/>
                  </a:cubicBezTo>
                  <a:cubicBezTo>
                    <a:pt x="52642609" y="24639681"/>
                    <a:pt x="52625525" y="24625338"/>
                    <a:pt x="52613761" y="24620826"/>
                  </a:cubicBezTo>
                  <a:cubicBezTo>
                    <a:pt x="52592814" y="24612791"/>
                    <a:pt x="52485874" y="24601235"/>
                    <a:pt x="52402791" y="24598026"/>
                  </a:cubicBezTo>
                  <a:cubicBezTo>
                    <a:pt x="52370942" y="24596797"/>
                    <a:pt x="52356654" y="24588137"/>
                    <a:pt x="52343043" y="24561810"/>
                  </a:cubicBezTo>
                  <a:lnTo>
                    <a:pt x="52325152" y="24527210"/>
                  </a:lnTo>
                  <a:lnTo>
                    <a:pt x="51613788" y="24515141"/>
                  </a:lnTo>
                  <a:lnTo>
                    <a:pt x="51466749" y="24429813"/>
                  </a:lnTo>
                  <a:lnTo>
                    <a:pt x="51098449" y="24420969"/>
                  </a:lnTo>
                  <a:cubicBezTo>
                    <a:pt x="50895885" y="24416105"/>
                    <a:pt x="50712435" y="24414374"/>
                    <a:pt x="50690784" y="24417124"/>
                  </a:cubicBezTo>
                  <a:cubicBezTo>
                    <a:pt x="50661173" y="24420883"/>
                    <a:pt x="50636000" y="24411165"/>
                    <a:pt x="50589184" y="24377903"/>
                  </a:cubicBezTo>
                  <a:lnTo>
                    <a:pt x="50526949" y="24333684"/>
                  </a:lnTo>
                  <a:lnTo>
                    <a:pt x="50333274" y="24339803"/>
                  </a:lnTo>
                  <a:cubicBezTo>
                    <a:pt x="50092014" y="24347426"/>
                    <a:pt x="50089100" y="24345741"/>
                    <a:pt x="50085078" y="24196277"/>
                  </a:cubicBezTo>
                  <a:lnTo>
                    <a:pt x="50082449" y="24098522"/>
                  </a:lnTo>
                  <a:lnTo>
                    <a:pt x="50122257" y="24088882"/>
                  </a:lnTo>
                  <a:cubicBezTo>
                    <a:pt x="50144151" y="24083580"/>
                    <a:pt x="50171430" y="24064949"/>
                    <a:pt x="50182874" y="24047483"/>
                  </a:cubicBezTo>
                  <a:cubicBezTo>
                    <a:pt x="50194321" y="24030013"/>
                    <a:pt x="50211926" y="24015721"/>
                    <a:pt x="50221997" y="24015721"/>
                  </a:cubicBezTo>
                  <a:cubicBezTo>
                    <a:pt x="50232071" y="24015721"/>
                    <a:pt x="50281190" y="23975249"/>
                    <a:pt x="50331150" y="23925782"/>
                  </a:cubicBezTo>
                  <a:cubicBezTo>
                    <a:pt x="50397698" y="23859891"/>
                    <a:pt x="50433572" y="23833961"/>
                    <a:pt x="50465303" y="23828811"/>
                  </a:cubicBezTo>
                  <a:cubicBezTo>
                    <a:pt x="50493140" y="23824293"/>
                    <a:pt x="50517684" y="23809051"/>
                    <a:pt x="50533990" y="23786153"/>
                  </a:cubicBezTo>
                  <a:cubicBezTo>
                    <a:pt x="50547943" y="23766557"/>
                    <a:pt x="50571706" y="23746605"/>
                    <a:pt x="50586800" y="23741815"/>
                  </a:cubicBezTo>
                  <a:cubicBezTo>
                    <a:pt x="50601890" y="23737026"/>
                    <a:pt x="50629792" y="23712399"/>
                    <a:pt x="50648805" y="23687089"/>
                  </a:cubicBezTo>
                  <a:cubicBezTo>
                    <a:pt x="50692108" y="23629442"/>
                    <a:pt x="50789401" y="23558522"/>
                    <a:pt x="50825182" y="23558522"/>
                  </a:cubicBezTo>
                  <a:cubicBezTo>
                    <a:pt x="50842130" y="23558522"/>
                    <a:pt x="50862634" y="23542222"/>
                    <a:pt x="50880090" y="23514880"/>
                  </a:cubicBezTo>
                  <a:cubicBezTo>
                    <a:pt x="50899742" y="23484096"/>
                    <a:pt x="50920153" y="23469205"/>
                    <a:pt x="50949379" y="23464336"/>
                  </a:cubicBezTo>
                  <a:cubicBezTo>
                    <a:pt x="50977579" y="23459637"/>
                    <a:pt x="50995513" y="23447112"/>
                    <a:pt x="51005534" y="23425122"/>
                  </a:cubicBezTo>
                  <a:cubicBezTo>
                    <a:pt x="51013629" y="23407353"/>
                    <a:pt x="51032289" y="23389793"/>
                    <a:pt x="51046995" y="23386102"/>
                  </a:cubicBezTo>
                  <a:cubicBezTo>
                    <a:pt x="51061704" y="23382410"/>
                    <a:pt x="51084813" y="23362914"/>
                    <a:pt x="51098344" y="23342777"/>
                  </a:cubicBezTo>
                  <a:cubicBezTo>
                    <a:pt x="51114817" y="23318267"/>
                    <a:pt x="51140809" y="23301668"/>
                    <a:pt x="51176971" y="23292561"/>
                  </a:cubicBezTo>
                  <a:cubicBezTo>
                    <a:pt x="51208907" y="23284520"/>
                    <a:pt x="51236766" y="23268168"/>
                    <a:pt x="51245119" y="23252565"/>
                  </a:cubicBezTo>
                  <a:cubicBezTo>
                    <a:pt x="51252886" y="23238049"/>
                    <a:pt x="51277595" y="23218504"/>
                    <a:pt x="51300024" y="23209132"/>
                  </a:cubicBezTo>
                  <a:cubicBezTo>
                    <a:pt x="51322454" y="23199761"/>
                    <a:pt x="51348626" y="23177479"/>
                    <a:pt x="51358185" y="23159618"/>
                  </a:cubicBezTo>
                  <a:cubicBezTo>
                    <a:pt x="51367744" y="23141757"/>
                    <a:pt x="51384652" y="23120575"/>
                    <a:pt x="51395758" y="23112548"/>
                  </a:cubicBezTo>
                  <a:cubicBezTo>
                    <a:pt x="51476159" y="23054429"/>
                    <a:pt x="51527514" y="23025122"/>
                    <a:pt x="51548955" y="23025122"/>
                  </a:cubicBezTo>
                  <a:cubicBezTo>
                    <a:pt x="51562697" y="23025122"/>
                    <a:pt x="51586571" y="23008035"/>
                    <a:pt x="51602012" y="22987149"/>
                  </a:cubicBezTo>
                  <a:cubicBezTo>
                    <a:pt x="51617453" y="22966265"/>
                    <a:pt x="51639055" y="22942648"/>
                    <a:pt x="51650018" y="22934667"/>
                  </a:cubicBezTo>
                  <a:cubicBezTo>
                    <a:pt x="51660979" y="22926686"/>
                    <a:pt x="51690366" y="22899483"/>
                    <a:pt x="51715317" y="22874215"/>
                  </a:cubicBezTo>
                  <a:cubicBezTo>
                    <a:pt x="51829183" y="22758910"/>
                    <a:pt x="52051116" y="22580622"/>
                    <a:pt x="52080783" y="22580622"/>
                  </a:cubicBezTo>
                  <a:cubicBezTo>
                    <a:pt x="52111026" y="22580622"/>
                    <a:pt x="52122591" y="22553940"/>
                    <a:pt x="52144953" y="22432643"/>
                  </a:cubicBezTo>
                  <a:cubicBezTo>
                    <a:pt x="52165739" y="22319866"/>
                    <a:pt x="52180981" y="22283318"/>
                    <a:pt x="52219751" y="22253288"/>
                  </a:cubicBezTo>
                  <a:cubicBezTo>
                    <a:pt x="52243557" y="22234848"/>
                    <a:pt x="52266576" y="22228350"/>
                    <a:pt x="52294519" y="22232184"/>
                  </a:cubicBezTo>
                  <a:close/>
                  <a:moveTo>
                    <a:pt x="14254196" y="22225337"/>
                  </a:moveTo>
                  <a:cubicBezTo>
                    <a:pt x="14300504" y="22225337"/>
                    <a:pt x="14339936" y="22231611"/>
                    <a:pt x="14346272" y="22239986"/>
                  </a:cubicBezTo>
                  <a:cubicBezTo>
                    <a:pt x="14360408" y="22258675"/>
                    <a:pt x="14360828" y="22435569"/>
                    <a:pt x="14346768" y="22449671"/>
                  </a:cubicBezTo>
                  <a:cubicBezTo>
                    <a:pt x="14340948" y="22455511"/>
                    <a:pt x="14290732" y="22460287"/>
                    <a:pt x="14235180" y="22460287"/>
                  </a:cubicBezTo>
                  <a:cubicBezTo>
                    <a:pt x="14159216" y="22460287"/>
                    <a:pt x="14131192" y="22455565"/>
                    <a:pt x="14122136" y="22441237"/>
                  </a:cubicBezTo>
                  <a:cubicBezTo>
                    <a:pt x="14101716" y="22408937"/>
                    <a:pt x="14119176" y="22279365"/>
                    <a:pt x="14147800" y="22250737"/>
                  </a:cubicBezTo>
                  <a:cubicBezTo>
                    <a:pt x="14167892" y="22230647"/>
                    <a:pt x="14190136" y="22225337"/>
                    <a:pt x="14254196" y="22225337"/>
                  </a:cubicBezTo>
                  <a:close/>
                  <a:moveTo>
                    <a:pt x="14966232" y="22225336"/>
                  </a:moveTo>
                  <a:cubicBezTo>
                    <a:pt x="15070924" y="22225336"/>
                    <a:pt x="15090820" y="22247280"/>
                    <a:pt x="15081056" y="22351987"/>
                  </a:cubicBezTo>
                  <a:cubicBezTo>
                    <a:pt x="15071308" y="22456571"/>
                    <a:pt x="15066740" y="22460286"/>
                    <a:pt x="14947904" y="22460286"/>
                  </a:cubicBezTo>
                  <a:cubicBezTo>
                    <a:pt x="14870584" y="22460286"/>
                    <a:pt x="14842416" y="22455602"/>
                    <a:pt x="14833336" y="22441236"/>
                  </a:cubicBezTo>
                  <a:cubicBezTo>
                    <a:pt x="14812916" y="22408936"/>
                    <a:pt x="14830376" y="22279365"/>
                    <a:pt x="14859000" y="22250737"/>
                  </a:cubicBezTo>
                  <a:cubicBezTo>
                    <a:pt x="14879148" y="22230591"/>
                    <a:pt x="14901336" y="22225336"/>
                    <a:pt x="14966232" y="22225336"/>
                  </a:cubicBezTo>
                  <a:close/>
                  <a:moveTo>
                    <a:pt x="12276556" y="22217857"/>
                  </a:moveTo>
                  <a:cubicBezTo>
                    <a:pt x="12339760" y="22212374"/>
                    <a:pt x="12447992" y="22231372"/>
                    <a:pt x="12470928" y="22259699"/>
                  </a:cubicBezTo>
                  <a:cubicBezTo>
                    <a:pt x="12494808" y="22289190"/>
                    <a:pt x="12500696" y="22368808"/>
                    <a:pt x="12486200" y="22466277"/>
                  </a:cubicBezTo>
                  <a:cubicBezTo>
                    <a:pt x="12475232" y="22540030"/>
                    <a:pt x="12444836" y="22556265"/>
                    <a:pt x="12313896" y="22558316"/>
                  </a:cubicBezTo>
                  <a:cubicBezTo>
                    <a:pt x="12223716" y="22559728"/>
                    <a:pt x="12211160" y="22556950"/>
                    <a:pt x="12190072" y="22530907"/>
                  </a:cubicBezTo>
                  <a:cubicBezTo>
                    <a:pt x="12142748" y="22472462"/>
                    <a:pt x="12165100" y="22317534"/>
                    <a:pt x="12233188" y="22232060"/>
                  </a:cubicBezTo>
                  <a:cubicBezTo>
                    <a:pt x="12239424" y="22224231"/>
                    <a:pt x="12255492" y="22219684"/>
                    <a:pt x="12276556" y="22217857"/>
                  </a:cubicBezTo>
                  <a:close/>
                  <a:moveTo>
                    <a:pt x="42423440" y="22011457"/>
                  </a:moveTo>
                  <a:cubicBezTo>
                    <a:pt x="42451392" y="22010431"/>
                    <a:pt x="42481556" y="22016391"/>
                    <a:pt x="42517032" y="22029224"/>
                  </a:cubicBezTo>
                  <a:cubicBezTo>
                    <a:pt x="42585396" y="22053954"/>
                    <a:pt x="42597842" y="22084039"/>
                    <a:pt x="42589278" y="22203841"/>
                  </a:cubicBezTo>
                  <a:cubicBezTo>
                    <a:pt x="42585692" y="22254029"/>
                    <a:pt x="42582190" y="22310714"/>
                    <a:pt x="42581500" y="22329812"/>
                  </a:cubicBezTo>
                  <a:cubicBezTo>
                    <a:pt x="42580384" y="22360733"/>
                    <a:pt x="42574492" y="22365244"/>
                    <a:pt x="42527698" y="22371017"/>
                  </a:cubicBezTo>
                  <a:cubicBezTo>
                    <a:pt x="42453064" y="22380223"/>
                    <a:pt x="42377704" y="22378846"/>
                    <a:pt x="42348532" y="22367743"/>
                  </a:cubicBezTo>
                  <a:cubicBezTo>
                    <a:pt x="42334772" y="22362504"/>
                    <a:pt x="42310484" y="22338884"/>
                    <a:pt x="42294558" y="22315251"/>
                  </a:cubicBezTo>
                  <a:cubicBezTo>
                    <a:pt x="42271050" y="22280367"/>
                    <a:pt x="42265602" y="22255012"/>
                    <a:pt x="42265602" y="22180467"/>
                  </a:cubicBezTo>
                  <a:cubicBezTo>
                    <a:pt x="42265602" y="22082419"/>
                    <a:pt x="42267752" y="22078406"/>
                    <a:pt x="42343136" y="22035607"/>
                  </a:cubicBezTo>
                  <a:cubicBezTo>
                    <a:pt x="42369754" y="22020495"/>
                    <a:pt x="42395490" y="22012483"/>
                    <a:pt x="42423440" y="22011457"/>
                  </a:cubicBezTo>
                  <a:close/>
                  <a:moveTo>
                    <a:pt x="15927480" y="21958639"/>
                  </a:moveTo>
                  <a:cubicBezTo>
                    <a:pt x="16018988" y="21958639"/>
                    <a:pt x="16028432" y="21961100"/>
                    <a:pt x="16047280" y="21989873"/>
                  </a:cubicBezTo>
                  <a:cubicBezTo>
                    <a:pt x="16075472" y="22032900"/>
                    <a:pt x="16060888" y="22095894"/>
                    <a:pt x="16019048" y="22111800"/>
                  </a:cubicBezTo>
                  <a:cubicBezTo>
                    <a:pt x="15942356" y="22140960"/>
                    <a:pt x="15816248" y="22117474"/>
                    <a:pt x="15783120" y="22067863"/>
                  </a:cubicBezTo>
                  <a:cubicBezTo>
                    <a:pt x="15770584" y="22049085"/>
                    <a:pt x="15781416" y="22010268"/>
                    <a:pt x="15807120" y="21981864"/>
                  </a:cubicBezTo>
                  <a:cubicBezTo>
                    <a:pt x="15824072" y="21963135"/>
                    <a:pt x="15847368" y="21958639"/>
                    <a:pt x="15927480" y="21958639"/>
                  </a:cubicBezTo>
                  <a:close/>
                  <a:moveTo>
                    <a:pt x="44610852" y="21958538"/>
                  </a:moveTo>
                  <a:lnTo>
                    <a:pt x="44696360" y="21958538"/>
                  </a:lnTo>
                  <a:lnTo>
                    <a:pt x="44757330" y="22023482"/>
                  </a:lnTo>
                  <a:cubicBezTo>
                    <a:pt x="44816945" y="22086978"/>
                    <a:pt x="44818303" y="22090222"/>
                    <a:pt x="44818303" y="22169095"/>
                  </a:cubicBezTo>
                  <a:cubicBezTo>
                    <a:pt x="44818303" y="22241084"/>
                    <a:pt x="44814319" y="22253838"/>
                    <a:pt x="44781263" y="22287653"/>
                  </a:cubicBezTo>
                  <a:cubicBezTo>
                    <a:pt x="44760893" y="22308493"/>
                    <a:pt x="44740702" y="22336647"/>
                    <a:pt x="44736395" y="22350221"/>
                  </a:cubicBezTo>
                  <a:cubicBezTo>
                    <a:pt x="44728191" y="22376069"/>
                    <a:pt x="44722027" y="22377165"/>
                    <a:pt x="44583353" y="22377445"/>
                  </a:cubicBezTo>
                  <a:cubicBezTo>
                    <a:pt x="44494168" y="22377625"/>
                    <a:pt x="44423583" y="22347682"/>
                    <a:pt x="44407125" y="22302685"/>
                  </a:cubicBezTo>
                  <a:cubicBezTo>
                    <a:pt x="44387939" y="22250226"/>
                    <a:pt x="44382286" y="22117148"/>
                    <a:pt x="44398000" y="22087787"/>
                  </a:cubicBezTo>
                  <a:cubicBezTo>
                    <a:pt x="44406049" y="22072746"/>
                    <a:pt x="44426525" y="22056953"/>
                    <a:pt x="44443501" y="22052692"/>
                  </a:cubicBezTo>
                  <a:cubicBezTo>
                    <a:pt x="44460477" y="22048431"/>
                    <a:pt x="44485836" y="22025504"/>
                    <a:pt x="44499854" y="22001743"/>
                  </a:cubicBezTo>
                  <a:cubicBezTo>
                    <a:pt x="44524836" y="21959406"/>
                    <a:pt x="44527062" y="21958538"/>
                    <a:pt x="44610852" y="21958538"/>
                  </a:cubicBezTo>
                  <a:close/>
                  <a:moveTo>
                    <a:pt x="15533136" y="21952370"/>
                  </a:moveTo>
                  <a:cubicBezTo>
                    <a:pt x="15558496" y="21955343"/>
                    <a:pt x="15584784" y="21964656"/>
                    <a:pt x="15596240" y="21978461"/>
                  </a:cubicBezTo>
                  <a:cubicBezTo>
                    <a:pt x="15612960" y="21998610"/>
                    <a:pt x="15616340" y="22083856"/>
                    <a:pt x="15603380" y="22158666"/>
                  </a:cubicBezTo>
                  <a:cubicBezTo>
                    <a:pt x="15596560" y="22198042"/>
                    <a:pt x="15593608" y="22199941"/>
                    <a:pt x="15539212" y="22199941"/>
                  </a:cubicBezTo>
                  <a:cubicBezTo>
                    <a:pt x="15493984" y="22199941"/>
                    <a:pt x="15479192" y="22194333"/>
                    <a:pt x="15467680" y="22172817"/>
                  </a:cubicBezTo>
                  <a:cubicBezTo>
                    <a:pt x="15451216" y="22142058"/>
                    <a:pt x="15456916" y="21992237"/>
                    <a:pt x="15475608" y="21964318"/>
                  </a:cubicBezTo>
                  <a:cubicBezTo>
                    <a:pt x="15483344" y="21952763"/>
                    <a:pt x="15507776" y="21949396"/>
                    <a:pt x="15533136" y="21952370"/>
                  </a:cubicBezTo>
                  <a:close/>
                  <a:moveTo>
                    <a:pt x="16548104" y="21857429"/>
                  </a:moveTo>
                  <a:cubicBezTo>
                    <a:pt x="16664228" y="21857429"/>
                    <a:pt x="16681000" y="21872362"/>
                    <a:pt x="16678792" y="21973768"/>
                  </a:cubicBezTo>
                  <a:cubicBezTo>
                    <a:pt x="16676280" y="22089455"/>
                    <a:pt x="16661072" y="22104690"/>
                    <a:pt x="16548104" y="22104690"/>
                  </a:cubicBezTo>
                  <a:cubicBezTo>
                    <a:pt x="16428968" y="22104690"/>
                    <a:pt x="16414416" y="22088544"/>
                    <a:pt x="16430112" y="21973768"/>
                  </a:cubicBezTo>
                  <a:cubicBezTo>
                    <a:pt x="16436136" y="21929701"/>
                    <a:pt x="16446576" y="21885498"/>
                    <a:pt x="16453312" y="21875538"/>
                  </a:cubicBezTo>
                  <a:cubicBezTo>
                    <a:pt x="16461808" y="21862971"/>
                    <a:pt x="16490820" y="21857429"/>
                    <a:pt x="16548104" y="21857429"/>
                  </a:cubicBezTo>
                  <a:close/>
                  <a:moveTo>
                    <a:pt x="13794220" y="21806668"/>
                  </a:moveTo>
                  <a:cubicBezTo>
                    <a:pt x="13823336" y="21806020"/>
                    <a:pt x="13851340" y="21809633"/>
                    <a:pt x="13861052" y="21817888"/>
                  </a:cubicBezTo>
                  <a:cubicBezTo>
                    <a:pt x="13868584" y="21824292"/>
                    <a:pt x="13900232" y="21842867"/>
                    <a:pt x="13931372" y="21859163"/>
                  </a:cubicBezTo>
                  <a:cubicBezTo>
                    <a:pt x="14000000" y="21895080"/>
                    <a:pt x="14009704" y="21927031"/>
                    <a:pt x="14011008" y="22121397"/>
                  </a:cubicBezTo>
                  <a:cubicBezTo>
                    <a:pt x="14012152" y="22291888"/>
                    <a:pt x="14011720" y="22292336"/>
                    <a:pt x="13847184" y="22292094"/>
                  </a:cubicBezTo>
                  <a:cubicBezTo>
                    <a:pt x="13691284" y="22291866"/>
                    <a:pt x="13649376" y="22278612"/>
                    <a:pt x="13608376" y="22216582"/>
                  </a:cubicBezTo>
                  <a:cubicBezTo>
                    <a:pt x="13578540" y="22171437"/>
                    <a:pt x="13576820" y="22160390"/>
                    <a:pt x="13582700" y="22051757"/>
                  </a:cubicBezTo>
                  <a:cubicBezTo>
                    <a:pt x="13586168" y="21987717"/>
                    <a:pt x="13592472" y="21926278"/>
                    <a:pt x="13596712" y="21915225"/>
                  </a:cubicBezTo>
                  <a:cubicBezTo>
                    <a:pt x="13603496" y="21897544"/>
                    <a:pt x="13630524" y="21877012"/>
                    <a:pt x="13720732" y="21821007"/>
                  </a:cubicBezTo>
                  <a:cubicBezTo>
                    <a:pt x="13734884" y="21812222"/>
                    <a:pt x="13765108" y="21807315"/>
                    <a:pt x="13794220" y="21806668"/>
                  </a:cubicBezTo>
                  <a:close/>
                  <a:moveTo>
                    <a:pt x="43419218" y="21780739"/>
                  </a:moveTo>
                  <a:cubicBezTo>
                    <a:pt x="43479760" y="21780739"/>
                    <a:pt x="43492148" y="21785546"/>
                    <a:pt x="43530524" y="21823919"/>
                  </a:cubicBezTo>
                  <a:cubicBezTo>
                    <a:pt x="43572918" y="21866314"/>
                    <a:pt x="43573702" y="21869081"/>
                    <a:pt x="43573702" y="21976026"/>
                  </a:cubicBezTo>
                  <a:cubicBezTo>
                    <a:pt x="43573702" y="22077938"/>
                    <a:pt x="43571674" y="22086282"/>
                    <a:pt x="43542236" y="22105571"/>
                  </a:cubicBezTo>
                  <a:cubicBezTo>
                    <a:pt x="43515544" y="22123062"/>
                    <a:pt x="43492496" y="22124550"/>
                    <a:pt x="43390274" y="22115389"/>
                  </a:cubicBezTo>
                  <a:cubicBezTo>
                    <a:pt x="43324004" y="22109449"/>
                    <a:pt x="43262816" y="22097619"/>
                    <a:pt x="43254304" y="22089098"/>
                  </a:cubicBezTo>
                  <a:cubicBezTo>
                    <a:pt x="43232624" y="22067402"/>
                    <a:pt x="43225150" y="21933644"/>
                    <a:pt x="43242312" y="21874516"/>
                  </a:cubicBezTo>
                  <a:cubicBezTo>
                    <a:pt x="43253380" y="21836380"/>
                    <a:pt x="43267342" y="21820148"/>
                    <a:pt x="43303860" y="21802964"/>
                  </a:cubicBezTo>
                  <a:cubicBezTo>
                    <a:pt x="43330498" y="21790431"/>
                    <a:pt x="43380800" y="21780739"/>
                    <a:pt x="43419218" y="21780739"/>
                  </a:cubicBezTo>
                  <a:close/>
                  <a:moveTo>
                    <a:pt x="41806870" y="21630426"/>
                  </a:moveTo>
                  <a:cubicBezTo>
                    <a:pt x="41817778" y="21628637"/>
                    <a:pt x="41826318" y="21634430"/>
                    <a:pt x="41841920" y="21646261"/>
                  </a:cubicBezTo>
                  <a:cubicBezTo>
                    <a:pt x="41861256" y="21660923"/>
                    <a:pt x="41866216" y="21684597"/>
                    <a:pt x="41869196" y="21776437"/>
                  </a:cubicBezTo>
                  <a:cubicBezTo>
                    <a:pt x="41871200" y="21838176"/>
                    <a:pt x="41867124" y="21897264"/>
                    <a:pt x="41860136" y="21907741"/>
                  </a:cubicBezTo>
                  <a:cubicBezTo>
                    <a:pt x="41842368" y="21934376"/>
                    <a:pt x="41659196" y="21935004"/>
                    <a:pt x="41642280" y="21908488"/>
                  </a:cubicBezTo>
                  <a:cubicBezTo>
                    <a:pt x="41635856" y="21898422"/>
                    <a:pt x="41630602" y="21854540"/>
                    <a:pt x="41630602" y="21810970"/>
                  </a:cubicBezTo>
                  <a:cubicBezTo>
                    <a:pt x="41630602" y="21727753"/>
                    <a:pt x="41649274" y="21691842"/>
                    <a:pt x="41692542" y="21691842"/>
                  </a:cubicBezTo>
                  <a:cubicBezTo>
                    <a:pt x="41704656" y="21691842"/>
                    <a:pt x="41733932" y="21677554"/>
                    <a:pt x="41757602" y="21660091"/>
                  </a:cubicBezTo>
                  <a:cubicBezTo>
                    <a:pt x="41782682" y="21641589"/>
                    <a:pt x="41795960" y="21632216"/>
                    <a:pt x="41806870" y="21630426"/>
                  </a:cubicBezTo>
                  <a:close/>
                  <a:moveTo>
                    <a:pt x="14743044" y="21616137"/>
                  </a:moveTo>
                  <a:cubicBezTo>
                    <a:pt x="14764804" y="21615776"/>
                    <a:pt x="14789504" y="21623708"/>
                    <a:pt x="14810272" y="21640044"/>
                  </a:cubicBezTo>
                  <a:cubicBezTo>
                    <a:pt x="14827264" y="21653411"/>
                    <a:pt x="14871344" y="21674218"/>
                    <a:pt x="14908228" y="21686282"/>
                  </a:cubicBezTo>
                  <a:cubicBezTo>
                    <a:pt x="14986228" y="21711794"/>
                    <a:pt x="15002032" y="21738672"/>
                    <a:pt x="14992332" y="21829293"/>
                  </a:cubicBezTo>
                  <a:cubicBezTo>
                    <a:pt x="14977044" y="21972116"/>
                    <a:pt x="14914532" y="22022598"/>
                    <a:pt x="14749488" y="22025413"/>
                  </a:cubicBezTo>
                  <a:cubicBezTo>
                    <a:pt x="14587208" y="22028182"/>
                    <a:pt x="14566904" y="22004289"/>
                    <a:pt x="14566904" y="21810553"/>
                  </a:cubicBezTo>
                  <a:lnTo>
                    <a:pt x="14566904" y="21716440"/>
                  </a:lnTo>
                  <a:lnTo>
                    <a:pt x="14623160" y="21692325"/>
                  </a:lnTo>
                  <a:cubicBezTo>
                    <a:pt x="14654100" y="21679062"/>
                    <a:pt x="14685736" y="21656406"/>
                    <a:pt x="14693456" y="21641976"/>
                  </a:cubicBezTo>
                  <a:cubicBezTo>
                    <a:pt x="14702464" y="21625148"/>
                    <a:pt x="14721284" y="21616497"/>
                    <a:pt x="14743044" y="21616137"/>
                  </a:cubicBezTo>
                  <a:close/>
                  <a:moveTo>
                    <a:pt x="12827656" y="21603043"/>
                  </a:moveTo>
                  <a:lnTo>
                    <a:pt x="13121640" y="21603043"/>
                  </a:lnTo>
                  <a:lnTo>
                    <a:pt x="13163600" y="21644997"/>
                  </a:lnTo>
                  <a:cubicBezTo>
                    <a:pt x="13197608" y="21679010"/>
                    <a:pt x="13207288" y="21700870"/>
                    <a:pt x="13214736" y="21760475"/>
                  </a:cubicBezTo>
                  <a:cubicBezTo>
                    <a:pt x="13226144" y="21851786"/>
                    <a:pt x="13200504" y="21967966"/>
                    <a:pt x="13161920" y="21999768"/>
                  </a:cubicBezTo>
                  <a:cubicBezTo>
                    <a:pt x="13147052" y="22012023"/>
                    <a:pt x="13119616" y="22042074"/>
                    <a:pt x="13100948" y="22066546"/>
                  </a:cubicBezTo>
                  <a:lnTo>
                    <a:pt x="13067008" y="22111043"/>
                  </a:lnTo>
                  <a:lnTo>
                    <a:pt x="12839160" y="22111043"/>
                  </a:lnTo>
                  <a:lnTo>
                    <a:pt x="12700004" y="21974093"/>
                  </a:lnTo>
                  <a:lnTo>
                    <a:pt x="12693848" y="21855243"/>
                  </a:lnTo>
                  <a:cubicBezTo>
                    <a:pt x="12690464" y="21789875"/>
                    <a:pt x="12691888" y="21730545"/>
                    <a:pt x="12697024" y="21723400"/>
                  </a:cubicBezTo>
                  <a:cubicBezTo>
                    <a:pt x="12702152" y="21716253"/>
                    <a:pt x="12724808" y="21703341"/>
                    <a:pt x="12747364" y="21694706"/>
                  </a:cubicBezTo>
                  <a:cubicBezTo>
                    <a:pt x="12770264" y="21685937"/>
                    <a:pt x="12797048" y="21662233"/>
                    <a:pt x="12808016" y="21641024"/>
                  </a:cubicBezTo>
                  <a:close/>
                  <a:moveTo>
                    <a:pt x="5814760" y="21514394"/>
                  </a:moveTo>
                  <a:cubicBezTo>
                    <a:pt x="5847788" y="21513470"/>
                    <a:pt x="5879380" y="21518181"/>
                    <a:pt x="5890264" y="21529062"/>
                  </a:cubicBezTo>
                  <a:cubicBezTo>
                    <a:pt x="5898644" y="21537445"/>
                    <a:pt x="5905504" y="21553792"/>
                    <a:pt x="5905504" y="21565388"/>
                  </a:cubicBezTo>
                  <a:cubicBezTo>
                    <a:pt x="5905504" y="21576983"/>
                    <a:pt x="5925504" y="21607680"/>
                    <a:pt x="5949952" y="21633601"/>
                  </a:cubicBezTo>
                  <a:cubicBezTo>
                    <a:pt x="5984404" y="21670131"/>
                    <a:pt x="5992984" y="21688385"/>
                    <a:pt x="5988100" y="21714753"/>
                  </a:cubicBezTo>
                  <a:cubicBezTo>
                    <a:pt x="5980060" y="21758152"/>
                    <a:pt x="6030576" y="21837113"/>
                    <a:pt x="6079564" y="21857715"/>
                  </a:cubicBezTo>
                  <a:cubicBezTo>
                    <a:pt x="6099084" y="21865923"/>
                    <a:pt x="6135824" y="21894776"/>
                    <a:pt x="6161216" y="21921832"/>
                  </a:cubicBezTo>
                  <a:cubicBezTo>
                    <a:pt x="6186604" y="21948887"/>
                    <a:pt x="6218436" y="21971024"/>
                    <a:pt x="6231952" y="21971024"/>
                  </a:cubicBezTo>
                  <a:cubicBezTo>
                    <a:pt x="6245464" y="21971024"/>
                    <a:pt x="6268388" y="21984673"/>
                    <a:pt x="6282892" y="22001354"/>
                  </a:cubicBezTo>
                  <a:cubicBezTo>
                    <a:pt x="6297396" y="22018034"/>
                    <a:pt x="6328872" y="22038155"/>
                    <a:pt x="6352836" y="22046064"/>
                  </a:cubicBezTo>
                  <a:cubicBezTo>
                    <a:pt x="6376800" y="22053972"/>
                    <a:pt x="6408408" y="22076675"/>
                    <a:pt x="6423076" y="22096512"/>
                  </a:cubicBezTo>
                  <a:cubicBezTo>
                    <a:pt x="6441416" y="22121319"/>
                    <a:pt x="6465224" y="22135056"/>
                    <a:pt x="6499328" y="22140510"/>
                  </a:cubicBezTo>
                  <a:cubicBezTo>
                    <a:pt x="6526604" y="22144871"/>
                    <a:pt x="6557024" y="22157927"/>
                    <a:pt x="6566936" y="22169525"/>
                  </a:cubicBezTo>
                  <a:cubicBezTo>
                    <a:pt x="6576844" y="22181123"/>
                    <a:pt x="6612024" y="22204303"/>
                    <a:pt x="6645108" y="22221038"/>
                  </a:cubicBezTo>
                  <a:cubicBezTo>
                    <a:pt x="6678192" y="22237772"/>
                    <a:pt x="6710868" y="22261933"/>
                    <a:pt x="6717716" y="22274731"/>
                  </a:cubicBezTo>
                  <a:cubicBezTo>
                    <a:pt x="6724568" y="22287529"/>
                    <a:pt x="6754828" y="22304208"/>
                    <a:pt x="6784968" y="22311797"/>
                  </a:cubicBezTo>
                  <a:cubicBezTo>
                    <a:pt x="6820552" y="22320758"/>
                    <a:pt x="6849308" y="22338504"/>
                    <a:pt x="6866984" y="22362409"/>
                  </a:cubicBezTo>
                  <a:cubicBezTo>
                    <a:pt x="6886868" y="22389307"/>
                    <a:pt x="6908264" y="22401111"/>
                    <a:pt x="6946396" y="22406225"/>
                  </a:cubicBezTo>
                  <a:cubicBezTo>
                    <a:pt x="6981248" y="22410899"/>
                    <a:pt x="7006800" y="22423668"/>
                    <a:pt x="7023308" y="22444650"/>
                  </a:cubicBezTo>
                  <a:cubicBezTo>
                    <a:pt x="7036904" y="22461935"/>
                    <a:pt x="7070704" y="22485151"/>
                    <a:pt x="7098424" y="22496242"/>
                  </a:cubicBezTo>
                  <a:cubicBezTo>
                    <a:pt x="7126144" y="22507332"/>
                    <a:pt x="7154640" y="22527272"/>
                    <a:pt x="7161748" y="22540554"/>
                  </a:cubicBezTo>
                  <a:cubicBezTo>
                    <a:pt x="7168996" y="22554098"/>
                    <a:pt x="7199552" y="22570964"/>
                    <a:pt x="7231340" y="22578968"/>
                  </a:cubicBezTo>
                  <a:cubicBezTo>
                    <a:pt x="7269808" y="22588656"/>
                    <a:pt x="7296624" y="22605337"/>
                    <a:pt x="7314832" y="22630905"/>
                  </a:cubicBezTo>
                  <a:cubicBezTo>
                    <a:pt x="7332332" y="22655481"/>
                    <a:pt x="7357252" y="22671496"/>
                    <a:pt x="7386536" y="22676990"/>
                  </a:cubicBezTo>
                  <a:cubicBezTo>
                    <a:pt x="7411224" y="22681622"/>
                    <a:pt x="7446708" y="22699138"/>
                    <a:pt x="7465388" y="22715915"/>
                  </a:cubicBezTo>
                  <a:cubicBezTo>
                    <a:pt x="7484068" y="22732691"/>
                    <a:pt x="7522736" y="22754810"/>
                    <a:pt x="7551312" y="22765066"/>
                  </a:cubicBezTo>
                  <a:cubicBezTo>
                    <a:pt x="7579888" y="22775324"/>
                    <a:pt x="7613440" y="22794955"/>
                    <a:pt x="7625872" y="22808692"/>
                  </a:cubicBezTo>
                  <a:cubicBezTo>
                    <a:pt x="7638304" y="22822429"/>
                    <a:pt x="7667688" y="22840010"/>
                    <a:pt x="7691176" y="22847760"/>
                  </a:cubicBezTo>
                  <a:cubicBezTo>
                    <a:pt x="7714660" y="22855511"/>
                    <a:pt x="7745252" y="22877832"/>
                    <a:pt x="7759160" y="22897363"/>
                  </a:cubicBezTo>
                  <a:cubicBezTo>
                    <a:pt x="7776840" y="22922192"/>
                    <a:pt x="7799724" y="22935316"/>
                    <a:pt x="7835248" y="22940996"/>
                  </a:cubicBezTo>
                  <a:cubicBezTo>
                    <a:pt x="7869440" y="22946464"/>
                    <a:pt x="7900552" y="22963622"/>
                    <a:pt x="7930404" y="22993472"/>
                  </a:cubicBezTo>
                  <a:cubicBezTo>
                    <a:pt x="7956088" y="23019155"/>
                    <a:pt x="7987408" y="23037824"/>
                    <a:pt x="8004812" y="23037824"/>
                  </a:cubicBezTo>
                  <a:cubicBezTo>
                    <a:pt x="8021344" y="23037824"/>
                    <a:pt x="8053376" y="23053541"/>
                    <a:pt x="8075992" y="23072749"/>
                  </a:cubicBezTo>
                  <a:cubicBezTo>
                    <a:pt x="8121136" y="23111092"/>
                    <a:pt x="8139592" y="23184201"/>
                    <a:pt x="8118172" y="23239821"/>
                  </a:cubicBezTo>
                  <a:cubicBezTo>
                    <a:pt x="8107388" y="23267829"/>
                    <a:pt x="8099648" y="23270291"/>
                    <a:pt x="8025128" y="23269447"/>
                  </a:cubicBezTo>
                  <a:cubicBezTo>
                    <a:pt x="7962064" y="23268732"/>
                    <a:pt x="7922504" y="23277273"/>
                    <a:pt x="7848600" y="23307555"/>
                  </a:cubicBezTo>
                  <a:cubicBezTo>
                    <a:pt x="7756316" y="23345373"/>
                    <a:pt x="7746044" y="23346742"/>
                    <a:pt x="7518400" y="23351585"/>
                  </a:cubicBezTo>
                  <a:cubicBezTo>
                    <a:pt x="7279416" y="23356668"/>
                    <a:pt x="7258848" y="23360482"/>
                    <a:pt x="7214680" y="23407893"/>
                  </a:cubicBezTo>
                  <a:cubicBezTo>
                    <a:pt x="7193828" y="23430273"/>
                    <a:pt x="7172048" y="23435431"/>
                    <a:pt x="7084152" y="23438806"/>
                  </a:cubicBezTo>
                  <a:cubicBezTo>
                    <a:pt x="7026128" y="23441032"/>
                    <a:pt x="6894356" y="23446021"/>
                    <a:pt x="6791328" y="23449889"/>
                  </a:cubicBezTo>
                  <a:cubicBezTo>
                    <a:pt x="6676836" y="23454189"/>
                    <a:pt x="6604000" y="23461970"/>
                    <a:pt x="6604000" y="23469902"/>
                  </a:cubicBezTo>
                  <a:cubicBezTo>
                    <a:pt x="6604000" y="23477039"/>
                    <a:pt x="6636864" y="23502599"/>
                    <a:pt x="6677028" y="23526704"/>
                  </a:cubicBezTo>
                  <a:cubicBezTo>
                    <a:pt x="6717192" y="23550808"/>
                    <a:pt x="6767260" y="23587831"/>
                    <a:pt x="6788288" y="23608977"/>
                  </a:cubicBezTo>
                  <a:cubicBezTo>
                    <a:pt x="6809320" y="23630122"/>
                    <a:pt x="6835924" y="23647424"/>
                    <a:pt x="6847412" y="23647424"/>
                  </a:cubicBezTo>
                  <a:cubicBezTo>
                    <a:pt x="6858900" y="23647424"/>
                    <a:pt x="6892240" y="23667426"/>
                    <a:pt x="6921504" y="23691874"/>
                  </a:cubicBezTo>
                  <a:cubicBezTo>
                    <a:pt x="6950764" y="23716322"/>
                    <a:pt x="6980104" y="23736324"/>
                    <a:pt x="6986708" y="23736324"/>
                  </a:cubicBezTo>
                  <a:cubicBezTo>
                    <a:pt x="6993308" y="23736324"/>
                    <a:pt x="7021116" y="23759185"/>
                    <a:pt x="7048504" y="23787124"/>
                  </a:cubicBezTo>
                  <a:cubicBezTo>
                    <a:pt x="7079560" y="23818809"/>
                    <a:pt x="7109916" y="23837924"/>
                    <a:pt x="7129176" y="23837924"/>
                  </a:cubicBezTo>
                  <a:cubicBezTo>
                    <a:pt x="7163592" y="23837924"/>
                    <a:pt x="7225736" y="23880631"/>
                    <a:pt x="7309356" y="23961748"/>
                  </a:cubicBezTo>
                  <a:cubicBezTo>
                    <a:pt x="7344412" y="23995758"/>
                    <a:pt x="7376640" y="24015724"/>
                    <a:pt x="7396464" y="24015724"/>
                  </a:cubicBezTo>
                  <a:cubicBezTo>
                    <a:pt x="7413776" y="24015724"/>
                    <a:pt x="7446704" y="24032869"/>
                    <a:pt x="7469648" y="24053824"/>
                  </a:cubicBezTo>
                  <a:cubicBezTo>
                    <a:pt x="7492592" y="24074779"/>
                    <a:pt x="7515584" y="24091924"/>
                    <a:pt x="7520740" y="24091924"/>
                  </a:cubicBezTo>
                  <a:cubicBezTo>
                    <a:pt x="7525900" y="24091924"/>
                    <a:pt x="7552752" y="24114785"/>
                    <a:pt x="7580416" y="24142723"/>
                  </a:cubicBezTo>
                  <a:cubicBezTo>
                    <a:pt x="7608076" y="24170662"/>
                    <a:pt x="7642456" y="24193524"/>
                    <a:pt x="7656812" y="24193524"/>
                  </a:cubicBezTo>
                  <a:cubicBezTo>
                    <a:pt x="7671168" y="24193524"/>
                    <a:pt x="7691496" y="24206617"/>
                    <a:pt x="7701984" y="24222623"/>
                  </a:cubicBezTo>
                  <a:cubicBezTo>
                    <a:pt x="7712468" y="24238627"/>
                    <a:pt x="7739748" y="24256475"/>
                    <a:pt x="7762600" y="24262284"/>
                  </a:cubicBezTo>
                  <a:cubicBezTo>
                    <a:pt x="7838456" y="24281568"/>
                    <a:pt x="7861304" y="24314255"/>
                    <a:pt x="7861304" y="24403488"/>
                  </a:cubicBezTo>
                  <a:cubicBezTo>
                    <a:pt x="7861304" y="24472472"/>
                    <a:pt x="7857828" y="24483922"/>
                    <a:pt x="7833976" y="24493594"/>
                  </a:cubicBezTo>
                  <a:cubicBezTo>
                    <a:pt x="7818944" y="24499688"/>
                    <a:pt x="7691784" y="24507531"/>
                    <a:pt x="7551400" y="24511024"/>
                  </a:cubicBezTo>
                  <a:lnTo>
                    <a:pt x="7296152" y="24517374"/>
                  </a:lnTo>
                  <a:lnTo>
                    <a:pt x="7259596" y="24554326"/>
                  </a:lnTo>
                  <a:cubicBezTo>
                    <a:pt x="7218760" y="24595602"/>
                    <a:pt x="7269640" y="24590321"/>
                    <a:pt x="6766848" y="24605476"/>
                  </a:cubicBezTo>
                  <a:lnTo>
                    <a:pt x="6529644" y="24612624"/>
                  </a:lnTo>
                  <a:lnTo>
                    <a:pt x="6502380" y="24647287"/>
                  </a:lnTo>
                  <a:cubicBezTo>
                    <a:pt x="6477032" y="24679513"/>
                    <a:pt x="6467812" y="24682128"/>
                    <a:pt x="6371280" y="24684483"/>
                  </a:cubicBezTo>
                  <a:cubicBezTo>
                    <a:pt x="5862460" y="24696896"/>
                    <a:pt x="5817776" y="24700352"/>
                    <a:pt x="5788592" y="24729536"/>
                  </a:cubicBezTo>
                  <a:cubicBezTo>
                    <a:pt x="5757640" y="24760485"/>
                    <a:pt x="5733812" y="24763483"/>
                    <a:pt x="5454652" y="24771562"/>
                  </a:cubicBezTo>
                  <a:cubicBezTo>
                    <a:pt x="5314804" y="24775608"/>
                    <a:pt x="5287608" y="24779693"/>
                    <a:pt x="5276852" y="24798273"/>
                  </a:cubicBezTo>
                  <a:cubicBezTo>
                    <a:pt x="5269868" y="24810338"/>
                    <a:pt x="5251292" y="24840071"/>
                    <a:pt x="5235576" y="24864350"/>
                  </a:cubicBezTo>
                  <a:cubicBezTo>
                    <a:pt x="5219860" y="24888627"/>
                    <a:pt x="5207000" y="24912949"/>
                    <a:pt x="5207000" y="24918401"/>
                  </a:cubicBezTo>
                  <a:cubicBezTo>
                    <a:pt x="5207000" y="24950589"/>
                    <a:pt x="5162592" y="24968224"/>
                    <a:pt x="5081520" y="24968224"/>
                  </a:cubicBezTo>
                  <a:cubicBezTo>
                    <a:pt x="4958336" y="24968224"/>
                    <a:pt x="4947912" y="24957400"/>
                    <a:pt x="4955608" y="24837475"/>
                  </a:cubicBezTo>
                  <a:cubicBezTo>
                    <a:pt x="4960816" y="24756296"/>
                    <a:pt x="4967600" y="24733182"/>
                    <a:pt x="4997856" y="24693517"/>
                  </a:cubicBezTo>
                  <a:cubicBezTo>
                    <a:pt x="5031360" y="24649592"/>
                    <a:pt x="5034432" y="24635668"/>
                    <a:pt x="5041536" y="24495785"/>
                  </a:cubicBezTo>
                  <a:cubicBezTo>
                    <a:pt x="5048784" y="24353036"/>
                    <a:pt x="5050948" y="24343665"/>
                    <a:pt x="5083640" y="24313351"/>
                  </a:cubicBezTo>
                  <a:cubicBezTo>
                    <a:pt x="5102592" y="24295777"/>
                    <a:pt x="5115552" y="24277341"/>
                    <a:pt x="5112440" y="24272383"/>
                  </a:cubicBezTo>
                  <a:cubicBezTo>
                    <a:pt x="5102176" y="24256046"/>
                    <a:pt x="5132116" y="24024465"/>
                    <a:pt x="5150040" y="23981563"/>
                  </a:cubicBezTo>
                  <a:cubicBezTo>
                    <a:pt x="5171900" y="23929247"/>
                    <a:pt x="5207660" y="23926559"/>
                    <a:pt x="5294740" y="23970685"/>
                  </a:cubicBezTo>
                  <a:cubicBezTo>
                    <a:pt x="5365108" y="24006343"/>
                    <a:pt x="5372104" y="24018777"/>
                    <a:pt x="5372104" y="24108233"/>
                  </a:cubicBezTo>
                  <a:cubicBezTo>
                    <a:pt x="5372104" y="24164175"/>
                    <a:pt x="5377776" y="24179119"/>
                    <a:pt x="5412692" y="24215144"/>
                  </a:cubicBezTo>
                  <a:cubicBezTo>
                    <a:pt x="5461896" y="24265909"/>
                    <a:pt x="5471404" y="24266670"/>
                    <a:pt x="5506496" y="24222665"/>
                  </a:cubicBezTo>
                  <a:cubicBezTo>
                    <a:pt x="5533496" y="24188800"/>
                    <a:pt x="5536804" y="24188160"/>
                    <a:pt x="5735572" y="24178330"/>
                  </a:cubicBezTo>
                  <a:cubicBezTo>
                    <a:pt x="5846496" y="24172843"/>
                    <a:pt x="5970216" y="24168704"/>
                    <a:pt x="6010504" y="24169132"/>
                  </a:cubicBezTo>
                  <a:cubicBezTo>
                    <a:pt x="6064472" y="24169707"/>
                    <a:pt x="6095488" y="24162664"/>
                    <a:pt x="6128300" y="24142386"/>
                  </a:cubicBezTo>
                  <a:cubicBezTo>
                    <a:pt x="6193048" y="24102368"/>
                    <a:pt x="6261692" y="24092854"/>
                    <a:pt x="6561712" y="24082316"/>
                  </a:cubicBezTo>
                  <a:cubicBezTo>
                    <a:pt x="6709584" y="24077122"/>
                    <a:pt x="6837516" y="24071623"/>
                    <a:pt x="6846008" y="24070096"/>
                  </a:cubicBezTo>
                  <a:cubicBezTo>
                    <a:pt x="6857048" y="24068107"/>
                    <a:pt x="6855468" y="24058199"/>
                    <a:pt x="6840464" y="24035301"/>
                  </a:cubicBezTo>
                  <a:cubicBezTo>
                    <a:pt x="6826904" y="24014606"/>
                    <a:pt x="6799056" y="23998140"/>
                    <a:pt x="6761712" y="23988738"/>
                  </a:cubicBezTo>
                  <a:cubicBezTo>
                    <a:pt x="6724548" y="23979379"/>
                    <a:pt x="6696512" y="23962856"/>
                    <a:pt x="6683124" y="23942425"/>
                  </a:cubicBezTo>
                  <a:cubicBezTo>
                    <a:pt x="6671676" y="23924952"/>
                    <a:pt x="6642484" y="23902374"/>
                    <a:pt x="6618248" y="23892249"/>
                  </a:cubicBezTo>
                  <a:cubicBezTo>
                    <a:pt x="6594016" y="23882124"/>
                    <a:pt x="6563852" y="23860698"/>
                    <a:pt x="6551216" y="23844637"/>
                  </a:cubicBezTo>
                  <a:cubicBezTo>
                    <a:pt x="6538584" y="23828576"/>
                    <a:pt x="6508120" y="23811659"/>
                    <a:pt x="6483524" y="23807044"/>
                  </a:cubicBezTo>
                  <a:cubicBezTo>
                    <a:pt x="6455112" y="23801714"/>
                    <a:pt x="6428828" y="23785169"/>
                    <a:pt x="6411468" y="23761691"/>
                  </a:cubicBezTo>
                  <a:cubicBezTo>
                    <a:pt x="6396440" y="23741361"/>
                    <a:pt x="6367376" y="23718883"/>
                    <a:pt x="6346880" y="23711739"/>
                  </a:cubicBezTo>
                  <a:cubicBezTo>
                    <a:pt x="6326388" y="23704596"/>
                    <a:pt x="6298288" y="23684344"/>
                    <a:pt x="6284440" y="23666738"/>
                  </a:cubicBezTo>
                  <a:cubicBezTo>
                    <a:pt x="6270592" y="23649129"/>
                    <a:pt x="6248260" y="23634724"/>
                    <a:pt x="6234816" y="23634724"/>
                  </a:cubicBezTo>
                  <a:cubicBezTo>
                    <a:pt x="6221376" y="23634724"/>
                    <a:pt x="6188236" y="23614722"/>
                    <a:pt x="6161176" y="23590274"/>
                  </a:cubicBezTo>
                  <a:cubicBezTo>
                    <a:pt x="6102420" y="23537194"/>
                    <a:pt x="6080632" y="23534966"/>
                    <a:pt x="6048716" y="23578775"/>
                  </a:cubicBezTo>
                  <a:cubicBezTo>
                    <a:pt x="6022124" y="23615280"/>
                    <a:pt x="5981352" y="23620064"/>
                    <a:pt x="5683252" y="23621653"/>
                  </a:cubicBezTo>
                  <a:cubicBezTo>
                    <a:pt x="5524004" y="23622503"/>
                    <a:pt x="5514976" y="23626830"/>
                    <a:pt x="5461600" y="23727859"/>
                  </a:cubicBezTo>
                  <a:cubicBezTo>
                    <a:pt x="5443808" y="23761538"/>
                    <a:pt x="5417824" y="23795305"/>
                    <a:pt x="5403852" y="23802900"/>
                  </a:cubicBezTo>
                  <a:cubicBezTo>
                    <a:pt x="5389880" y="23810495"/>
                    <a:pt x="5368724" y="23832911"/>
                    <a:pt x="5356832" y="23852714"/>
                  </a:cubicBezTo>
                  <a:cubicBezTo>
                    <a:pt x="5340804" y="23879416"/>
                    <a:pt x="5325396" y="23888724"/>
                    <a:pt x="5297228" y="23888724"/>
                  </a:cubicBezTo>
                  <a:cubicBezTo>
                    <a:pt x="5242184" y="23888724"/>
                    <a:pt x="5219704" y="23849359"/>
                    <a:pt x="5219704" y="23752990"/>
                  </a:cubicBezTo>
                  <a:cubicBezTo>
                    <a:pt x="5219704" y="23682126"/>
                    <a:pt x="5223960" y="23668857"/>
                    <a:pt x="5259812" y="23628025"/>
                  </a:cubicBezTo>
                  <a:lnTo>
                    <a:pt x="5299920" y="23582343"/>
                  </a:lnTo>
                  <a:lnTo>
                    <a:pt x="5302252" y="23257812"/>
                  </a:lnTo>
                  <a:lnTo>
                    <a:pt x="5344280" y="23212727"/>
                  </a:lnTo>
                  <a:cubicBezTo>
                    <a:pt x="5385516" y="23168487"/>
                    <a:pt x="5386484" y="23164767"/>
                    <a:pt x="5395888" y="23014272"/>
                  </a:cubicBezTo>
                  <a:cubicBezTo>
                    <a:pt x="5406592" y="22842937"/>
                    <a:pt x="5415320" y="22824175"/>
                    <a:pt x="5496792" y="22797287"/>
                  </a:cubicBezTo>
                  <a:cubicBezTo>
                    <a:pt x="5579200" y="22770088"/>
                    <a:pt x="5592852" y="22773073"/>
                    <a:pt x="5609512" y="22821924"/>
                  </a:cubicBezTo>
                  <a:cubicBezTo>
                    <a:pt x="5617848" y="22846372"/>
                    <a:pt x="5627848" y="22909393"/>
                    <a:pt x="5631736" y="22961972"/>
                  </a:cubicBezTo>
                  <a:cubicBezTo>
                    <a:pt x="5636020" y="23019921"/>
                    <a:pt x="5647024" y="23069314"/>
                    <a:pt x="5659684" y="23087385"/>
                  </a:cubicBezTo>
                  <a:cubicBezTo>
                    <a:pt x="5679408" y="23115546"/>
                    <a:pt x="5684160" y="23116441"/>
                    <a:pt x="5745408" y="23103533"/>
                  </a:cubicBezTo>
                  <a:cubicBezTo>
                    <a:pt x="5791076" y="23093909"/>
                    <a:pt x="5818648" y="23079355"/>
                    <a:pt x="5838636" y="23054321"/>
                  </a:cubicBezTo>
                  <a:lnTo>
                    <a:pt x="5867016" y="23018773"/>
                  </a:lnTo>
                  <a:lnTo>
                    <a:pt x="6164640" y="23012424"/>
                  </a:lnTo>
                  <a:cubicBezTo>
                    <a:pt x="6419920" y="23006978"/>
                    <a:pt x="6468876" y="23002752"/>
                    <a:pt x="6508740" y="22982725"/>
                  </a:cubicBezTo>
                  <a:cubicBezTo>
                    <a:pt x="6534316" y="22969874"/>
                    <a:pt x="6567828" y="22962541"/>
                    <a:pt x="6583268" y="22966416"/>
                  </a:cubicBezTo>
                  <a:cubicBezTo>
                    <a:pt x="6598696" y="22970289"/>
                    <a:pt x="6639160" y="22965080"/>
                    <a:pt x="6673180" y="22954841"/>
                  </a:cubicBezTo>
                  <a:cubicBezTo>
                    <a:pt x="6717500" y="22941503"/>
                    <a:pt x="6799064" y="22936224"/>
                    <a:pt x="6960872" y="22936224"/>
                  </a:cubicBezTo>
                  <a:cubicBezTo>
                    <a:pt x="7085080" y="22936224"/>
                    <a:pt x="7189768" y="22931262"/>
                    <a:pt x="7193520" y="22925195"/>
                  </a:cubicBezTo>
                  <a:cubicBezTo>
                    <a:pt x="7201776" y="22911839"/>
                    <a:pt x="7063364" y="22821924"/>
                    <a:pt x="7034548" y="22821924"/>
                  </a:cubicBezTo>
                  <a:cubicBezTo>
                    <a:pt x="7023308" y="22821924"/>
                    <a:pt x="6998604" y="22807553"/>
                    <a:pt x="6979648" y="22789986"/>
                  </a:cubicBezTo>
                  <a:cubicBezTo>
                    <a:pt x="6960696" y="22772422"/>
                    <a:pt x="6926016" y="22750038"/>
                    <a:pt x="6902584" y="22740246"/>
                  </a:cubicBezTo>
                  <a:cubicBezTo>
                    <a:pt x="6879152" y="22730457"/>
                    <a:pt x="6850404" y="22707835"/>
                    <a:pt x="6838704" y="22689979"/>
                  </a:cubicBezTo>
                  <a:cubicBezTo>
                    <a:pt x="6825980" y="22670561"/>
                    <a:pt x="6796232" y="22651551"/>
                    <a:pt x="6764692" y="22642684"/>
                  </a:cubicBezTo>
                  <a:cubicBezTo>
                    <a:pt x="6735684" y="22634527"/>
                    <a:pt x="6693360" y="22611514"/>
                    <a:pt x="6670640" y="22591540"/>
                  </a:cubicBezTo>
                  <a:cubicBezTo>
                    <a:pt x="6647920" y="22571566"/>
                    <a:pt x="6621560" y="22555224"/>
                    <a:pt x="6612064" y="22555224"/>
                  </a:cubicBezTo>
                  <a:cubicBezTo>
                    <a:pt x="6602564" y="22555224"/>
                    <a:pt x="6573712" y="22538468"/>
                    <a:pt x="6547940" y="22517989"/>
                  </a:cubicBezTo>
                  <a:cubicBezTo>
                    <a:pt x="6522168" y="22497508"/>
                    <a:pt x="6484636" y="22477140"/>
                    <a:pt x="6464528" y="22472724"/>
                  </a:cubicBezTo>
                  <a:cubicBezTo>
                    <a:pt x="6444108" y="22468239"/>
                    <a:pt x="6413284" y="22445435"/>
                    <a:pt x="6394692" y="22421060"/>
                  </a:cubicBezTo>
                  <a:cubicBezTo>
                    <a:pt x="6368092" y="22386185"/>
                    <a:pt x="6352600" y="22377424"/>
                    <a:pt x="6317520" y="22377424"/>
                  </a:cubicBezTo>
                  <a:cubicBezTo>
                    <a:pt x="6284428" y="22377424"/>
                    <a:pt x="6265064" y="22367755"/>
                    <a:pt x="6238792" y="22338113"/>
                  </a:cubicBezTo>
                  <a:cubicBezTo>
                    <a:pt x="6219632" y="22316493"/>
                    <a:pt x="6186808" y="22290122"/>
                    <a:pt x="6165852" y="22279514"/>
                  </a:cubicBezTo>
                  <a:cubicBezTo>
                    <a:pt x="6144896" y="22268905"/>
                    <a:pt x="6115912" y="22249354"/>
                    <a:pt x="6101440" y="22236067"/>
                  </a:cubicBezTo>
                  <a:cubicBezTo>
                    <a:pt x="6083060" y="22219189"/>
                    <a:pt x="6037136" y="22206661"/>
                    <a:pt x="5949040" y="22194492"/>
                  </a:cubicBezTo>
                  <a:lnTo>
                    <a:pt x="5822952" y="22177073"/>
                  </a:lnTo>
                  <a:lnTo>
                    <a:pt x="5795504" y="22207461"/>
                  </a:lnTo>
                  <a:cubicBezTo>
                    <a:pt x="5771712" y="22233799"/>
                    <a:pt x="5769968" y="22242913"/>
                    <a:pt x="5782396" y="22275841"/>
                  </a:cubicBezTo>
                  <a:cubicBezTo>
                    <a:pt x="5794136" y="22306946"/>
                    <a:pt x="5793104" y="22317463"/>
                    <a:pt x="5776704" y="22333862"/>
                  </a:cubicBezTo>
                  <a:cubicBezTo>
                    <a:pt x="5749240" y="22361329"/>
                    <a:pt x="5667720" y="22378134"/>
                    <a:pt x="5630536" y="22363995"/>
                  </a:cubicBezTo>
                  <a:cubicBezTo>
                    <a:pt x="5588756" y="22348111"/>
                    <a:pt x="5575304" y="22304246"/>
                    <a:pt x="5575304" y="22183926"/>
                  </a:cubicBezTo>
                  <a:cubicBezTo>
                    <a:pt x="5575304" y="22094830"/>
                    <a:pt x="5580556" y="22070196"/>
                    <a:pt x="5614352" y="22000819"/>
                  </a:cubicBezTo>
                  <a:cubicBezTo>
                    <a:pt x="5648380" y="21930975"/>
                    <a:pt x="5654856" y="21900205"/>
                    <a:pt x="5664668" y="21761765"/>
                  </a:cubicBezTo>
                  <a:cubicBezTo>
                    <a:pt x="5676512" y="21594644"/>
                    <a:pt x="5684920" y="21565536"/>
                    <a:pt x="5730624" y="21533525"/>
                  </a:cubicBezTo>
                  <a:cubicBezTo>
                    <a:pt x="5747260" y="21521874"/>
                    <a:pt x="5781728" y="21515317"/>
                    <a:pt x="5814760" y="21514394"/>
                  </a:cubicBezTo>
                  <a:close/>
                  <a:moveTo>
                    <a:pt x="15394016" y="21514144"/>
                  </a:moveTo>
                  <a:cubicBezTo>
                    <a:pt x="15452184" y="21514144"/>
                    <a:pt x="15495320" y="21519984"/>
                    <a:pt x="15501972" y="21528760"/>
                  </a:cubicBezTo>
                  <a:cubicBezTo>
                    <a:pt x="15517948" y="21549836"/>
                    <a:pt x="15523424" y="21781401"/>
                    <a:pt x="15508828" y="21818634"/>
                  </a:cubicBezTo>
                  <a:cubicBezTo>
                    <a:pt x="15497536" y="21847445"/>
                    <a:pt x="15488668" y="21850469"/>
                    <a:pt x="15402812" y="21854805"/>
                  </a:cubicBezTo>
                  <a:cubicBezTo>
                    <a:pt x="15216544" y="21864211"/>
                    <a:pt x="15171224" y="21829669"/>
                    <a:pt x="15183024" y="21687302"/>
                  </a:cubicBezTo>
                  <a:cubicBezTo>
                    <a:pt x="15188672" y="21619207"/>
                    <a:pt x="15193836" y="21608572"/>
                    <a:pt x="15243172" y="21563477"/>
                  </a:cubicBezTo>
                  <a:cubicBezTo>
                    <a:pt x="15295992" y="21515195"/>
                    <a:pt x="15299204" y="21514144"/>
                    <a:pt x="15394016" y="21514144"/>
                  </a:cubicBezTo>
                  <a:close/>
                  <a:moveTo>
                    <a:pt x="45033706" y="21514041"/>
                  </a:moveTo>
                  <a:cubicBezTo>
                    <a:pt x="45103646" y="21514041"/>
                    <a:pt x="45128196" y="21519138"/>
                    <a:pt x="45146518" y="21537460"/>
                  </a:cubicBezTo>
                  <a:cubicBezTo>
                    <a:pt x="45174786" y="21565728"/>
                    <a:pt x="45190667" y="21680474"/>
                    <a:pt x="45178745" y="21770332"/>
                  </a:cubicBezTo>
                  <a:cubicBezTo>
                    <a:pt x="45171952" y="21821557"/>
                    <a:pt x="45164535" y="21835730"/>
                    <a:pt x="45139554" y="21845227"/>
                  </a:cubicBezTo>
                  <a:cubicBezTo>
                    <a:pt x="45088261" y="21864730"/>
                    <a:pt x="44986078" y="21858701"/>
                    <a:pt x="44935365" y="21833178"/>
                  </a:cubicBezTo>
                  <a:cubicBezTo>
                    <a:pt x="44860681" y="21795591"/>
                    <a:pt x="44839523" y="21763916"/>
                    <a:pt x="44831666" y="21677940"/>
                  </a:cubicBezTo>
                  <a:lnTo>
                    <a:pt x="44824649" y="21601166"/>
                  </a:lnTo>
                  <a:lnTo>
                    <a:pt x="44884481" y="21557603"/>
                  </a:lnTo>
                  <a:cubicBezTo>
                    <a:pt x="44939182" y="21517780"/>
                    <a:pt x="44951987" y="21514041"/>
                    <a:pt x="45033706" y="21514041"/>
                  </a:cubicBezTo>
                  <a:close/>
                  <a:moveTo>
                    <a:pt x="14388224" y="21349077"/>
                  </a:moveTo>
                  <a:cubicBezTo>
                    <a:pt x="14411912" y="21351461"/>
                    <a:pt x="14432588" y="21360774"/>
                    <a:pt x="14440768" y="21376061"/>
                  </a:cubicBezTo>
                  <a:cubicBezTo>
                    <a:pt x="14455980" y="21404488"/>
                    <a:pt x="14460252" y="21555097"/>
                    <a:pt x="14447836" y="21625271"/>
                  </a:cubicBezTo>
                  <a:cubicBezTo>
                    <a:pt x="14440896" y="21664481"/>
                    <a:pt x="14437732" y="21666546"/>
                    <a:pt x="14384624" y="21666546"/>
                  </a:cubicBezTo>
                  <a:cubicBezTo>
                    <a:pt x="14350924" y="21666546"/>
                    <a:pt x="14322556" y="21659129"/>
                    <a:pt x="14313216" y="21647877"/>
                  </a:cubicBezTo>
                  <a:cubicBezTo>
                    <a:pt x="14303668" y="21636370"/>
                    <a:pt x="14296984" y="21581072"/>
                    <a:pt x="14295788" y="21503749"/>
                  </a:cubicBezTo>
                  <a:cubicBezTo>
                    <a:pt x="14294088" y="21393581"/>
                    <a:pt x="14296748" y="21376507"/>
                    <a:pt x="14317632" y="21363668"/>
                  </a:cubicBezTo>
                  <a:cubicBezTo>
                    <a:pt x="14337848" y="21351238"/>
                    <a:pt x="14364540" y="21346693"/>
                    <a:pt x="14388224" y="21349077"/>
                  </a:cubicBezTo>
                  <a:close/>
                  <a:moveTo>
                    <a:pt x="41399168" y="21336665"/>
                  </a:moveTo>
                  <a:cubicBezTo>
                    <a:pt x="41441854" y="21338126"/>
                    <a:pt x="41483622" y="21343754"/>
                    <a:pt x="41495668" y="21352563"/>
                  </a:cubicBezTo>
                  <a:cubicBezTo>
                    <a:pt x="41520652" y="21370833"/>
                    <a:pt x="41525360" y="21431225"/>
                    <a:pt x="41507264" y="21501343"/>
                  </a:cubicBezTo>
                  <a:cubicBezTo>
                    <a:pt x="41498270" y="21536194"/>
                    <a:pt x="41486352" y="21549067"/>
                    <a:pt x="41452074" y="21560952"/>
                  </a:cubicBezTo>
                  <a:cubicBezTo>
                    <a:pt x="41389532" y="21582634"/>
                    <a:pt x="41310060" y="21591539"/>
                    <a:pt x="41263032" y="21582133"/>
                  </a:cubicBezTo>
                  <a:cubicBezTo>
                    <a:pt x="41180376" y="21565603"/>
                    <a:pt x="41162408" y="21468699"/>
                    <a:pt x="41236320" y="21438085"/>
                  </a:cubicBezTo>
                  <a:cubicBezTo>
                    <a:pt x="41263744" y="21426726"/>
                    <a:pt x="41274702" y="21413175"/>
                    <a:pt x="41276136" y="21388852"/>
                  </a:cubicBezTo>
                  <a:cubicBezTo>
                    <a:pt x="41277224" y="21370394"/>
                    <a:pt x="41286686" y="21351006"/>
                    <a:pt x="41297164" y="21345768"/>
                  </a:cubicBezTo>
                  <a:cubicBezTo>
                    <a:pt x="41312880" y="21337909"/>
                    <a:pt x="41356482" y="21335204"/>
                    <a:pt x="41399168" y="21336665"/>
                  </a:cubicBezTo>
                  <a:close/>
                  <a:moveTo>
                    <a:pt x="40855812" y="21336244"/>
                  </a:moveTo>
                  <a:cubicBezTo>
                    <a:pt x="40914080" y="21336244"/>
                    <a:pt x="40925138" y="21341071"/>
                    <a:pt x="40968754" y="21385570"/>
                  </a:cubicBezTo>
                  <a:cubicBezTo>
                    <a:pt x="40995344" y="21412700"/>
                    <a:pt x="41028728" y="21438587"/>
                    <a:pt x="41042940" y="21443095"/>
                  </a:cubicBezTo>
                  <a:cubicBezTo>
                    <a:pt x="41071300" y="21452097"/>
                    <a:pt x="41084500" y="21496812"/>
                    <a:pt x="41084500" y="21583894"/>
                  </a:cubicBezTo>
                  <a:cubicBezTo>
                    <a:pt x="41084500" y="21678132"/>
                    <a:pt x="41071280" y="21716860"/>
                    <a:pt x="41032216" y="21737061"/>
                  </a:cubicBezTo>
                  <a:cubicBezTo>
                    <a:pt x="41012314" y="21747353"/>
                    <a:pt x="40987352" y="21772555"/>
                    <a:pt x="40976744" y="21793067"/>
                  </a:cubicBezTo>
                  <a:cubicBezTo>
                    <a:pt x="40956728" y="21831775"/>
                    <a:pt x="40959864" y="21830775"/>
                    <a:pt x="40796402" y="21850522"/>
                  </a:cubicBezTo>
                  <a:cubicBezTo>
                    <a:pt x="40724872" y="21859164"/>
                    <a:pt x="40681608" y="21840395"/>
                    <a:pt x="40658040" y="21790497"/>
                  </a:cubicBezTo>
                  <a:cubicBezTo>
                    <a:pt x="40647260" y="21767670"/>
                    <a:pt x="40620216" y="21730102"/>
                    <a:pt x="40597946" y="21707014"/>
                  </a:cubicBezTo>
                  <a:cubicBezTo>
                    <a:pt x="40563344" y="21671143"/>
                    <a:pt x="40557448" y="21655730"/>
                    <a:pt x="40557448" y="21601116"/>
                  </a:cubicBezTo>
                  <a:cubicBezTo>
                    <a:pt x="40557448" y="21552693"/>
                    <a:pt x="40563608" y="21532083"/>
                    <a:pt x="40582856" y="21516097"/>
                  </a:cubicBezTo>
                  <a:cubicBezTo>
                    <a:pt x="40596826" y="21504490"/>
                    <a:pt x="40620916" y="21482646"/>
                    <a:pt x="40636380" y="21467552"/>
                  </a:cubicBezTo>
                  <a:cubicBezTo>
                    <a:pt x="40651846" y="21452459"/>
                    <a:pt x="40680418" y="21431011"/>
                    <a:pt x="40699874" y="21419889"/>
                  </a:cubicBezTo>
                  <a:cubicBezTo>
                    <a:pt x="40719332" y="21408767"/>
                    <a:pt x="40747840" y="21385398"/>
                    <a:pt x="40763232" y="21367957"/>
                  </a:cubicBezTo>
                  <a:cubicBezTo>
                    <a:pt x="40786170" y="21341965"/>
                    <a:pt x="40802870" y="21336244"/>
                    <a:pt x="40855812" y="21336244"/>
                  </a:cubicBezTo>
                  <a:close/>
                  <a:moveTo>
                    <a:pt x="43891850" y="21336242"/>
                  </a:moveTo>
                  <a:cubicBezTo>
                    <a:pt x="44005390" y="21336242"/>
                    <a:pt x="44018202" y="21349054"/>
                    <a:pt x="44018202" y="21462594"/>
                  </a:cubicBezTo>
                  <a:cubicBezTo>
                    <a:pt x="44018202" y="21562997"/>
                    <a:pt x="44012726" y="21567797"/>
                    <a:pt x="43888430" y="21576344"/>
                  </a:cubicBezTo>
                  <a:cubicBezTo>
                    <a:pt x="43791288" y="21583022"/>
                    <a:pt x="43777128" y="21568863"/>
                    <a:pt x="43766244" y="21454177"/>
                  </a:cubicBezTo>
                  <a:cubicBezTo>
                    <a:pt x="43758838" y="21376123"/>
                    <a:pt x="43760646" y="21364002"/>
                    <a:pt x="43781632" y="21350988"/>
                  </a:cubicBezTo>
                  <a:cubicBezTo>
                    <a:pt x="43794712" y="21342877"/>
                    <a:pt x="43844308" y="21336242"/>
                    <a:pt x="43891850" y="21336242"/>
                  </a:cubicBezTo>
                  <a:close/>
                  <a:moveTo>
                    <a:pt x="15898308" y="21247446"/>
                  </a:moveTo>
                  <a:cubicBezTo>
                    <a:pt x="15940460" y="21247446"/>
                    <a:pt x="15988908" y="21252753"/>
                    <a:pt x="16005968" y="21259239"/>
                  </a:cubicBezTo>
                  <a:cubicBezTo>
                    <a:pt x="16088280" y="21290534"/>
                    <a:pt x="16083844" y="21521146"/>
                    <a:pt x="16000068" y="21565982"/>
                  </a:cubicBezTo>
                  <a:cubicBezTo>
                    <a:pt x="15963012" y="21585813"/>
                    <a:pt x="15832092" y="21577240"/>
                    <a:pt x="15779752" y="21551553"/>
                  </a:cubicBezTo>
                  <a:cubicBezTo>
                    <a:pt x="15695180" y="21510047"/>
                    <a:pt x="15695112" y="21373995"/>
                    <a:pt x="15779624" y="21289487"/>
                  </a:cubicBezTo>
                  <a:cubicBezTo>
                    <a:pt x="15817920" y="21251187"/>
                    <a:pt x="15828484" y="21247446"/>
                    <a:pt x="15898308" y="21247446"/>
                  </a:cubicBezTo>
                  <a:close/>
                  <a:moveTo>
                    <a:pt x="42968676" y="21152040"/>
                  </a:moveTo>
                  <a:cubicBezTo>
                    <a:pt x="42986674" y="21150349"/>
                    <a:pt x="43007836" y="21150372"/>
                    <a:pt x="43030332" y="21152282"/>
                  </a:cubicBezTo>
                  <a:cubicBezTo>
                    <a:pt x="43118984" y="21159809"/>
                    <a:pt x="43131842" y="21177797"/>
                    <a:pt x="43122658" y="21281434"/>
                  </a:cubicBezTo>
                  <a:cubicBezTo>
                    <a:pt x="43111216" y="21410554"/>
                    <a:pt x="43116068" y="21404480"/>
                    <a:pt x="43025436" y="21403145"/>
                  </a:cubicBezTo>
                  <a:cubicBezTo>
                    <a:pt x="42905620" y="21401381"/>
                    <a:pt x="42890582" y="21395183"/>
                    <a:pt x="42880902" y="21343586"/>
                  </a:cubicBezTo>
                  <a:cubicBezTo>
                    <a:pt x="42867012" y="21269545"/>
                    <a:pt x="42889104" y="21180642"/>
                    <a:pt x="42926004" y="21162085"/>
                  </a:cubicBezTo>
                  <a:cubicBezTo>
                    <a:pt x="42935844" y="21157136"/>
                    <a:pt x="42950678" y="21153731"/>
                    <a:pt x="42968676" y="21152040"/>
                  </a:cubicBezTo>
                  <a:close/>
                  <a:moveTo>
                    <a:pt x="42154006" y="21088827"/>
                  </a:moveTo>
                  <a:cubicBezTo>
                    <a:pt x="42158988" y="21092193"/>
                    <a:pt x="42190420" y="21103832"/>
                    <a:pt x="42223856" y="21114689"/>
                  </a:cubicBezTo>
                  <a:cubicBezTo>
                    <a:pt x="42315574" y="21144475"/>
                    <a:pt x="42329102" y="21168290"/>
                    <a:pt x="42329102" y="21299975"/>
                  </a:cubicBezTo>
                  <a:cubicBezTo>
                    <a:pt x="42329102" y="21436173"/>
                    <a:pt x="42314020" y="21475478"/>
                    <a:pt x="42260250" y="21479425"/>
                  </a:cubicBezTo>
                  <a:cubicBezTo>
                    <a:pt x="42070784" y="21493336"/>
                    <a:pt x="42047440" y="21492026"/>
                    <a:pt x="42021434" y="21466023"/>
                  </a:cubicBezTo>
                  <a:cubicBezTo>
                    <a:pt x="41972168" y="21416757"/>
                    <a:pt x="41979074" y="21171147"/>
                    <a:pt x="42029724" y="21171147"/>
                  </a:cubicBezTo>
                  <a:cubicBezTo>
                    <a:pt x="42038612" y="21171147"/>
                    <a:pt x="42068172" y="21151249"/>
                    <a:pt x="42095416" y="21126927"/>
                  </a:cubicBezTo>
                  <a:cubicBezTo>
                    <a:pt x="42122662" y="21102606"/>
                    <a:pt x="42149026" y="21085461"/>
                    <a:pt x="42154006" y="21088827"/>
                  </a:cubicBezTo>
                  <a:close/>
                  <a:moveTo>
                    <a:pt x="44500306" y="21069547"/>
                  </a:moveTo>
                  <a:cubicBezTo>
                    <a:pt x="44630738" y="21069547"/>
                    <a:pt x="44640499" y="21082392"/>
                    <a:pt x="44640499" y="21254011"/>
                  </a:cubicBezTo>
                  <a:lnTo>
                    <a:pt x="44640499" y="21387675"/>
                  </a:lnTo>
                  <a:lnTo>
                    <a:pt x="44599224" y="21395013"/>
                  </a:lnTo>
                  <a:cubicBezTo>
                    <a:pt x="44576522" y="21399049"/>
                    <a:pt x="44512591" y="21401968"/>
                    <a:pt x="44457152" y="21401499"/>
                  </a:cubicBezTo>
                  <a:cubicBezTo>
                    <a:pt x="44323969" y="21400374"/>
                    <a:pt x="44308646" y="21386068"/>
                    <a:pt x="44298588" y="21253484"/>
                  </a:cubicBezTo>
                  <a:lnTo>
                    <a:pt x="44291248" y="21156750"/>
                  </a:lnTo>
                  <a:lnTo>
                    <a:pt x="44351081" y="21113148"/>
                  </a:lnTo>
                  <a:cubicBezTo>
                    <a:pt x="44405797" y="21073276"/>
                    <a:pt x="44418562" y="21069547"/>
                    <a:pt x="44500306" y="21069547"/>
                  </a:cubicBezTo>
                  <a:close/>
                  <a:moveTo>
                    <a:pt x="13386860" y="21039288"/>
                  </a:moveTo>
                  <a:cubicBezTo>
                    <a:pt x="13397920" y="21042015"/>
                    <a:pt x="13439832" y="21050846"/>
                    <a:pt x="13479996" y="21058913"/>
                  </a:cubicBezTo>
                  <a:cubicBezTo>
                    <a:pt x="13567872" y="21076560"/>
                    <a:pt x="13586260" y="21105614"/>
                    <a:pt x="13562448" y="21189181"/>
                  </a:cubicBezTo>
                  <a:cubicBezTo>
                    <a:pt x="13554312" y="21217736"/>
                    <a:pt x="13545460" y="21253705"/>
                    <a:pt x="13542780" y="21269117"/>
                  </a:cubicBezTo>
                  <a:cubicBezTo>
                    <a:pt x="13537700" y="21298300"/>
                    <a:pt x="13490612" y="21310805"/>
                    <a:pt x="13385800" y="21310805"/>
                  </a:cubicBezTo>
                  <a:cubicBezTo>
                    <a:pt x="13258592" y="21310805"/>
                    <a:pt x="13233400" y="21286845"/>
                    <a:pt x="13233400" y="21165854"/>
                  </a:cubicBezTo>
                  <a:cubicBezTo>
                    <a:pt x="13233400" y="21090635"/>
                    <a:pt x="13242776" y="21077936"/>
                    <a:pt x="13317772" y="21051557"/>
                  </a:cubicBezTo>
                  <a:cubicBezTo>
                    <a:pt x="13344712" y="21042083"/>
                    <a:pt x="13375800" y="21036560"/>
                    <a:pt x="13386860" y="21039288"/>
                  </a:cubicBezTo>
                  <a:close/>
                  <a:moveTo>
                    <a:pt x="51859499" y="20897837"/>
                  </a:moveTo>
                  <a:cubicBezTo>
                    <a:pt x="51880604" y="20898996"/>
                    <a:pt x="51902042" y="20904582"/>
                    <a:pt x="51908403" y="20913747"/>
                  </a:cubicBezTo>
                  <a:cubicBezTo>
                    <a:pt x="51912036" y="20918985"/>
                    <a:pt x="51927034" y="20957205"/>
                    <a:pt x="51941728" y="20998677"/>
                  </a:cubicBezTo>
                  <a:cubicBezTo>
                    <a:pt x="51956424" y="21040151"/>
                    <a:pt x="51980333" y="21086732"/>
                    <a:pt x="51994856" y="21102194"/>
                  </a:cubicBezTo>
                  <a:cubicBezTo>
                    <a:pt x="52014843" y="21123467"/>
                    <a:pt x="52022513" y="21151464"/>
                    <a:pt x="52026389" y="21217289"/>
                  </a:cubicBezTo>
                  <a:cubicBezTo>
                    <a:pt x="52031003" y="21295632"/>
                    <a:pt x="52035461" y="21307808"/>
                    <a:pt x="52071286" y="21339857"/>
                  </a:cubicBezTo>
                  <a:cubicBezTo>
                    <a:pt x="52106465" y="21371340"/>
                    <a:pt x="52112294" y="21386528"/>
                    <a:pt x="52121838" y="21471587"/>
                  </a:cubicBezTo>
                  <a:cubicBezTo>
                    <a:pt x="52127766" y="21524466"/>
                    <a:pt x="52139957" y="21579217"/>
                    <a:pt x="52148937" y="21593257"/>
                  </a:cubicBezTo>
                  <a:cubicBezTo>
                    <a:pt x="52189697" y="21657024"/>
                    <a:pt x="52196673" y="21675766"/>
                    <a:pt x="52197368" y="21723373"/>
                  </a:cubicBezTo>
                  <a:cubicBezTo>
                    <a:pt x="52198354" y="21790938"/>
                    <a:pt x="52226284" y="21887817"/>
                    <a:pt x="52252267" y="21913802"/>
                  </a:cubicBezTo>
                  <a:cubicBezTo>
                    <a:pt x="52302943" y="21964476"/>
                    <a:pt x="52268080" y="22009123"/>
                    <a:pt x="52177840" y="22009123"/>
                  </a:cubicBezTo>
                  <a:cubicBezTo>
                    <a:pt x="52096785" y="22009123"/>
                    <a:pt x="52062877" y="21983965"/>
                    <a:pt x="52040925" y="21907523"/>
                  </a:cubicBezTo>
                  <a:cubicBezTo>
                    <a:pt x="52020448" y="21836237"/>
                    <a:pt x="52002298" y="21831066"/>
                    <a:pt x="51795054" y="21837458"/>
                  </a:cubicBezTo>
                  <a:cubicBezTo>
                    <a:pt x="51623282" y="21842759"/>
                    <a:pt x="51602604" y="21847920"/>
                    <a:pt x="51570550" y="21893497"/>
                  </a:cubicBezTo>
                  <a:cubicBezTo>
                    <a:pt x="51550846" y="21921513"/>
                    <a:pt x="51532050" y="21928672"/>
                    <a:pt x="51445879" y="21940985"/>
                  </a:cubicBezTo>
                  <a:cubicBezTo>
                    <a:pt x="51372417" y="21951482"/>
                    <a:pt x="51336158" y="21963237"/>
                    <a:pt x="51314504" y="21983579"/>
                  </a:cubicBezTo>
                  <a:cubicBezTo>
                    <a:pt x="51294257" y="22002601"/>
                    <a:pt x="51253466" y="22017084"/>
                    <a:pt x="51188242" y="22028410"/>
                  </a:cubicBezTo>
                  <a:cubicBezTo>
                    <a:pt x="51119914" y="22040276"/>
                    <a:pt x="51080559" y="22054678"/>
                    <a:pt x="51052923" y="22077933"/>
                  </a:cubicBezTo>
                  <a:cubicBezTo>
                    <a:pt x="51031489" y="22095967"/>
                    <a:pt x="51000105" y="22111438"/>
                    <a:pt x="50983178" y="22112311"/>
                  </a:cubicBezTo>
                  <a:cubicBezTo>
                    <a:pt x="50966252" y="22113182"/>
                    <a:pt x="50946688" y="22115326"/>
                    <a:pt x="50939702" y="22117072"/>
                  </a:cubicBezTo>
                  <a:cubicBezTo>
                    <a:pt x="50932716" y="22118819"/>
                    <a:pt x="50909598" y="22120963"/>
                    <a:pt x="50888325" y="22121836"/>
                  </a:cubicBezTo>
                  <a:cubicBezTo>
                    <a:pt x="50864879" y="22122798"/>
                    <a:pt x="50836270" y="22136799"/>
                    <a:pt x="50815682" y="22157387"/>
                  </a:cubicBezTo>
                  <a:cubicBezTo>
                    <a:pt x="50790644" y="22182426"/>
                    <a:pt x="50766590" y="22192296"/>
                    <a:pt x="50724183" y="22194935"/>
                  </a:cubicBezTo>
                  <a:cubicBezTo>
                    <a:pt x="50619889" y="22201427"/>
                    <a:pt x="50585488" y="22211881"/>
                    <a:pt x="50541593" y="22250423"/>
                  </a:cubicBezTo>
                  <a:cubicBezTo>
                    <a:pt x="50503859" y="22283553"/>
                    <a:pt x="50490963" y="22287704"/>
                    <a:pt x="50442725" y="22282244"/>
                  </a:cubicBezTo>
                  <a:cubicBezTo>
                    <a:pt x="50380037" y="22275149"/>
                    <a:pt x="50312698" y="22300648"/>
                    <a:pt x="50292002" y="22339323"/>
                  </a:cubicBezTo>
                  <a:cubicBezTo>
                    <a:pt x="50283516" y="22355178"/>
                    <a:pt x="50260311" y="22365984"/>
                    <a:pt x="50225178" y="22370447"/>
                  </a:cubicBezTo>
                  <a:cubicBezTo>
                    <a:pt x="50121154" y="22383654"/>
                    <a:pt x="50100088" y="22390382"/>
                    <a:pt x="50070695" y="22419774"/>
                  </a:cubicBezTo>
                  <a:cubicBezTo>
                    <a:pt x="50054385" y="22436083"/>
                    <a:pt x="50014748" y="22464838"/>
                    <a:pt x="49982607" y="22483673"/>
                  </a:cubicBezTo>
                  <a:cubicBezTo>
                    <a:pt x="49897843" y="22533348"/>
                    <a:pt x="49879472" y="22574494"/>
                    <a:pt x="49922741" y="22617761"/>
                  </a:cubicBezTo>
                  <a:cubicBezTo>
                    <a:pt x="49982824" y="22677846"/>
                    <a:pt x="49990634" y="22743447"/>
                    <a:pt x="49943329" y="22790750"/>
                  </a:cubicBezTo>
                  <a:cubicBezTo>
                    <a:pt x="49917898" y="22816182"/>
                    <a:pt x="49899474" y="22821923"/>
                    <a:pt x="49843285" y="22821923"/>
                  </a:cubicBezTo>
                  <a:cubicBezTo>
                    <a:pt x="49760438" y="22821923"/>
                    <a:pt x="49749660" y="22811372"/>
                    <a:pt x="49731153" y="22712142"/>
                  </a:cubicBezTo>
                  <a:cubicBezTo>
                    <a:pt x="49721668" y="22661288"/>
                    <a:pt x="49706069" y="22625726"/>
                    <a:pt x="49681816" y="22599673"/>
                  </a:cubicBezTo>
                  <a:cubicBezTo>
                    <a:pt x="49657135" y="22573161"/>
                    <a:pt x="49643794" y="22542258"/>
                    <a:pt x="49637949" y="22498073"/>
                  </a:cubicBezTo>
                  <a:cubicBezTo>
                    <a:pt x="49623810" y="22391224"/>
                    <a:pt x="49617395" y="22364723"/>
                    <a:pt x="49605662" y="22364723"/>
                  </a:cubicBezTo>
                  <a:cubicBezTo>
                    <a:pt x="49586637" y="22364723"/>
                    <a:pt x="49569876" y="22321495"/>
                    <a:pt x="49556360" y="22237563"/>
                  </a:cubicBezTo>
                  <a:cubicBezTo>
                    <a:pt x="49547080" y="22179944"/>
                    <a:pt x="49534082" y="22147564"/>
                    <a:pt x="49510239" y="22122678"/>
                  </a:cubicBezTo>
                  <a:cubicBezTo>
                    <a:pt x="49484417" y="22095729"/>
                    <a:pt x="49475487" y="22070920"/>
                    <a:pt x="49470061" y="22011082"/>
                  </a:cubicBezTo>
                  <a:cubicBezTo>
                    <a:pt x="49464732" y="21952294"/>
                    <a:pt x="49455997" y="21927480"/>
                    <a:pt x="49433044" y="21905918"/>
                  </a:cubicBezTo>
                  <a:cubicBezTo>
                    <a:pt x="49393251" y="21868533"/>
                    <a:pt x="49394869" y="21821917"/>
                    <a:pt x="49438572" y="21746586"/>
                  </a:cubicBezTo>
                  <a:cubicBezTo>
                    <a:pt x="49472641" y="21687863"/>
                    <a:pt x="49476523" y="21685273"/>
                    <a:pt x="49530476" y="21685273"/>
                  </a:cubicBezTo>
                  <a:cubicBezTo>
                    <a:pt x="49580684" y="21685273"/>
                    <a:pt x="49588727" y="21689415"/>
                    <a:pt x="49604438" y="21723373"/>
                  </a:cubicBezTo>
                  <a:cubicBezTo>
                    <a:pt x="49614133" y="21744328"/>
                    <a:pt x="49641245" y="21781633"/>
                    <a:pt x="49664688" y="21806272"/>
                  </a:cubicBezTo>
                  <a:cubicBezTo>
                    <a:pt x="49688129" y="21830912"/>
                    <a:pt x="49711030" y="21869691"/>
                    <a:pt x="49715581" y="21892448"/>
                  </a:cubicBezTo>
                  <a:cubicBezTo>
                    <a:pt x="49730594" y="21967512"/>
                    <a:pt x="49803210" y="21980574"/>
                    <a:pt x="49859976" y="21918423"/>
                  </a:cubicBezTo>
                  <a:cubicBezTo>
                    <a:pt x="49893047" y="21882213"/>
                    <a:pt x="49907960" y="21876916"/>
                    <a:pt x="50021184" y="21861133"/>
                  </a:cubicBezTo>
                  <a:cubicBezTo>
                    <a:pt x="50113064" y="21848327"/>
                    <a:pt x="50156528" y="21835917"/>
                    <a:pt x="50186077" y="21814053"/>
                  </a:cubicBezTo>
                  <a:cubicBezTo>
                    <a:pt x="50216807" y="21791313"/>
                    <a:pt x="50249192" y="21782624"/>
                    <a:pt x="50324419" y="21776936"/>
                  </a:cubicBezTo>
                  <a:cubicBezTo>
                    <a:pt x="50413297" y="21770214"/>
                    <a:pt x="50426016" y="21765805"/>
                    <a:pt x="50458203" y="21730565"/>
                  </a:cubicBezTo>
                  <a:cubicBezTo>
                    <a:pt x="50489091" y="21696745"/>
                    <a:pt x="50502380" y="21691623"/>
                    <a:pt x="50559242" y="21691623"/>
                  </a:cubicBezTo>
                  <a:cubicBezTo>
                    <a:pt x="50616311" y="21691623"/>
                    <a:pt x="50629510" y="21686487"/>
                    <a:pt x="50662107" y="21651591"/>
                  </a:cubicBezTo>
                  <a:cubicBezTo>
                    <a:pt x="50696086" y="21615214"/>
                    <a:pt x="50708866" y="21610735"/>
                    <a:pt x="50802051" y="21602543"/>
                  </a:cubicBezTo>
                  <a:cubicBezTo>
                    <a:pt x="50893798" y="21594474"/>
                    <a:pt x="50908333" y="21589532"/>
                    <a:pt x="50940040" y="21555604"/>
                  </a:cubicBezTo>
                  <a:cubicBezTo>
                    <a:pt x="50969558" y="21524020"/>
                    <a:pt x="50988837" y="21516288"/>
                    <a:pt x="51055397" y="21509332"/>
                  </a:cubicBezTo>
                  <a:cubicBezTo>
                    <a:pt x="51117859" y="21502801"/>
                    <a:pt x="51143066" y="21493551"/>
                    <a:pt x="51170804" y="21466976"/>
                  </a:cubicBezTo>
                  <a:cubicBezTo>
                    <a:pt x="51197407" y="21441488"/>
                    <a:pt x="51224847" y="21430786"/>
                    <a:pt x="51280397" y="21424235"/>
                  </a:cubicBezTo>
                  <a:cubicBezTo>
                    <a:pt x="51334047" y="21417911"/>
                    <a:pt x="51369642" y="21404530"/>
                    <a:pt x="51409357" y="21375761"/>
                  </a:cubicBezTo>
                  <a:cubicBezTo>
                    <a:pt x="51470665" y="21331350"/>
                    <a:pt x="51497361" y="21323898"/>
                    <a:pt x="51604418" y="21321309"/>
                  </a:cubicBezTo>
                  <a:cubicBezTo>
                    <a:pt x="51676609" y="21319561"/>
                    <a:pt x="51678798" y="21318466"/>
                    <a:pt x="51686763" y="21280144"/>
                  </a:cubicBezTo>
                  <a:cubicBezTo>
                    <a:pt x="51691954" y="21255164"/>
                    <a:pt x="51710105" y="21230786"/>
                    <a:pt x="51736422" y="21213452"/>
                  </a:cubicBezTo>
                  <a:cubicBezTo>
                    <a:pt x="51776572" y="21187009"/>
                    <a:pt x="51777902" y="21183339"/>
                    <a:pt x="51777902" y="21099068"/>
                  </a:cubicBezTo>
                  <a:cubicBezTo>
                    <a:pt x="51777902" y="21016647"/>
                    <a:pt x="51790875" y="20945379"/>
                    <a:pt x="51812594" y="20908485"/>
                  </a:cubicBezTo>
                  <a:cubicBezTo>
                    <a:pt x="51817622" y="20899945"/>
                    <a:pt x="51838394" y="20896677"/>
                    <a:pt x="51859499" y="20897837"/>
                  </a:cubicBezTo>
                  <a:close/>
                  <a:moveTo>
                    <a:pt x="16586716" y="20893846"/>
                  </a:moveTo>
                  <a:cubicBezTo>
                    <a:pt x="16606780" y="20892722"/>
                    <a:pt x="16631696" y="20892653"/>
                    <a:pt x="16656612" y="20893910"/>
                  </a:cubicBezTo>
                  <a:cubicBezTo>
                    <a:pt x="16755248" y="20898891"/>
                    <a:pt x="16803760" y="20925477"/>
                    <a:pt x="16845120" y="20997221"/>
                  </a:cubicBezTo>
                  <a:cubicBezTo>
                    <a:pt x="16869152" y="21038904"/>
                    <a:pt x="16873976" y="21240572"/>
                    <a:pt x="16852088" y="21288611"/>
                  </a:cubicBezTo>
                  <a:cubicBezTo>
                    <a:pt x="16844656" y="21304922"/>
                    <a:pt x="16811680" y="21336624"/>
                    <a:pt x="16778800" y="21359058"/>
                  </a:cubicBezTo>
                  <a:cubicBezTo>
                    <a:pt x="16722012" y="21397811"/>
                    <a:pt x="16714600" y="21399504"/>
                    <a:pt x="16630392" y="21392957"/>
                  </a:cubicBezTo>
                  <a:cubicBezTo>
                    <a:pt x="16549768" y="21386689"/>
                    <a:pt x="16536584" y="21381527"/>
                    <a:pt x="16484600" y="21335903"/>
                  </a:cubicBezTo>
                  <a:lnTo>
                    <a:pt x="16427452" y="21285742"/>
                  </a:lnTo>
                  <a:lnTo>
                    <a:pt x="16429312" y="21183793"/>
                  </a:lnTo>
                  <a:cubicBezTo>
                    <a:pt x="16431760" y="21049810"/>
                    <a:pt x="16439280" y="21024552"/>
                    <a:pt x="16484688" y="20997725"/>
                  </a:cubicBezTo>
                  <a:cubicBezTo>
                    <a:pt x="16509900" y="20982834"/>
                    <a:pt x="16523256" y="20964398"/>
                    <a:pt x="16524272" y="20943077"/>
                  </a:cubicBezTo>
                  <a:cubicBezTo>
                    <a:pt x="16525120" y="20925378"/>
                    <a:pt x="16534852" y="20906047"/>
                    <a:pt x="16545904" y="20900116"/>
                  </a:cubicBezTo>
                  <a:cubicBezTo>
                    <a:pt x="16551432" y="20897151"/>
                    <a:pt x="16566648" y="20894971"/>
                    <a:pt x="16586716" y="20893846"/>
                  </a:cubicBezTo>
                  <a:close/>
                  <a:moveTo>
                    <a:pt x="15712624" y="20891850"/>
                  </a:moveTo>
                  <a:cubicBezTo>
                    <a:pt x="15789888" y="20891850"/>
                    <a:pt x="15798800" y="20908550"/>
                    <a:pt x="15798800" y="21053289"/>
                  </a:cubicBezTo>
                  <a:cubicBezTo>
                    <a:pt x="15798800" y="21197402"/>
                    <a:pt x="15784184" y="21222049"/>
                    <a:pt x="15698696" y="21222049"/>
                  </a:cubicBezTo>
                  <a:cubicBezTo>
                    <a:pt x="15648964" y="21222049"/>
                    <a:pt x="15632320" y="21215801"/>
                    <a:pt x="15605652" y="21187124"/>
                  </a:cubicBezTo>
                  <a:cubicBezTo>
                    <a:pt x="15563816" y="21142136"/>
                    <a:pt x="15544800" y="21095249"/>
                    <a:pt x="15544800" y="21037062"/>
                  </a:cubicBezTo>
                  <a:cubicBezTo>
                    <a:pt x="15544800" y="20998508"/>
                    <a:pt x="15554068" y="20982043"/>
                    <a:pt x="15598772" y="20941182"/>
                  </a:cubicBezTo>
                  <a:cubicBezTo>
                    <a:pt x="15645488" y="20898477"/>
                    <a:pt x="15660784" y="20891850"/>
                    <a:pt x="15712624" y="20891850"/>
                  </a:cubicBezTo>
                  <a:close/>
                  <a:moveTo>
                    <a:pt x="17278624" y="20891848"/>
                  </a:moveTo>
                  <a:cubicBezTo>
                    <a:pt x="17391540" y="20891848"/>
                    <a:pt x="17402320" y="20903497"/>
                    <a:pt x="17392456" y="21014836"/>
                  </a:cubicBezTo>
                  <a:cubicBezTo>
                    <a:pt x="17382952" y="21122116"/>
                    <a:pt x="17377748" y="21126798"/>
                    <a:pt x="17268064" y="21126798"/>
                  </a:cubicBezTo>
                  <a:cubicBezTo>
                    <a:pt x="17216496" y="21126798"/>
                    <a:pt x="17167712" y="21121812"/>
                    <a:pt x="17159652" y="21115717"/>
                  </a:cubicBezTo>
                  <a:cubicBezTo>
                    <a:pt x="17137368" y="21098867"/>
                    <a:pt x="17141168" y="20953774"/>
                    <a:pt x="17164772" y="20920073"/>
                  </a:cubicBezTo>
                  <a:cubicBezTo>
                    <a:pt x="17182176" y="20895224"/>
                    <a:pt x="17195796" y="20891848"/>
                    <a:pt x="17278624" y="20891848"/>
                  </a:cubicBezTo>
                  <a:close/>
                  <a:moveTo>
                    <a:pt x="41237594" y="20891748"/>
                  </a:moveTo>
                  <a:cubicBezTo>
                    <a:pt x="41332072" y="20891748"/>
                    <a:pt x="41351206" y="20914420"/>
                    <a:pt x="41351206" y="21026368"/>
                  </a:cubicBezTo>
                  <a:cubicBezTo>
                    <a:pt x="41351206" y="21094501"/>
                    <a:pt x="41347692" y="21105960"/>
                    <a:pt x="41323852" y="21115617"/>
                  </a:cubicBezTo>
                  <a:cubicBezTo>
                    <a:pt x="41287016" y="21130540"/>
                    <a:pt x="41130504" y="21129742"/>
                    <a:pt x="41110548" y="21114529"/>
                  </a:cubicBezTo>
                  <a:cubicBezTo>
                    <a:pt x="41099606" y="21106190"/>
                    <a:pt x="41096220" y="21076681"/>
                    <a:pt x="41099780" y="21020756"/>
                  </a:cubicBezTo>
                  <a:cubicBezTo>
                    <a:pt x="41103992" y="20954579"/>
                    <a:pt x="41110512" y="20934673"/>
                    <a:pt x="41134248" y="20915449"/>
                  </a:cubicBezTo>
                  <a:cubicBezTo>
                    <a:pt x="41155344" y="20898368"/>
                    <a:pt x="41184212" y="20891748"/>
                    <a:pt x="41237594" y="20891748"/>
                  </a:cubicBezTo>
                  <a:close/>
                  <a:moveTo>
                    <a:pt x="13926904" y="20883682"/>
                  </a:moveTo>
                  <a:cubicBezTo>
                    <a:pt x="13997376" y="20882269"/>
                    <a:pt x="14010696" y="20906129"/>
                    <a:pt x="14017636" y="21003117"/>
                  </a:cubicBezTo>
                  <a:cubicBezTo>
                    <a:pt x="14023332" y="21082709"/>
                    <a:pt x="14021056" y="21094796"/>
                    <a:pt x="13995604" y="21120250"/>
                  </a:cubicBezTo>
                  <a:cubicBezTo>
                    <a:pt x="13970872" y="21144981"/>
                    <a:pt x="13956948" y="21147980"/>
                    <a:pt x="13887388" y="21143551"/>
                  </a:cubicBezTo>
                  <a:cubicBezTo>
                    <a:pt x="13775432" y="21136421"/>
                    <a:pt x="13763076" y="21122967"/>
                    <a:pt x="13769184" y="21014846"/>
                  </a:cubicBezTo>
                  <a:cubicBezTo>
                    <a:pt x="13773012" y="20947107"/>
                    <a:pt x="13779632" y="20923167"/>
                    <a:pt x="13798296" y="20909518"/>
                  </a:cubicBezTo>
                  <a:cubicBezTo>
                    <a:pt x="13811584" y="20899802"/>
                    <a:pt x="13854224" y="20889082"/>
                    <a:pt x="13893056" y="20885696"/>
                  </a:cubicBezTo>
                  <a:cubicBezTo>
                    <a:pt x="13905604" y="20884602"/>
                    <a:pt x="13916840" y="20883884"/>
                    <a:pt x="13926904" y="20883682"/>
                  </a:cubicBezTo>
                  <a:close/>
                  <a:moveTo>
                    <a:pt x="40330798" y="20883377"/>
                  </a:moveTo>
                  <a:cubicBezTo>
                    <a:pt x="40339586" y="20883354"/>
                    <a:pt x="40349800" y="20884113"/>
                    <a:pt x="40362220" y="20885446"/>
                  </a:cubicBezTo>
                  <a:cubicBezTo>
                    <a:pt x="40394544" y="20888913"/>
                    <a:pt x="40425978" y="20898332"/>
                    <a:pt x="40432072" y="20906378"/>
                  </a:cubicBezTo>
                  <a:cubicBezTo>
                    <a:pt x="40438166" y="20914426"/>
                    <a:pt x="40443152" y="20961440"/>
                    <a:pt x="40443152" y="21010854"/>
                  </a:cubicBezTo>
                  <a:cubicBezTo>
                    <a:pt x="40443152" y="21089364"/>
                    <a:pt x="40439462" y="21103668"/>
                    <a:pt x="40413898" y="21124242"/>
                  </a:cubicBezTo>
                  <a:cubicBezTo>
                    <a:pt x="40386898" y="21145970"/>
                    <a:pt x="40378124" y="21146483"/>
                    <a:pt x="40300052" y="21130892"/>
                  </a:cubicBezTo>
                  <a:cubicBezTo>
                    <a:pt x="40224502" y="21115804"/>
                    <a:pt x="40214948" y="21110524"/>
                    <a:pt x="40210688" y="21081496"/>
                  </a:cubicBezTo>
                  <a:cubicBezTo>
                    <a:pt x="40203008" y="21029180"/>
                    <a:pt x="40232140" y="20943889"/>
                    <a:pt x="40269172" y="20910266"/>
                  </a:cubicBezTo>
                  <a:cubicBezTo>
                    <a:pt x="40290906" y="20890534"/>
                    <a:pt x="40304432" y="20883442"/>
                    <a:pt x="40330798" y="20883377"/>
                  </a:cubicBezTo>
                  <a:close/>
                  <a:moveTo>
                    <a:pt x="15332856" y="20883309"/>
                  </a:moveTo>
                  <a:cubicBezTo>
                    <a:pt x="15353728" y="20883617"/>
                    <a:pt x="15369332" y="20885337"/>
                    <a:pt x="15374624" y="20888870"/>
                  </a:cubicBezTo>
                  <a:cubicBezTo>
                    <a:pt x="15382312" y="20894003"/>
                    <a:pt x="15398196" y="20913857"/>
                    <a:pt x="15409928" y="20932994"/>
                  </a:cubicBezTo>
                  <a:cubicBezTo>
                    <a:pt x="15421656" y="20952131"/>
                    <a:pt x="15447492" y="20976185"/>
                    <a:pt x="15467340" y="20986448"/>
                  </a:cubicBezTo>
                  <a:cubicBezTo>
                    <a:pt x="15510824" y="21008935"/>
                    <a:pt x="15532100" y="21079041"/>
                    <a:pt x="15532100" y="21199848"/>
                  </a:cubicBezTo>
                  <a:cubicBezTo>
                    <a:pt x="15532100" y="21262861"/>
                    <a:pt x="15527196" y="21283892"/>
                    <a:pt x="15509876" y="21295185"/>
                  </a:cubicBezTo>
                  <a:cubicBezTo>
                    <a:pt x="15497652" y="21303153"/>
                    <a:pt x="15469012" y="21329389"/>
                    <a:pt x="15446232" y="21353486"/>
                  </a:cubicBezTo>
                  <a:cubicBezTo>
                    <a:pt x="15406688" y="21395321"/>
                    <a:pt x="15400660" y="21397349"/>
                    <a:pt x="15312884" y="21398330"/>
                  </a:cubicBezTo>
                  <a:cubicBezTo>
                    <a:pt x="15159400" y="21400046"/>
                    <a:pt x="15123240" y="21388642"/>
                    <a:pt x="15095552" y="21329786"/>
                  </a:cubicBezTo>
                  <a:cubicBezTo>
                    <a:pt x="15082464" y="21301964"/>
                    <a:pt x="15061516" y="21266479"/>
                    <a:pt x="15049004" y="21250930"/>
                  </a:cubicBezTo>
                  <a:cubicBezTo>
                    <a:pt x="15018884" y="21213503"/>
                    <a:pt x="15007360" y="21156557"/>
                    <a:pt x="15017616" y="21095842"/>
                  </a:cubicBezTo>
                  <a:cubicBezTo>
                    <a:pt x="15026428" y="21043688"/>
                    <a:pt x="15096776" y="20934571"/>
                    <a:pt x="15138896" y="20907726"/>
                  </a:cubicBezTo>
                  <a:cubicBezTo>
                    <a:pt x="15160192" y="20894153"/>
                    <a:pt x="15270236" y="20882383"/>
                    <a:pt x="15332856" y="20883309"/>
                  </a:cubicBezTo>
                  <a:close/>
                  <a:moveTo>
                    <a:pt x="43516854" y="20618630"/>
                  </a:moveTo>
                  <a:cubicBezTo>
                    <a:pt x="43569262" y="20615946"/>
                    <a:pt x="43638580" y="20628520"/>
                    <a:pt x="43670248" y="20649939"/>
                  </a:cubicBezTo>
                  <a:cubicBezTo>
                    <a:pt x="43690492" y="20663630"/>
                    <a:pt x="43731150" y="20689364"/>
                    <a:pt x="43760602" y="20707131"/>
                  </a:cubicBezTo>
                  <a:cubicBezTo>
                    <a:pt x="43790056" y="20724896"/>
                    <a:pt x="43820060" y="20750468"/>
                    <a:pt x="43827276" y="20763955"/>
                  </a:cubicBezTo>
                  <a:cubicBezTo>
                    <a:pt x="43834496" y="20777443"/>
                    <a:pt x="43840402" y="20837242"/>
                    <a:pt x="43840402" y="20896840"/>
                  </a:cubicBezTo>
                  <a:cubicBezTo>
                    <a:pt x="43840402" y="21002792"/>
                    <a:pt x="43839456" y="21006147"/>
                    <a:pt x="43797924" y="21047681"/>
                  </a:cubicBezTo>
                  <a:cubicBezTo>
                    <a:pt x="43716824" y="21128779"/>
                    <a:pt x="43721912" y="21126728"/>
                    <a:pt x="43603160" y="21126204"/>
                  </a:cubicBezTo>
                  <a:cubicBezTo>
                    <a:pt x="43438510" y="21125479"/>
                    <a:pt x="43438252" y="21125414"/>
                    <a:pt x="43422800" y="21081088"/>
                  </a:cubicBezTo>
                  <a:cubicBezTo>
                    <a:pt x="43415244" y="21059410"/>
                    <a:pt x="43391812" y="21022029"/>
                    <a:pt x="43370732" y="20998020"/>
                  </a:cubicBezTo>
                  <a:cubicBezTo>
                    <a:pt x="43311888" y="20931002"/>
                    <a:pt x="43316338" y="20855722"/>
                    <a:pt x="43386376" y="20733280"/>
                  </a:cubicBezTo>
                  <a:cubicBezTo>
                    <a:pt x="43420664" y="20673342"/>
                    <a:pt x="43451936" y="20634439"/>
                    <a:pt x="43472102" y="20626637"/>
                  </a:cubicBezTo>
                  <a:cubicBezTo>
                    <a:pt x="43483794" y="20622114"/>
                    <a:pt x="43499384" y="20619524"/>
                    <a:pt x="43516854" y="20618630"/>
                  </a:cubicBezTo>
                  <a:close/>
                  <a:moveTo>
                    <a:pt x="40650970" y="20461730"/>
                  </a:moveTo>
                  <a:cubicBezTo>
                    <a:pt x="40671430" y="20463770"/>
                    <a:pt x="40692024" y="20475827"/>
                    <a:pt x="40714248" y="20498050"/>
                  </a:cubicBezTo>
                  <a:cubicBezTo>
                    <a:pt x="40735202" y="20519005"/>
                    <a:pt x="40761502" y="20536150"/>
                    <a:pt x="40772688" y="20536150"/>
                  </a:cubicBezTo>
                  <a:cubicBezTo>
                    <a:pt x="40801270" y="20536150"/>
                    <a:pt x="40817802" y="20588260"/>
                    <a:pt x="40817802" y="20678348"/>
                  </a:cubicBezTo>
                  <a:cubicBezTo>
                    <a:pt x="40817802" y="20752498"/>
                    <a:pt x="40815696" y="20757496"/>
                    <a:pt x="40761768" y="20811425"/>
                  </a:cubicBezTo>
                  <a:lnTo>
                    <a:pt x="40705734" y="20867458"/>
                  </a:lnTo>
                  <a:lnTo>
                    <a:pt x="40599920" y="20857380"/>
                  </a:lnTo>
                  <a:cubicBezTo>
                    <a:pt x="40497464" y="20847619"/>
                    <a:pt x="40493500" y="20846023"/>
                    <a:pt x="40474980" y="20807066"/>
                  </a:cubicBezTo>
                  <a:cubicBezTo>
                    <a:pt x="40464460" y="20784939"/>
                    <a:pt x="40442994" y="20757378"/>
                    <a:pt x="40427276" y="20745821"/>
                  </a:cubicBezTo>
                  <a:cubicBezTo>
                    <a:pt x="40403956" y="20728671"/>
                    <a:pt x="40398702" y="20712576"/>
                    <a:pt x="40398702" y="20658305"/>
                  </a:cubicBezTo>
                  <a:cubicBezTo>
                    <a:pt x="40398702" y="20551738"/>
                    <a:pt x="40407600" y="20538271"/>
                    <a:pt x="40487602" y="20523752"/>
                  </a:cubicBezTo>
                  <a:cubicBezTo>
                    <a:pt x="40526018" y="20516781"/>
                    <a:pt x="40571426" y="20499572"/>
                    <a:pt x="40588508" y="20485513"/>
                  </a:cubicBezTo>
                  <a:cubicBezTo>
                    <a:pt x="40610188" y="20467668"/>
                    <a:pt x="40630510" y="20459691"/>
                    <a:pt x="40650970" y="20461730"/>
                  </a:cubicBezTo>
                  <a:close/>
                  <a:moveTo>
                    <a:pt x="44389170" y="20447666"/>
                  </a:moveTo>
                  <a:cubicBezTo>
                    <a:pt x="44410609" y="20449428"/>
                    <a:pt x="44431344" y="20458929"/>
                    <a:pt x="44442934" y="20475477"/>
                  </a:cubicBezTo>
                  <a:cubicBezTo>
                    <a:pt x="44471183" y="20515810"/>
                    <a:pt x="44471044" y="20729197"/>
                    <a:pt x="44442745" y="20757494"/>
                  </a:cubicBezTo>
                  <a:cubicBezTo>
                    <a:pt x="44420147" y="20780091"/>
                    <a:pt x="44370817" y="20783543"/>
                    <a:pt x="44336087" y="20764956"/>
                  </a:cubicBezTo>
                  <a:cubicBezTo>
                    <a:pt x="44290604" y="20740616"/>
                    <a:pt x="44286822" y="20510646"/>
                    <a:pt x="44331176" y="20466293"/>
                  </a:cubicBezTo>
                  <a:cubicBezTo>
                    <a:pt x="44345586" y="20451882"/>
                    <a:pt x="44367730" y="20445905"/>
                    <a:pt x="44389170" y="20447666"/>
                  </a:cubicBezTo>
                  <a:close/>
                  <a:moveTo>
                    <a:pt x="42888852" y="20447252"/>
                  </a:moveTo>
                  <a:cubicBezTo>
                    <a:pt x="42929096" y="20447252"/>
                    <a:pt x="42971276" y="20450802"/>
                    <a:pt x="42982580" y="20455141"/>
                  </a:cubicBezTo>
                  <a:cubicBezTo>
                    <a:pt x="43024916" y="20471384"/>
                    <a:pt x="43040302" y="20529675"/>
                    <a:pt x="43040302" y="20673814"/>
                  </a:cubicBezTo>
                  <a:cubicBezTo>
                    <a:pt x="43040302" y="20862867"/>
                    <a:pt x="43031744" y="20873858"/>
                    <a:pt x="42890804" y="20865814"/>
                  </a:cubicBezTo>
                  <a:cubicBezTo>
                    <a:pt x="42744972" y="20857489"/>
                    <a:pt x="42710102" y="20818329"/>
                    <a:pt x="42710102" y="20662886"/>
                  </a:cubicBezTo>
                  <a:cubicBezTo>
                    <a:pt x="42710102" y="20575327"/>
                    <a:pt x="42711776" y="20570472"/>
                    <a:pt x="42762888" y="20509856"/>
                  </a:cubicBezTo>
                  <a:cubicBezTo>
                    <a:pt x="42814876" y="20448202"/>
                    <a:pt x="42816790" y="20447252"/>
                    <a:pt x="42888852" y="20447252"/>
                  </a:cubicBezTo>
                  <a:close/>
                  <a:moveTo>
                    <a:pt x="14628968" y="20440073"/>
                  </a:moveTo>
                  <a:cubicBezTo>
                    <a:pt x="14646552" y="20440182"/>
                    <a:pt x="14667284" y="20440774"/>
                    <a:pt x="14691708" y="20441806"/>
                  </a:cubicBezTo>
                  <a:cubicBezTo>
                    <a:pt x="14815360" y="20447033"/>
                    <a:pt x="14824920" y="20449411"/>
                    <a:pt x="14858892" y="20483386"/>
                  </a:cubicBezTo>
                  <a:cubicBezTo>
                    <a:pt x="14902400" y="20526890"/>
                    <a:pt x="14914336" y="20590990"/>
                    <a:pt x="14907940" y="20746716"/>
                  </a:cubicBezTo>
                  <a:cubicBezTo>
                    <a:pt x="14903464" y="20855686"/>
                    <a:pt x="14902952" y="20857208"/>
                    <a:pt x="14865800" y="20871267"/>
                  </a:cubicBezTo>
                  <a:cubicBezTo>
                    <a:pt x="14845116" y="20879095"/>
                    <a:pt x="14819808" y="20901219"/>
                    <a:pt x="14809560" y="20920427"/>
                  </a:cubicBezTo>
                  <a:cubicBezTo>
                    <a:pt x="14791448" y="20954374"/>
                    <a:pt x="14787868" y="20955351"/>
                    <a:pt x="14681740" y="20955351"/>
                  </a:cubicBezTo>
                  <a:cubicBezTo>
                    <a:pt x="14553124" y="20955351"/>
                    <a:pt x="14538444" y="20947669"/>
                    <a:pt x="14457808" y="20838130"/>
                  </a:cubicBezTo>
                  <a:cubicBezTo>
                    <a:pt x="14393656" y="20750989"/>
                    <a:pt x="14382940" y="20684262"/>
                    <a:pt x="14426728" y="20644634"/>
                  </a:cubicBezTo>
                  <a:cubicBezTo>
                    <a:pt x="14440432" y="20632231"/>
                    <a:pt x="14455588" y="20598481"/>
                    <a:pt x="14460404" y="20569641"/>
                  </a:cubicBezTo>
                  <a:cubicBezTo>
                    <a:pt x="14468380" y="20521854"/>
                    <a:pt x="14480164" y="20504756"/>
                    <a:pt x="14540612" y="20453254"/>
                  </a:cubicBezTo>
                  <a:cubicBezTo>
                    <a:pt x="14551756" y="20443761"/>
                    <a:pt x="14576216" y="20439745"/>
                    <a:pt x="14628968" y="20440073"/>
                  </a:cubicBezTo>
                  <a:close/>
                  <a:moveTo>
                    <a:pt x="42080312" y="20358352"/>
                  </a:moveTo>
                  <a:cubicBezTo>
                    <a:pt x="42179156" y="20358352"/>
                    <a:pt x="42211798" y="20373756"/>
                    <a:pt x="42220318" y="20424422"/>
                  </a:cubicBezTo>
                  <a:cubicBezTo>
                    <a:pt x="42247968" y="20588853"/>
                    <a:pt x="42240884" y="20599652"/>
                    <a:pt x="42105330" y="20599652"/>
                  </a:cubicBezTo>
                  <a:cubicBezTo>
                    <a:pt x="42026548" y="20599652"/>
                    <a:pt x="42010508" y="20595934"/>
                    <a:pt x="41999348" y="20575089"/>
                  </a:cubicBezTo>
                  <a:cubicBezTo>
                    <a:pt x="41982736" y="20544048"/>
                    <a:pt x="41982284" y="20433817"/>
                    <a:pt x="41998588" y="20390928"/>
                  </a:cubicBezTo>
                  <a:cubicBezTo>
                    <a:pt x="42009794" y="20361450"/>
                    <a:pt x="42017568" y="20358352"/>
                    <a:pt x="42080312" y="20358352"/>
                  </a:cubicBezTo>
                  <a:close/>
                  <a:moveTo>
                    <a:pt x="16871500" y="20353902"/>
                  </a:moveTo>
                  <a:cubicBezTo>
                    <a:pt x="16911024" y="20354767"/>
                    <a:pt x="16915644" y="20362575"/>
                    <a:pt x="16932840" y="20393377"/>
                  </a:cubicBezTo>
                  <a:cubicBezTo>
                    <a:pt x="16955104" y="20433245"/>
                    <a:pt x="16955104" y="20435626"/>
                    <a:pt x="16932848" y="20463228"/>
                  </a:cubicBezTo>
                  <a:cubicBezTo>
                    <a:pt x="16900160" y="20503758"/>
                    <a:pt x="16741120" y="20523447"/>
                    <a:pt x="16716656" y="20489990"/>
                  </a:cubicBezTo>
                  <a:cubicBezTo>
                    <a:pt x="16697000" y="20463109"/>
                    <a:pt x="16695816" y="20416341"/>
                    <a:pt x="16713928" y="20382495"/>
                  </a:cubicBezTo>
                  <a:cubicBezTo>
                    <a:pt x="16725148" y="20361530"/>
                    <a:pt x="16742336" y="20356976"/>
                    <a:pt x="16818576" y="20354757"/>
                  </a:cubicBezTo>
                  <a:cubicBezTo>
                    <a:pt x="16841268" y="20354097"/>
                    <a:pt x="16858324" y="20353613"/>
                    <a:pt x="16871500" y="20353902"/>
                  </a:cubicBezTo>
                  <a:close/>
                  <a:moveTo>
                    <a:pt x="41523746" y="20352502"/>
                  </a:moveTo>
                  <a:cubicBezTo>
                    <a:pt x="41571604" y="20359648"/>
                    <a:pt x="41679926" y="20441711"/>
                    <a:pt x="41695468" y="20482594"/>
                  </a:cubicBezTo>
                  <a:cubicBezTo>
                    <a:pt x="41705448" y="20508833"/>
                    <a:pt x="41701512" y="20666555"/>
                    <a:pt x="41689276" y="20730978"/>
                  </a:cubicBezTo>
                  <a:cubicBezTo>
                    <a:pt x="41686748" y="20744289"/>
                    <a:pt x="41669480" y="20757958"/>
                    <a:pt x="41649172" y="20762728"/>
                  </a:cubicBezTo>
                  <a:cubicBezTo>
                    <a:pt x="41622978" y="20768879"/>
                    <a:pt x="41609652" y="20782815"/>
                    <a:pt x="41598992" y="20815205"/>
                  </a:cubicBezTo>
                  <a:cubicBezTo>
                    <a:pt x="41585956" y="20854804"/>
                    <a:pt x="41579374" y="20859583"/>
                    <a:pt x="41534516" y="20862015"/>
                  </a:cubicBezTo>
                  <a:cubicBezTo>
                    <a:pt x="41400476" y="20869284"/>
                    <a:pt x="41386360" y="20865298"/>
                    <a:pt x="41328628" y="20803894"/>
                  </a:cubicBezTo>
                  <a:cubicBezTo>
                    <a:pt x="41270494" y="20742065"/>
                    <a:pt x="41268492" y="20735416"/>
                    <a:pt x="41278034" y="20636099"/>
                  </a:cubicBezTo>
                  <a:cubicBezTo>
                    <a:pt x="41282936" y="20585091"/>
                    <a:pt x="41292144" y="20565027"/>
                    <a:pt x="41324036" y="20535903"/>
                  </a:cubicBezTo>
                  <a:cubicBezTo>
                    <a:pt x="41345962" y="20515873"/>
                    <a:pt x="41363904" y="20491361"/>
                    <a:pt x="41363904" y="20481433"/>
                  </a:cubicBezTo>
                  <a:cubicBezTo>
                    <a:pt x="41363904" y="20458129"/>
                    <a:pt x="41409750" y="20399989"/>
                    <a:pt x="41451728" y="20370056"/>
                  </a:cubicBezTo>
                  <a:cubicBezTo>
                    <a:pt x="41473058" y="20354846"/>
                    <a:pt x="41498278" y="20348697"/>
                    <a:pt x="41523746" y="20352502"/>
                  </a:cubicBezTo>
                  <a:close/>
                  <a:moveTo>
                    <a:pt x="16101560" y="20262511"/>
                  </a:moveTo>
                  <a:cubicBezTo>
                    <a:pt x="16112484" y="20262530"/>
                    <a:pt x="16124856" y="20263036"/>
                    <a:pt x="16138840" y="20264009"/>
                  </a:cubicBezTo>
                  <a:cubicBezTo>
                    <a:pt x="16210336" y="20268984"/>
                    <a:pt x="16219804" y="20272904"/>
                    <a:pt x="16230916" y="20302131"/>
                  </a:cubicBezTo>
                  <a:cubicBezTo>
                    <a:pt x="16237728" y="20320049"/>
                    <a:pt x="16243304" y="20368494"/>
                    <a:pt x="16243304" y="20409787"/>
                  </a:cubicBezTo>
                  <a:cubicBezTo>
                    <a:pt x="16243304" y="20476144"/>
                    <a:pt x="16239560" y="20487321"/>
                    <a:pt x="16211092" y="20505972"/>
                  </a:cubicBezTo>
                  <a:cubicBezTo>
                    <a:pt x="16183076" y="20524330"/>
                    <a:pt x="16167788" y="20525191"/>
                    <a:pt x="16093616" y="20512576"/>
                  </a:cubicBezTo>
                  <a:cubicBezTo>
                    <a:pt x="16046720" y="20504599"/>
                    <a:pt x="16004064" y="20491283"/>
                    <a:pt x="15998828" y="20482987"/>
                  </a:cubicBezTo>
                  <a:cubicBezTo>
                    <a:pt x="15965088" y="20429550"/>
                    <a:pt x="15985984" y="20318352"/>
                    <a:pt x="16037720" y="20276009"/>
                  </a:cubicBezTo>
                  <a:cubicBezTo>
                    <a:pt x="16049004" y="20266773"/>
                    <a:pt x="16068780" y="20262452"/>
                    <a:pt x="16101560" y="20262511"/>
                  </a:cubicBezTo>
                  <a:close/>
                  <a:moveTo>
                    <a:pt x="43755118" y="20201677"/>
                  </a:moveTo>
                  <a:cubicBezTo>
                    <a:pt x="43775122" y="20200563"/>
                    <a:pt x="43801280" y="20209769"/>
                    <a:pt x="43840402" y="20228917"/>
                  </a:cubicBezTo>
                  <a:lnTo>
                    <a:pt x="43910252" y="20263103"/>
                  </a:lnTo>
                  <a:lnTo>
                    <a:pt x="43920332" y="20369083"/>
                  </a:lnTo>
                  <a:cubicBezTo>
                    <a:pt x="43932930" y="20501521"/>
                    <a:pt x="43925628" y="20513193"/>
                    <a:pt x="43835672" y="20504355"/>
                  </a:cubicBezTo>
                  <a:cubicBezTo>
                    <a:pt x="43740892" y="20495044"/>
                    <a:pt x="43704740" y="20471306"/>
                    <a:pt x="43687424" y="20407017"/>
                  </a:cubicBezTo>
                  <a:cubicBezTo>
                    <a:pt x="43670698" y="20344886"/>
                    <a:pt x="43678024" y="20280223"/>
                    <a:pt x="43706764" y="20236360"/>
                  </a:cubicBezTo>
                  <a:cubicBezTo>
                    <a:pt x="43721266" y="20214226"/>
                    <a:pt x="43735116" y="20202792"/>
                    <a:pt x="43755118" y="20201677"/>
                  </a:cubicBezTo>
                  <a:close/>
                  <a:moveTo>
                    <a:pt x="38367608" y="20181755"/>
                  </a:moveTo>
                  <a:cubicBezTo>
                    <a:pt x="38351420" y="20180602"/>
                    <a:pt x="38334588" y="20189712"/>
                    <a:pt x="38321156" y="20209378"/>
                  </a:cubicBezTo>
                  <a:cubicBezTo>
                    <a:pt x="38310426" y="20225095"/>
                    <a:pt x="38285392" y="20255099"/>
                    <a:pt x="38265528" y="20276053"/>
                  </a:cubicBezTo>
                  <a:cubicBezTo>
                    <a:pt x="38230604" y="20312895"/>
                    <a:pt x="38214274" y="20340494"/>
                    <a:pt x="38154454" y="20463781"/>
                  </a:cubicBezTo>
                  <a:cubicBezTo>
                    <a:pt x="38138998" y="20495630"/>
                    <a:pt x="38115080" y="20525268"/>
                    <a:pt x="38101300" y="20529641"/>
                  </a:cubicBezTo>
                  <a:cubicBezTo>
                    <a:pt x="38085620" y="20534617"/>
                    <a:pt x="38068660" y="20560434"/>
                    <a:pt x="38055972" y="20598645"/>
                  </a:cubicBezTo>
                  <a:cubicBezTo>
                    <a:pt x="38042716" y="20638550"/>
                    <a:pt x="38025276" y="20664443"/>
                    <a:pt x="38005612" y="20673401"/>
                  </a:cubicBezTo>
                  <a:cubicBezTo>
                    <a:pt x="37988524" y="20681186"/>
                    <a:pt x="37969164" y="20706408"/>
                    <a:pt x="37960784" y="20731798"/>
                  </a:cubicBezTo>
                  <a:cubicBezTo>
                    <a:pt x="37952672" y="20756379"/>
                    <a:pt x="37935328" y="20779887"/>
                    <a:pt x="37922240" y="20784041"/>
                  </a:cubicBezTo>
                  <a:cubicBezTo>
                    <a:pt x="37907918" y="20788586"/>
                    <a:pt x="37890266" y="20816229"/>
                    <a:pt x="37877892" y="20853486"/>
                  </a:cubicBezTo>
                  <a:cubicBezTo>
                    <a:pt x="37866332" y="20888288"/>
                    <a:pt x="37844232" y="20923964"/>
                    <a:pt x="37827402" y="20934992"/>
                  </a:cubicBezTo>
                  <a:cubicBezTo>
                    <a:pt x="37810936" y="20945779"/>
                    <a:pt x="37790888" y="20974536"/>
                    <a:pt x="37782848" y="20998897"/>
                  </a:cubicBezTo>
                  <a:cubicBezTo>
                    <a:pt x="37774808" y="21023258"/>
                    <a:pt x="37757528" y="21046588"/>
                    <a:pt x="37744440" y="21050742"/>
                  </a:cubicBezTo>
                  <a:cubicBezTo>
                    <a:pt x="37730212" y="21055258"/>
                    <a:pt x="37712540" y="21082701"/>
                    <a:pt x="37700472" y="21119033"/>
                  </a:cubicBezTo>
                  <a:cubicBezTo>
                    <a:pt x="37688036" y="21156475"/>
                    <a:pt x="37665802" y="21190490"/>
                    <a:pt x="37642500" y="21207718"/>
                  </a:cubicBezTo>
                  <a:cubicBezTo>
                    <a:pt x="37621712" y="21223088"/>
                    <a:pt x="37604702" y="21246724"/>
                    <a:pt x="37604702" y="21260241"/>
                  </a:cubicBezTo>
                  <a:cubicBezTo>
                    <a:pt x="37604702" y="21273761"/>
                    <a:pt x="37587556" y="21304347"/>
                    <a:pt x="37566602" y="21328212"/>
                  </a:cubicBezTo>
                  <a:cubicBezTo>
                    <a:pt x="37545648" y="21352079"/>
                    <a:pt x="37528502" y="21376846"/>
                    <a:pt x="37528502" y="21383246"/>
                  </a:cubicBezTo>
                  <a:cubicBezTo>
                    <a:pt x="37528502" y="21389649"/>
                    <a:pt x="37505640" y="21418676"/>
                    <a:pt x="37477702" y="21447755"/>
                  </a:cubicBezTo>
                  <a:cubicBezTo>
                    <a:pt x="37449764" y="21476831"/>
                    <a:pt x="37426902" y="21511396"/>
                    <a:pt x="37426902" y="21524564"/>
                  </a:cubicBezTo>
                  <a:cubicBezTo>
                    <a:pt x="37426902" y="21537733"/>
                    <a:pt x="37406900" y="21569104"/>
                    <a:pt x="37382452" y="21594276"/>
                  </a:cubicBezTo>
                  <a:cubicBezTo>
                    <a:pt x="37358004" y="21619450"/>
                    <a:pt x="37338002" y="21648487"/>
                    <a:pt x="37338002" y="21658801"/>
                  </a:cubicBezTo>
                  <a:cubicBezTo>
                    <a:pt x="37338002" y="21669118"/>
                    <a:pt x="37323660" y="21688843"/>
                    <a:pt x="37306124" y="21702636"/>
                  </a:cubicBezTo>
                  <a:cubicBezTo>
                    <a:pt x="37288594" y="21716424"/>
                    <a:pt x="37265240" y="21749266"/>
                    <a:pt x="37254232" y="21775614"/>
                  </a:cubicBezTo>
                  <a:cubicBezTo>
                    <a:pt x="37243224" y="21801960"/>
                    <a:pt x="37220860" y="21834023"/>
                    <a:pt x="37204534" y="21846865"/>
                  </a:cubicBezTo>
                  <a:cubicBezTo>
                    <a:pt x="37188210" y="21859705"/>
                    <a:pt x="37171330" y="21886243"/>
                    <a:pt x="37167028" y="21905834"/>
                  </a:cubicBezTo>
                  <a:cubicBezTo>
                    <a:pt x="37162726" y="21925425"/>
                    <a:pt x="37139872" y="21959691"/>
                    <a:pt x="37116240" y="21981980"/>
                  </a:cubicBezTo>
                  <a:cubicBezTo>
                    <a:pt x="37092608" y="22004269"/>
                    <a:pt x="37069676" y="22038887"/>
                    <a:pt x="37065280" y="22058909"/>
                  </a:cubicBezTo>
                  <a:cubicBezTo>
                    <a:pt x="37060884" y="22078931"/>
                    <a:pt x="37043294" y="22108457"/>
                    <a:pt x="37026196" y="22124523"/>
                  </a:cubicBezTo>
                  <a:cubicBezTo>
                    <a:pt x="37009092" y="22140587"/>
                    <a:pt x="36995102" y="22161747"/>
                    <a:pt x="36995102" y="22171545"/>
                  </a:cubicBezTo>
                  <a:cubicBezTo>
                    <a:pt x="36995102" y="22181342"/>
                    <a:pt x="36977792" y="22206668"/>
                    <a:pt x="36956630" y="22227828"/>
                  </a:cubicBezTo>
                  <a:cubicBezTo>
                    <a:pt x="36935472" y="22248987"/>
                    <a:pt x="36909842" y="22282387"/>
                    <a:pt x="36899672" y="22302050"/>
                  </a:cubicBezTo>
                  <a:cubicBezTo>
                    <a:pt x="36889504" y="22321714"/>
                    <a:pt x="36863952" y="22350072"/>
                    <a:pt x="36842894" y="22365067"/>
                  </a:cubicBezTo>
                  <a:cubicBezTo>
                    <a:pt x="36819004" y="22382079"/>
                    <a:pt x="36804602" y="22403497"/>
                    <a:pt x="36804602" y="22422019"/>
                  </a:cubicBezTo>
                  <a:cubicBezTo>
                    <a:pt x="36804602" y="22438343"/>
                    <a:pt x="36784600" y="22475641"/>
                    <a:pt x="36760152" y="22504905"/>
                  </a:cubicBezTo>
                  <a:cubicBezTo>
                    <a:pt x="36735704" y="22534167"/>
                    <a:pt x="36715702" y="22563141"/>
                    <a:pt x="36715702" y="22569296"/>
                  </a:cubicBezTo>
                  <a:cubicBezTo>
                    <a:pt x="36715702" y="22575451"/>
                    <a:pt x="36695700" y="22598690"/>
                    <a:pt x="36671252" y="22620937"/>
                  </a:cubicBezTo>
                  <a:cubicBezTo>
                    <a:pt x="36646804" y="22643183"/>
                    <a:pt x="36626802" y="22671852"/>
                    <a:pt x="36626802" y="22684647"/>
                  </a:cubicBezTo>
                  <a:cubicBezTo>
                    <a:pt x="36626802" y="22697440"/>
                    <a:pt x="36610504" y="22722430"/>
                    <a:pt x="36590588" y="22740175"/>
                  </a:cubicBezTo>
                  <a:cubicBezTo>
                    <a:pt x="36570668" y="22757923"/>
                    <a:pt x="36547926" y="22793953"/>
                    <a:pt x="36540052" y="22820241"/>
                  </a:cubicBezTo>
                  <a:cubicBezTo>
                    <a:pt x="36531900" y="22847443"/>
                    <a:pt x="36509200" y="22880257"/>
                    <a:pt x="36487366" y="22896400"/>
                  </a:cubicBezTo>
                  <a:cubicBezTo>
                    <a:pt x="36466266" y="22911999"/>
                    <a:pt x="36449002" y="22935825"/>
                    <a:pt x="36449002" y="22949341"/>
                  </a:cubicBezTo>
                  <a:cubicBezTo>
                    <a:pt x="36449002" y="22962860"/>
                    <a:pt x="36431856" y="22993447"/>
                    <a:pt x="36410902" y="23017312"/>
                  </a:cubicBezTo>
                  <a:cubicBezTo>
                    <a:pt x="36389948" y="23041180"/>
                    <a:pt x="36372802" y="23065945"/>
                    <a:pt x="36372802" y="23072347"/>
                  </a:cubicBezTo>
                  <a:cubicBezTo>
                    <a:pt x="36372802" y="23078750"/>
                    <a:pt x="36349940" y="23107777"/>
                    <a:pt x="36322002" y="23136855"/>
                  </a:cubicBezTo>
                  <a:cubicBezTo>
                    <a:pt x="36294064" y="23165932"/>
                    <a:pt x="36271202" y="23198325"/>
                    <a:pt x="36271202" y="23208838"/>
                  </a:cubicBezTo>
                  <a:cubicBezTo>
                    <a:pt x="36271202" y="23219355"/>
                    <a:pt x="36251200" y="23247958"/>
                    <a:pt x="36226752" y="23272408"/>
                  </a:cubicBezTo>
                  <a:cubicBezTo>
                    <a:pt x="36202304" y="23296853"/>
                    <a:pt x="36182302" y="23328288"/>
                    <a:pt x="36182302" y="23342258"/>
                  </a:cubicBezTo>
                  <a:cubicBezTo>
                    <a:pt x="36182302" y="23356227"/>
                    <a:pt x="36162300" y="23387658"/>
                    <a:pt x="36137852" y="23412108"/>
                  </a:cubicBezTo>
                  <a:cubicBezTo>
                    <a:pt x="36113404" y="23436553"/>
                    <a:pt x="36093402" y="23465129"/>
                    <a:pt x="36093402" y="23475607"/>
                  </a:cubicBezTo>
                  <a:cubicBezTo>
                    <a:pt x="36093402" y="23486084"/>
                    <a:pt x="36073400" y="23514658"/>
                    <a:pt x="36048952" y="23539107"/>
                  </a:cubicBezTo>
                  <a:cubicBezTo>
                    <a:pt x="36024504" y="23563553"/>
                    <a:pt x="36004502" y="23593055"/>
                    <a:pt x="36004502" y="23604665"/>
                  </a:cubicBezTo>
                  <a:cubicBezTo>
                    <a:pt x="36004502" y="23616275"/>
                    <a:pt x="35984500" y="23647915"/>
                    <a:pt x="35960052" y="23674976"/>
                  </a:cubicBezTo>
                  <a:cubicBezTo>
                    <a:pt x="35935604" y="23702038"/>
                    <a:pt x="35915602" y="23732541"/>
                    <a:pt x="35915602" y="23742767"/>
                  </a:cubicBezTo>
                  <a:cubicBezTo>
                    <a:pt x="35915602" y="23752991"/>
                    <a:pt x="35895600" y="23781358"/>
                    <a:pt x="35871152" y="23805807"/>
                  </a:cubicBezTo>
                  <a:cubicBezTo>
                    <a:pt x="35846704" y="23830253"/>
                    <a:pt x="35826702" y="23860755"/>
                    <a:pt x="35826702" y="23873588"/>
                  </a:cubicBezTo>
                  <a:cubicBezTo>
                    <a:pt x="35826702" y="23886420"/>
                    <a:pt x="35806700" y="23916308"/>
                    <a:pt x="35782252" y="23940003"/>
                  </a:cubicBezTo>
                  <a:cubicBezTo>
                    <a:pt x="35757804" y="23963698"/>
                    <a:pt x="35737802" y="23990246"/>
                    <a:pt x="35737802" y="23998998"/>
                  </a:cubicBezTo>
                  <a:cubicBezTo>
                    <a:pt x="35737802" y="24007749"/>
                    <a:pt x="35718392" y="24029714"/>
                    <a:pt x="35694672" y="24047807"/>
                  </a:cubicBezTo>
                  <a:cubicBezTo>
                    <a:pt x="35666816" y="24069052"/>
                    <a:pt x="35648756" y="24095553"/>
                    <a:pt x="35643678" y="24122623"/>
                  </a:cubicBezTo>
                  <a:cubicBezTo>
                    <a:pt x="35639352" y="24145677"/>
                    <a:pt x="35622072" y="24177449"/>
                    <a:pt x="35605280" y="24193226"/>
                  </a:cubicBezTo>
                  <a:cubicBezTo>
                    <a:pt x="35588484" y="24209004"/>
                    <a:pt x="35568212" y="24237683"/>
                    <a:pt x="35560228" y="24256957"/>
                  </a:cubicBezTo>
                  <a:cubicBezTo>
                    <a:pt x="35552244" y="24276232"/>
                    <a:pt x="35528924" y="24304413"/>
                    <a:pt x="35508408" y="24319583"/>
                  </a:cubicBezTo>
                  <a:cubicBezTo>
                    <a:pt x="35487888" y="24334753"/>
                    <a:pt x="35471102" y="24358232"/>
                    <a:pt x="35471102" y="24371760"/>
                  </a:cubicBezTo>
                  <a:cubicBezTo>
                    <a:pt x="35471102" y="24385287"/>
                    <a:pt x="35451100" y="24416358"/>
                    <a:pt x="35426652" y="24440807"/>
                  </a:cubicBezTo>
                  <a:cubicBezTo>
                    <a:pt x="35402204" y="24465253"/>
                    <a:pt x="35382202" y="24497167"/>
                    <a:pt x="35382202" y="24511728"/>
                  </a:cubicBezTo>
                  <a:cubicBezTo>
                    <a:pt x="35382202" y="24528170"/>
                    <a:pt x="35363440" y="24551184"/>
                    <a:pt x="35332676" y="24572476"/>
                  </a:cubicBezTo>
                  <a:cubicBezTo>
                    <a:pt x="35305438" y="24591328"/>
                    <a:pt x="35279080" y="24621041"/>
                    <a:pt x="35274100" y="24638503"/>
                  </a:cubicBezTo>
                  <a:cubicBezTo>
                    <a:pt x="35269120" y="24655966"/>
                    <a:pt x="35252316" y="24684541"/>
                    <a:pt x="35236750" y="24702004"/>
                  </a:cubicBezTo>
                  <a:cubicBezTo>
                    <a:pt x="35221184" y="24719466"/>
                    <a:pt x="35204328" y="24754373"/>
                    <a:pt x="35199284" y="24779578"/>
                  </a:cubicBezTo>
                  <a:cubicBezTo>
                    <a:pt x="35193444" y="24808744"/>
                    <a:pt x="35176552" y="24835428"/>
                    <a:pt x="35152808" y="24852983"/>
                  </a:cubicBezTo>
                  <a:cubicBezTo>
                    <a:pt x="35132288" y="24868153"/>
                    <a:pt x="35115502" y="24888775"/>
                    <a:pt x="35115502" y="24898810"/>
                  </a:cubicBezTo>
                  <a:cubicBezTo>
                    <a:pt x="35115502" y="24908846"/>
                    <a:pt x="35095500" y="24937058"/>
                    <a:pt x="35071052" y="24961507"/>
                  </a:cubicBezTo>
                  <a:cubicBezTo>
                    <a:pt x="35046604" y="24985953"/>
                    <a:pt x="35026602" y="25017387"/>
                    <a:pt x="35026602" y="25031357"/>
                  </a:cubicBezTo>
                  <a:cubicBezTo>
                    <a:pt x="35026602" y="25045326"/>
                    <a:pt x="35007252" y="25076106"/>
                    <a:pt x="34983604" y="25099755"/>
                  </a:cubicBezTo>
                  <a:cubicBezTo>
                    <a:pt x="34959952" y="25123405"/>
                    <a:pt x="34936736" y="25154949"/>
                    <a:pt x="34932004" y="25169852"/>
                  </a:cubicBezTo>
                  <a:cubicBezTo>
                    <a:pt x="34927272" y="25184755"/>
                    <a:pt x="34906620" y="25213733"/>
                    <a:pt x="34886102" y="25234248"/>
                  </a:cubicBezTo>
                  <a:cubicBezTo>
                    <a:pt x="34865588" y="25254765"/>
                    <a:pt x="34848802" y="25282422"/>
                    <a:pt x="34848802" y="25295712"/>
                  </a:cubicBezTo>
                  <a:cubicBezTo>
                    <a:pt x="34848802" y="25309118"/>
                    <a:pt x="34831096" y="25330755"/>
                    <a:pt x="34809028" y="25344314"/>
                  </a:cubicBezTo>
                  <a:cubicBezTo>
                    <a:pt x="34781424" y="25361275"/>
                    <a:pt x="34764612" y="25385152"/>
                    <a:pt x="34754088" y="25422337"/>
                  </a:cubicBezTo>
                  <a:cubicBezTo>
                    <a:pt x="34745616" y="25452275"/>
                    <a:pt x="34723938" y="25487707"/>
                    <a:pt x="34704964" y="25502633"/>
                  </a:cubicBezTo>
                  <a:cubicBezTo>
                    <a:pt x="34686284" y="25517325"/>
                    <a:pt x="34671002" y="25540346"/>
                    <a:pt x="34671002" y="25553788"/>
                  </a:cubicBezTo>
                  <a:cubicBezTo>
                    <a:pt x="34671002" y="25567231"/>
                    <a:pt x="34651000" y="25600370"/>
                    <a:pt x="34626552" y="25627430"/>
                  </a:cubicBezTo>
                  <a:cubicBezTo>
                    <a:pt x="34602104" y="25654491"/>
                    <a:pt x="34582102" y="25682791"/>
                    <a:pt x="34582102" y="25690321"/>
                  </a:cubicBezTo>
                  <a:cubicBezTo>
                    <a:pt x="34582102" y="25697851"/>
                    <a:pt x="34562252" y="25719150"/>
                    <a:pt x="34537992" y="25737653"/>
                  </a:cubicBezTo>
                  <a:cubicBezTo>
                    <a:pt x="34509152" y="25759652"/>
                    <a:pt x="34491148" y="25785878"/>
                    <a:pt x="34485980" y="25813424"/>
                  </a:cubicBezTo>
                  <a:cubicBezTo>
                    <a:pt x="34481634" y="25836594"/>
                    <a:pt x="34464504" y="25868307"/>
                    <a:pt x="34447908" y="25883895"/>
                  </a:cubicBezTo>
                  <a:cubicBezTo>
                    <a:pt x="34431314" y="25899483"/>
                    <a:pt x="34411812" y="25930195"/>
                    <a:pt x="34404568" y="25952142"/>
                  </a:cubicBezTo>
                  <a:cubicBezTo>
                    <a:pt x="34397326" y="25974090"/>
                    <a:pt x="34374740" y="26001886"/>
                    <a:pt x="34354380" y="26013914"/>
                  </a:cubicBezTo>
                  <a:cubicBezTo>
                    <a:pt x="34332360" y="26026924"/>
                    <a:pt x="34314064" y="26050786"/>
                    <a:pt x="34309226" y="26072809"/>
                  </a:cubicBezTo>
                  <a:cubicBezTo>
                    <a:pt x="34304756" y="26093174"/>
                    <a:pt x="34287392" y="26118813"/>
                    <a:pt x="34270648" y="26129786"/>
                  </a:cubicBezTo>
                  <a:cubicBezTo>
                    <a:pt x="34253824" y="26140808"/>
                    <a:pt x="34234376" y="26171352"/>
                    <a:pt x="34227192" y="26198039"/>
                  </a:cubicBezTo>
                  <a:cubicBezTo>
                    <a:pt x="34219496" y="26226629"/>
                    <a:pt x="34199008" y="26257564"/>
                    <a:pt x="34176998" y="26273836"/>
                  </a:cubicBezTo>
                  <a:cubicBezTo>
                    <a:pt x="34156548" y="26288957"/>
                    <a:pt x="34136096" y="26318252"/>
                    <a:pt x="34131552" y="26338933"/>
                  </a:cubicBezTo>
                  <a:cubicBezTo>
                    <a:pt x="34127010" y="26359613"/>
                    <a:pt x="34109592" y="26385513"/>
                    <a:pt x="34092848" y="26396486"/>
                  </a:cubicBezTo>
                  <a:cubicBezTo>
                    <a:pt x="34075620" y="26407772"/>
                    <a:pt x="34056532" y="26438232"/>
                    <a:pt x="34048882" y="26466630"/>
                  </a:cubicBezTo>
                  <a:cubicBezTo>
                    <a:pt x="34040452" y="26497946"/>
                    <a:pt x="34021166" y="26526937"/>
                    <a:pt x="33997614" y="26543708"/>
                  </a:cubicBezTo>
                  <a:cubicBezTo>
                    <a:pt x="33976852" y="26558491"/>
                    <a:pt x="33956562" y="26583739"/>
                    <a:pt x="33952528" y="26599813"/>
                  </a:cubicBezTo>
                  <a:cubicBezTo>
                    <a:pt x="33948494" y="26615886"/>
                    <a:pt x="33928476" y="26641395"/>
                    <a:pt x="33908048" y="26656501"/>
                  </a:cubicBezTo>
                  <a:cubicBezTo>
                    <a:pt x="33884662" y="26673790"/>
                    <a:pt x="33870902" y="26695429"/>
                    <a:pt x="33870902" y="26714910"/>
                  </a:cubicBezTo>
                  <a:cubicBezTo>
                    <a:pt x="33870902" y="26733281"/>
                    <a:pt x="33853030" y="26763728"/>
                    <a:pt x="33826916" y="26789841"/>
                  </a:cubicBezTo>
                  <a:cubicBezTo>
                    <a:pt x="33802726" y="26814032"/>
                    <a:pt x="33779208" y="26848666"/>
                    <a:pt x="33774656" y="26866801"/>
                  </a:cubicBezTo>
                  <a:cubicBezTo>
                    <a:pt x="33770104" y="26884936"/>
                    <a:pt x="33755232" y="26905738"/>
                    <a:pt x="33741608" y="26913032"/>
                  </a:cubicBezTo>
                  <a:cubicBezTo>
                    <a:pt x="33727980" y="26920324"/>
                    <a:pt x="33703610" y="26947320"/>
                    <a:pt x="33687450" y="26973020"/>
                  </a:cubicBezTo>
                  <a:cubicBezTo>
                    <a:pt x="33671286" y="26998724"/>
                    <a:pt x="33646240" y="27036186"/>
                    <a:pt x="33631792" y="27056272"/>
                  </a:cubicBezTo>
                  <a:cubicBezTo>
                    <a:pt x="33617342" y="27076356"/>
                    <a:pt x="33602106" y="27108336"/>
                    <a:pt x="33597932" y="27127336"/>
                  </a:cubicBezTo>
                  <a:cubicBezTo>
                    <a:pt x="33593760" y="27146338"/>
                    <a:pt x="33573460" y="27174364"/>
                    <a:pt x="33552822" y="27189622"/>
                  </a:cubicBezTo>
                  <a:cubicBezTo>
                    <a:pt x="33532188" y="27204880"/>
                    <a:pt x="33515302" y="27228232"/>
                    <a:pt x="33515302" y="27241516"/>
                  </a:cubicBezTo>
                  <a:cubicBezTo>
                    <a:pt x="33515302" y="27254800"/>
                    <a:pt x="33491012" y="27289538"/>
                    <a:pt x="33461328" y="27318716"/>
                  </a:cubicBezTo>
                  <a:cubicBezTo>
                    <a:pt x="33405352" y="27373724"/>
                    <a:pt x="33349780" y="27445912"/>
                    <a:pt x="33323490" y="27497760"/>
                  </a:cubicBezTo>
                  <a:cubicBezTo>
                    <a:pt x="33315124" y="27514256"/>
                    <a:pt x="33294936" y="27549290"/>
                    <a:pt x="33278624" y="27575612"/>
                  </a:cubicBezTo>
                  <a:cubicBezTo>
                    <a:pt x="33262312" y="27601932"/>
                    <a:pt x="33245360" y="27637852"/>
                    <a:pt x="33240948" y="27655428"/>
                  </a:cubicBezTo>
                  <a:cubicBezTo>
                    <a:pt x="33236536" y="27673006"/>
                    <a:pt x="33216926" y="27695662"/>
                    <a:pt x="33197372" y="27705776"/>
                  </a:cubicBezTo>
                  <a:cubicBezTo>
                    <a:pt x="33175784" y="27716938"/>
                    <a:pt x="33158680" y="27738448"/>
                    <a:pt x="33153832" y="27760520"/>
                  </a:cubicBezTo>
                  <a:cubicBezTo>
                    <a:pt x="33149440" y="27780520"/>
                    <a:pt x="33128960" y="27809364"/>
                    <a:pt x="33108322" y="27824622"/>
                  </a:cubicBezTo>
                  <a:cubicBezTo>
                    <a:pt x="33083592" y="27842908"/>
                    <a:pt x="33070802" y="27863556"/>
                    <a:pt x="33070802" y="27885196"/>
                  </a:cubicBezTo>
                  <a:cubicBezTo>
                    <a:pt x="33070802" y="27909104"/>
                    <a:pt x="33057420" y="27927124"/>
                    <a:pt x="33021572" y="27951492"/>
                  </a:cubicBezTo>
                  <a:cubicBezTo>
                    <a:pt x="32985424" y="27976060"/>
                    <a:pt x="32971450" y="27995012"/>
                    <a:pt x="32968988" y="28022800"/>
                  </a:cubicBezTo>
                  <a:cubicBezTo>
                    <a:pt x="32967028" y="28044934"/>
                    <a:pt x="32950560" y="28074724"/>
                    <a:pt x="32929320" y="28094568"/>
                  </a:cubicBezTo>
                  <a:cubicBezTo>
                    <a:pt x="32909344" y="28113228"/>
                    <a:pt x="32893002" y="28140714"/>
                    <a:pt x="32893002" y="28155652"/>
                  </a:cubicBezTo>
                  <a:cubicBezTo>
                    <a:pt x="32893002" y="28170588"/>
                    <a:pt x="32870140" y="28205216"/>
                    <a:pt x="32842202" y="28232604"/>
                  </a:cubicBezTo>
                  <a:cubicBezTo>
                    <a:pt x="32814264" y="28259990"/>
                    <a:pt x="32791402" y="28290122"/>
                    <a:pt x="32791402" y="28299564"/>
                  </a:cubicBezTo>
                  <a:cubicBezTo>
                    <a:pt x="32791402" y="28309000"/>
                    <a:pt x="32774256" y="28329404"/>
                    <a:pt x="32753302" y="28344894"/>
                  </a:cubicBezTo>
                  <a:cubicBezTo>
                    <a:pt x="32728616" y="28363148"/>
                    <a:pt x="32715202" y="28384256"/>
                    <a:pt x="32715202" y="28404856"/>
                  </a:cubicBezTo>
                  <a:cubicBezTo>
                    <a:pt x="32715202" y="28424236"/>
                    <a:pt x="32697912" y="28453938"/>
                    <a:pt x="32670932" y="28480920"/>
                  </a:cubicBezTo>
                  <a:cubicBezTo>
                    <a:pt x="32646586" y="28505264"/>
                    <a:pt x="32623294" y="28538608"/>
                    <a:pt x="32619180" y="28555012"/>
                  </a:cubicBezTo>
                  <a:cubicBezTo>
                    <a:pt x="32615062" y="28571416"/>
                    <a:pt x="32594976" y="28597196"/>
                    <a:pt x="32574548" y="28612300"/>
                  </a:cubicBezTo>
                  <a:cubicBezTo>
                    <a:pt x="32554116" y="28627404"/>
                    <a:pt x="32537402" y="28651004"/>
                    <a:pt x="32537402" y="28664748"/>
                  </a:cubicBezTo>
                  <a:cubicBezTo>
                    <a:pt x="32537402" y="28678486"/>
                    <a:pt x="32517806" y="28711420"/>
                    <a:pt x="32493854" y="28737930"/>
                  </a:cubicBezTo>
                  <a:cubicBezTo>
                    <a:pt x="32469904" y="28764440"/>
                    <a:pt x="32446616" y="28800848"/>
                    <a:pt x="32442102" y="28818834"/>
                  </a:cubicBezTo>
                  <a:cubicBezTo>
                    <a:pt x="32437588" y="28836820"/>
                    <a:pt x="32417176" y="28863896"/>
                    <a:pt x="32396748" y="28879000"/>
                  </a:cubicBezTo>
                  <a:cubicBezTo>
                    <a:pt x="32376316" y="28894104"/>
                    <a:pt x="32359602" y="28917374"/>
                    <a:pt x="32359602" y="28930712"/>
                  </a:cubicBezTo>
                  <a:cubicBezTo>
                    <a:pt x="32359602" y="28944048"/>
                    <a:pt x="32336740" y="28980868"/>
                    <a:pt x="32308802" y="29013152"/>
                  </a:cubicBezTo>
                  <a:cubicBezTo>
                    <a:pt x="32280864" y="29045436"/>
                    <a:pt x="32258002" y="29079002"/>
                    <a:pt x="32258002" y="29087748"/>
                  </a:cubicBezTo>
                  <a:cubicBezTo>
                    <a:pt x="32258002" y="29096492"/>
                    <a:pt x="32240856" y="29120076"/>
                    <a:pt x="32219902" y="29140152"/>
                  </a:cubicBezTo>
                  <a:cubicBezTo>
                    <a:pt x="32198948" y="29160228"/>
                    <a:pt x="32181802" y="29184892"/>
                    <a:pt x="32181802" y="29194964"/>
                  </a:cubicBezTo>
                  <a:cubicBezTo>
                    <a:pt x="32181802" y="29205036"/>
                    <a:pt x="32161946" y="29235252"/>
                    <a:pt x="32137674" y="29262116"/>
                  </a:cubicBezTo>
                  <a:cubicBezTo>
                    <a:pt x="32113404" y="29288984"/>
                    <a:pt x="32089876" y="29325592"/>
                    <a:pt x="32085386" y="29343476"/>
                  </a:cubicBezTo>
                  <a:cubicBezTo>
                    <a:pt x="32080892" y="29361382"/>
                    <a:pt x="32060584" y="29384592"/>
                    <a:pt x="32040186" y="29395140"/>
                  </a:cubicBezTo>
                  <a:cubicBezTo>
                    <a:pt x="32016824" y="29407224"/>
                    <a:pt x="32000480" y="29427632"/>
                    <a:pt x="31995922" y="29450424"/>
                  </a:cubicBezTo>
                  <a:cubicBezTo>
                    <a:pt x="31991950" y="29470292"/>
                    <a:pt x="31972136" y="29498794"/>
                    <a:pt x="31951900" y="29513756"/>
                  </a:cubicBezTo>
                  <a:cubicBezTo>
                    <a:pt x="31928304" y="29531200"/>
                    <a:pt x="31915102" y="29552396"/>
                    <a:pt x="31915102" y="29572836"/>
                  </a:cubicBezTo>
                  <a:cubicBezTo>
                    <a:pt x="31915102" y="29593252"/>
                    <a:pt x="31896846" y="29622600"/>
                    <a:pt x="31864302" y="29654502"/>
                  </a:cubicBezTo>
                  <a:cubicBezTo>
                    <a:pt x="31836364" y="29681888"/>
                    <a:pt x="31813502" y="29714876"/>
                    <a:pt x="31813502" y="29727812"/>
                  </a:cubicBezTo>
                  <a:cubicBezTo>
                    <a:pt x="31813502" y="29740744"/>
                    <a:pt x="31797060" y="29763480"/>
                    <a:pt x="31776962" y="29778344"/>
                  </a:cubicBezTo>
                  <a:cubicBezTo>
                    <a:pt x="31753890" y="29795400"/>
                    <a:pt x="31737328" y="29821838"/>
                    <a:pt x="31732034" y="29850056"/>
                  </a:cubicBezTo>
                  <a:cubicBezTo>
                    <a:pt x="31726580" y="29879120"/>
                    <a:pt x="31710504" y="29904112"/>
                    <a:pt x="31686056" y="29921520"/>
                  </a:cubicBezTo>
                  <a:cubicBezTo>
                    <a:pt x="31665380" y="29936244"/>
                    <a:pt x="31644956" y="29962260"/>
                    <a:pt x="31640668" y="29979336"/>
                  </a:cubicBezTo>
                  <a:cubicBezTo>
                    <a:pt x="31636384" y="29996412"/>
                    <a:pt x="31617112" y="30021612"/>
                    <a:pt x="31597840" y="30035332"/>
                  </a:cubicBezTo>
                  <a:cubicBezTo>
                    <a:pt x="31577336" y="30049932"/>
                    <a:pt x="31559380" y="30077382"/>
                    <a:pt x="31554556" y="30101500"/>
                  </a:cubicBezTo>
                  <a:cubicBezTo>
                    <a:pt x="31550024" y="30124168"/>
                    <a:pt x="31529526" y="30158052"/>
                    <a:pt x="31509006" y="30176796"/>
                  </a:cubicBezTo>
                  <a:cubicBezTo>
                    <a:pt x="31488486" y="30195536"/>
                    <a:pt x="31464980" y="30224278"/>
                    <a:pt x="31456772" y="30240662"/>
                  </a:cubicBezTo>
                  <a:cubicBezTo>
                    <a:pt x="31448566" y="30257044"/>
                    <a:pt x="31428316" y="30288703"/>
                    <a:pt x="31411778" y="30311012"/>
                  </a:cubicBezTo>
                  <a:cubicBezTo>
                    <a:pt x="31395236" y="30333320"/>
                    <a:pt x="31381702" y="30359344"/>
                    <a:pt x="31381702" y="30368846"/>
                  </a:cubicBezTo>
                  <a:cubicBezTo>
                    <a:pt x="31381702" y="30378346"/>
                    <a:pt x="31361964" y="30405250"/>
                    <a:pt x="31337838" y="30428637"/>
                  </a:cubicBezTo>
                  <a:cubicBezTo>
                    <a:pt x="31313716" y="30452016"/>
                    <a:pt x="31290418" y="30487350"/>
                    <a:pt x="31286068" y="30507152"/>
                  </a:cubicBezTo>
                  <a:cubicBezTo>
                    <a:pt x="31281716" y="30526954"/>
                    <a:pt x="31261452" y="30555052"/>
                    <a:pt x="31241032" y="30569592"/>
                  </a:cubicBezTo>
                  <a:cubicBezTo>
                    <a:pt x="31220612" y="30584136"/>
                    <a:pt x="31203902" y="30606726"/>
                    <a:pt x="31203902" y="30619796"/>
                  </a:cubicBezTo>
                  <a:cubicBezTo>
                    <a:pt x="31203902" y="30632864"/>
                    <a:pt x="31181040" y="30669969"/>
                    <a:pt x="31153102" y="30702252"/>
                  </a:cubicBezTo>
                  <a:cubicBezTo>
                    <a:pt x="31125164" y="30734536"/>
                    <a:pt x="31102302" y="30768176"/>
                    <a:pt x="31102302" y="30777010"/>
                  </a:cubicBezTo>
                  <a:cubicBezTo>
                    <a:pt x="31102302" y="30785849"/>
                    <a:pt x="31084596" y="30804072"/>
                    <a:pt x="31062952" y="30817512"/>
                  </a:cubicBezTo>
                  <a:cubicBezTo>
                    <a:pt x="31034652" y="30835090"/>
                    <a:pt x="31020108" y="30856836"/>
                    <a:pt x="31011166" y="30894948"/>
                  </a:cubicBezTo>
                  <a:cubicBezTo>
                    <a:pt x="31004324" y="30924092"/>
                    <a:pt x="30990308" y="30951172"/>
                    <a:pt x="30980018" y="30955124"/>
                  </a:cubicBezTo>
                  <a:cubicBezTo>
                    <a:pt x="30969728" y="30959070"/>
                    <a:pt x="30950342" y="30987090"/>
                    <a:pt x="30936938" y="31017388"/>
                  </a:cubicBezTo>
                  <a:cubicBezTo>
                    <a:pt x="30922772" y="31049418"/>
                    <a:pt x="30899000" y="31078656"/>
                    <a:pt x="30880148" y="31087248"/>
                  </a:cubicBezTo>
                  <a:cubicBezTo>
                    <a:pt x="30860038" y="31096412"/>
                    <a:pt x="30844928" y="31116000"/>
                    <a:pt x="30840360" y="31138836"/>
                  </a:cubicBezTo>
                  <a:cubicBezTo>
                    <a:pt x="30836312" y="31159084"/>
                    <a:pt x="30817236" y="31187304"/>
                    <a:pt x="30797972" y="31201546"/>
                  </a:cubicBezTo>
                  <a:cubicBezTo>
                    <a:pt x="30777798" y="31216462"/>
                    <a:pt x="30759432" y="31245016"/>
                    <a:pt x="30754658" y="31268896"/>
                  </a:cubicBezTo>
                  <a:cubicBezTo>
                    <a:pt x="30749904" y="31292668"/>
                    <a:pt x="30727476" y="31327660"/>
                    <a:pt x="30702084" y="31350916"/>
                  </a:cubicBezTo>
                  <a:cubicBezTo>
                    <a:pt x="30677728" y="31373224"/>
                    <a:pt x="30657802" y="31403177"/>
                    <a:pt x="30657802" y="31417476"/>
                  </a:cubicBezTo>
                  <a:cubicBezTo>
                    <a:pt x="30657802" y="31431772"/>
                    <a:pt x="30641308" y="31455216"/>
                    <a:pt x="30621148" y="31469572"/>
                  </a:cubicBezTo>
                  <a:cubicBezTo>
                    <a:pt x="30597788" y="31486208"/>
                    <a:pt x="30581490" y="31511668"/>
                    <a:pt x="30576220" y="31539764"/>
                  </a:cubicBezTo>
                  <a:cubicBezTo>
                    <a:pt x="30570944" y="31567880"/>
                    <a:pt x="30554648" y="31593320"/>
                    <a:pt x="30531240" y="31609992"/>
                  </a:cubicBezTo>
                  <a:cubicBezTo>
                    <a:pt x="30511048" y="31624366"/>
                    <a:pt x="30484740" y="31654606"/>
                    <a:pt x="30472772" y="31677192"/>
                  </a:cubicBezTo>
                  <a:cubicBezTo>
                    <a:pt x="30443052" y="31733268"/>
                    <a:pt x="30446928" y="31727624"/>
                    <a:pt x="30342962" y="31866160"/>
                  </a:cubicBezTo>
                  <a:cubicBezTo>
                    <a:pt x="30329090" y="31884642"/>
                    <a:pt x="30311100" y="31919892"/>
                    <a:pt x="30302980" y="31944492"/>
                  </a:cubicBezTo>
                  <a:cubicBezTo>
                    <a:pt x="30294864" y="31969092"/>
                    <a:pt x="30274220" y="31998393"/>
                    <a:pt x="30257110" y="32009604"/>
                  </a:cubicBezTo>
                  <a:cubicBezTo>
                    <a:pt x="30240000" y="32020816"/>
                    <a:pt x="30226002" y="32038080"/>
                    <a:pt x="30226002" y="32047972"/>
                  </a:cubicBezTo>
                  <a:cubicBezTo>
                    <a:pt x="30226002" y="32057864"/>
                    <a:pt x="30203140" y="32092368"/>
                    <a:pt x="30175202" y="32124652"/>
                  </a:cubicBezTo>
                  <a:cubicBezTo>
                    <a:pt x="30147264" y="32156936"/>
                    <a:pt x="30124402" y="32191895"/>
                    <a:pt x="30124402" y="32202341"/>
                  </a:cubicBezTo>
                  <a:cubicBezTo>
                    <a:pt x="30124402" y="32212786"/>
                    <a:pt x="30105054" y="32233870"/>
                    <a:pt x="30081408" y="32249192"/>
                  </a:cubicBezTo>
                  <a:cubicBezTo>
                    <a:pt x="30057764" y="32264516"/>
                    <a:pt x="30034274" y="32291340"/>
                    <a:pt x="30029208" y="32308802"/>
                  </a:cubicBezTo>
                  <a:cubicBezTo>
                    <a:pt x="30024144" y="32326264"/>
                    <a:pt x="30004004" y="32357699"/>
                    <a:pt x="29984454" y="32378653"/>
                  </a:cubicBezTo>
                  <a:cubicBezTo>
                    <a:pt x="29964904" y="32399607"/>
                    <a:pt x="29939796" y="32436754"/>
                    <a:pt x="29928660" y="32461202"/>
                  </a:cubicBezTo>
                  <a:cubicBezTo>
                    <a:pt x="29908932" y="32504500"/>
                    <a:pt x="29866524" y="32566224"/>
                    <a:pt x="29811532" y="32631678"/>
                  </a:cubicBezTo>
                  <a:cubicBezTo>
                    <a:pt x="29796616" y="32649432"/>
                    <a:pt x="29780552" y="32684524"/>
                    <a:pt x="29775836" y="32709660"/>
                  </a:cubicBezTo>
                  <a:cubicBezTo>
                    <a:pt x="29768790" y="32747235"/>
                    <a:pt x="29759496" y="32758006"/>
                    <a:pt x="29723620" y="32770208"/>
                  </a:cubicBezTo>
                  <a:cubicBezTo>
                    <a:pt x="29686906" y="32782696"/>
                    <a:pt x="29678860" y="32792448"/>
                    <a:pt x="29672948" y="32831639"/>
                  </a:cubicBezTo>
                  <a:cubicBezTo>
                    <a:pt x="29668514" y="32861036"/>
                    <a:pt x="29655092" y="32885316"/>
                    <a:pt x="29636572" y="32897452"/>
                  </a:cubicBezTo>
                  <a:cubicBezTo>
                    <a:pt x="29620428" y="32908028"/>
                    <a:pt x="29603496" y="32935306"/>
                    <a:pt x="29598944" y="32958068"/>
                  </a:cubicBezTo>
                  <a:cubicBezTo>
                    <a:pt x="29594204" y="32981766"/>
                    <a:pt x="29571738" y="33016792"/>
                    <a:pt x="29546384" y="33040016"/>
                  </a:cubicBezTo>
                  <a:cubicBezTo>
                    <a:pt x="29522028" y="33062324"/>
                    <a:pt x="29502102" y="33092276"/>
                    <a:pt x="29502102" y="33106576"/>
                  </a:cubicBezTo>
                  <a:cubicBezTo>
                    <a:pt x="29502102" y="33120872"/>
                    <a:pt x="29485608" y="33144317"/>
                    <a:pt x="29465448" y="33158673"/>
                  </a:cubicBezTo>
                  <a:cubicBezTo>
                    <a:pt x="29441908" y="33175434"/>
                    <a:pt x="29425790" y="33200756"/>
                    <a:pt x="29420412" y="33229440"/>
                  </a:cubicBezTo>
                  <a:cubicBezTo>
                    <a:pt x="29415072" y="33257901"/>
                    <a:pt x="29398516" y="33284100"/>
                    <a:pt x="29374776" y="33301650"/>
                  </a:cubicBezTo>
                  <a:cubicBezTo>
                    <a:pt x="29354288" y="33316800"/>
                    <a:pt x="29328026" y="33346780"/>
                    <a:pt x="29316416" y="33368272"/>
                  </a:cubicBezTo>
                  <a:cubicBezTo>
                    <a:pt x="29290248" y="33416724"/>
                    <a:pt x="29280562" y="33431438"/>
                    <a:pt x="29246380" y="33474660"/>
                  </a:cubicBezTo>
                  <a:cubicBezTo>
                    <a:pt x="29168894" y="33572636"/>
                    <a:pt x="29146502" y="33607768"/>
                    <a:pt x="29146502" y="33631360"/>
                  </a:cubicBezTo>
                  <a:cubicBezTo>
                    <a:pt x="29146502" y="33645624"/>
                    <a:pt x="29129356" y="33672337"/>
                    <a:pt x="29108402" y="33690729"/>
                  </a:cubicBezTo>
                  <a:cubicBezTo>
                    <a:pt x="29087448" y="33709112"/>
                    <a:pt x="29070302" y="33731108"/>
                    <a:pt x="29070302" y="33739609"/>
                  </a:cubicBezTo>
                  <a:cubicBezTo>
                    <a:pt x="29070302" y="33748106"/>
                    <a:pt x="29047440" y="33781468"/>
                    <a:pt x="29019502" y="33813752"/>
                  </a:cubicBezTo>
                  <a:cubicBezTo>
                    <a:pt x="28991566" y="33846037"/>
                    <a:pt x="28968704" y="33880480"/>
                    <a:pt x="28968704" y="33890302"/>
                  </a:cubicBezTo>
                  <a:cubicBezTo>
                    <a:pt x="28968704" y="33900122"/>
                    <a:pt x="28948700" y="33928157"/>
                    <a:pt x="28924254" y="33952606"/>
                  </a:cubicBezTo>
                  <a:cubicBezTo>
                    <a:pt x="28899804" y="33977054"/>
                    <a:pt x="28879804" y="34007678"/>
                    <a:pt x="28879804" y="34020664"/>
                  </a:cubicBezTo>
                  <a:cubicBezTo>
                    <a:pt x="28879804" y="34033649"/>
                    <a:pt x="28861882" y="34055272"/>
                    <a:pt x="28839980" y="34068712"/>
                  </a:cubicBezTo>
                  <a:cubicBezTo>
                    <a:pt x="28811536" y="34086168"/>
                    <a:pt x="28795244" y="34109912"/>
                    <a:pt x="28782974" y="34151800"/>
                  </a:cubicBezTo>
                  <a:cubicBezTo>
                    <a:pt x="28773526" y="34184056"/>
                    <a:pt x="28757772" y="34217108"/>
                    <a:pt x="28747966" y="34225247"/>
                  </a:cubicBezTo>
                  <a:cubicBezTo>
                    <a:pt x="28738158" y="34233384"/>
                    <a:pt x="28720828" y="34252714"/>
                    <a:pt x="28709452" y="34268200"/>
                  </a:cubicBezTo>
                  <a:cubicBezTo>
                    <a:pt x="28698076" y="34283684"/>
                    <a:pt x="28675790" y="34308260"/>
                    <a:pt x="28659930" y="34322823"/>
                  </a:cubicBezTo>
                  <a:cubicBezTo>
                    <a:pt x="28644066" y="34337381"/>
                    <a:pt x="28623872" y="34373358"/>
                    <a:pt x="28615058" y="34402781"/>
                  </a:cubicBezTo>
                  <a:cubicBezTo>
                    <a:pt x="28604622" y="34437624"/>
                    <a:pt x="28588332" y="34461144"/>
                    <a:pt x="28568338" y="34470258"/>
                  </a:cubicBezTo>
                  <a:cubicBezTo>
                    <a:pt x="28551380" y="34477984"/>
                    <a:pt x="28531502" y="34502840"/>
                    <a:pt x="28523928" y="34525784"/>
                  </a:cubicBezTo>
                  <a:cubicBezTo>
                    <a:pt x="28516388" y="34548628"/>
                    <a:pt x="28496486" y="34576320"/>
                    <a:pt x="28479702" y="34587318"/>
                  </a:cubicBezTo>
                  <a:cubicBezTo>
                    <a:pt x="28461242" y="34599412"/>
                    <a:pt x="28445832" y="34625206"/>
                    <a:pt x="28440688" y="34652628"/>
                  </a:cubicBezTo>
                  <a:cubicBezTo>
                    <a:pt x="28435296" y="34681372"/>
                    <a:pt x="28418918" y="34707756"/>
                    <a:pt x="28395904" y="34724768"/>
                  </a:cubicBezTo>
                  <a:cubicBezTo>
                    <a:pt x="28375952" y="34739522"/>
                    <a:pt x="28353502" y="34770141"/>
                    <a:pt x="28346024" y="34792809"/>
                  </a:cubicBezTo>
                  <a:cubicBezTo>
                    <a:pt x="28338544" y="34815474"/>
                    <a:pt x="28318686" y="34843020"/>
                    <a:pt x="28301902" y="34854016"/>
                  </a:cubicBezTo>
                  <a:cubicBezTo>
                    <a:pt x="28283442" y="34866112"/>
                    <a:pt x="28268032" y="34891906"/>
                    <a:pt x="28262888" y="34919328"/>
                  </a:cubicBezTo>
                  <a:cubicBezTo>
                    <a:pt x="28257456" y="34948281"/>
                    <a:pt x="28241094" y="34974472"/>
                    <a:pt x="28217582" y="34991856"/>
                  </a:cubicBezTo>
                  <a:cubicBezTo>
                    <a:pt x="28196694" y="35007298"/>
                    <a:pt x="28174356" y="35040496"/>
                    <a:pt x="28165934" y="35068609"/>
                  </a:cubicBezTo>
                  <a:cubicBezTo>
                    <a:pt x="28157768" y="35095854"/>
                    <a:pt x="28143356" y="35121114"/>
                    <a:pt x="28133906" y="35124742"/>
                  </a:cubicBezTo>
                  <a:cubicBezTo>
                    <a:pt x="28124452" y="35128366"/>
                    <a:pt x="28105460" y="35153408"/>
                    <a:pt x="28091698" y="35180383"/>
                  </a:cubicBezTo>
                  <a:cubicBezTo>
                    <a:pt x="28077938" y="35207360"/>
                    <a:pt x="28052512" y="35238710"/>
                    <a:pt x="28035206" y="35250048"/>
                  </a:cubicBezTo>
                  <a:cubicBezTo>
                    <a:pt x="28017444" y="35261688"/>
                    <a:pt x="27998100" y="35291594"/>
                    <a:pt x="27990802" y="35318703"/>
                  </a:cubicBezTo>
                  <a:cubicBezTo>
                    <a:pt x="27983476" y="35345916"/>
                    <a:pt x="27964162" y="35375720"/>
                    <a:pt x="27946234" y="35387462"/>
                  </a:cubicBezTo>
                  <a:cubicBezTo>
                    <a:pt x="27928838" y="35398860"/>
                    <a:pt x="27914604" y="35416280"/>
                    <a:pt x="27914604" y="35426172"/>
                  </a:cubicBezTo>
                  <a:cubicBezTo>
                    <a:pt x="27914604" y="35436064"/>
                    <a:pt x="27891740" y="35470569"/>
                    <a:pt x="27863802" y="35502852"/>
                  </a:cubicBezTo>
                  <a:cubicBezTo>
                    <a:pt x="27835864" y="35535136"/>
                    <a:pt x="27813002" y="35569960"/>
                    <a:pt x="27813002" y="35580249"/>
                  </a:cubicBezTo>
                  <a:cubicBezTo>
                    <a:pt x="27813002" y="35590532"/>
                    <a:pt x="27793002" y="35618950"/>
                    <a:pt x="27768552" y="35643398"/>
                  </a:cubicBezTo>
                  <a:cubicBezTo>
                    <a:pt x="27744104" y="35667849"/>
                    <a:pt x="27724102" y="35699046"/>
                    <a:pt x="27724102" y="35712728"/>
                  </a:cubicBezTo>
                  <a:cubicBezTo>
                    <a:pt x="27724102" y="35726410"/>
                    <a:pt x="27707126" y="35752732"/>
                    <a:pt x="27686380" y="35771216"/>
                  </a:cubicBezTo>
                  <a:cubicBezTo>
                    <a:pt x="27665632" y="35789704"/>
                    <a:pt x="27639136" y="35829755"/>
                    <a:pt x="27627508" y="35860216"/>
                  </a:cubicBezTo>
                  <a:cubicBezTo>
                    <a:pt x="27615870" y="35890681"/>
                    <a:pt x="27601530" y="35915603"/>
                    <a:pt x="27595638" y="35915603"/>
                  </a:cubicBezTo>
                  <a:cubicBezTo>
                    <a:pt x="27589742" y="35915603"/>
                    <a:pt x="27572660" y="35939628"/>
                    <a:pt x="27557682" y="35968993"/>
                  </a:cubicBezTo>
                  <a:cubicBezTo>
                    <a:pt x="27542702" y="35998356"/>
                    <a:pt x="27517640" y="36032452"/>
                    <a:pt x="27501992" y="36044760"/>
                  </a:cubicBezTo>
                  <a:cubicBezTo>
                    <a:pt x="27486344" y="36057068"/>
                    <a:pt x="27466696" y="36083668"/>
                    <a:pt x="27458328" y="36103870"/>
                  </a:cubicBezTo>
                  <a:cubicBezTo>
                    <a:pt x="27449956" y="36124073"/>
                    <a:pt x="27426588" y="36152820"/>
                    <a:pt x="27406392" y="36167748"/>
                  </a:cubicBezTo>
                  <a:cubicBezTo>
                    <a:pt x="27382900" y="36185116"/>
                    <a:pt x="27366596" y="36211293"/>
                    <a:pt x="27361136" y="36240412"/>
                  </a:cubicBezTo>
                  <a:cubicBezTo>
                    <a:pt x="27356440" y="36265448"/>
                    <a:pt x="27344896" y="36288884"/>
                    <a:pt x="27335480" y="36292497"/>
                  </a:cubicBezTo>
                  <a:cubicBezTo>
                    <a:pt x="27326068" y="36296108"/>
                    <a:pt x="27301124" y="36327088"/>
                    <a:pt x="27280052" y="36361332"/>
                  </a:cubicBezTo>
                  <a:cubicBezTo>
                    <a:pt x="27258976" y="36395582"/>
                    <a:pt x="27235768" y="36423602"/>
                    <a:pt x="27228468" y="36423602"/>
                  </a:cubicBezTo>
                  <a:cubicBezTo>
                    <a:pt x="27221172" y="36423602"/>
                    <a:pt x="27204348" y="36448918"/>
                    <a:pt x="27191084" y="36479860"/>
                  </a:cubicBezTo>
                  <a:cubicBezTo>
                    <a:pt x="27177824" y="36510800"/>
                    <a:pt x="27156172" y="36541896"/>
                    <a:pt x="27142972" y="36548960"/>
                  </a:cubicBezTo>
                  <a:cubicBezTo>
                    <a:pt x="27129772" y="36556024"/>
                    <a:pt x="27112108" y="36584716"/>
                    <a:pt x="27103720" y="36612716"/>
                  </a:cubicBezTo>
                  <a:cubicBezTo>
                    <a:pt x="27094620" y="36643080"/>
                    <a:pt x="27073408" y="36674346"/>
                    <a:pt x="27051160" y="36690190"/>
                  </a:cubicBezTo>
                  <a:cubicBezTo>
                    <a:pt x="27027136" y="36707296"/>
                    <a:pt x="27010904" y="36732498"/>
                    <a:pt x="27005556" y="36760988"/>
                  </a:cubicBezTo>
                  <a:cubicBezTo>
                    <a:pt x="26999864" y="36791340"/>
                    <a:pt x="26988352" y="36808116"/>
                    <a:pt x="26968872" y="36814436"/>
                  </a:cubicBezTo>
                  <a:cubicBezTo>
                    <a:pt x="26953260" y="36819508"/>
                    <a:pt x="26931440" y="36840798"/>
                    <a:pt x="26920384" y="36861752"/>
                  </a:cubicBezTo>
                  <a:cubicBezTo>
                    <a:pt x="26909328" y="36882706"/>
                    <a:pt x="26886056" y="36918496"/>
                    <a:pt x="26868664" y="36941282"/>
                  </a:cubicBezTo>
                  <a:cubicBezTo>
                    <a:pt x="26851280" y="36964072"/>
                    <a:pt x="26833300" y="36999788"/>
                    <a:pt x="26828720" y="37020656"/>
                  </a:cubicBezTo>
                  <a:cubicBezTo>
                    <a:pt x="26824136" y="37041528"/>
                    <a:pt x="26815120" y="37058600"/>
                    <a:pt x="26808696" y="37058600"/>
                  </a:cubicBezTo>
                  <a:cubicBezTo>
                    <a:pt x="26786100" y="37058600"/>
                    <a:pt x="26746200" y="37109716"/>
                    <a:pt x="26746200" y="37138660"/>
                  </a:cubicBezTo>
                  <a:cubicBezTo>
                    <a:pt x="26746200" y="37155428"/>
                    <a:pt x="26727224" y="37186316"/>
                    <a:pt x="26701752" y="37211000"/>
                  </a:cubicBezTo>
                  <a:cubicBezTo>
                    <a:pt x="26677304" y="37234696"/>
                    <a:pt x="26657304" y="37261728"/>
                    <a:pt x="26657304" y="37271068"/>
                  </a:cubicBezTo>
                  <a:cubicBezTo>
                    <a:pt x="26657304" y="37280404"/>
                    <a:pt x="26637300" y="37308048"/>
                    <a:pt x="26612852" y="37332496"/>
                  </a:cubicBezTo>
                  <a:cubicBezTo>
                    <a:pt x="26588404" y="37356948"/>
                    <a:pt x="26568400" y="37387312"/>
                    <a:pt x="26568400" y="37399976"/>
                  </a:cubicBezTo>
                  <a:cubicBezTo>
                    <a:pt x="26568400" y="37412640"/>
                    <a:pt x="26548400" y="37443600"/>
                    <a:pt x="26523952" y="37468776"/>
                  </a:cubicBezTo>
                  <a:cubicBezTo>
                    <a:pt x="26499504" y="37493944"/>
                    <a:pt x="26479504" y="37523592"/>
                    <a:pt x="26479504" y="37534648"/>
                  </a:cubicBezTo>
                  <a:cubicBezTo>
                    <a:pt x="26479504" y="37545700"/>
                    <a:pt x="26459500" y="37574748"/>
                    <a:pt x="26435052" y="37599196"/>
                  </a:cubicBezTo>
                  <a:cubicBezTo>
                    <a:pt x="26410604" y="37623648"/>
                    <a:pt x="26390600" y="37654288"/>
                    <a:pt x="26390600" y="37667292"/>
                  </a:cubicBezTo>
                  <a:cubicBezTo>
                    <a:pt x="26390600" y="37680296"/>
                    <a:pt x="26373188" y="37701536"/>
                    <a:pt x="26351912" y="37714492"/>
                  </a:cubicBezTo>
                  <a:cubicBezTo>
                    <a:pt x="26327416" y="37729404"/>
                    <a:pt x="26306708" y="37757152"/>
                    <a:pt x="26295492" y="37790084"/>
                  </a:cubicBezTo>
                  <a:cubicBezTo>
                    <a:pt x="26285740" y="37818708"/>
                    <a:pt x="26263644" y="37851376"/>
                    <a:pt x="26246388" y="37862684"/>
                  </a:cubicBezTo>
                  <a:cubicBezTo>
                    <a:pt x="26229048" y="37874044"/>
                    <a:pt x="26210952" y="37901724"/>
                    <a:pt x="26205936" y="37924556"/>
                  </a:cubicBezTo>
                  <a:cubicBezTo>
                    <a:pt x="26200944" y="37947280"/>
                    <a:pt x="26176160" y="37985536"/>
                    <a:pt x="26150856" y="38009572"/>
                  </a:cubicBezTo>
                  <a:cubicBezTo>
                    <a:pt x="26095244" y="38062404"/>
                    <a:pt x="26053744" y="38120544"/>
                    <a:pt x="26028468" y="38181028"/>
                  </a:cubicBezTo>
                  <a:cubicBezTo>
                    <a:pt x="26018116" y="38205808"/>
                    <a:pt x="25998400" y="38232104"/>
                    <a:pt x="25984656" y="38239460"/>
                  </a:cubicBezTo>
                  <a:cubicBezTo>
                    <a:pt x="25970912" y="38246816"/>
                    <a:pt x="25953800" y="38274612"/>
                    <a:pt x="25946632" y="38301228"/>
                  </a:cubicBezTo>
                  <a:cubicBezTo>
                    <a:pt x="25939464" y="38327848"/>
                    <a:pt x="25916224" y="38365104"/>
                    <a:pt x="25894992" y="38384028"/>
                  </a:cubicBezTo>
                  <a:cubicBezTo>
                    <a:pt x="25873756" y="38402948"/>
                    <a:pt x="25852952" y="38435568"/>
                    <a:pt x="25848764" y="38456520"/>
                  </a:cubicBezTo>
                  <a:cubicBezTo>
                    <a:pt x="25843924" y="38480712"/>
                    <a:pt x="25830840" y="38497920"/>
                    <a:pt x="25812900" y="38503684"/>
                  </a:cubicBezTo>
                  <a:cubicBezTo>
                    <a:pt x="25794036" y="38509740"/>
                    <a:pt x="25777672" y="38532724"/>
                    <a:pt x="25763616" y="38572892"/>
                  </a:cubicBezTo>
                  <a:cubicBezTo>
                    <a:pt x="25751800" y="38606664"/>
                    <a:pt x="25728728" y="38642104"/>
                    <a:pt x="25710988" y="38653724"/>
                  </a:cubicBezTo>
                  <a:cubicBezTo>
                    <a:pt x="25693616" y="38665108"/>
                    <a:pt x="25679400" y="38682528"/>
                    <a:pt x="25679400" y="38692436"/>
                  </a:cubicBezTo>
                  <a:cubicBezTo>
                    <a:pt x="25679400" y="38702344"/>
                    <a:pt x="25659400" y="38730448"/>
                    <a:pt x="25634952" y="38754896"/>
                  </a:cubicBezTo>
                  <a:cubicBezTo>
                    <a:pt x="25610504" y="38779348"/>
                    <a:pt x="25590504" y="38810240"/>
                    <a:pt x="25590504" y="38823552"/>
                  </a:cubicBezTo>
                  <a:cubicBezTo>
                    <a:pt x="25590504" y="38836864"/>
                    <a:pt x="25567640" y="38874168"/>
                    <a:pt x="25539704" y="38906452"/>
                  </a:cubicBezTo>
                  <a:cubicBezTo>
                    <a:pt x="25511764" y="38938736"/>
                    <a:pt x="25488904" y="38973240"/>
                    <a:pt x="25488904" y="38983132"/>
                  </a:cubicBezTo>
                  <a:cubicBezTo>
                    <a:pt x="25488904" y="38993024"/>
                    <a:pt x="25474668" y="39010444"/>
                    <a:pt x="25457268" y="39021844"/>
                  </a:cubicBezTo>
                  <a:cubicBezTo>
                    <a:pt x="25439080" y="39033760"/>
                    <a:pt x="25420004" y="39063480"/>
                    <a:pt x="25412388" y="39091772"/>
                  </a:cubicBezTo>
                  <a:cubicBezTo>
                    <a:pt x="25405100" y="39118828"/>
                    <a:pt x="25387528" y="39147184"/>
                    <a:pt x="25373336" y="39154776"/>
                  </a:cubicBezTo>
                  <a:cubicBezTo>
                    <a:pt x="25359144" y="39162372"/>
                    <a:pt x="25336856" y="39193500"/>
                    <a:pt x="25323800" y="39223952"/>
                  </a:cubicBezTo>
                  <a:cubicBezTo>
                    <a:pt x="25310752" y="39254404"/>
                    <a:pt x="25288456" y="39285528"/>
                    <a:pt x="25274268" y="39293124"/>
                  </a:cubicBezTo>
                  <a:cubicBezTo>
                    <a:pt x="25260076" y="39300720"/>
                    <a:pt x="25242360" y="39329596"/>
                    <a:pt x="25234904" y="39357300"/>
                  </a:cubicBezTo>
                  <a:cubicBezTo>
                    <a:pt x="25227440" y="39385004"/>
                    <a:pt x="25210160" y="39413652"/>
                    <a:pt x="25196504" y="39420964"/>
                  </a:cubicBezTo>
                  <a:cubicBezTo>
                    <a:pt x="25182840" y="39428272"/>
                    <a:pt x="25159648" y="39449800"/>
                    <a:pt x="25144960" y="39468800"/>
                  </a:cubicBezTo>
                  <a:cubicBezTo>
                    <a:pt x="25130276" y="39487804"/>
                    <a:pt x="25104196" y="39520596"/>
                    <a:pt x="25087008" y="39541672"/>
                  </a:cubicBezTo>
                  <a:cubicBezTo>
                    <a:pt x="25052712" y="39583732"/>
                    <a:pt x="25026576" y="39674752"/>
                    <a:pt x="25043836" y="39692016"/>
                  </a:cubicBezTo>
                  <a:cubicBezTo>
                    <a:pt x="25049884" y="39698064"/>
                    <a:pt x="25098988" y="39694460"/>
                    <a:pt x="25154336" y="39683900"/>
                  </a:cubicBezTo>
                  <a:cubicBezTo>
                    <a:pt x="25212632" y="39672776"/>
                    <a:pt x="25338240" y="39664072"/>
                    <a:pt x="25457152" y="39662912"/>
                  </a:cubicBezTo>
                  <a:cubicBezTo>
                    <a:pt x="25694216" y="39660600"/>
                    <a:pt x="25729684" y="39655876"/>
                    <a:pt x="25806400" y="39616396"/>
                  </a:cubicBezTo>
                  <a:cubicBezTo>
                    <a:pt x="25853168" y="39592328"/>
                    <a:pt x="25891248" y="39585612"/>
                    <a:pt x="26015952" y="39579452"/>
                  </a:cubicBezTo>
                  <a:cubicBezTo>
                    <a:pt x="26099772" y="39575308"/>
                    <a:pt x="26189616" y="39571984"/>
                    <a:pt x="26215600" y="39572056"/>
                  </a:cubicBezTo>
                  <a:cubicBezTo>
                    <a:pt x="26247976" y="39572148"/>
                    <a:pt x="26275088" y="39561896"/>
                    <a:pt x="26301708" y="39539500"/>
                  </a:cubicBezTo>
                  <a:cubicBezTo>
                    <a:pt x="26337968" y="39508984"/>
                    <a:pt x="26352244" y="39506244"/>
                    <a:pt x="26515908" y="39498372"/>
                  </a:cubicBezTo>
                  <a:cubicBezTo>
                    <a:pt x="26680732" y="39490444"/>
                    <a:pt x="26693012" y="39488052"/>
                    <a:pt x="26720412" y="39458544"/>
                  </a:cubicBezTo>
                  <a:cubicBezTo>
                    <a:pt x="26769164" y="39406040"/>
                    <a:pt x="26798132" y="39395316"/>
                    <a:pt x="26873288" y="39401936"/>
                  </a:cubicBezTo>
                  <a:cubicBezTo>
                    <a:pt x="26958600" y="39409456"/>
                    <a:pt x="27019080" y="39393568"/>
                    <a:pt x="27049868" y="39355548"/>
                  </a:cubicBezTo>
                  <a:cubicBezTo>
                    <a:pt x="27068580" y="39332440"/>
                    <a:pt x="27093952" y="39324368"/>
                    <a:pt x="27181848" y="39313548"/>
                  </a:cubicBezTo>
                  <a:cubicBezTo>
                    <a:pt x="27260196" y="39303900"/>
                    <a:pt x="27303236" y="39291580"/>
                    <a:pt x="27335584" y="39269532"/>
                  </a:cubicBezTo>
                  <a:cubicBezTo>
                    <a:pt x="27369000" y="39246760"/>
                    <a:pt x="27404876" y="39236920"/>
                    <a:pt x="27475580" y="39231136"/>
                  </a:cubicBezTo>
                  <a:cubicBezTo>
                    <a:pt x="27557976" y="39224396"/>
                    <a:pt x="27575860" y="39218372"/>
                    <a:pt x="27609704" y="39185948"/>
                  </a:cubicBezTo>
                  <a:cubicBezTo>
                    <a:pt x="27643776" y="39153304"/>
                    <a:pt x="27660094" y="39147896"/>
                    <a:pt x="27737696" y="39143508"/>
                  </a:cubicBezTo>
                  <a:cubicBezTo>
                    <a:pt x="27821346" y="39138780"/>
                    <a:pt x="27828588" y="39135924"/>
                    <a:pt x="27859430" y="39095492"/>
                  </a:cubicBezTo>
                  <a:cubicBezTo>
                    <a:pt x="27887824" y="39058264"/>
                    <a:pt x="27899614" y="39052500"/>
                    <a:pt x="27947420" y="39052500"/>
                  </a:cubicBezTo>
                  <a:cubicBezTo>
                    <a:pt x="27991396" y="39052500"/>
                    <a:pt x="28012022" y="39044248"/>
                    <a:pt x="28048844" y="39011912"/>
                  </a:cubicBezTo>
                  <a:cubicBezTo>
                    <a:pt x="28085604" y="38979640"/>
                    <a:pt x="28111018" y="38969448"/>
                    <a:pt x="28172876" y="38962152"/>
                  </a:cubicBezTo>
                  <a:cubicBezTo>
                    <a:pt x="28235690" y="38954748"/>
                    <a:pt x="28256482" y="38946228"/>
                    <a:pt x="28280806" y="38917952"/>
                  </a:cubicBezTo>
                  <a:cubicBezTo>
                    <a:pt x="28305098" y="38889716"/>
                    <a:pt x="28324340" y="38881812"/>
                    <a:pt x="28380060" y="38877192"/>
                  </a:cubicBezTo>
                  <a:cubicBezTo>
                    <a:pt x="28440496" y="38872176"/>
                    <a:pt x="28453288" y="38866076"/>
                    <a:pt x="28481854" y="38828628"/>
                  </a:cubicBezTo>
                  <a:cubicBezTo>
                    <a:pt x="28510082" y="38791616"/>
                    <a:pt x="28521984" y="38785800"/>
                    <a:pt x="28569514" y="38785800"/>
                  </a:cubicBezTo>
                  <a:cubicBezTo>
                    <a:pt x="28617444" y="38785800"/>
                    <a:pt x="28628864" y="38780092"/>
                    <a:pt x="28658414" y="38741352"/>
                  </a:cubicBezTo>
                  <a:cubicBezTo>
                    <a:pt x="28687960" y="38702612"/>
                    <a:pt x="28699384" y="38696900"/>
                    <a:pt x="28747314" y="38696900"/>
                  </a:cubicBezTo>
                  <a:cubicBezTo>
                    <a:pt x="28795244" y="38696900"/>
                    <a:pt x="28806664" y="38691192"/>
                    <a:pt x="28836214" y="38652452"/>
                  </a:cubicBezTo>
                  <a:cubicBezTo>
                    <a:pt x="28865960" y="38613448"/>
                    <a:pt x="28877008" y="38608000"/>
                    <a:pt x="28926352" y="38608000"/>
                  </a:cubicBezTo>
                  <a:cubicBezTo>
                    <a:pt x="28979300" y="38608000"/>
                    <a:pt x="28983478" y="38605392"/>
                    <a:pt x="28997868" y="38563348"/>
                  </a:cubicBezTo>
                  <a:cubicBezTo>
                    <a:pt x="29010480" y="38526500"/>
                    <a:pt x="29022032" y="38516376"/>
                    <a:pt x="29063952" y="38505440"/>
                  </a:cubicBezTo>
                  <a:cubicBezTo>
                    <a:pt x="29091892" y="38498152"/>
                    <a:pt x="29127320" y="38492240"/>
                    <a:pt x="29142676" y="38492296"/>
                  </a:cubicBezTo>
                  <a:cubicBezTo>
                    <a:pt x="29159280" y="38492360"/>
                    <a:pt x="29173792" y="38482352"/>
                    <a:pt x="29178468" y="38467616"/>
                  </a:cubicBezTo>
                  <a:cubicBezTo>
                    <a:pt x="29183594" y="38451464"/>
                    <a:pt x="29205800" y="38437928"/>
                    <a:pt x="29242204" y="38428764"/>
                  </a:cubicBezTo>
                  <a:cubicBezTo>
                    <a:pt x="29272932" y="38421028"/>
                    <a:pt x="29315352" y="38398180"/>
                    <a:pt x="29336472" y="38377996"/>
                  </a:cubicBezTo>
                  <a:cubicBezTo>
                    <a:pt x="29357590" y="38357816"/>
                    <a:pt x="29385676" y="38341300"/>
                    <a:pt x="29398880" y="38341300"/>
                  </a:cubicBezTo>
                  <a:cubicBezTo>
                    <a:pt x="29412084" y="38341300"/>
                    <a:pt x="29437788" y="38321768"/>
                    <a:pt x="29455996" y="38297892"/>
                  </a:cubicBezTo>
                  <a:cubicBezTo>
                    <a:pt x="29475628" y="38272152"/>
                    <a:pt x="29505156" y="38250960"/>
                    <a:pt x="29528540" y="38245824"/>
                  </a:cubicBezTo>
                  <a:cubicBezTo>
                    <a:pt x="29550232" y="38241060"/>
                    <a:pt x="29579660" y="38223728"/>
                    <a:pt x="29593936" y="38207308"/>
                  </a:cubicBezTo>
                  <a:cubicBezTo>
                    <a:pt x="29608212" y="38190884"/>
                    <a:pt x="29636450" y="38173816"/>
                    <a:pt x="29656684" y="38169372"/>
                  </a:cubicBezTo>
                  <a:cubicBezTo>
                    <a:pt x="29676920" y="38164928"/>
                    <a:pt x="29705848" y="38144556"/>
                    <a:pt x="29720968" y="38124104"/>
                  </a:cubicBezTo>
                  <a:cubicBezTo>
                    <a:pt x="29737824" y="38101308"/>
                    <a:pt x="29768256" y="38081588"/>
                    <a:pt x="29799612" y="38073144"/>
                  </a:cubicBezTo>
                  <a:cubicBezTo>
                    <a:pt x="29828256" y="38065428"/>
                    <a:pt x="29866740" y="38041768"/>
                    <a:pt x="29887074" y="38019360"/>
                  </a:cubicBezTo>
                  <a:cubicBezTo>
                    <a:pt x="29977076" y="37920192"/>
                    <a:pt x="30017972" y="37886688"/>
                    <a:pt x="30051716" y="37884480"/>
                  </a:cubicBezTo>
                  <a:cubicBezTo>
                    <a:pt x="30073068" y="37883084"/>
                    <a:pt x="30094770" y="37870284"/>
                    <a:pt x="30106732" y="37852028"/>
                  </a:cubicBezTo>
                  <a:cubicBezTo>
                    <a:pt x="30117592" y="37835452"/>
                    <a:pt x="30146220" y="37815372"/>
                    <a:pt x="30170344" y="37807408"/>
                  </a:cubicBezTo>
                  <a:cubicBezTo>
                    <a:pt x="30194466" y="37799448"/>
                    <a:pt x="30222948" y="37779584"/>
                    <a:pt x="30233640" y="37763268"/>
                  </a:cubicBezTo>
                  <a:cubicBezTo>
                    <a:pt x="30244330" y="37746952"/>
                    <a:pt x="30269832" y="37727760"/>
                    <a:pt x="30290304" y="37720624"/>
                  </a:cubicBezTo>
                  <a:cubicBezTo>
                    <a:pt x="30310780" y="37713484"/>
                    <a:pt x="30334004" y="37693444"/>
                    <a:pt x="30341914" y="37676084"/>
                  </a:cubicBezTo>
                  <a:cubicBezTo>
                    <a:pt x="30349824" y="37658724"/>
                    <a:pt x="30372920" y="37637632"/>
                    <a:pt x="30393236" y="37629216"/>
                  </a:cubicBezTo>
                  <a:cubicBezTo>
                    <a:pt x="30413550" y="37620804"/>
                    <a:pt x="30435836" y="37603332"/>
                    <a:pt x="30442764" y="37590392"/>
                  </a:cubicBezTo>
                  <a:cubicBezTo>
                    <a:pt x="30460874" y="37556548"/>
                    <a:pt x="30552496" y="37488164"/>
                    <a:pt x="30634516" y="37447276"/>
                  </a:cubicBezTo>
                  <a:cubicBezTo>
                    <a:pt x="30650540" y="37439288"/>
                    <a:pt x="30670272" y="37419472"/>
                    <a:pt x="30678362" y="37403244"/>
                  </a:cubicBezTo>
                  <a:cubicBezTo>
                    <a:pt x="30686456" y="37387012"/>
                    <a:pt x="30711048" y="37362804"/>
                    <a:pt x="30733016" y="37349444"/>
                  </a:cubicBezTo>
                  <a:cubicBezTo>
                    <a:pt x="30754980" y="37336084"/>
                    <a:pt x="30776034" y="37317132"/>
                    <a:pt x="30779798" y="37307324"/>
                  </a:cubicBezTo>
                  <a:cubicBezTo>
                    <a:pt x="30783562" y="37297516"/>
                    <a:pt x="30800410" y="37286040"/>
                    <a:pt x="30817240" y="37281812"/>
                  </a:cubicBezTo>
                  <a:cubicBezTo>
                    <a:pt x="30834070" y="37277588"/>
                    <a:pt x="30856088" y="37258184"/>
                    <a:pt x="30866168" y="37238688"/>
                  </a:cubicBezTo>
                  <a:cubicBezTo>
                    <a:pt x="30876252" y="37219196"/>
                    <a:pt x="30899296" y="37196504"/>
                    <a:pt x="30917386" y="37188260"/>
                  </a:cubicBezTo>
                  <a:cubicBezTo>
                    <a:pt x="30935476" y="37180020"/>
                    <a:pt x="30956536" y="37159536"/>
                    <a:pt x="30964190" y="37142740"/>
                  </a:cubicBezTo>
                  <a:cubicBezTo>
                    <a:pt x="30971842" y="37125944"/>
                    <a:pt x="30991876" y="37105928"/>
                    <a:pt x="31008708" y="37098256"/>
                  </a:cubicBezTo>
                  <a:cubicBezTo>
                    <a:pt x="31025540" y="37090588"/>
                    <a:pt x="31044772" y="37069956"/>
                    <a:pt x="31051444" y="37052408"/>
                  </a:cubicBezTo>
                  <a:cubicBezTo>
                    <a:pt x="31058116" y="37034860"/>
                    <a:pt x="31069320" y="37020500"/>
                    <a:pt x="31076348" y="37020500"/>
                  </a:cubicBezTo>
                  <a:cubicBezTo>
                    <a:pt x="31094290" y="37020500"/>
                    <a:pt x="31318202" y="36798296"/>
                    <a:pt x="31318202" y="36780486"/>
                  </a:cubicBezTo>
                  <a:cubicBezTo>
                    <a:pt x="31318202" y="36772448"/>
                    <a:pt x="31332216" y="36760546"/>
                    <a:pt x="31349344" y="36754036"/>
                  </a:cubicBezTo>
                  <a:cubicBezTo>
                    <a:pt x="31366472" y="36747520"/>
                    <a:pt x="31388902" y="36725916"/>
                    <a:pt x="31399192" y="36706020"/>
                  </a:cubicBezTo>
                  <a:cubicBezTo>
                    <a:pt x="31409480" y="36686126"/>
                    <a:pt x="31432456" y="36663216"/>
                    <a:pt x="31450250" y="36655108"/>
                  </a:cubicBezTo>
                  <a:cubicBezTo>
                    <a:pt x="31468044" y="36647000"/>
                    <a:pt x="31486160" y="36626184"/>
                    <a:pt x="31490512" y="36608852"/>
                  </a:cubicBezTo>
                  <a:cubicBezTo>
                    <a:pt x="31494860" y="36591520"/>
                    <a:pt x="31512424" y="36568164"/>
                    <a:pt x="31529538" y="36556948"/>
                  </a:cubicBezTo>
                  <a:cubicBezTo>
                    <a:pt x="31546656" y="36545734"/>
                    <a:pt x="31566488" y="36523766"/>
                    <a:pt x="31573610" y="36508136"/>
                  </a:cubicBezTo>
                  <a:cubicBezTo>
                    <a:pt x="31580732" y="36492504"/>
                    <a:pt x="31596086" y="36471372"/>
                    <a:pt x="31607732" y="36461180"/>
                  </a:cubicBezTo>
                  <a:cubicBezTo>
                    <a:pt x="31641696" y="36431452"/>
                    <a:pt x="31669952" y="36396744"/>
                    <a:pt x="31708036" y="36337972"/>
                  </a:cubicBezTo>
                  <a:cubicBezTo>
                    <a:pt x="31727624" y="36307742"/>
                    <a:pt x="31765084" y="36265264"/>
                    <a:pt x="31791276" y="36243580"/>
                  </a:cubicBezTo>
                  <a:cubicBezTo>
                    <a:pt x="31817472" y="36221892"/>
                    <a:pt x="31838902" y="36199454"/>
                    <a:pt x="31838902" y="36193716"/>
                  </a:cubicBezTo>
                  <a:cubicBezTo>
                    <a:pt x="31838902" y="36187980"/>
                    <a:pt x="31861764" y="36160652"/>
                    <a:pt x="31889702" y="36132988"/>
                  </a:cubicBezTo>
                  <a:cubicBezTo>
                    <a:pt x="31917640" y="36105328"/>
                    <a:pt x="31940502" y="36074748"/>
                    <a:pt x="31940502" y="36065036"/>
                  </a:cubicBezTo>
                  <a:cubicBezTo>
                    <a:pt x="31940502" y="36055324"/>
                    <a:pt x="31957648" y="36034703"/>
                    <a:pt x="31978602" y="36019212"/>
                  </a:cubicBezTo>
                  <a:cubicBezTo>
                    <a:pt x="31999556" y="36003718"/>
                    <a:pt x="32016702" y="35980132"/>
                    <a:pt x="32016702" y="35966792"/>
                  </a:cubicBezTo>
                  <a:cubicBezTo>
                    <a:pt x="32016702" y="35930234"/>
                    <a:pt x="32098800" y="35812952"/>
                    <a:pt x="32156340" y="35767311"/>
                  </a:cubicBezTo>
                  <a:cubicBezTo>
                    <a:pt x="32184312" y="35745123"/>
                    <a:pt x="32207202" y="35719052"/>
                    <a:pt x="32207202" y="35709377"/>
                  </a:cubicBezTo>
                  <a:cubicBezTo>
                    <a:pt x="32207202" y="35699697"/>
                    <a:pt x="32224348" y="35679102"/>
                    <a:pt x="32245302" y="35663612"/>
                  </a:cubicBezTo>
                  <a:cubicBezTo>
                    <a:pt x="32266280" y="35648100"/>
                    <a:pt x="32283402" y="35623636"/>
                    <a:pt x="32283402" y="35609169"/>
                  </a:cubicBezTo>
                  <a:cubicBezTo>
                    <a:pt x="32283402" y="35594716"/>
                    <a:pt x="32300696" y="35566736"/>
                    <a:pt x="32321834" y="35546992"/>
                  </a:cubicBezTo>
                  <a:cubicBezTo>
                    <a:pt x="32345884" y="35524523"/>
                    <a:pt x="32363356" y="35492920"/>
                    <a:pt x="32368532" y="35462524"/>
                  </a:cubicBezTo>
                  <a:cubicBezTo>
                    <a:pt x="32374704" y="35426252"/>
                    <a:pt x="32387486" y="35407037"/>
                    <a:pt x="32419000" y="35386634"/>
                  </a:cubicBezTo>
                  <a:cubicBezTo>
                    <a:pt x="32449236" y="35367060"/>
                    <a:pt x="32461202" y="35349810"/>
                    <a:pt x="32461202" y="35325802"/>
                  </a:cubicBezTo>
                  <a:cubicBezTo>
                    <a:pt x="32461202" y="35303478"/>
                    <a:pt x="32478152" y="35275680"/>
                    <a:pt x="32512002" y="35242502"/>
                  </a:cubicBezTo>
                  <a:cubicBezTo>
                    <a:pt x="32539940" y="35215116"/>
                    <a:pt x="32562802" y="35182048"/>
                    <a:pt x="32562802" y="35169018"/>
                  </a:cubicBezTo>
                  <a:cubicBezTo>
                    <a:pt x="32562802" y="35155988"/>
                    <a:pt x="32577156" y="35131848"/>
                    <a:pt x="32594696" y="35115369"/>
                  </a:cubicBezTo>
                  <a:cubicBezTo>
                    <a:pt x="32612236" y="35098889"/>
                    <a:pt x="32632448" y="35063643"/>
                    <a:pt x="32639612" y="35037040"/>
                  </a:cubicBezTo>
                  <a:cubicBezTo>
                    <a:pt x="32648640" y="35003518"/>
                    <a:pt x="32664188" y="34982699"/>
                    <a:pt x="32690270" y="34969210"/>
                  </a:cubicBezTo>
                  <a:cubicBezTo>
                    <a:pt x="32721128" y="34953252"/>
                    <a:pt x="32727902" y="34941734"/>
                    <a:pt x="32727902" y="34905203"/>
                  </a:cubicBezTo>
                  <a:cubicBezTo>
                    <a:pt x="32727902" y="34871545"/>
                    <a:pt x="32738372" y="34850184"/>
                    <a:pt x="32770730" y="34817828"/>
                  </a:cubicBezTo>
                  <a:cubicBezTo>
                    <a:pt x="32801672" y="34786887"/>
                    <a:pt x="32815974" y="34758900"/>
                    <a:pt x="32822256" y="34717000"/>
                  </a:cubicBezTo>
                  <a:cubicBezTo>
                    <a:pt x="32828882" y="34672811"/>
                    <a:pt x="32839856" y="34652662"/>
                    <a:pt x="32868328" y="34632384"/>
                  </a:cubicBezTo>
                  <a:cubicBezTo>
                    <a:pt x="32891200" y="34616098"/>
                    <a:pt x="32905702" y="34594406"/>
                    <a:pt x="32905702" y="34576474"/>
                  </a:cubicBezTo>
                  <a:cubicBezTo>
                    <a:pt x="32905702" y="34511582"/>
                    <a:pt x="32921388" y="34472902"/>
                    <a:pt x="32955690" y="34453217"/>
                  </a:cubicBezTo>
                  <a:cubicBezTo>
                    <a:pt x="32984246" y="34436828"/>
                    <a:pt x="32992212" y="34421600"/>
                    <a:pt x="32997700" y="34372902"/>
                  </a:cubicBezTo>
                  <a:cubicBezTo>
                    <a:pt x="33002896" y="34326816"/>
                    <a:pt x="33013680" y="34304408"/>
                    <a:pt x="33043988" y="34276724"/>
                  </a:cubicBezTo>
                  <a:cubicBezTo>
                    <a:pt x="33076124" y="34247372"/>
                    <a:pt x="33083502" y="34230740"/>
                    <a:pt x="33083502" y="34187656"/>
                  </a:cubicBezTo>
                  <a:cubicBezTo>
                    <a:pt x="33083502" y="34148494"/>
                    <a:pt x="33093018" y="34122641"/>
                    <a:pt x="33119980" y="34088514"/>
                  </a:cubicBezTo>
                  <a:cubicBezTo>
                    <a:pt x="33141748" y="34060974"/>
                    <a:pt x="33159804" y="34019300"/>
                    <a:pt x="33164752" y="33985202"/>
                  </a:cubicBezTo>
                  <a:cubicBezTo>
                    <a:pt x="33172108" y="33934538"/>
                    <a:pt x="33177908" y="33926402"/>
                    <a:pt x="33215872" y="33913517"/>
                  </a:cubicBezTo>
                  <a:cubicBezTo>
                    <a:pt x="33253776" y="33900649"/>
                    <a:pt x="33258998" y="33893356"/>
                    <a:pt x="33261336" y="33850017"/>
                  </a:cubicBezTo>
                  <a:cubicBezTo>
                    <a:pt x="33263000" y="33819180"/>
                    <a:pt x="33274876" y="33789300"/>
                    <a:pt x="33293412" y="33769302"/>
                  </a:cubicBezTo>
                  <a:cubicBezTo>
                    <a:pt x="33309600" y="33751840"/>
                    <a:pt x="33334812" y="33717436"/>
                    <a:pt x="33349432" y="33692849"/>
                  </a:cubicBezTo>
                  <a:cubicBezTo>
                    <a:pt x="33364060" y="33668260"/>
                    <a:pt x="33385930" y="33639685"/>
                    <a:pt x="33398038" y="33629348"/>
                  </a:cubicBezTo>
                  <a:cubicBezTo>
                    <a:pt x="33410146" y="33619010"/>
                    <a:pt x="33425766" y="33587214"/>
                    <a:pt x="33432752" y="33558688"/>
                  </a:cubicBezTo>
                  <a:cubicBezTo>
                    <a:pt x="33447858" y="33496996"/>
                    <a:pt x="33501364" y="33426729"/>
                    <a:pt x="33575628" y="33371056"/>
                  </a:cubicBezTo>
                  <a:cubicBezTo>
                    <a:pt x="33605312" y="33348804"/>
                    <a:pt x="33629602" y="33323724"/>
                    <a:pt x="33629602" y="33315328"/>
                  </a:cubicBezTo>
                  <a:cubicBezTo>
                    <a:pt x="33629602" y="33306928"/>
                    <a:pt x="33646664" y="33291232"/>
                    <a:pt x="33667520" y="33280449"/>
                  </a:cubicBezTo>
                  <a:cubicBezTo>
                    <a:pt x="33696744" y="33265332"/>
                    <a:pt x="33705914" y="33251432"/>
                    <a:pt x="33707528" y="33219795"/>
                  </a:cubicBezTo>
                  <a:cubicBezTo>
                    <a:pt x="33710332" y="33164874"/>
                    <a:pt x="33772884" y="33092688"/>
                    <a:pt x="33828542" y="33080148"/>
                  </a:cubicBezTo>
                  <a:cubicBezTo>
                    <a:pt x="33855728" y="33074021"/>
                    <a:pt x="33876680" y="33059314"/>
                    <a:pt x="33885356" y="33040272"/>
                  </a:cubicBezTo>
                  <a:cubicBezTo>
                    <a:pt x="33892916" y="33023680"/>
                    <a:pt x="33912844" y="33003842"/>
                    <a:pt x="33929640" y="32996190"/>
                  </a:cubicBezTo>
                  <a:cubicBezTo>
                    <a:pt x="33946436" y="32988536"/>
                    <a:pt x="33966436" y="32968536"/>
                    <a:pt x="33974090" y="32951740"/>
                  </a:cubicBezTo>
                  <a:cubicBezTo>
                    <a:pt x="33981742" y="32934944"/>
                    <a:pt x="34001744" y="32914943"/>
                    <a:pt x="34018540" y="32907290"/>
                  </a:cubicBezTo>
                  <a:cubicBezTo>
                    <a:pt x="34035336" y="32899636"/>
                    <a:pt x="34055572" y="32879115"/>
                    <a:pt x="34063516" y="32861685"/>
                  </a:cubicBezTo>
                  <a:cubicBezTo>
                    <a:pt x="34071456" y="32844252"/>
                    <a:pt x="34088372" y="32826685"/>
                    <a:pt x="34101100" y="32822644"/>
                  </a:cubicBezTo>
                  <a:cubicBezTo>
                    <a:pt x="34113828" y="32818608"/>
                    <a:pt x="34136210" y="32798493"/>
                    <a:pt x="34150836" y="32777952"/>
                  </a:cubicBezTo>
                  <a:cubicBezTo>
                    <a:pt x="34165464" y="32757410"/>
                    <a:pt x="34185394" y="32740602"/>
                    <a:pt x="34195128" y="32740602"/>
                  </a:cubicBezTo>
                  <a:cubicBezTo>
                    <a:pt x="34204856" y="32740602"/>
                    <a:pt x="34234474" y="32714712"/>
                    <a:pt x="34260936" y="32683069"/>
                  </a:cubicBezTo>
                  <a:cubicBezTo>
                    <a:pt x="34338664" y="32590120"/>
                    <a:pt x="34382778" y="32552064"/>
                    <a:pt x="34423352" y="32542958"/>
                  </a:cubicBezTo>
                  <a:cubicBezTo>
                    <a:pt x="34444306" y="32538257"/>
                    <a:pt x="34482592" y="32517936"/>
                    <a:pt x="34508428" y="32497804"/>
                  </a:cubicBezTo>
                  <a:cubicBezTo>
                    <a:pt x="34534266" y="32477673"/>
                    <a:pt x="34567086" y="32461202"/>
                    <a:pt x="34581358" y="32461202"/>
                  </a:cubicBezTo>
                  <a:cubicBezTo>
                    <a:pt x="34595630" y="32461202"/>
                    <a:pt x="34622224" y="32444462"/>
                    <a:pt x="34640456" y="32423998"/>
                  </a:cubicBezTo>
                  <a:cubicBezTo>
                    <a:pt x="34661712" y="32400140"/>
                    <a:pt x="34691448" y="32383780"/>
                    <a:pt x="34723356" y="32378388"/>
                  </a:cubicBezTo>
                  <a:cubicBezTo>
                    <a:pt x="34771520" y="32370252"/>
                    <a:pt x="34799478" y="32352006"/>
                    <a:pt x="34820016" y="32315304"/>
                  </a:cubicBezTo>
                  <a:cubicBezTo>
                    <a:pt x="34825448" y="32305596"/>
                    <a:pt x="34866522" y="32291758"/>
                    <a:pt x="34911292" y="32284546"/>
                  </a:cubicBezTo>
                  <a:cubicBezTo>
                    <a:pt x="34970460" y="32275018"/>
                    <a:pt x="35002292" y="32262242"/>
                    <a:pt x="35027836" y="32237772"/>
                  </a:cubicBezTo>
                  <a:cubicBezTo>
                    <a:pt x="35055716" y="32211060"/>
                    <a:pt x="35080496" y="32202288"/>
                    <a:pt x="35147728" y="32195332"/>
                  </a:cubicBezTo>
                  <a:cubicBezTo>
                    <a:pt x="35217638" y="32188093"/>
                    <a:pt x="35233296" y="32182248"/>
                    <a:pt x="35237128" y="32161957"/>
                  </a:cubicBezTo>
                  <a:cubicBezTo>
                    <a:pt x="35244372" y="32123626"/>
                    <a:pt x="35269716" y="32114109"/>
                    <a:pt x="35403612" y="32099426"/>
                  </a:cubicBezTo>
                  <a:cubicBezTo>
                    <a:pt x="35533804" y="32085152"/>
                    <a:pt x="35547528" y="32080698"/>
                    <a:pt x="35595948" y="32037040"/>
                  </a:cubicBezTo>
                  <a:cubicBezTo>
                    <a:pt x="35624816" y="32011004"/>
                    <a:pt x="35636314" y="32010352"/>
                    <a:pt x="36066576" y="32010352"/>
                  </a:cubicBezTo>
                  <a:lnTo>
                    <a:pt x="36507616" y="32010352"/>
                  </a:lnTo>
                  <a:lnTo>
                    <a:pt x="36555484" y="32051630"/>
                  </a:lnTo>
                  <a:cubicBezTo>
                    <a:pt x="36581816" y="32074332"/>
                    <a:pt x="36612920" y="32092588"/>
                    <a:pt x="36624608" y="32092196"/>
                  </a:cubicBezTo>
                  <a:cubicBezTo>
                    <a:pt x="36699372" y="32089674"/>
                    <a:pt x="36848532" y="32118784"/>
                    <a:pt x="36902048" y="32146334"/>
                  </a:cubicBezTo>
                  <a:cubicBezTo>
                    <a:pt x="36935764" y="32163692"/>
                    <a:pt x="36994700" y="32184564"/>
                    <a:pt x="37033010" y="32192716"/>
                  </a:cubicBezTo>
                  <a:cubicBezTo>
                    <a:pt x="37084718" y="32203714"/>
                    <a:pt x="37110172" y="32217120"/>
                    <a:pt x="37131788" y="32244744"/>
                  </a:cubicBezTo>
                  <a:cubicBezTo>
                    <a:pt x="37153250" y="32272169"/>
                    <a:pt x="37175904" y="32284200"/>
                    <a:pt x="37217948" y="32290504"/>
                  </a:cubicBezTo>
                  <a:cubicBezTo>
                    <a:pt x="37255676" y="32296164"/>
                    <a:pt x="37282900" y="32309124"/>
                    <a:pt x="37298376" y="32328799"/>
                  </a:cubicBezTo>
                  <a:cubicBezTo>
                    <a:pt x="37311244" y="32345153"/>
                    <a:pt x="37335422" y="32362837"/>
                    <a:pt x="37352110" y="32368088"/>
                  </a:cubicBezTo>
                  <a:cubicBezTo>
                    <a:pt x="37368796" y="32373340"/>
                    <a:pt x="37404082" y="32396440"/>
                    <a:pt x="37430520" y="32419423"/>
                  </a:cubicBezTo>
                  <a:cubicBezTo>
                    <a:pt x="37456956" y="32442401"/>
                    <a:pt x="37486544" y="32461202"/>
                    <a:pt x="37496272" y="32461202"/>
                  </a:cubicBezTo>
                  <a:cubicBezTo>
                    <a:pt x="37506000" y="32461202"/>
                    <a:pt x="37521516" y="32471356"/>
                    <a:pt x="37530756" y="32483768"/>
                  </a:cubicBezTo>
                  <a:cubicBezTo>
                    <a:pt x="37539992" y="32496185"/>
                    <a:pt x="37564698" y="32518461"/>
                    <a:pt x="37585652" y="32533276"/>
                  </a:cubicBezTo>
                  <a:cubicBezTo>
                    <a:pt x="37672316" y="32594556"/>
                    <a:pt x="37884102" y="32828008"/>
                    <a:pt x="37884102" y="32862264"/>
                  </a:cubicBezTo>
                  <a:cubicBezTo>
                    <a:pt x="37884102" y="32871862"/>
                    <a:pt x="37898100" y="32888889"/>
                    <a:pt x="37915210" y="32900100"/>
                  </a:cubicBezTo>
                  <a:cubicBezTo>
                    <a:pt x="37932320" y="32911312"/>
                    <a:pt x="37952440" y="32939030"/>
                    <a:pt x="37959920" y="32961697"/>
                  </a:cubicBezTo>
                  <a:cubicBezTo>
                    <a:pt x="37967402" y="32984365"/>
                    <a:pt x="37989852" y="33014982"/>
                    <a:pt x="38009806" y="33029736"/>
                  </a:cubicBezTo>
                  <a:cubicBezTo>
                    <a:pt x="38036872" y="33049746"/>
                    <a:pt x="38048296" y="33071292"/>
                    <a:pt x="38054786" y="33114564"/>
                  </a:cubicBezTo>
                  <a:cubicBezTo>
                    <a:pt x="38061728" y="33160872"/>
                    <a:pt x="38070700" y="33176300"/>
                    <a:pt x="38099270" y="33191074"/>
                  </a:cubicBezTo>
                  <a:cubicBezTo>
                    <a:pt x="38129600" y="33206756"/>
                    <a:pt x="38136360" y="33219985"/>
                    <a:pt x="38143580" y="33277773"/>
                  </a:cubicBezTo>
                  <a:cubicBezTo>
                    <a:pt x="38149770" y="33327298"/>
                    <a:pt x="38161980" y="33356778"/>
                    <a:pt x="38188192" y="33385476"/>
                  </a:cubicBezTo>
                  <a:cubicBezTo>
                    <a:pt x="38217886" y="33417988"/>
                    <a:pt x="38225892" y="33441008"/>
                    <a:pt x="38233356" y="33515348"/>
                  </a:cubicBezTo>
                  <a:cubicBezTo>
                    <a:pt x="38240248" y="33583974"/>
                    <a:pt x="38248976" y="33611660"/>
                    <a:pt x="38269640" y="33630468"/>
                  </a:cubicBezTo>
                  <a:cubicBezTo>
                    <a:pt x="38303196" y="33661006"/>
                    <a:pt x="38313256" y="33774440"/>
                    <a:pt x="38314056" y="34131252"/>
                  </a:cubicBezTo>
                  <a:cubicBezTo>
                    <a:pt x="38314924" y="34518342"/>
                    <a:pt x="38312436" y="34552560"/>
                    <a:pt x="38281324" y="34581548"/>
                  </a:cubicBezTo>
                  <a:cubicBezTo>
                    <a:pt x="38233924" y="34625708"/>
                    <a:pt x="38229116" y="34637776"/>
                    <a:pt x="38227308" y="34717182"/>
                  </a:cubicBezTo>
                  <a:cubicBezTo>
                    <a:pt x="38225752" y="34785624"/>
                    <a:pt x="38221152" y="34799016"/>
                    <a:pt x="38189512" y="34827207"/>
                  </a:cubicBezTo>
                  <a:cubicBezTo>
                    <a:pt x="38162634" y="34851156"/>
                    <a:pt x="38151232" y="34875704"/>
                    <a:pt x="38144608" y="34923886"/>
                  </a:cubicBezTo>
                  <a:cubicBezTo>
                    <a:pt x="38137648" y="34974468"/>
                    <a:pt x="38128040" y="34993936"/>
                    <a:pt x="38100280" y="35013704"/>
                  </a:cubicBezTo>
                  <a:cubicBezTo>
                    <a:pt x="38073968" y="35032436"/>
                    <a:pt x="38062628" y="35053692"/>
                    <a:pt x="38056252" y="35096210"/>
                  </a:cubicBezTo>
                  <a:cubicBezTo>
                    <a:pt x="38049552" y="35140886"/>
                    <a:pt x="38038328" y="35160605"/>
                    <a:pt x="38005216" y="35185856"/>
                  </a:cubicBezTo>
                  <a:cubicBezTo>
                    <a:pt x="37981872" y="35203665"/>
                    <a:pt x="37959512" y="35231220"/>
                    <a:pt x="37955530" y="35247088"/>
                  </a:cubicBezTo>
                  <a:cubicBezTo>
                    <a:pt x="37951546" y="35262960"/>
                    <a:pt x="37933940" y="35283622"/>
                    <a:pt x="37916404" y="35293008"/>
                  </a:cubicBezTo>
                  <a:cubicBezTo>
                    <a:pt x="37898870" y="35302390"/>
                    <a:pt x="37881166" y="35320646"/>
                    <a:pt x="37877064" y="35333577"/>
                  </a:cubicBezTo>
                  <a:cubicBezTo>
                    <a:pt x="37872958" y="35346503"/>
                    <a:pt x="37852960" y="35365688"/>
                    <a:pt x="37832616" y="35376204"/>
                  </a:cubicBezTo>
                  <a:cubicBezTo>
                    <a:pt x="37812274" y="35386726"/>
                    <a:pt x="37787026" y="35411974"/>
                    <a:pt x="37776504" y="35432316"/>
                  </a:cubicBezTo>
                  <a:cubicBezTo>
                    <a:pt x="37764280" y="35455962"/>
                    <a:pt x="37747024" y="35469614"/>
                    <a:pt x="37728668" y="35470168"/>
                  </a:cubicBezTo>
                  <a:cubicBezTo>
                    <a:pt x="37707564" y="35470808"/>
                    <a:pt x="37695900" y="35482832"/>
                    <a:pt x="37684668" y="35515518"/>
                  </a:cubicBezTo>
                  <a:cubicBezTo>
                    <a:pt x="37674300" y="35545696"/>
                    <a:pt x="37661508" y="35560002"/>
                    <a:pt x="37644900" y="35560002"/>
                  </a:cubicBezTo>
                  <a:cubicBezTo>
                    <a:pt x="37631436" y="35560002"/>
                    <a:pt x="37605160" y="35580004"/>
                    <a:pt x="37586514" y="35604452"/>
                  </a:cubicBezTo>
                  <a:cubicBezTo>
                    <a:pt x="37567868" y="35628901"/>
                    <a:pt x="37544526" y="35648902"/>
                    <a:pt x="37534648" y="35648902"/>
                  </a:cubicBezTo>
                  <a:cubicBezTo>
                    <a:pt x="37524768" y="35648902"/>
                    <a:pt x="37497820" y="35665468"/>
                    <a:pt x="37474760" y="35685716"/>
                  </a:cubicBezTo>
                  <a:cubicBezTo>
                    <a:pt x="37451700" y="35705962"/>
                    <a:pt x="37409776" y="35728732"/>
                    <a:pt x="37381596" y="35736324"/>
                  </a:cubicBezTo>
                  <a:cubicBezTo>
                    <a:pt x="37350572" y="35744676"/>
                    <a:pt x="37319756" y="35764464"/>
                    <a:pt x="37303472" y="35786493"/>
                  </a:cubicBezTo>
                  <a:cubicBezTo>
                    <a:pt x="37278158" y="35820730"/>
                    <a:pt x="37270752" y="35822984"/>
                    <a:pt x="37177116" y="35824973"/>
                  </a:cubicBezTo>
                  <a:cubicBezTo>
                    <a:pt x="37076830" y="35827100"/>
                    <a:pt x="37066896" y="35830928"/>
                    <a:pt x="36994092" y="35895528"/>
                  </a:cubicBezTo>
                  <a:cubicBezTo>
                    <a:pt x="36964640" y="35921657"/>
                    <a:pt x="36683226" y="35933328"/>
                    <a:pt x="36353548" y="35922093"/>
                  </a:cubicBezTo>
                  <a:lnTo>
                    <a:pt x="36076576" y="35912650"/>
                  </a:lnTo>
                  <a:lnTo>
                    <a:pt x="36037362" y="35870896"/>
                  </a:lnTo>
                  <a:cubicBezTo>
                    <a:pt x="36003092" y="35834405"/>
                    <a:pt x="35987896" y="35828256"/>
                    <a:pt x="35916748" y="35822098"/>
                  </a:cubicBezTo>
                  <a:cubicBezTo>
                    <a:pt x="35845776" y="35815957"/>
                    <a:pt x="35829504" y="35809404"/>
                    <a:pt x="35789748" y="35770956"/>
                  </a:cubicBezTo>
                  <a:cubicBezTo>
                    <a:pt x="35764672" y="35746705"/>
                    <a:pt x="35731142" y="35725807"/>
                    <a:pt x="35715242" y="35724520"/>
                  </a:cubicBezTo>
                  <a:cubicBezTo>
                    <a:pt x="35699342" y="35723233"/>
                    <a:pt x="35680562" y="35711396"/>
                    <a:pt x="35673508" y="35698220"/>
                  </a:cubicBezTo>
                  <a:cubicBezTo>
                    <a:pt x="35666458" y="35685042"/>
                    <a:pt x="35639460" y="35663298"/>
                    <a:pt x="35613518" y="35649900"/>
                  </a:cubicBezTo>
                  <a:cubicBezTo>
                    <a:pt x="35560416" y="35622476"/>
                    <a:pt x="35394902" y="35469570"/>
                    <a:pt x="35394902" y="35447940"/>
                  </a:cubicBezTo>
                  <a:cubicBezTo>
                    <a:pt x="35394902" y="35440206"/>
                    <a:pt x="35377756" y="35416340"/>
                    <a:pt x="35356802" y="35394902"/>
                  </a:cubicBezTo>
                  <a:cubicBezTo>
                    <a:pt x="35335848" y="35373464"/>
                    <a:pt x="35318702" y="35344892"/>
                    <a:pt x="35318702" y="35331404"/>
                  </a:cubicBezTo>
                  <a:cubicBezTo>
                    <a:pt x="35318702" y="35317920"/>
                    <a:pt x="35301772" y="35287604"/>
                    <a:pt x="35281080" y="35264036"/>
                  </a:cubicBezTo>
                  <a:cubicBezTo>
                    <a:pt x="35258688" y="35238532"/>
                    <a:pt x="35240034" y="35199793"/>
                    <a:pt x="35235004" y="35168343"/>
                  </a:cubicBezTo>
                  <a:cubicBezTo>
                    <a:pt x="35230356" y="35139280"/>
                    <a:pt x="35222410" y="35115503"/>
                    <a:pt x="35217344" y="35115503"/>
                  </a:cubicBezTo>
                  <a:cubicBezTo>
                    <a:pt x="35212274" y="35115503"/>
                    <a:pt x="35204458" y="35158938"/>
                    <a:pt x="35199968" y="35212029"/>
                  </a:cubicBezTo>
                  <a:cubicBezTo>
                    <a:pt x="35193528" y="35288221"/>
                    <a:pt x="35185304" y="35316288"/>
                    <a:pt x="35160936" y="35345248"/>
                  </a:cubicBezTo>
                  <a:cubicBezTo>
                    <a:pt x="35119588" y="35394388"/>
                    <a:pt x="35111668" y="35468905"/>
                    <a:pt x="35117340" y="35755410"/>
                  </a:cubicBezTo>
                  <a:cubicBezTo>
                    <a:pt x="35121250" y="35952912"/>
                    <a:pt x="35125344" y="35993552"/>
                    <a:pt x="35143296" y="36013072"/>
                  </a:cubicBezTo>
                  <a:cubicBezTo>
                    <a:pt x="35184564" y="36057953"/>
                    <a:pt x="35204402" y="36119753"/>
                    <a:pt x="35204402" y="36203432"/>
                  </a:cubicBezTo>
                  <a:cubicBezTo>
                    <a:pt x="35204402" y="36279053"/>
                    <a:pt x="35207744" y="36289534"/>
                    <a:pt x="35242090" y="36321618"/>
                  </a:cubicBezTo>
                  <a:cubicBezTo>
                    <a:pt x="35267310" y="36345176"/>
                    <a:pt x="35282624" y="36374622"/>
                    <a:pt x="35288380" y="36410628"/>
                  </a:cubicBezTo>
                  <a:cubicBezTo>
                    <a:pt x="35294508" y="36448936"/>
                    <a:pt x="35309260" y="36475608"/>
                    <a:pt x="35339594" y="36503210"/>
                  </a:cubicBezTo>
                  <a:cubicBezTo>
                    <a:pt x="35364746" y="36526098"/>
                    <a:pt x="35382202" y="36554156"/>
                    <a:pt x="35382202" y="36571692"/>
                  </a:cubicBezTo>
                  <a:cubicBezTo>
                    <a:pt x="35382202" y="36600668"/>
                    <a:pt x="35421862" y="36652202"/>
                    <a:pt x="35444160" y="36652202"/>
                  </a:cubicBezTo>
                  <a:cubicBezTo>
                    <a:pt x="35450300" y="36652202"/>
                    <a:pt x="35458992" y="36665060"/>
                    <a:pt x="35463478" y="36680776"/>
                  </a:cubicBezTo>
                  <a:cubicBezTo>
                    <a:pt x="35467964" y="36696494"/>
                    <a:pt x="35491516" y="36721944"/>
                    <a:pt x="35515820" y="36737336"/>
                  </a:cubicBezTo>
                  <a:cubicBezTo>
                    <a:pt x="35540118" y="36752728"/>
                    <a:pt x="35560002" y="36773960"/>
                    <a:pt x="35560002" y="36784512"/>
                  </a:cubicBezTo>
                  <a:cubicBezTo>
                    <a:pt x="35560002" y="36806456"/>
                    <a:pt x="35597784" y="36830002"/>
                    <a:pt x="35632990" y="36830002"/>
                  </a:cubicBezTo>
                  <a:cubicBezTo>
                    <a:pt x="35646116" y="36830002"/>
                    <a:pt x="35673032" y="36846892"/>
                    <a:pt x="35692806" y="36867532"/>
                  </a:cubicBezTo>
                  <a:cubicBezTo>
                    <a:pt x="35712582" y="36888172"/>
                    <a:pt x="35754740" y="36913912"/>
                    <a:pt x="35786492" y="36924732"/>
                  </a:cubicBezTo>
                  <a:cubicBezTo>
                    <a:pt x="35818244" y="36935552"/>
                    <a:pt x="35857082" y="36956484"/>
                    <a:pt x="35872798" y="36971248"/>
                  </a:cubicBezTo>
                  <a:cubicBezTo>
                    <a:pt x="35888516" y="36986012"/>
                    <a:pt x="35928532" y="37003168"/>
                    <a:pt x="35961720" y="37009372"/>
                  </a:cubicBezTo>
                  <a:cubicBezTo>
                    <a:pt x="35994912" y="37015568"/>
                    <a:pt x="36034956" y="37032752"/>
                    <a:pt x="36050712" y="37047556"/>
                  </a:cubicBezTo>
                  <a:cubicBezTo>
                    <a:pt x="36066676" y="37062552"/>
                    <a:pt x="36100740" y="37076332"/>
                    <a:pt x="36127654" y="37078680"/>
                  </a:cubicBezTo>
                  <a:cubicBezTo>
                    <a:pt x="36154216" y="37081000"/>
                    <a:pt x="36217324" y="37086000"/>
                    <a:pt x="36267892" y="37089800"/>
                  </a:cubicBezTo>
                  <a:cubicBezTo>
                    <a:pt x="36318458" y="37093596"/>
                    <a:pt x="36389352" y="37107920"/>
                    <a:pt x="36425440" y="37121632"/>
                  </a:cubicBezTo>
                  <a:cubicBezTo>
                    <a:pt x="36461524" y="37135344"/>
                    <a:pt x="36495480" y="37143824"/>
                    <a:pt x="36500896" y="37140476"/>
                  </a:cubicBezTo>
                  <a:cubicBezTo>
                    <a:pt x="36518916" y="37129340"/>
                    <a:pt x="36897240" y="37093820"/>
                    <a:pt x="37084616" y="37085680"/>
                  </a:cubicBezTo>
                  <a:cubicBezTo>
                    <a:pt x="37240680" y="37078896"/>
                    <a:pt x="37274970" y="37073708"/>
                    <a:pt x="37305372" y="37052252"/>
                  </a:cubicBezTo>
                  <a:cubicBezTo>
                    <a:pt x="37372932" y="37004572"/>
                    <a:pt x="37395164" y="36995476"/>
                    <a:pt x="37445952" y="36994736"/>
                  </a:cubicBezTo>
                  <a:cubicBezTo>
                    <a:pt x="37584364" y="36992716"/>
                    <a:pt x="37611648" y="36987004"/>
                    <a:pt x="37645782" y="36952868"/>
                  </a:cubicBezTo>
                  <a:cubicBezTo>
                    <a:pt x="37672632" y="36926018"/>
                    <a:pt x="37691832" y="36918902"/>
                    <a:pt x="37737438" y="36918902"/>
                  </a:cubicBezTo>
                  <a:cubicBezTo>
                    <a:pt x="37785532" y="36918902"/>
                    <a:pt x="37803312" y="36911508"/>
                    <a:pt x="37844332" y="36874452"/>
                  </a:cubicBezTo>
                  <a:cubicBezTo>
                    <a:pt x="37877784" y="36844228"/>
                    <a:pt x="37905864" y="36830002"/>
                    <a:pt x="37932064" y="36830002"/>
                  </a:cubicBezTo>
                  <a:cubicBezTo>
                    <a:pt x="37957502" y="36830002"/>
                    <a:pt x="37988680" y="36814896"/>
                    <a:pt x="38023802" y="36785552"/>
                  </a:cubicBezTo>
                  <a:cubicBezTo>
                    <a:pt x="38053062" y="36761104"/>
                    <a:pt x="38090380" y="36741102"/>
                    <a:pt x="38106728" y="36741102"/>
                  </a:cubicBezTo>
                  <a:cubicBezTo>
                    <a:pt x="38149208" y="36741102"/>
                    <a:pt x="38199348" y="36719856"/>
                    <a:pt x="38242444" y="36683596"/>
                  </a:cubicBezTo>
                  <a:cubicBezTo>
                    <a:pt x="38262964" y="36666328"/>
                    <a:pt x="38291032" y="36652202"/>
                    <a:pt x="38304824" y="36652202"/>
                  </a:cubicBezTo>
                  <a:cubicBezTo>
                    <a:pt x="38319660" y="36652202"/>
                    <a:pt x="38343894" y="36631946"/>
                    <a:pt x="38364176" y="36602590"/>
                  </a:cubicBezTo>
                  <a:cubicBezTo>
                    <a:pt x="38392980" y="36560896"/>
                    <a:pt x="38406124" y="36552612"/>
                    <a:pt x="38446508" y="36550686"/>
                  </a:cubicBezTo>
                  <a:cubicBezTo>
                    <a:pt x="38481452" y="36549020"/>
                    <a:pt x="38499928" y="36540208"/>
                    <a:pt x="38514222" y="36518390"/>
                  </a:cubicBezTo>
                  <a:cubicBezTo>
                    <a:pt x="38525036" y="36501888"/>
                    <a:pt x="38552430" y="36482264"/>
                    <a:pt x="38575096" y="36474784"/>
                  </a:cubicBezTo>
                  <a:cubicBezTo>
                    <a:pt x="38597764" y="36467302"/>
                    <a:pt x="38628900" y="36444152"/>
                    <a:pt x="38644284" y="36423342"/>
                  </a:cubicBezTo>
                  <a:cubicBezTo>
                    <a:pt x="38667102" y="36392478"/>
                    <a:pt x="38681498" y="36385502"/>
                    <a:pt x="38722356" y="36385502"/>
                  </a:cubicBezTo>
                  <a:cubicBezTo>
                    <a:pt x="38765328" y="36385502"/>
                    <a:pt x="38775292" y="36380008"/>
                    <a:pt x="38792434" y="36346856"/>
                  </a:cubicBezTo>
                  <a:cubicBezTo>
                    <a:pt x="38803426" y="36325602"/>
                    <a:pt x="38826504" y="36302856"/>
                    <a:pt x="38843718" y="36296312"/>
                  </a:cubicBezTo>
                  <a:cubicBezTo>
                    <a:pt x="38860928" y="36289764"/>
                    <a:pt x="38881526" y="36270120"/>
                    <a:pt x="38889486" y="36252652"/>
                  </a:cubicBezTo>
                  <a:cubicBezTo>
                    <a:pt x="38897444" y="36235183"/>
                    <a:pt x="38914194" y="36217642"/>
                    <a:pt x="38926704" y="36213672"/>
                  </a:cubicBezTo>
                  <a:cubicBezTo>
                    <a:pt x="38939216" y="36209700"/>
                    <a:pt x="38982640" y="36169244"/>
                    <a:pt x="39023200" y="36123772"/>
                  </a:cubicBezTo>
                  <a:cubicBezTo>
                    <a:pt x="39063766" y="36078300"/>
                    <a:pt x="39124098" y="36026870"/>
                    <a:pt x="39157276" y="36009488"/>
                  </a:cubicBezTo>
                  <a:cubicBezTo>
                    <a:pt x="39190456" y="35992105"/>
                    <a:pt x="39217602" y="35973500"/>
                    <a:pt x="39217602" y="35968145"/>
                  </a:cubicBezTo>
                  <a:cubicBezTo>
                    <a:pt x="39217602" y="35962790"/>
                    <a:pt x="39238188" y="35948588"/>
                    <a:pt x="39263348" y="35936590"/>
                  </a:cubicBezTo>
                  <a:cubicBezTo>
                    <a:pt x="39288508" y="35924594"/>
                    <a:pt x="39311984" y="35903733"/>
                    <a:pt x="39315512" y="35890240"/>
                  </a:cubicBezTo>
                  <a:cubicBezTo>
                    <a:pt x="39319040" y="35876742"/>
                    <a:pt x="39341318" y="35854265"/>
                    <a:pt x="39365016" y="35840280"/>
                  </a:cubicBezTo>
                  <a:cubicBezTo>
                    <a:pt x="39388714" y="35826301"/>
                    <a:pt x="39408102" y="35806657"/>
                    <a:pt x="39408102" y="35796636"/>
                  </a:cubicBezTo>
                  <a:cubicBezTo>
                    <a:pt x="39408102" y="35786613"/>
                    <a:pt x="39428104" y="35766610"/>
                    <a:pt x="39452552" y="35752186"/>
                  </a:cubicBezTo>
                  <a:cubicBezTo>
                    <a:pt x="39477000" y="35737762"/>
                    <a:pt x="39497002" y="35717340"/>
                    <a:pt x="39497002" y="35706804"/>
                  </a:cubicBezTo>
                  <a:cubicBezTo>
                    <a:pt x="39497002" y="35696272"/>
                    <a:pt x="39514396" y="35678661"/>
                    <a:pt x="39535654" y="35667668"/>
                  </a:cubicBezTo>
                  <a:cubicBezTo>
                    <a:pt x="39556912" y="35656676"/>
                    <a:pt x="39580068" y="35635030"/>
                    <a:pt x="39587112" y="35619570"/>
                  </a:cubicBezTo>
                  <a:cubicBezTo>
                    <a:pt x="39594156" y="35604113"/>
                    <a:pt x="39616768" y="35581790"/>
                    <a:pt x="39637360" y="35569972"/>
                  </a:cubicBezTo>
                  <a:cubicBezTo>
                    <a:pt x="39657952" y="35558154"/>
                    <a:pt x="39674802" y="35539792"/>
                    <a:pt x="39674802" y="35529170"/>
                  </a:cubicBezTo>
                  <a:cubicBezTo>
                    <a:pt x="39674802" y="35518548"/>
                    <a:pt x="39692244" y="35500837"/>
                    <a:pt x="39713556" y="35489815"/>
                  </a:cubicBezTo>
                  <a:cubicBezTo>
                    <a:pt x="39734872" y="35478792"/>
                    <a:pt x="39756724" y="35457848"/>
                    <a:pt x="39762116" y="35443272"/>
                  </a:cubicBezTo>
                  <a:cubicBezTo>
                    <a:pt x="39781806" y="35390040"/>
                    <a:pt x="39834852" y="35317540"/>
                    <a:pt x="39888070" y="35271114"/>
                  </a:cubicBezTo>
                  <a:cubicBezTo>
                    <a:pt x="39918052" y="35244959"/>
                    <a:pt x="39945638" y="35211394"/>
                    <a:pt x="39949372" y="35196524"/>
                  </a:cubicBezTo>
                  <a:cubicBezTo>
                    <a:pt x="39953100" y="35181652"/>
                    <a:pt x="39970306" y="35163041"/>
                    <a:pt x="39987602" y="35155162"/>
                  </a:cubicBezTo>
                  <a:cubicBezTo>
                    <a:pt x="40004896" y="35147281"/>
                    <a:pt x="40024708" y="35124596"/>
                    <a:pt x="40031628" y="35104748"/>
                  </a:cubicBezTo>
                  <a:cubicBezTo>
                    <a:pt x="40038544" y="35084902"/>
                    <a:pt x="40061104" y="35056168"/>
                    <a:pt x="40081754" y="35040902"/>
                  </a:cubicBezTo>
                  <a:cubicBezTo>
                    <a:pt x="40102408" y="35025636"/>
                    <a:pt x="40119302" y="35001896"/>
                    <a:pt x="40119302" y="34988152"/>
                  </a:cubicBezTo>
                  <a:cubicBezTo>
                    <a:pt x="40119302" y="34974408"/>
                    <a:pt x="40136688" y="34938861"/>
                    <a:pt x="40157936" y="34909158"/>
                  </a:cubicBezTo>
                  <a:cubicBezTo>
                    <a:pt x="40179188" y="34879454"/>
                    <a:pt x="40202410" y="34846169"/>
                    <a:pt x="40209548" y="34835188"/>
                  </a:cubicBezTo>
                  <a:cubicBezTo>
                    <a:pt x="40216682" y="34824204"/>
                    <a:pt x="40239270" y="34805329"/>
                    <a:pt x="40259740" y="34793236"/>
                  </a:cubicBezTo>
                  <a:cubicBezTo>
                    <a:pt x="40280210" y="34781144"/>
                    <a:pt x="40300392" y="34757569"/>
                    <a:pt x="40304590" y="34740846"/>
                  </a:cubicBezTo>
                  <a:cubicBezTo>
                    <a:pt x="40308784" y="34724120"/>
                    <a:pt x="40325740" y="34701580"/>
                    <a:pt x="40342262" y="34690756"/>
                  </a:cubicBezTo>
                  <a:cubicBezTo>
                    <a:pt x="40359220" y="34679644"/>
                    <a:pt x="40378268" y="34648916"/>
                    <a:pt x="40386002" y="34620202"/>
                  </a:cubicBezTo>
                  <a:cubicBezTo>
                    <a:pt x="40393844" y="34591078"/>
                    <a:pt x="40412784" y="34560760"/>
                    <a:pt x="40430308" y="34549281"/>
                  </a:cubicBezTo>
                  <a:cubicBezTo>
                    <a:pt x="40451074" y="34535674"/>
                    <a:pt x="40463660" y="34512196"/>
                    <a:pt x="40469442" y="34476288"/>
                  </a:cubicBezTo>
                  <a:cubicBezTo>
                    <a:pt x="40475604" y="34438033"/>
                    <a:pt x="40488240" y="34415976"/>
                    <a:pt x="40515012" y="34396760"/>
                  </a:cubicBezTo>
                  <a:cubicBezTo>
                    <a:pt x="40542256" y="34377201"/>
                    <a:pt x="40553572" y="34357048"/>
                    <a:pt x="40557792" y="34320562"/>
                  </a:cubicBezTo>
                  <a:cubicBezTo>
                    <a:pt x="40562792" y="34277342"/>
                    <a:pt x="40569176" y="34269040"/>
                    <a:pt x="40607348" y="34256109"/>
                  </a:cubicBezTo>
                  <a:cubicBezTo>
                    <a:pt x="40647668" y="34242452"/>
                    <a:pt x="40651348" y="34236876"/>
                    <a:pt x="40653446" y="34186260"/>
                  </a:cubicBezTo>
                  <a:cubicBezTo>
                    <a:pt x="40655142" y="34145440"/>
                    <a:pt x="40664940" y="34121424"/>
                    <a:pt x="40691438" y="34093152"/>
                  </a:cubicBezTo>
                  <a:cubicBezTo>
                    <a:pt x="40711076" y="34072198"/>
                    <a:pt x="40733892" y="34042128"/>
                    <a:pt x="40742136" y="34026336"/>
                  </a:cubicBezTo>
                  <a:cubicBezTo>
                    <a:pt x="40750380" y="34010544"/>
                    <a:pt x="40773636" y="33985866"/>
                    <a:pt x="40793812" y="33971496"/>
                  </a:cubicBezTo>
                  <a:cubicBezTo>
                    <a:pt x="40821938" y="33951472"/>
                    <a:pt x="40830502" y="33935301"/>
                    <a:pt x="40830502" y="33902231"/>
                  </a:cubicBezTo>
                  <a:cubicBezTo>
                    <a:pt x="40830502" y="33872185"/>
                    <a:pt x="40842340" y="33845604"/>
                    <a:pt x="40869498" y="33814670"/>
                  </a:cubicBezTo>
                  <a:cubicBezTo>
                    <a:pt x="40899242" y="33780796"/>
                    <a:pt x="40911128" y="33751652"/>
                    <a:pt x="40919580" y="33691849"/>
                  </a:cubicBezTo>
                  <a:cubicBezTo>
                    <a:pt x="40927898" y="33633000"/>
                    <a:pt x="40939392" y="33604332"/>
                    <a:pt x="40965666" y="33576912"/>
                  </a:cubicBezTo>
                  <a:cubicBezTo>
                    <a:pt x="40993704" y="33547645"/>
                    <a:pt x="41002384" y="33523812"/>
                    <a:pt x="41009284" y="33457129"/>
                  </a:cubicBezTo>
                  <a:cubicBezTo>
                    <a:pt x="41016246" y="33389864"/>
                    <a:pt x="41024782" y="33366698"/>
                    <a:pt x="41053736" y="33336476"/>
                  </a:cubicBezTo>
                  <a:cubicBezTo>
                    <a:pt x="41082688" y="33306256"/>
                    <a:pt x="41091220" y="33283090"/>
                    <a:pt x="41098184" y="33215826"/>
                  </a:cubicBezTo>
                  <a:cubicBezTo>
                    <a:pt x="41105012" y="33149862"/>
                    <a:pt x="41113860" y="33125208"/>
                    <a:pt x="41140820" y="33097070"/>
                  </a:cubicBezTo>
                  <a:cubicBezTo>
                    <a:pt x="41166190" y="33070592"/>
                    <a:pt x="41177712" y="33041268"/>
                    <a:pt x="41186118" y="32981788"/>
                  </a:cubicBezTo>
                  <a:cubicBezTo>
                    <a:pt x="41195020" y="32918822"/>
                    <a:pt x="41205572" y="32893580"/>
                    <a:pt x="41236198" y="32861978"/>
                  </a:cubicBezTo>
                  <a:cubicBezTo>
                    <a:pt x="41271320" y="32825740"/>
                    <a:pt x="41274428" y="32815974"/>
                    <a:pt x="41268956" y="32759048"/>
                  </a:cubicBezTo>
                  <a:cubicBezTo>
                    <a:pt x="41261890" y="32685568"/>
                    <a:pt x="41283580" y="32624140"/>
                    <a:pt x="41329284" y="32588190"/>
                  </a:cubicBezTo>
                  <a:cubicBezTo>
                    <a:pt x="41358716" y="32565040"/>
                    <a:pt x="41361028" y="32554388"/>
                    <a:pt x="41366246" y="32418082"/>
                  </a:cubicBezTo>
                  <a:cubicBezTo>
                    <a:pt x="41371762" y="32273916"/>
                    <a:pt x="41372160" y="32272342"/>
                    <a:pt x="41412304" y="32234842"/>
                  </a:cubicBezTo>
                  <a:cubicBezTo>
                    <a:pt x="41452526" y="32197273"/>
                    <a:pt x="41452760" y="32196328"/>
                    <a:pt x="41446524" y="32097332"/>
                  </a:cubicBezTo>
                  <a:cubicBezTo>
                    <a:pt x="41440300" y="31998560"/>
                    <a:pt x="41460748" y="31915102"/>
                    <a:pt x="41491172" y="31915102"/>
                  </a:cubicBezTo>
                  <a:cubicBezTo>
                    <a:pt x="41508288" y="31915102"/>
                    <a:pt x="41523996" y="31848632"/>
                    <a:pt x="41538252" y="31715888"/>
                  </a:cubicBezTo>
                  <a:cubicBezTo>
                    <a:pt x="41548664" y="31618932"/>
                    <a:pt x="41556448" y="31592488"/>
                    <a:pt x="41584344" y="31559336"/>
                  </a:cubicBezTo>
                  <a:cubicBezTo>
                    <a:pt x="41603124" y="31537016"/>
                    <a:pt x="41617600" y="31504492"/>
                    <a:pt x="41617208" y="31485496"/>
                  </a:cubicBezTo>
                  <a:cubicBezTo>
                    <a:pt x="41616820" y="31466828"/>
                    <a:pt x="41621740" y="31362920"/>
                    <a:pt x="41628136" y="31254588"/>
                  </a:cubicBezTo>
                  <a:cubicBezTo>
                    <a:pt x="41637346" y="31098700"/>
                    <a:pt x="41645904" y="31041756"/>
                    <a:pt x="41669184" y="30981536"/>
                  </a:cubicBezTo>
                  <a:cubicBezTo>
                    <a:pt x="41692864" y="30920264"/>
                    <a:pt x="41701754" y="30859056"/>
                    <a:pt x="41714832" y="30667120"/>
                  </a:cubicBezTo>
                  <a:cubicBezTo>
                    <a:pt x="41727740" y="30477700"/>
                    <a:pt x="41736908" y="30413842"/>
                    <a:pt x="41759506" y="30355968"/>
                  </a:cubicBezTo>
                  <a:cubicBezTo>
                    <a:pt x="41786872" y="30285884"/>
                    <a:pt x="41788332" y="30260992"/>
                    <a:pt x="41798364" y="29692602"/>
                  </a:cubicBezTo>
                  <a:cubicBezTo>
                    <a:pt x="41810712" y="28993296"/>
                    <a:pt x="41800564" y="27738124"/>
                    <a:pt x="41781688" y="27629352"/>
                  </a:cubicBezTo>
                  <a:cubicBezTo>
                    <a:pt x="41774416" y="27587442"/>
                    <a:pt x="41763912" y="27544496"/>
                    <a:pt x="41758348" y="27533916"/>
                  </a:cubicBezTo>
                  <a:cubicBezTo>
                    <a:pt x="41737620" y="27494496"/>
                    <a:pt x="41730496" y="27428836"/>
                    <a:pt x="41720916" y="27188778"/>
                  </a:cubicBezTo>
                  <a:cubicBezTo>
                    <a:pt x="41711196" y="26945206"/>
                    <a:pt x="41710634" y="26941592"/>
                    <a:pt x="41669948" y="26860476"/>
                  </a:cubicBezTo>
                  <a:cubicBezTo>
                    <a:pt x="41631860" y="26784536"/>
                    <a:pt x="41628136" y="26765737"/>
                    <a:pt x="41619740" y="26607003"/>
                  </a:cubicBezTo>
                  <a:cubicBezTo>
                    <a:pt x="41612424" y="26468636"/>
                    <a:pt x="41605968" y="26428757"/>
                    <a:pt x="41586280" y="26400327"/>
                  </a:cubicBezTo>
                  <a:cubicBezTo>
                    <a:pt x="41570104" y="26376974"/>
                    <a:pt x="41554848" y="26314915"/>
                    <a:pt x="41541004" y="26216177"/>
                  </a:cubicBezTo>
                  <a:cubicBezTo>
                    <a:pt x="41529524" y="26134269"/>
                    <a:pt x="41507604" y="26031931"/>
                    <a:pt x="41492296" y="25988762"/>
                  </a:cubicBezTo>
                  <a:cubicBezTo>
                    <a:pt x="41476990" y="25945594"/>
                    <a:pt x="41456864" y="25865583"/>
                    <a:pt x="41447572" y="25810963"/>
                  </a:cubicBezTo>
                  <a:cubicBezTo>
                    <a:pt x="41438280" y="25756343"/>
                    <a:pt x="41418768" y="25679576"/>
                    <a:pt x="41404212" y="25640371"/>
                  </a:cubicBezTo>
                  <a:cubicBezTo>
                    <a:pt x="41389656" y="25601164"/>
                    <a:pt x="41372404" y="25526063"/>
                    <a:pt x="41365876" y="25473477"/>
                  </a:cubicBezTo>
                  <a:cubicBezTo>
                    <a:pt x="41358008" y="25410098"/>
                    <a:pt x="41344828" y="25365451"/>
                    <a:pt x="41326776" y="25341035"/>
                  </a:cubicBezTo>
                  <a:cubicBezTo>
                    <a:pt x="41311800" y="25320778"/>
                    <a:pt x="41290514" y="25261578"/>
                    <a:pt x="41279476" y="25209479"/>
                  </a:cubicBezTo>
                  <a:cubicBezTo>
                    <a:pt x="41268440" y="25157381"/>
                    <a:pt x="41247974" y="25089359"/>
                    <a:pt x="41233996" y="25058322"/>
                  </a:cubicBezTo>
                  <a:cubicBezTo>
                    <a:pt x="41220022" y="25027287"/>
                    <a:pt x="41200588" y="24956076"/>
                    <a:pt x="41190812" y="24900078"/>
                  </a:cubicBezTo>
                  <a:cubicBezTo>
                    <a:pt x="41177800" y="24825538"/>
                    <a:pt x="41164754" y="24789618"/>
                    <a:pt x="41142126" y="24765999"/>
                  </a:cubicBezTo>
                  <a:cubicBezTo>
                    <a:pt x="41111652" y="24734189"/>
                    <a:pt x="41083084" y="24639962"/>
                    <a:pt x="41083272" y="24571870"/>
                  </a:cubicBezTo>
                  <a:cubicBezTo>
                    <a:pt x="41083324" y="24552671"/>
                    <a:pt x="41069840" y="24522392"/>
                    <a:pt x="41053284" y="24504527"/>
                  </a:cubicBezTo>
                  <a:cubicBezTo>
                    <a:pt x="41034210" y="24483949"/>
                    <a:pt x="41019984" y="24448674"/>
                    <a:pt x="41014410" y="24408150"/>
                  </a:cubicBezTo>
                  <a:cubicBezTo>
                    <a:pt x="41008466" y="24364932"/>
                    <a:pt x="40994108" y="24331119"/>
                    <a:pt x="40970072" y="24303744"/>
                  </a:cubicBezTo>
                  <a:cubicBezTo>
                    <a:pt x="40938888" y="24268228"/>
                    <a:pt x="40924004" y="24226026"/>
                    <a:pt x="40898448" y="24100649"/>
                  </a:cubicBezTo>
                  <a:cubicBezTo>
                    <a:pt x="40895816" y="24087723"/>
                    <a:pt x="40882006" y="24067710"/>
                    <a:pt x="40867762" y="24056178"/>
                  </a:cubicBezTo>
                  <a:cubicBezTo>
                    <a:pt x="40850176" y="24041935"/>
                    <a:pt x="40838704" y="24011906"/>
                    <a:pt x="40832008" y="23962569"/>
                  </a:cubicBezTo>
                  <a:cubicBezTo>
                    <a:pt x="40824326" y="23905942"/>
                    <a:pt x="40814752" y="23884109"/>
                    <a:pt x="40788580" y="23863522"/>
                  </a:cubicBezTo>
                  <a:cubicBezTo>
                    <a:pt x="40763666" y="23843927"/>
                    <a:pt x="40752884" y="23821117"/>
                    <a:pt x="40746780" y="23775114"/>
                  </a:cubicBezTo>
                  <a:cubicBezTo>
                    <a:pt x="40742260" y="23741016"/>
                    <a:pt x="40725036" y="23694156"/>
                    <a:pt x="40708512" y="23670986"/>
                  </a:cubicBezTo>
                  <a:cubicBezTo>
                    <a:pt x="40656416" y="23597929"/>
                    <a:pt x="40653416" y="23591793"/>
                    <a:pt x="40646300" y="23543706"/>
                  </a:cubicBezTo>
                  <a:cubicBezTo>
                    <a:pt x="40642468" y="23517830"/>
                    <a:pt x="40623208" y="23477826"/>
                    <a:pt x="40603500" y="23454805"/>
                  </a:cubicBezTo>
                  <a:cubicBezTo>
                    <a:pt x="40583792" y="23431786"/>
                    <a:pt x="40563580" y="23395808"/>
                    <a:pt x="40558584" y="23374853"/>
                  </a:cubicBezTo>
                  <a:cubicBezTo>
                    <a:pt x="40553592" y="23353898"/>
                    <a:pt x="40533872" y="23316751"/>
                    <a:pt x="40514764" y="23292303"/>
                  </a:cubicBezTo>
                  <a:cubicBezTo>
                    <a:pt x="40495654" y="23267855"/>
                    <a:pt x="40476108" y="23227510"/>
                    <a:pt x="40471324" y="23202642"/>
                  </a:cubicBezTo>
                  <a:cubicBezTo>
                    <a:pt x="40466544" y="23177777"/>
                    <a:pt x="40448246" y="23143921"/>
                    <a:pt x="40430666" y="23127403"/>
                  </a:cubicBezTo>
                  <a:cubicBezTo>
                    <a:pt x="40413086" y="23110888"/>
                    <a:pt x="40398702" y="23087210"/>
                    <a:pt x="40398702" y="23074786"/>
                  </a:cubicBezTo>
                  <a:cubicBezTo>
                    <a:pt x="40398702" y="23036342"/>
                    <a:pt x="40371894" y="22990938"/>
                    <a:pt x="40340836" y="22976787"/>
                  </a:cubicBezTo>
                  <a:cubicBezTo>
                    <a:pt x="40312480" y="22963867"/>
                    <a:pt x="40281312" y="22885655"/>
                    <a:pt x="40283974" y="22834105"/>
                  </a:cubicBezTo>
                  <a:cubicBezTo>
                    <a:pt x="40284544" y="22823079"/>
                    <a:pt x="40271676" y="22807983"/>
                    <a:pt x="40255380" y="22800556"/>
                  </a:cubicBezTo>
                  <a:cubicBezTo>
                    <a:pt x="40237212" y="22792280"/>
                    <a:pt x="40220046" y="22768027"/>
                    <a:pt x="40211012" y="22737871"/>
                  </a:cubicBezTo>
                  <a:cubicBezTo>
                    <a:pt x="40202906" y="22710818"/>
                    <a:pt x="40181952" y="22669273"/>
                    <a:pt x="40164448" y="22645548"/>
                  </a:cubicBezTo>
                  <a:cubicBezTo>
                    <a:pt x="40146940" y="22621818"/>
                    <a:pt x="40123082" y="22579038"/>
                    <a:pt x="40111420" y="22550479"/>
                  </a:cubicBezTo>
                  <a:cubicBezTo>
                    <a:pt x="40099762" y="22521919"/>
                    <a:pt x="40079618" y="22485251"/>
                    <a:pt x="40066654" y="22468995"/>
                  </a:cubicBezTo>
                  <a:cubicBezTo>
                    <a:pt x="40053694" y="22452739"/>
                    <a:pt x="40039348" y="22416039"/>
                    <a:pt x="40034774" y="22387444"/>
                  </a:cubicBezTo>
                  <a:cubicBezTo>
                    <a:pt x="40029728" y="22355895"/>
                    <a:pt x="40012252" y="22320578"/>
                    <a:pt x="39990330" y="22297641"/>
                  </a:cubicBezTo>
                  <a:cubicBezTo>
                    <a:pt x="39970458" y="22276849"/>
                    <a:pt x="39954202" y="22253050"/>
                    <a:pt x="39954202" y="22244753"/>
                  </a:cubicBezTo>
                  <a:cubicBezTo>
                    <a:pt x="39954202" y="22236457"/>
                    <a:pt x="39932024" y="22209759"/>
                    <a:pt x="39904912" y="22185422"/>
                  </a:cubicBezTo>
                  <a:cubicBezTo>
                    <a:pt x="39876224" y="22159668"/>
                    <a:pt x="39851876" y="22124115"/>
                    <a:pt x="39846658" y="22100360"/>
                  </a:cubicBezTo>
                  <a:cubicBezTo>
                    <a:pt x="39841728" y="22077910"/>
                    <a:pt x="39824784" y="22051083"/>
                    <a:pt x="39809004" y="22040745"/>
                  </a:cubicBezTo>
                  <a:cubicBezTo>
                    <a:pt x="39793226" y="22030405"/>
                    <a:pt x="39773518" y="21999260"/>
                    <a:pt x="39765212" y="21971533"/>
                  </a:cubicBezTo>
                  <a:cubicBezTo>
                    <a:pt x="39756902" y="21943804"/>
                    <a:pt x="39738340" y="21914821"/>
                    <a:pt x="39723960" y="21907125"/>
                  </a:cubicBezTo>
                  <a:cubicBezTo>
                    <a:pt x="39709578" y="21899428"/>
                    <a:pt x="39686504" y="21867562"/>
                    <a:pt x="39672678" y="21836314"/>
                  </a:cubicBezTo>
                  <a:cubicBezTo>
                    <a:pt x="39658856" y="21805062"/>
                    <a:pt x="39639666" y="21776470"/>
                    <a:pt x="39630040" y="21772776"/>
                  </a:cubicBezTo>
                  <a:cubicBezTo>
                    <a:pt x="39620408" y="21769081"/>
                    <a:pt x="39606124" y="21746650"/>
                    <a:pt x="39598298" y="21722929"/>
                  </a:cubicBezTo>
                  <a:cubicBezTo>
                    <a:pt x="39590468" y="21699208"/>
                    <a:pt x="39569134" y="21668056"/>
                    <a:pt x="39550888" y="21653705"/>
                  </a:cubicBezTo>
                  <a:cubicBezTo>
                    <a:pt x="39532640" y="21639350"/>
                    <a:pt x="39503696" y="21606401"/>
                    <a:pt x="39486572" y="21580480"/>
                  </a:cubicBezTo>
                  <a:cubicBezTo>
                    <a:pt x="39469448" y="21554559"/>
                    <a:pt x="39447644" y="21528742"/>
                    <a:pt x="39438120" y="21523107"/>
                  </a:cubicBezTo>
                  <a:cubicBezTo>
                    <a:pt x="39428594" y="21517473"/>
                    <a:pt x="39420802" y="21495623"/>
                    <a:pt x="39420802" y="21474549"/>
                  </a:cubicBezTo>
                  <a:cubicBezTo>
                    <a:pt x="39420802" y="21447138"/>
                    <a:pt x="39406328" y="21421142"/>
                    <a:pt x="39369940" y="21383194"/>
                  </a:cubicBezTo>
                  <a:cubicBezTo>
                    <a:pt x="39290344" y="21300185"/>
                    <a:pt x="39230302" y="21222389"/>
                    <a:pt x="39230302" y="21202265"/>
                  </a:cubicBezTo>
                  <a:cubicBezTo>
                    <a:pt x="39230302" y="21192149"/>
                    <a:pt x="39213156" y="21165930"/>
                    <a:pt x="39192202" y="21144004"/>
                  </a:cubicBezTo>
                  <a:cubicBezTo>
                    <a:pt x="39171248" y="21122078"/>
                    <a:pt x="39154102" y="21097964"/>
                    <a:pt x="39154102" y="21090423"/>
                  </a:cubicBezTo>
                  <a:cubicBezTo>
                    <a:pt x="39154102" y="21082880"/>
                    <a:pt x="39129812" y="21052238"/>
                    <a:pt x="39100128" y="21022327"/>
                  </a:cubicBezTo>
                  <a:cubicBezTo>
                    <a:pt x="38994630" y="20916034"/>
                    <a:pt x="38969788" y="20888885"/>
                    <a:pt x="38956428" y="20865285"/>
                  </a:cubicBezTo>
                  <a:cubicBezTo>
                    <a:pt x="38944310" y="20843887"/>
                    <a:pt x="38788296" y="20668353"/>
                    <a:pt x="38731828" y="20612589"/>
                  </a:cubicBezTo>
                  <a:cubicBezTo>
                    <a:pt x="38719604" y="20600518"/>
                    <a:pt x="38709602" y="20580425"/>
                    <a:pt x="38709602" y="20567941"/>
                  </a:cubicBezTo>
                  <a:cubicBezTo>
                    <a:pt x="38709602" y="20555453"/>
                    <a:pt x="38665310" y="20500094"/>
                    <a:pt x="38611176" y="20444919"/>
                  </a:cubicBezTo>
                  <a:cubicBezTo>
                    <a:pt x="38472246" y="20303315"/>
                    <a:pt x="38430490" y="20255695"/>
                    <a:pt x="38410204" y="20215728"/>
                  </a:cubicBezTo>
                  <a:cubicBezTo>
                    <a:pt x="38399342" y="20194331"/>
                    <a:pt x="38383796" y="20182909"/>
                    <a:pt x="38367608" y="20181755"/>
                  </a:cubicBezTo>
                  <a:close/>
                  <a:moveTo>
                    <a:pt x="13886992" y="20180654"/>
                  </a:moveTo>
                  <a:cubicBezTo>
                    <a:pt x="13978360" y="20180654"/>
                    <a:pt x="14020800" y="20197154"/>
                    <a:pt x="14020800" y="20232677"/>
                  </a:cubicBezTo>
                  <a:cubicBezTo>
                    <a:pt x="14020800" y="20239334"/>
                    <a:pt x="14035192" y="20250254"/>
                    <a:pt x="14052780" y="20256941"/>
                  </a:cubicBezTo>
                  <a:cubicBezTo>
                    <a:pt x="14070368" y="20263627"/>
                    <a:pt x="14090644" y="20284583"/>
                    <a:pt x="14097840" y="20303507"/>
                  </a:cubicBezTo>
                  <a:cubicBezTo>
                    <a:pt x="14114076" y="20346216"/>
                    <a:pt x="14100232" y="20467708"/>
                    <a:pt x="14076416" y="20491525"/>
                  </a:cubicBezTo>
                  <a:cubicBezTo>
                    <a:pt x="14036320" y="20531622"/>
                    <a:pt x="13781664" y="20531837"/>
                    <a:pt x="13720600" y="20491826"/>
                  </a:cubicBezTo>
                  <a:cubicBezTo>
                    <a:pt x="13670680" y="20459116"/>
                    <a:pt x="13687004" y="20355400"/>
                    <a:pt x="13760220" y="20240143"/>
                  </a:cubicBezTo>
                  <a:cubicBezTo>
                    <a:pt x="13763840" y="20234446"/>
                    <a:pt x="13772716" y="20218729"/>
                    <a:pt x="13779948" y="20205219"/>
                  </a:cubicBezTo>
                  <a:cubicBezTo>
                    <a:pt x="13791124" y="20184334"/>
                    <a:pt x="13807156" y="20180654"/>
                    <a:pt x="13886992" y="20180654"/>
                  </a:cubicBezTo>
                  <a:close/>
                  <a:moveTo>
                    <a:pt x="15178664" y="20080173"/>
                  </a:moveTo>
                  <a:cubicBezTo>
                    <a:pt x="15233816" y="20080437"/>
                    <a:pt x="15307064" y="20100174"/>
                    <a:pt x="15325180" y="20124952"/>
                  </a:cubicBezTo>
                  <a:cubicBezTo>
                    <a:pt x="15360696" y="20173518"/>
                    <a:pt x="15362808" y="20362052"/>
                    <a:pt x="15328304" y="20403623"/>
                  </a:cubicBezTo>
                  <a:cubicBezTo>
                    <a:pt x="15313484" y="20421481"/>
                    <a:pt x="15294604" y="20422810"/>
                    <a:pt x="15187032" y="20413570"/>
                  </a:cubicBezTo>
                  <a:cubicBezTo>
                    <a:pt x="15033732" y="20400402"/>
                    <a:pt x="15020988" y="20390393"/>
                    <a:pt x="15013800" y="20277505"/>
                  </a:cubicBezTo>
                  <a:cubicBezTo>
                    <a:pt x="15008836" y="20199507"/>
                    <a:pt x="15010444" y="20194025"/>
                    <a:pt x="15051484" y="20149244"/>
                  </a:cubicBezTo>
                  <a:cubicBezTo>
                    <a:pt x="15075064" y="20123513"/>
                    <a:pt x="15111408" y="20095475"/>
                    <a:pt x="15132256" y="20086935"/>
                  </a:cubicBezTo>
                  <a:cubicBezTo>
                    <a:pt x="15143908" y="20082161"/>
                    <a:pt x="15160280" y="20080085"/>
                    <a:pt x="15178664" y="20080173"/>
                  </a:cubicBezTo>
                  <a:close/>
                  <a:moveTo>
                    <a:pt x="40498616" y="19916184"/>
                  </a:moveTo>
                  <a:cubicBezTo>
                    <a:pt x="40548504" y="19921412"/>
                    <a:pt x="40599408" y="19948391"/>
                    <a:pt x="40621512" y="19991137"/>
                  </a:cubicBezTo>
                  <a:cubicBezTo>
                    <a:pt x="40648894" y="20044084"/>
                    <a:pt x="40646014" y="20183020"/>
                    <a:pt x="40616788" y="20219114"/>
                  </a:cubicBezTo>
                  <a:cubicBezTo>
                    <a:pt x="40595068" y="20245937"/>
                    <a:pt x="40586260" y="20247399"/>
                    <a:pt x="40480264" y="20241790"/>
                  </a:cubicBezTo>
                  <a:cubicBezTo>
                    <a:pt x="40417944" y="20238491"/>
                    <a:pt x="40357570" y="20234604"/>
                    <a:pt x="40346096" y="20233152"/>
                  </a:cubicBezTo>
                  <a:cubicBezTo>
                    <a:pt x="40315912" y="20229330"/>
                    <a:pt x="40296076" y="20171084"/>
                    <a:pt x="40293236" y="20077933"/>
                  </a:cubicBezTo>
                  <a:cubicBezTo>
                    <a:pt x="40290772" y="19997137"/>
                    <a:pt x="40290996" y="19996571"/>
                    <a:pt x="40329188" y="19987661"/>
                  </a:cubicBezTo>
                  <a:cubicBezTo>
                    <a:pt x="40350324" y="19982728"/>
                    <a:pt x="40381326" y="19964105"/>
                    <a:pt x="40398076" y="19946275"/>
                  </a:cubicBezTo>
                  <a:cubicBezTo>
                    <a:pt x="40411532" y="19931951"/>
                    <a:pt x="40429770" y="19922844"/>
                    <a:pt x="40450170" y="19918428"/>
                  </a:cubicBezTo>
                  <a:cubicBezTo>
                    <a:pt x="40465470" y="19915115"/>
                    <a:pt x="40481986" y="19914441"/>
                    <a:pt x="40498616" y="19916184"/>
                  </a:cubicBezTo>
                  <a:close/>
                  <a:moveTo>
                    <a:pt x="17686964" y="19907001"/>
                  </a:moveTo>
                  <a:cubicBezTo>
                    <a:pt x="17724136" y="19903473"/>
                    <a:pt x="17783764" y="19918220"/>
                    <a:pt x="17803816" y="19940944"/>
                  </a:cubicBezTo>
                  <a:cubicBezTo>
                    <a:pt x="17832860" y="19973861"/>
                    <a:pt x="17855792" y="19996587"/>
                    <a:pt x="17899208" y="20035473"/>
                  </a:cubicBezTo>
                  <a:cubicBezTo>
                    <a:pt x="17930564" y="20063556"/>
                    <a:pt x="17932400" y="20071850"/>
                    <a:pt x="17932400" y="20185329"/>
                  </a:cubicBezTo>
                  <a:lnTo>
                    <a:pt x="17932400" y="20305456"/>
                  </a:lnTo>
                  <a:lnTo>
                    <a:pt x="17865728" y="20357206"/>
                  </a:lnTo>
                  <a:cubicBezTo>
                    <a:pt x="17805332" y="20404081"/>
                    <a:pt x="17790480" y="20409568"/>
                    <a:pt x="17708040" y="20415456"/>
                  </a:cubicBezTo>
                  <a:lnTo>
                    <a:pt x="17617032" y="20421956"/>
                  </a:lnTo>
                  <a:lnTo>
                    <a:pt x="17494252" y="20306619"/>
                  </a:lnTo>
                  <a:lnTo>
                    <a:pt x="17496104" y="20205056"/>
                  </a:lnTo>
                  <a:cubicBezTo>
                    <a:pt x="17499024" y="20044815"/>
                    <a:pt x="17506708" y="20019703"/>
                    <a:pt x="17557972" y="20002785"/>
                  </a:cubicBezTo>
                  <a:cubicBezTo>
                    <a:pt x="17582080" y="19994827"/>
                    <a:pt x="17611996" y="19975363"/>
                    <a:pt x="17624448" y="19959530"/>
                  </a:cubicBezTo>
                  <a:cubicBezTo>
                    <a:pt x="17636904" y="19943697"/>
                    <a:pt x="17652708" y="19924558"/>
                    <a:pt x="17659572" y="19917002"/>
                  </a:cubicBezTo>
                  <a:cubicBezTo>
                    <a:pt x="17664676" y="19911383"/>
                    <a:pt x="17674572" y="19908177"/>
                    <a:pt x="17686964" y="19907001"/>
                  </a:cubicBezTo>
                  <a:close/>
                  <a:moveTo>
                    <a:pt x="39962234" y="19728964"/>
                  </a:moveTo>
                  <a:cubicBezTo>
                    <a:pt x="39972992" y="19728983"/>
                    <a:pt x="39985468" y="19729536"/>
                    <a:pt x="40000060" y="19730568"/>
                  </a:cubicBezTo>
                  <a:cubicBezTo>
                    <a:pt x="40071020" y="19735588"/>
                    <a:pt x="40082858" y="19740887"/>
                    <a:pt x="40138138" y="19792367"/>
                  </a:cubicBezTo>
                  <a:lnTo>
                    <a:pt x="40198604" y="19848673"/>
                  </a:lnTo>
                  <a:lnTo>
                    <a:pt x="40193216" y="19971833"/>
                  </a:lnTo>
                  <a:cubicBezTo>
                    <a:pt x="40188164" y="20087346"/>
                    <a:pt x="40185658" y="20096862"/>
                    <a:pt x="40152856" y="20125076"/>
                  </a:cubicBezTo>
                  <a:cubicBezTo>
                    <a:pt x="40123344" y="20150460"/>
                    <a:pt x="40104136" y="20155158"/>
                    <a:pt x="40029892" y="20155158"/>
                  </a:cubicBezTo>
                  <a:cubicBezTo>
                    <a:pt x="39947536" y="20155158"/>
                    <a:pt x="39938836" y="20152379"/>
                    <a:pt x="39894076" y="20111766"/>
                  </a:cubicBezTo>
                  <a:lnTo>
                    <a:pt x="39846248" y="20068373"/>
                  </a:lnTo>
                  <a:lnTo>
                    <a:pt x="39848174" y="19952314"/>
                  </a:lnTo>
                  <a:cubicBezTo>
                    <a:pt x="39850152" y="19833052"/>
                    <a:pt x="39863876" y="19779273"/>
                    <a:pt x="39901128" y="19744806"/>
                  </a:cubicBezTo>
                  <a:cubicBezTo>
                    <a:pt x="39913152" y="19733679"/>
                    <a:pt x="39929960" y="19728911"/>
                    <a:pt x="39962234" y="19728964"/>
                  </a:cubicBezTo>
                  <a:close/>
                  <a:moveTo>
                    <a:pt x="41237848" y="19728228"/>
                  </a:moveTo>
                  <a:cubicBezTo>
                    <a:pt x="41245726" y="19727652"/>
                    <a:pt x="41254604" y="19728490"/>
                    <a:pt x="41265886" y="19729930"/>
                  </a:cubicBezTo>
                  <a:cubicBezTo>
                    <a:pt x="41401508" y="19747233"/>
                    <a:pt x="41440102" y="19795856"/>
                    <a:pt x="41440102" y="19949433"/>
                  </a:cubicBezTo>
                  <a:cubicBezTo>
                    <a:pt x="41440102" y="20129719"/>
                    <a:pt x="41409868" y="20162057"/>
                    <a:pt x="41249764" y="20153011"/>
                  </a:cubicBezTo>
                  <a:cubicBezTo>
                    <a:pt x="41122556" y="20145822"/>
                    <a:pt x="41106732" y="20127378"/>
                    <a:pt x="41099588" y="19977946"/>
                  </a:cubicBezTo>
                  <a:lnTo>
                    <a:pt x="41094114" y="19863430"/>
                  </a:lnTo>
                  <a:lnTo>
                    <a:pt x="41155984" y="19793616"/>
                  </a:lnTo>
                  <a:cubicBezTo>
                    <a:pt x="41199580" y="19744420"/>
                    <a:pt x="41214216" y="19729956"/>
                    <a:pt x="41237848" y="19728228"/>
                  </a:cubicBezTo>
                  <a:close/>
                  <a:moveTo>
                    <a:pt x="42682450" y="19728039"/>
                  </a:moveTo>
                  <a:cubicBezTo>
                    <a:pt x="42719692" y="19729028"/>
                    <a:pt x="42751902" y="19750158"/>
                    <a:pt x="42796060" y="19791881"/>
                  </a:cubicBezTo>
                  <a:lnTo>
                    <a:pt x="42855144" y="19847704"/>
                  </a:lnTo>
                  <a:lnTo>
                    <a:pt x="42860226" y="19974241"/>
                  </a:lnTo>
                  <a:cubicBezTo>
                    <a:pt x="42865404" y="20103176"/>
                    <a:pt x="42853520" y="20155156"/>
                    <a:pt x="42818856" y="20155156"/>
                  </a:cubicBezTo>
                  <a:cubicBezTo>
                    <a:pt x="42809316" y="20155156"/>
                    <a:pt x="42789708" y="20175159"/>
                    <a:pt x="42775284" y="20199607"/>
                  </a:cubicBezTo>
                  <a:cubicBezTo>
                    <a:pt x="42749564" y="20243195"/>
                    <a:pt x="42747448" y="20244057"/>
                    <a:pt x="42666076" y="20244057"/>
                  </a:cubicBezTo>
                  <a:cubicBezTo>
                    <a:pt x="42600032" y="20244057"/>
                    <a:pt x="42577916" y="20238874"/>
                    <a:pt x="42557700" y="20218657"/>
                  </a:cubicBezTo>
                  <a:cubicBezTo>
                    <a:pt x="42543728" y="20204687"/>
                    <a:pt x="42532300" y="20188082"/>
                    <a:pt x="42532300" y="20181758"/>
                  </a:cubicBezTo>
                  <a:cubicBezTo>
                    <a:pt x="42532300" y="20175435"/>
                    <a:pt x="42512076" y="20146058"/>
                    <a:pt x="42487364" y="20116477"/>
                  </a:cubicBezTo>
                  <a:cubicBezTo>
                    <a:pt x="42444360" y="20065006"/>
                    <a:pt x="42442314" y="20058044"/>
                    <a:pt x="42439740" y="19954561"/>
                  </a:cubicBezTo>
                  <a:lnTo>
                    <a:pt x="42437048" y="19846432"/>
                  </a:lnTo>
                  <a:lnTo>
                    <a:pt x="42538648" y="19785043"/>
                  </a:lnTo>
                  <a:cubicBezTo>
                    <a:pt x="42602934" y="19746202"/>
                    <a:pt x="42645208" y="19727049"/>
                    <a:pt x="42682450" y="19728039"/>
                  </a:cubicBezTo>
                  <a:close/>
                  <a:moveTo>
                    <a:pt x="41896940" y="19650648"/>
                  </a:moveTo>
                  <a:cubicBezTo>
                    <a:pt x="41904056" y="19650801"/>
                    <a:pt x="41911954" y="19651845"/>
                    <a:pt x="41921268" y="19653592"/>
                  </a:cubicBezTo>
                  <a:cubicBezTo>
                    <a:pt x="41978208" y="19664274"/>
                    <a:pt x="42035288" y="19704499"/>
                    <a:pt x="42050580" y="19744726"/>
                  </a:cubicBezTo>
                  <a:cubicBezTo>
                    <a:pt x="42057080" y="19761824"/>
                    <a:pt x="42062400" y="19817184"/>
                    <a:pt x="42062400" y="19867752"/>
                  </a:cubicBezTo>
                  <a:cubicBezTo>
                    <a:pt x="42062400" y="19954764"/>
                    <a:pt x="42060064" y="19962243"/>
                    <a:pt x="42018830" y="20007259"/>
                  </a:cubicBezTo>
                  <a:cubicBezTo>
                    <a:pt x="41970044" y="20060521"/>
                    <a:pt x="41938872" y="20068219"/>
                    <a:pt x="41785484" y="20064877"/>
                  </a:cubicBezTo>
                  <a:cubicBezTo>
                    <a:pt x="41709242" y="20063217"/>
                    <a:pt x="41686614" y="20057702"/>
                    <a:pt x="41658484" y="20033930"/>
                  </a:cubicBezTo>
                  <a:cubicBezTo>
                    <a:pt x="41626016" y="20006497"/>
                    <a:pt x="41624248" y="19999139"/>
                    <a:pt x="41624248" y="19891531"/>
                  </a:cubicBezTo>
                  <a:cubicBezTo>
                    <a:pt x="41624248" y="19763286"/>
                    <a:pt x="41624548" y="19762855"/>
                    <a:pt x="41734536" y="19730190"/>
                  </a:cubicBezTo>
                  <a:cubicBezTo>
                    <a:pt x="41769074" y="19719932"/>
                    <a:pt x="41815088" y="19696603"/>
                    <a:pt x="41836784" y="19678344"/>
                  </a:cubicBezTo>
                  <a:cubicBezTo>
                    <a:pt x="41861270" y="19657741"/>
                    <a:pt x="41875592" y="19650188"/>
                    <a:pt x="41896940" y="19650648"/>
                  </a:cubicBezTo>
                  <a:close/>
                  <a:moveTo>
                    <a:pt x="43807314" y="19630752"/>
                  </a:moveTo>
                  <a:cubicBezTo>
                    <a:pt x="43822478" y="19630077"/>
                    <a:pt x="43837174" y="19631728"/>
                    <a:pt x="43851894" y="19635684"/>
                  </a:cubicBezTo>
                  <a:cubicBezTo>
                    <a:pt x="43923172" y="19654848"/>
                    <a:pt x="43929304" y="19665964"/>
                    <a:pt x="43929304" y="19776029"/>
                  </a:cubicBezTo>
                  <a:lnTo>
                    <a:pt x="43929304" y="19876389"/>
                  </a:lnTo>
                  <a:lnTo>
                    <a:pt x="43888028" y="19883408"/>
                  </a:lnTo>
                  <a:cubicBezTo>
                    <a:pt x="43846304" y="19890505"/>
                    <a:pt x="43715090" y="19878951"/>
                    <a:pt x="43697528" y="19866629"/>
                  </a:cubicBezTo>
                  <a:cubicBezTo>
                    <a:pt x="43692288" y="19862956"/>
                    <a:pt x="43685234" y="19819215"/>
                    <a:pt x="43681848" y="19769430"/>
                  </a:cubicBezTo>
                  <a:cubicBezTo>
                    <a:pt x="43675040" y="19669319"/>
                    <a:pt x="43676632" y="19666678"/>
                    <a:pt x="43759948" y="19639782"/>
                  </a:cubicBezTo>
                  <a:cubicBezTo>
                    <a:pt x="43776526" y="19634430"/>
                    <a:pt x="43792152" y="19631427"/>
                    <a:pt x="43807314" y="19630752"/>
                  </a:cubicBezTo>
                  <a:close/>
                  <a:moveTo>
                    <a:pt x="40908268" y="19558260"/>
                  </a:moveTo>
                  <a:cubicBezTo>
                    <a:pt x="40950628" y="19558260"/>
                    <a:pt x="40962076" y="19564173"/>
                    <a:pt x="40979920" y="19595262"/>
                  </a:cubicBezTo>
                  <a:cubicBezTo>
                    <a:pt x="40991600" y="19615613"/>
                    <a:pt x="41016280" y="19641200"/>
                    <a:pt x="41034768" y="19652120"/>
                  </a:cubicBezTo>
                  <a:cubicBezTo>
                    <a:pt x="41091742" y="19685775"/>
                    <a:pt x="41093488" y="19828768"/>
                    <a:pt x="41037426" y="19869760"/>
                  </a:cubicBezTo>
                  <a:cubicBezTo>
                    <a:pt x="41006590" y="19892308"/>
                    <a:pt x="40892736" y="19905116"/>
                    <a:pt x="40816432" y="19894621"/>
                  </a:cubicBezTo>
                  <a:cubicBezTo>
                    <a:pt x="40761474" y="19887063"/>
                    <a:pt x="40750324" y="19880226"/>
                    <a:pt x="40726696" y="19839601"/>
                  </a:cubicBezTo>
                  <a:cubicBezTo>
                    <a:pt x="40711860" y="19814086"/>
                    <a:pt x="40692000" y="19788599"/>
                    <a:pt x="40682560" y="19782964"/>
                  </a:cubicBezTo>
                  <a:cubicBezTo>
                    <a:pt x="40672740" y="19777101"/>
                    <a:pt x="40665402" y="19751107"/>
                    <a:pt x="40665402" y="19722188"/>
                  </a:cubicBezTo>
                  <a:cubicBezTo>
                    <a:pt x="40665402" y="19674186"/>
                    <a:pt x="40668344" y="19670396"/>
                    <a:pt x="40724192" y="19646456"/>
                  </a:cubicBezTo>
                  <a:cubicBezTo>
                    <a:pt x="40756528" y="19632597"/>
                    <a:pt x="40799832" y="19607082"/>
                    <a:pt x="40820420" y="19589758"/>
                  </a:cubicBezTo>
                  <a:cubicBezTo>
                    <a:pt x="40846510" y="19567804"/>
                    <a:pt x="40873126" y="19558260"/>
                    <a:pt x="40908268" y="19558260"/>
                  </a:cubicBezTo>
                  <a:close/>
                  <a:moveTo>
                    <a:pt x="14556784" y="19542591"/>
                  </a:moveTo>
                  <a:cubicBezTo>
                    <a:pt x="14625588" y="19540274"/>
                    <a:pt x="14719620" y="19554040"/>
                    <a:pt x="14750940" y="19575256"/>
                  </a:cubicBezTo>
                  <a:cubicBezTo>
                    <a:pt x="14790112" y="19601786"/>
                    <a:pt x="14810224" y="19679905"/>
                    <a:pt x="14811628" y="19810971"/>
                  </a:cubicBezTo>
                  <a:cubicBezTo>
                    <a:pt x="14812792" y="19919347"/>
                    <a:pt x="14810356" y="19932298"/>
                    <a:pt x="14784972" y="19952855"/>
                  </a:cubicBezTo>
                  <a:cubicBezTo>
                    <a:pt x="14750456" y="19980805"/>
                    <a:pt x="14618688" y="19996381"/>
                    <a:pt x="14520528" y="19984119"/>
                  </a:cubicBezTo>
                  <a:cubicBezTo>
                    <a:pt x="14426044" y="19972314"/>
                    <a:pt x="14419396" y="19969135"/>
                    <a:pt x="14402168" y="19927547"/>
                  </a:cubicBezTo>
                  <a:cubicBezTo>
                    <a:pt x="14394108" y="19908085"/>
                    <a:pt x="14370724" y="19879748"/>
                    <a:pt x="14350208" y="19864578"/>
                  </a:cubicBezTo>
                  <a:cubicBezTo>
                    <a:pt x="14304152" y="19830532"/>
                    <a:pt x="14302656" y="19796540"/>
                    <a:pt x="14345828" y="19765091"/>
                  </a:cubicBezTo>
                  <a:cubicBezTo>
                    <a:pt x="14369192" y="19748071"/>
                    <a:pt x="14382152" y="19722919"/>
                    <a:pt x="14390456" y="19678483"/>
                  </a:cubicBezTo>
                  <a:cubicBezTo>
                    <a:pt x="14404008" y="19605949"/>
                    <a:pt x="14432168" y="19572960"/>
                    <a:pt x="14499648" y="19550587"/>
                  </a:cubicBezTo>
                  <a:cubicBezTo>
                    <a:pt x="14513720" y="19545921"/>
                    <a:pt x="14533852" y="19543362"/>
                    <a:pt x="14556784" y="19542591"/>
                  </a:cubicBezTo>
                  <a:close/>
                  <a:moveTo>
                    <a:pt x="16033840" y="19540768"/>
                  </a:moveTo>
                  <a:cubicBezTo>
                    <a:pt x="16047856" y="19543458"/>
                    <a:pt x="16073572" y="19547785"/>
                    <a:pt x="16090988" y="19550385"/>
                  </a:cubicBezTo>
                  <a:cubicBezTo>
                    <a:pt x="16108404" y="19552985"/>
                    <a:pt x="16145516" y="19576807"/>
                    <a:pt x="16173456" y="19603326"/>
                  </a:cubicBezTo>
                  <a:cubicBezTo>
                    <a:pt x="16221920" y="19649324"/>
                    <a:pt x="16224752" y="19656338"/>
                    <a:pt x="16235056" y="19755909"/>
                  </a:cubicBezTo>
                  <a:cubicBezTo>
                    <a:pt x="16248956" y="19890152"/>
                    <a:pt x="16228312" y="19944018"/>
                    <a:pt x="16156688" y="19960411"/>
                  </a:cubicBezTo>
                  <a:cubicBezTo>
                    <a:pt x="16100936" y="19973173"/>
                    <a:pt x="15890480" y="19973305"/>
                    <a:pt x="15859576" y="19960597"/>
                  </a:cubicBezTo>
                  <a:cubicBezTo>
                    <a:pt x="15821164" y="19944804"/>
                    <a:pt x="15796788" y="19853923"/>
                    <a:pt x="15801164" y="19742839"/>
                  </a:cubicBezTo>
                  <a:cubicBezTo>
                    <a:pt x="15804848" y="19649351"/>
                    <a:pt x="15807592" y="19640364"/>
                    <a:pt x="15836904" y="19625858"/>
                  </a:cubicBezTo>
                  <a:cubicBezTo>
                    <a:pt x="15854368" y="19617215"/>
                    <a:pt x="15881760" y="19600410"/>
                    <a:pt x="15897780" y="19588512"/>
                  </a:cubicBezTo>
                  <a:cubicBezTo>
                    <a:pt x="15913800" y="19576614"/>
                    <a:pt x="15945232" y="19559905"/>
                    <a:pt x="15967632" y="19551380"/>
                  </a:cubicBezTo>
                  <a:cubicBezTo>
                    <a:pt x="15990032" y="19542854"/>
                    <a:pt x="16019824" y="19538079"/>
                    <a:pt x="16033840" y="19540768"/>
                  </a:cubicBezTo>
                  <a:close/>
                  <a:moveTo>
                    <a:pt x="16597060" y="19534119"/>
                  </a:moveTo>
                  <a:cubicBezTo>
                    <a:pt x="16664220" y="19527718"/>
                    <a:pt x="16732916" y="19555603"/>
                    <a:pt x="16795280" y="19615874"/>
                  </a:cubicBezTo>
                  <a:cubicBezTo>
                    <a:pt x="16855612" y="19674177"/>
                    <a:pt x="16858528" y="19680180"/>
                    <a:pt x="16863356" y="19756016"/>
                  </a:cubicBezTo>
                  <a:cubicBezTo>
                    <a:pt x="16866132" y="19799593"/>
                    <a:pt x="16861468" y="19856256"/>
                    <a:pt x="16852992" y="19881935"/>
                  </a:cubicBezTo>
                  <a:cubicBezTo>
                    <a:pt x="16833656" y="19940519"/>
                    <a:pt x="16783736" y="19962128"/>
                    <a:pt x="16647080" y="19971060"/>
                  </a:cubicBezTo>
                  <a:lnTo>
                    <a:pt x="16549208" y="19977458"/>
                  </a:lnTo>
                  <a:lnTo>
                    <a:pt x="16427452" y="19864006"/>
                  </a:lnTo>
                  <a:lnTo>
                    <a:pt x="16427452" y="19736924"/>
                  </a:lnTo>
                  <a:cubicBezTo>
                    <a:pt x="16427452" y="19597101"/>
                    <a:pt x="16426312" y="19599145"/>
                    <a:pt x="16530696" y="19552017"/>
                  </a:cubicBezTo>
                  <a:cubicBezTo>
                    <a:pt x="16552452" y="19542194"/>
                    <a:pt x="16574672" y="19536252"/>
                    <a:pt x="16597060" y="19534119"/>
                  </a:cubicBezTo>
                  <a:close/>
                  <a:moveTo>
                    <a:pt x="42884098" y="19450372"/>
                  </a:moveTo>
                  <a:cubicBezTo>
                    <a:pt x="42935038" y="19447873"/>
                    <a:pt x="42998944" y="19462399"/>
                    <a:pt x="43018080" y="19485384"/>
                  </a:cubicBezTo>
                  <a:cubicBezTo>
                    <a:pt x="43044624" y="19517503"/>
                    <a:pt x="43049728" y="19670761"/>
                    <a:pt x="43025066" y="19695423"/>
                  </a:cubicBezTo>
                  <a:cubicBezTo>
                    <a:pt x="43003132" y="19717356"/>
                    <a:pt x="42861432" y="19714848"/>
                    <a:pt x="42828736" y="19691945"/>
                  </a:cubicBezTo>
                  <a:cubicBezTo>
                    <a:pt x="42809770" y="19678661"/>
                    <a:pt x="42799560" y="19653571"/>
                    <a:pt x="42793552" y="19605478"/>
                  </a:cubicBezTo>
                  <a:cubicBezTo>
                    <a:pt x="42783556" y="19525480"/>
                    <a:pt x="42799194" y="19475533"/>
                    <a:pt x="42839620" y="19458856"/>
                  </a:cubicBezTo>
                  <a:cubicBezTo>
                    <a:pt x="42851580" y="19453921"/>
                    <a:pt x="42867120" y="19451207"/>
                    <a:pt x="42884098" y="19450372"/>
                  </a:cubicBezTo>
                  <a:close/>
                  <a:moveTo>
                    <a:pt x="15406820" y="19374793"/>
                  </a:moveTo>
                  <a:cubicBezTo>
                    <a:pt x="15440512" y="19377931"/>
                    <a:pt x="15475112" y="19387763"/>
                    <a:pt x="15493532" y="19402675"/>
                  </a:cubicBezTo>
                  <a:cubicBezTo>
                    <a:pt x="15515904" y="19420782"/>
                    <a:pt x="15521312" y="19438617"/>
                    <a:pt x="15521448" y="19494741"/>
                  </a:cubicBezTo>
                  <a:cubicBezTo>
                    <a:pt x="15521540" y="19533386"/>
                    <a:pt x="15516104" y="19578668"/>
                    <a:pt x="15509368" y="19595727"/>
                  </a:cubicBezTo>
                  <a:cubicBezTo>
                    <a:pt x="15497600" y="19625530"/>
                    <a:pt x="15493396" y="19626528"/>
                    <a:pt x="15402272" y="19621127"/>
                  </a:cubicBezTo>
                  <a:cubicBezTo>
                    <a:pt x="15350104" y="19618038"/>
                    <a:pt x="15300824" y="19610523"/>
                    <a:pt x="15292760" y="19604429"/>
                  </a:cubicBezTo>
                  <a:cubicBezTo>
                    <a:pt x="15274840" y="19590884"/>
                    <a:pt x="15273452" y="19482980"/>
                    <a:pt x="15290616" y="19437845"/>
                  </a:cubicBezTo>
                  <a:cubicBezTo>
                    <a:pt x="15297500" y="19419738"/>
                    <a:pt x="15313216" y="19396867"/>
                    <a:pt x="15325544" y="19387029"/>
                  </a:cubicBezTo>
                  <a:cubicBezTo>
                    <a:pt x="15340340" y="19375198"/>
                    <a:pt x="15373124" y="19371649"/>
                    <a:pt x="15406820" y="19374793"/>
                  </a:cubicBezTo>
                  <a:close/>
                  <a:moveTo>
                    <a:pt x="39657738" y="19374363"/>
                  </a:moveTo>
                  <a:cubicBezTo>
                    <a:pt x="39676588" y="19371541"/>
                    <a:pt x="39690866" y="19375059"/>
                    <a:pt x="39703612" y="19384473"/>
                  </a:cubicBezTo>
                  <a:cubicBezTo>
                    <a:pt x="39747840" y="19417106"/>
                    <a:pt x="39766890" y="19557079"/>
                    <a:pt x="39733364" y="19602929"/>
                  </a:cubicBezTo>
                  <a:cubicBezTo>
                    <a:pt x="39718188" y="19623684"/>
                    <a:pt x="39705340" y="19625931"/>
                    <a:pt x="39641288" y="19619031"/>
                  </a:cubicBezTo>
                  <a:cubicBezTo>
                    <a:pt x="39511650" y="19605070"/>
                    <a:pt x="39510420" y="19604331"/>
                    <a:pt x="39503776" y="19536352"/>
                  </a:cubicBezTo>
                  <a:cubicBezTo>
                    <a:pt x="39497016" y="19466929"/>
                    <a:pt x="39514172" y="19438484"/>
                    <a:pt x="39584440" y="19402327"/>
                  </a:cubicBezTo>
                  <a:cubicBezTo>
                    <a:pt x="39615468" y="19386371"/>
                    <a:pt x="39638888" y="19377191"/>
                    <a:pt x="39657738" y="19374363"/>
                  </a:cubicBezTo>
                  <a:close/>
                  <a:moveTo>
                    <a:pt x="18663372" y="19368922"/>
                  </a:moveTo>
                  <a:cubicBezTo>
                    <a:pt x="18677632" y="19368745"/>
                    <a:pt x="18696240" y="19373237"/>
                    <a:pt x="18730768" y="19382246"/>
                  </a:cubicBezTo>
                  <a:cubicBezTo>
                    <a:pt x="18795236" y="19399056"/>
                    <a:pt x="18821400" y="19443735"/>
                    <a:pt x="18821400" y="19537346"/>
                  </a:cubicBezTo>
                  <a:cubicBezTo>
                    <a:pt x="18821400" y="19613869"/>
                    <a:pt x="18802464" y="19626192"/>
                    <a:pt x="18683324" y="19627186"/>
                  </a:cubicBezTo>
                  <a:cubicBezTo>
                    <a:pt x="18575080" y="19628091"/>
                    <a:pt x="18516600" y="19603885"/>
                    <a:pt x="18516600" y="19558175"/>
                  </a:cubicBezTo>
                  <a:cubicBezTo>
                    <a:pt x="18516600" y="19522309"/>
                    <a:pt x="18589152" y="19402093"/>
                    <a:pt x="18622076" y="19383562"/>
                  </a:cubicBezTo>
                  <a:cubicBezTo>
                    <a:pt x="18639204" y="19373939"/>
                    <a:pt x="18649112" y="19369093"/>
                    <a:pt x="18663372" y="19368922"/>
                  </a:cubicBezTo>
                  <a:close/>
                  <a:moveTo>
                    <a:pt x="42263688" y="19204668"/>
                  </a:moveTo>
                  <a:cubicBezTo>
                    <a:pt x="42272260" y="19204434"/>
                    <a:pt x="42281908" y="19205826"/>
                    <a:pt x="42294496" y="19207838"/>
                  </a:cubicBezTo>
                  <a:cubicBezTo>
                    <a:pt x="42342512" y="19215525"/>
                    <a:pt x="42383530" y="19241964"/>
                    <a:pt x="42471974" y="19322212"/>
                  </a:cubicBezTo>
                  <a:cubicBezTo>
                    <a:pt x="42502132" y="19349575"/>
                    <a:pt x="42506900" y="19363595"/>
                    <a:pt x="42506900" y="19424926"/>
                  </a:cubicBezTo>
                  <a:cubicBezTo>
                    <a:pt x="42506900" y="19491622"/>
                    <a:pt x="42504288" y="19497645"/>
                    <a:pt x="42464044" y="19524054"/>
                  </a:cubicBezTo>
                  <a:cubicBezTo>
                    <a:pt x="42439656" y="19539903"/>
                    <a:pt x="42417568" y="19566966"/>
                    <a:pt x="42412792" y="19586838"/>
                  </a:cubicBezTo>
                  <a:cubicBezTo>
                    <a:pt x="42404508" y="19621334"/>
                    <a:pt x="42403156" y="19621763"/>
                    <a:pt x="42302620" y="19621763"/>
                  </a:cubicBezTo>
                  <a:cubicBezTo>
                    <a:pt x="42154970" y="19621763"/>
                    <a:pt x="42101268" y="19586164"/>
                    <a:pt x="42079914" y="19473863"/>
                  </a:cubicBezTo>
                  <a:cubicBezTo>
                    <a:pt x="42065632" y="19398936"/>
                    <a:pt x="42080856" y="19364082"/>
                    <a:pt x="42165308" y="19278311"/>
                  </a:cubicBezTo>
                  <a:cubicBezTo>
                    <a:pt x="42221952" y="19220776"/>
                    <a:pt x="42237974" y="19205383"/>
                    <a:pt x="42263688" y="19204668"/>
                  </a:cubicBezTo>
                  <a:close/>
                  <a:moveTo>
                    <a:pt x="41379612" y="19202770"/>
                  </a:moveTo>
                  <a:cubicBezTo>
                    <a:pt x="41414802" y="19203308"/>
                    <a:pt x="41451360" y="19207319"/>
                    <a:pt x="41470344" y="19214525"/>
                  </a:cubicBezTo>
                  <a:cubicBezTo>
                    <a:pt x="41526880" y="19236036"/>
                    <a:pt x="41534738" y="19391793"/>
                    <a:pt x="41481452" y="19434745"/>
                  </a:cubicBezTo>
                  <a:cubicBezTo>
                    <a:pt x="41456526" y="19454845"/>
                    <a:pt x="41443922" y="19456047"/>
                    <a:pt x="41380958" y="19444406"/>
                  </a:cubicBezTo>
                  <a:cubicBezTo>
                    <a:pt x="41341364" y="19437086"/>
                    <a:pt x="41306532" y="19428665"/>
                    <a:pt x="41303556" y="19425698"/>
                  </a:cubicBezTo>
                  <a:cubicBezTo>
                    <a:pt x="41292102" y="19414234"/>
                    <a:pt x="41274012" y="19310324"/>
                    <a:pt x="41275926" y="19266948"/>
                  </a:cubicBezTo>
                  <a:cubicBezTo>
                    <a:pt x="41277082" y="19240743"/>
                    <a:pt x="41286048" y="19217410"/>
                    <a:pt x="41297076" y="19211925"/>
                  </a:cubicBezTo>
                  <a:cubicBezTo>
                    <a:pt x="41310596" y="19205206"/>
                    <a:pt x="41344420" y="19202245"/>
                    <a:pt x="41379612" y="19202770"/>
                  </a:cubicBezTo>
                  <a:close/>
                  <a:moveTo>
                    <a:pt x="6768060" y="19184385"/>
                  </a:moveTo>
                  <a:cubicBezTo>
                    <a:pt x="6832852" y="19178520"/>
                    <a:pt x="6922040" y="19200246"/>
                    <a:pt x="6965936" y="19238788"/>
                  </a:cubicBezTo>
                  <a:cubicBezTo>
                    <a:pt x="6995556" y="19264791"/>
                    <a:pt x="7028004" y="19278640"/>
                    <a:pt x="7074200" y="19284992"/>
                  </a:cubicBezTo>
                  <a:cubicBezTo>
                    <a:pt x="7110964" y="19290047"/>
                    <a:pt x="7150500" y="19304396"/>
                    <a:pt x="7163512" y="19317410"/>
                  </a:cubicBezTo>
                  <a:cubicBezTo>
                    <a:pt x="7191860" y="19345760"/>
                    <a:pt x="7256452" y="19380209"/>
                    <a:pt x="7281268" y="19380209"/>
                  </a:cubicBezTo>
                  <a:cubicBezTo>
                    <a:pt x="7309700" y="19380209"/>
                    <a:pt x="7331848" y="19415474"/>
                    <a:pt x="7330620" y="19458774"/>
                  </a:cubicBezTo>
                  <a:cubicBezTo>
                    <a:pt x="7328736" y="19524936"/>
                    <a:pt x="7309512" y="19533267"/>
                    <a:pt x="7155612" y="19534627"/>
                  </a:cubicBezTo>
                  <a:cubicBezTo>
                    <a:pt x="7030196" y="19535734"/>
                    <a:pt x="7013680" y="19538632"/>
                    <a:pt x="6985004" y="19564560"/>
                  </a:cubicBezTo>
                  <a:cubicBezTo>
                    <a:pt x="6967544" y="19580350"/>
                    <a:pt x="6938968" y="19597578"/>
                    <a:pt x="6921504" y="19602845"/>
                  </a:cubicBezTo>
                  <a:cubicBezTo>
                    <a:pt x="6875884" y="19616603"/>
                    <a:pt x="6808832" y="19710299"/>
                    <a:pt x="6796192" y="19777952"/>
                  </a:cubicBezTo>
                  <a:cubicBezTo>
                    <a:pt x="6789060" y="19816144"/>
                    <a:pt x="6773724" y="19845592"/>
                    <a:pt x="6750624" y="19865463"/>
                  </a:cubicBezTo>
                  <a:cubicBezTo>
                    <a:pt x="6724588" y="19887856"/>
                    <a:pt x="6714072" y="19910797"/>
                    <a:pt x="6708932" y="19956396"/>
                  </a:cubicBezTo>
                  <a:cubicBezTo>
                    <a:pt x="6703484" y="20004720"/>
                    <a:pt x="6695768" y="20020249"/>
                    <a:pt x="6671776" y="20031179"/>
                  </a:cubicBezTo>
                  <a:cubicBezTo>
                    <a:pt x="6630004" y="20050213"/>
                    <a:pt x="6618540" y="20074711"/>
                    <a:pt x="6616848" y="20148564"/>
                  </a:cubicBezTo>
                  <a:cubicBezTo>
                    <a:pt x="6615700" y="20198597"/>
                    <a:pt x="6608324" y="20219430"/>
                    <a:pt x="6582036" y="20246868"/>
                  </a:cubicBezTo>
                  <a:cubicBezTo>
                    <a:pt x="6536272" y="20294634"/>
                    <a:pt x="6511948" y="20392433"/>
                    <a:pt x="6536200" y="20431147"/>
                  </a:cubicBezTo>
                  <a:cubicBezTo>
                    <a:pt x="6548620" y="20450975"/>
                    <a:pt x="6566380" y="20459723"/>
                    <a:pt x="6594232" y="20459723"/>
                  </a:cubicBezTo>
                  <a:cubicBezTo>
                    <a:pt x="6620024" y="20459723"/>
                    <a:pt x="6646536" y="20471383"/>
                    <a:pt x="6668428" y="20492356"/>
                  </a:cubicBezTo>
                  <a:cubicBezTo>
                    <a:pt x="6692548" y="20515468"/>
                    <a:pt x="6723360" y="20527823"/>
                    <a:pt x="6774008" y="20534696"/>
                  </a:cubicBezTo>
                  <a:cubicBezTo>
                    <a:pt x="6819692" y="20540895"/>
                    <a:pt x="6856092" y="20554330"/>
                    <a:pt x="6874784" y="20571889"/>
                  </a:cubicBezTo>
                  <a:cubicBezTo>
                    <a:pt x="6890876" y="20587008"/>
                    <a:pt x="6932260" y="20605640"/>
                    <a:pt x="6966748" y="20613291"/>
                  </a:cubicBezTo>
                  <a:cubicBezTo>
                    <a:pt x="7001236" y="20620944"/>
                    <a:pt x="7044500" y="20641324"/>
                    <a:pt x="7062892" y="20658582"/>
                  </a:cubicBezTo>
                  <a:cubicBezTo>
                    <a:pt x="7083284" y="20677714"/>
                    <a:pt x="7122928" y="20694994"/>
                    <a:pt x="7164492" y="20702865"/>
                  </a:cubicBezTo>
                  <a:cubicBezTo>
                    <a:pt x="7211828" y="20711829"/>
                    <a:pt x="7245124" y="20727692"/>
                    <a:pt x="7273472" y="20754783"/>
                  </a:cubicBezTo>
                  <a:cubicBezTo>
                    <a:pt x="7327864" y="20806775"/>
                    <a:pt x="7348436" y="20789629"/>
                    <a:pt x="7355928" y="20686053"/>
                  </a:cubicBezTo>
                  <a:cubicBezTo>
                    <a:pt x="7360760" y="20619262"/>
                    <a:pt x="7366668" y="20604123"/>
                    <a:pt x="7397504" y="20579533"/>
                  </a:cubicBezTo>
                  <a:cubicBezTo>
                    <a:pt x="7430432" y="20553280"/>
                    <a:pt x="7434192" y="20541515"/>
                    <a:pt x="7442292" y="20439565"/>
                  </a:cubicBezTo>
                  <a:cubicBezTo>
                    <a:pt x="7449544" y="20348247"/>
                    <a:pt x="7456604" y="20321851"/>
                    <a:pt x="7481592" y="20292578"/>
                  </a:cubicBezTo>
                  <a:cubicBezTo>
                    <a:pt x="7508000" y="20261645"/>
                    <a:pt x="7513052" y="20239548"/>
                    <a:pt x="7519556" y="20126535"/>
                  </a:cubicBezTo>
                  <a:lnTo>
                    <a:pt x="7527056" y="19996172"/>
                  </a:lnTo>
                  <a:lnTo>
                    <a:pt x="7475256" y="19947791"/>
                  </a:lnTo>
                  <a:cubicBezTo>
                    <a:pt x="7446768" y="19921182"/>
                    <a:pt x="7406244" y="19889696"/>
                    <a:pt x="7385204" y="19877825"/>
                  </a:cubicBezTo>
                  <a:cubicBezTo>
                    <a:pt x="7348928" y="19857355"/>
                    <a:pt x="7347084" y="19852414"/>
                    <a:pt x="7349488" y="19782077"/>
                  </a:cubicBezTo>
                  <a:cubicBezTo>
                    <a:pt x="7350984" y="19738434"/>
                    <a:pt x="7360656" y="19694743"/>
                    <a:pt x="7372996" y="19675909"/>
                  </a:cubicBezTo>
                  <a:cubicBezTo>
                    <a:pt x="7391540" y="19647608"/>
                    <a:pt x="7400512" y="19644647"/>
                    <a:pt x="7450624" y="19650295"/>
                  </a:cubicBezTo>
                  <a:cubicBezTo>
                    <a:pt x="7481788" y="19653808"/>
                    <a:pt x="7516932" y="19665533"/>
                    <a:pt x="7528720" y="19676357"/>
                  </a:cubicBezTo>
                  <a:cubicBezTo>
                    <a:pt x="7562372" y="19707244"/>
                    <a:pt x="7630844" y="19735822"/>
                    <a:pt x="7671208" y="19735822"/>
                  </a:cubicBezTo>
                  <a:cubicBezTo>
                    <a:pt x="7696388" y="19735822"/>
                    <a:pt x="7722132" y="19749898"/>
                    <a:pt x="7752508" y="19780273"/>
                  </a:cubicBezTo>
                  <a:cubicBezTo>
                    <a:pt x="7788096" y="19815860"/>
                    <a:pt x="7806824" y="19824723"/>
                    <a:pt x="7846432" y="19824723"/>
                  </a:cubicBezTo>
                  <a:cubicBezTo>
                    <a:pt x="7881980" y="19824723"/>
                    <a:pt x="7909040" y="19835158"/>
                    <a:pt x="7942544" y="19861780"/>
                  </a:cubicBezTo>
                  <a:cubicBezTo>
                    <a:pt x="7968188" y="19882160"/>
                    <a:pt x="8012036" y="19902700"/>
                    <a:pt x="8039976" y="19907420"/>
                  </a:cubicBezTo>
                  <a:cubicBezTo>
                    <a:pt x="8067920" y="19912141"/>
                    <a:pt x="8107128" y="19929756"/>
                    <a:pt x="8127104" y="19946564"/>
                  </a:cubicBezTo>
                  <a:cubicBezTo>
                    <a:pt x="8147080" y="19963372"/>
                    <a:pt x="8167860" y="19977123"/>
                    <a:pt x="8173288" y="19977123"/>
                  </a:cubicBezTo>
                  <a:cubicBezTo>
                    <a:pt x="8178712" y="19977123"/>
                    <a:pt x="8193604" y="19986581"/>
                    <a:pt x="8206380" y="19998141"/>
                  </a:cubicBezTo>
                  <a:cubicBezTo>
                    <a:pt x="8240296" y="20028836"/>
                    <a:pt x="8238448" y="20140252"/>
                    <a:pt x="8203280" y="20184960"/>
                  </a:cubicBezTo>
                  <a:cubicBezTo>
                    <a:pt x="8169536" y="20227862"/>
                    <a:pt x="8153800" y="20227063"/>
                    <a:pt x="8087292" y="20179060"/>
                  </a:cubicBezTo>
                  <a:cubicBezTo>
                    <a:pt x="8036528" y="20142420"/>
                    <a:pt x="8027480" y="20140227"/>
                    <a:pt x="7956552" y="20147350"/>
                  </a:cubicBezTo>
                  <a:cubicBezTo>
                    <a:pt x="7878232" y="20155218"/>
                    <a:pt x="7861304" y="20170187"/>
                    <a:pt x="7861304" y="20231582"/>
                  </a:cubicBezTo>
                  <a:cubicBezTo>
                    <a:pt x="7861304" y="20243135"/>
                    <a:pt x="7849288" y="20263461"/>
                    <a:pt x="7834604" y="20276749"/>
                  </a:cubicBezTo>
                  <a:cubicBezTo>
                    <a:pt x="7803176" y="20305193"/>
                    <a:pt x="7772404" y="20361145"/>
                    <a:pt x="7772404" y="20389851"/>
                  </a:cubicBezTo>
                  <a:cubicBezTo>
                    <a:pt x="7772404" y="20401010"/>
                    <a:pt x="7757068" y="20423331"/>
                    <a:pt x="7738328" y="20439453"/>
                  </a:cubicBezTo>
                  <a:cubicBezTo>
                    <a:pt x="7710060" y="20463767"/>
                    <a:pt x="7702748" y="20483294"/>
                    <a:pt x="7695428" y="20554005"/>
                  </a:cubicBezTo>
                  <a:cubicBezTo>
                    <a:pt x="7688324" y="20622636"/>
                    <a:pt x="7679816" y="20646333"/>
                    <a:pt x="7651760" y="20675617"/>
                  </a:cubicBezTo>
                  <a:cubicBezTo>
                    <a:pt x="7612416" y="20716686"/>
                    <a:pt x="7586712" y="20776533"/>
                    <a:pt x="7582184" y="20837612"/>
                  </a:cubicBezTo>
                  <a:cubicBezTo>
                    <a:pt x="7579568" y="20872888"/>
                    <a:pt x="7584448" y="20880826"/>
                    <a:pt x="7615436" y="20891705"/>
                  </a:cubicBezTo>
                  <a:cubicBezTo>
                    <a:pt x="7635412" y="20898718"/>
                    <a:pt x="7666040" y="20915784"/>
                    <a:pt x="7683504" y="20929627"/>
                  </a:cubicBezTo>
                  <a:cubicBezTo>
                    <a:pt x="7700968" y="20943471"/>
                    <a:pt x="7754872" y="20962618"/>
                    <a:pt x="7803288" y="20972174"/>
                  </a:cubicBezTo>
                  <a:cubicBezTo>
                    <a:pt x="7871780" y="20985694"/>
                    <a:pt x="7897408" y="20997178"/>
                    <a:pt x="7918720" y="21023906"/>
                  </a:cubicBezTo>
                  <a:cubicBezTo>
                    <a:pt x="7940016" y="21050611"/>
                    <a:pt x="7961804" y="21060388"/>
                    <a:pt x="8016596" y="21067824"/>
                  </a:cubicBezTo>
                  <a:cubicBezTo>
                    <a:pt x="8064764" y="21074360"/>
                    <a:pt x="8099896" y="21088174"/>
                    <a:pt x="8127568" y="21111455"/>
                  </a:cubicBezTo>
                  <a:cubicBezTo>
                    <a:pt x="8149832" y="21130191"/>
                    <a:pt x="8169044" y="21142917"/>
                    <a:pt x="8170252" y="21139730"/>
                  </a:cubicBezTo>
                  <a:cubicBezTo>
                    <a:pt x="8171464" y="21136545"/>
                    <a:pt x="8215316" y="21140091"/>
                    <a:pt x="8267704" y="21147615"/>
                  </a:cubicBezTo>
                  <a:cubicBezTo>
                    <a:pt x="8464772" y="21175912"/>
                    <a:pt x="8474360" y="21175773"/>
                    <a:pt x="8499888" y="21144248"/>
                  </a:cubicBezTo>
                  <a:cubicBezTo>
                    <a:pt x="8513840" y="21127021"/>
                    <a:pt x="8520504" y="21104377"/>
                    <a:pt x="8516420" y="21088099"/>
                  </a:cubicBezTo>
                  <a:cubicBezTo>
                    <a:pt x="8506616" y="21049037"/>
                    <a:pt x="8527680" y="20985731"/>
                    <a:pt x="8565392" y="20940912"/>
                  </a:cubicBezTo>
                  <a:cubicBezTo>
                    <a:pt x="8592188" y="20909068"/>
                    <a:pt x="8596816" y="20892955"/>
                    <a:pt x="8591728" y="20849272"/>
                  </a:cubicBezTo>
                  <a:cubicBezTo>
                    <a:pt x="8584632" y="20788372"/>
                    <a:pt x="8599336" y="20758303"/>
                    <a:pt x="8648700" y="20732776"/>
                  </a:cubicBezTo>
                  <a:cubicBezTo>
                    <a:pt x="8682480" y="20715305"/>
                    <a:pt x="8683616" y="20711277"/>
                    <a:pt x="8685252" y="20603110"/>
                  </a:cubicBezTo>
                  <a:cubicBezTo>
                    <a:pt x="8686180" y="20541709"/>
                    <a:pt x="8690244" y="20451467"/>
                    <a:pt x="8694280" y="20402573"/>
                  </a:cubicBezTo>
                  <a:cubicBezTo>
                    <a:pt x="8698316" y="20353677"/>
                    <a:pt x="8695808" y="20263247"/>
                    <a:pt x="8688704" y="20201613"/>
                  </a:cubicBezTo>
                  <a:cubicBezTo>
                    <a:pt x="8677784" y="20106805"/>
                    <a:pt x="8670776" y="20084900"/>
                    <a:pt x="8643200" y="20059344"/>
                  </a:cubicBezTo>
                  <a:cubicBezTo>
                    <a:pt x="8625272" y="20042730"/>
                    <a:pt x="8610604" y="20022489"/>
                    <a:pt x="8610604" y="20014367"/>
                  </a:cubicBezTo>
                  <a:cubicBezTo>
                    <a:pt x="8610604" y="20006244"/>
                    <a:pt x="8589540" y="19980305"/>
                    <a:pt x="8563800" y="19956725"/>
                  </a:cubicBezTo>
                  <a:cubicBezTo>
                    <a:pt x="8523324" y="19919654"/>
                    <a:pt x="8515516" y="19903100"/>
                    <a:pt x="8506092" y="19834362"/>
                  </a:cubicBezTo>
                  <a:cubicBezTo>
                    <a:pt x="8491184" y="19725651"/>
                    <a:pt x="8500152" y="19714895"/>
                    <a:pt x="8598268" y="19723809"/>
                  </a:cubicBezTo>
                  <a:cubicBezTo>
                    <a:pt x="8664392" y="19729817"/>
                    <a:pt x="8681280" y="19736789"/>
                    <a:pt x="8713672" y="19771448"/>
                  </a:cubicBezTo>
                  <a:cubicBezTo>
                    <a:pt x="8734540" y="19793779"/>
                    <a:pt x="8768464" y="19820762"/>
                    <a:pt x="8789060" y="19831412"/>
                  </a:cubicBezTo>
                  <a:cubicBezTo>
                    <a:pt x="8809656" y="19842060"/>
                    <a:pt x="8826504" y="19855935"/>
                    <a:pt x="8826504" y="19862242"/>
                  </a:cubicBezTo>
                  <a:cubicBezTo>
                    <a:pt x="8826504" y="19884052"/>
                    <a:pt x="8866532" y="19913622"/>
                    <a:pt x="8896060" y="19913622"/>
                  </a:cubicBezTo>
                  <a:cubicBezTo>
                    <a:pt x="8912360" y="19913622"/>
                    <a:pt x="8949232" y="19933280"/>
                    <a:pt x="8977988" y="19957307"/>
                  </a:cubicBezTo>
                  <a:cubicBezTo>
                    <a:pt x="9006744" y="19981335"/>
                    <a:pt x="9041640" y="20004599"/>
                    <a:pt x="9055528" y="20009008"/>
                  </a:cubicBezTo>
                  <a:cubicBezTo>
                    <a:pt x="9069420" y="20013417"/>
                    <a:pt x="9089024" y="20032957"/>
                    <a:pt x="9099096" y="20052435"/>
                  </a:cubicBezTo>
                  <a:cubicBezTo>
                    <a:pt x="9109168" y="20071910"/>
                    <a:pt x="9134820" y="20095058"/>
                    <a:pt x="9156104" y="20103875"/>
                  </a:cubicBezTo>
                  <a:cubicBezTo>
                    <a:pt x="9189388" y="20117662"/>
                    <a:pt x="9194804" y="20126489"/>
                    <a:pt x="9194804" y="20166949"/>
                  </a:cubicBezTo>
                  <a:cubicBezTo>
                    <a:pt x="9194804" y="20200238"/>
                    <a:pt x="9185856" y="20222401"/>
                    <a:pt x="9164208" y="20242738"/>
                  </a:cubicBezTo>
                  <a:cubicBezTo>
                    <a:pt x="9143352" y="20262331"/>
                    <a:pt x="9128372" y="20297848"/>
                    <a:pt x="9117152" y="20354302"/>
                  </a:cubicBezTo>
                  <a:cubicBezTo>
                    <a:pt x="9108096" y="20399852"/>
                    <a:pt x="9093080" y="20440041"/>
                    <a:pt x="9083776" y="20443610"/>
                  </a:cubicBezTo>
                  <a:cubicBezTo>
                    <a:pt x="9057624" y="20453647"/>
                    <a:pt x="9029704" y="20517149"/>
                    <a:pt x="9029704" y="20566600"/>
                  </a:cubicBezTo>
                  <a:cubicBezTo>
                    <a:pt x="9029704" y="20597963"/>
                    <a:pt x="9018516" y="20623983"/>
                    <a:pt x="8992080" y="20654088"/>
                  </a:cubicBezTo>
                  <a:cubicBezTo>
                    <a:pt x="8957572" y="20693392"/>
                    <a:pt x="8934952" y="20746449"/>
                    <a:pt x="8918148" y="20827496"/>
                  </a:cubicBezTo>
                  <a:cubicBezTo>
                    <a:pt x="8914588" y="20844670"/>
                    <a:pt x="8900696" y="20867611"/>
                    <a:pt x="8887280" y="20878475"/>
                  </a:cubicBezTo>
                  <a:cubicBezTo>
                    <a:pt x="8870036" y="20892438"/>
                    <a:pt x="8859672" y="20924122"/>
                    <a:pt x="8851932" y="20986554"/>
                  </a:cubicBezTo>
                  <a:cubicBezTo>
                    <a:pt x="8841664" y="21069328"/>
                    <a:pt x="8838204" y="21076501"/>
                    <a:pt x="8796832" y="21100675"/>
                  </a:cubicBezTo>
                  <a:cubicBezTo>
                    <a:pt x="8753612" y="21125935"/>
                    <a:pt x="8752708" y="21128153"/>
                    <a:pt x="8753532" y="21207016"/>
                  </a:cubicBezTo>
                  <a:cubicBezTo>
                    <a:pt x="8754252" y="21276279"/>
                    <a:pt x="8750972" y="21288338"/>
                    <a:pt x="8730112" y="21293102"/>
                  </a:cubicBezTo>
                  <a:cubicBezTo>
                    <a:pt x="8695704" y="21300966"/>
                    <a:pt x="8687184" y="21319814"/>
                    <a:pt x="8673104" y="21419250"/>
                  </a:cubicBezTo>
                  <a:cubicBezTo>
                    <a:pt x="8662992" y="21490636"/>
                    <a:pt x="8654384" y="21512115"/>
                    <a:pt x="8627196" y="21533796"/>
                  </a:cubicBezTo>
                  <a:cubicBezTo>
                    <a:pt x="8600212" y="21555310"/>
                    <a:pt x="8591944" y="21575624"/>
                    <a:pt x="8584512" y="21638660"/>
                  </a:cubicBezTo>
                  <a:cubicBezTo>
                    <a:pt x="8577376" y="21699195"/>
                    <a:pt x="8566828" y="21726483"/>
                    <a:pt x="8537784" y="21759564"/>
                  </a:cubicBezTo>
                  <a:cubicBezTo>
                    <a:pt x="8510512" y="21790626"/>
                    <a:pt x="8498120" y="21820455"/>
                    <a:pt x="8492388" y="21868858"/>
                  </a:cubicBezTo>
                  <a:cubicBezTo>
                    <a:pt x="8485564" y="21926478"/>
                    <a:pt x="8474904" y="21946364"/>
                    <a:pt x="8413128" y="22016726"/>
                  </a:cubicBezTo>
                  <a:cubicBezTo>
                    <a:pt x="8373448" y="22061923"/>
                    <a:pt x="8331268" y="22098023"/>
                    <a:pt x="8318136" y="22098023"/>
                  </a:cubicBezTo>
                  <a:cubicBezTo>
                    <a:pt x="8305148" y="22098023"/>
                    <a:pt x="8279424" y="22085035"/>
                    <a:pt x="8260968" y="22069164"/>
                  </a:cubicBezTo>
                  <a:cubicBezTo>
                    <a:pt x="8220244" y="22034134"/>
                    <a:pt x="8208968" y="21965708"/>
                    <a:pt x="8222816" y="21837673"/>
                  </a:cubicBezTo>
                  <a:cubicBezTo>
                    <a:pt x="8233988" y="21734361"/>
                    <a:pt x="8220920" y="21707146"/>
                    <a:pt x="8140428" y="21666081"/>
                  </a:cubicBezTo>
                  <a:cubicBezTo>
                    <a:pt x="8113656" y="21652424"/>
                    <a:pt x="8088288" y="21630340"/>
                    <a:pt x="8084056" y="21617007"/>
                  </a:cubicBezTo>
                  <a:cubicBezTo>
                    <a:pt x="8073712" y="21584406"/>
                    <a:pt x="8017736" y="21563594"/>
                    <a:pt x="7960704" y="21571147"/>
                  </a:cubicBezTo>
                  <a:cubicBezTo>
                    <a:pt x="7923944" y="21576013"/>
                    <a:pt x="7906144" y="21570667"/>
                    <a:pt x="7876744" y="21545929"/>
                  </a:cubicBezTo>
                  <a:cubicBezTo>
                    <a:pt x="7829920" y="21506532"/>
                    <a:pt x="7782964" y="21488423"/>
                    <a:pt x="7727628" y="21488423"/>
                  </a:cubicBezTo>
                  <a:cubicBezTo>
                    <a:pt x="7687128" y="21488423"/>
                    <a:pt x="7659684" y="21470174"/>
                    <a:pt x="7634392" y="21426424"/>
                  </a:cubicBezTo>
                  <a:cubicBezTo>
                    <a:pt x="7628080" y="21415503"/>
                    <a:pt x="7589832" y="21405721"/>
                    <a:pt x="7533120" y="21400523"/>
                  </a:cubicBezTo>
                  <a:cubicBezTo>
                    <a:pt x="7459632" y="21393786"/>
                    <a:pt x="7438252" y="21386831"/>
                    <a:pt x="7422672" y="21364589"/>
                  </a:cubicBezTo>
                  <a:cubicBezTo>
                    <a:pt x="7398464" y="21330023"/>
                    <a:pt x="7307428" y="21296031"/>
                    <a:pt x="7261328" y="21304344"/>
                  </a:cubicBezTo>
                  <a:cubicBezTo>
                    <a:pt x="7234280" y="21309220"/>
                    <a:pt x="7219088" y="21302307"/>
                    <a:pt x="7193328" y="21273393"/>
                  </a:cubicBezTo>
                  <a:cubicBezTo>
                    <a:pt x="7166336" y="21243102"/>
                    <a:pt x="7143236" y="21233321"/>
                    <a:pt x="7069404" y="21220926"/>
                  </a:cubicBezTo>
                  <a:cubicBezTo>
                    <a:pt x="7001140" y="21209464"/>
                    <a:pt x="6968420" y="21196664"/>
                    <a:pt x="6937344" y="21169256"/>
                  </a:cubicBezTo>
                  <a:cubicBezTo>
                    <a:pt x="6902928" y="21138907"/>
                    <a:pt x="6884772" y="21132822"/>
                    <a:pt x="6828608" y="21132822"/>
                  </a:cubicBezTo>
                  <a:cubicBezTo>
                    <a:pt x="6768840" y="21132822"/>
                    <a:pt x="6758068" y="21128614"/>
                    <a:pt x="6733792" y="21095777"/>
                  </a:cubicBezTo>
                  <a:cubicBezTo>
                    <a:pt x="6710532" y="21064319"/>
                    <a:pt x="6692452" y="21056439"/>
                    <a:pt x="6613928" y="21043533"/>
                  </a:cubicBezTo>
                  <a:cubicBezTo>
                    <a:pt x="6563068" y="21035175"/>
                    <a:pt x="6499580" y="21015055"/>
                    <a:pt x="6472848" y="20998822"/>
                  </a:cubicBezTo>
                  <a:cubicBezTo>
                    <a:pt x="6384024" y="20944886"/>
                    <a:pt x="6248404" y="20944882"/>
                    <a:pt x="6248404" y="20998814"/>
                  </a:cubicBezTo>
                  <a:cubicBezTo>
                    <a:pt x="6248404" y="21007217"/>
                    <a:pt x="6234664" y="21027006"/>
                    <a:pt x="6217864" y="21042785"/>
                  </a:cubicBezTo>
                  <a:cubicBezTo>
                    <a:pt x="6201072" y="21058564"/>
                    <a:pt x="6183896" y="21089761"/>
                    <a:pt x="6179704" y="21112111"/>
                  </a:cubicBezTo>
                  <a:cubicBezTo>
                    <a:pt x="6162348" y="21204623"/>
                    <a:pt x="6094992" y="21235421"/>
                    <a:pt x="6008184" y="21190533"/>
                  </a:cubicBezTo>
                  <a:cubicBezTo>
                    <a:pt x="5934856" y="21152611"/>
                    <a:pt x="5906800" y="21006515"/>
                    <a:pt x="5969048" y="20986758"/>
                  </a:cubicBezTo>
                  <a:cubicBezTo>
                    <a:pt x="5986520" y="20981214"/>
                    <a:pt x="5995540" y="20963584"/>
                    <a:pt x="6000288" y="20925717"/>
                  </a:cubicBezTo>
                  <a:cubicBezTo>
                    <a:pt x="6013280" y="20822092"/>
                    <a:pt x="6020140" y="20801132"/>
                    <a:pt x="6051256" y="20770016"/>
                  </a:cubicBezTo>
                  <a:cubicBezTo>
                    <a:pt x="6096240" y="20725032"/>
                    <a:pt x="6108704" y="20696793"/>
                    <a:pt x="6108704" y="20639864"/>
                  </a:cubicBezTo>
                  <a:cubicBezTo>
                    <a:pt x="6108704" y="20597500"/>
                    <a:pt x="6115588" y="20584486"/>
                    <a:pt x="6153152" y="20555832"/>
                  </a:cubicBezTo>
                  <a:cubicBezTo>
                    <a:pt x="6194304" y="20524446"/>
                    <a:pt x="6197604" y="20516829"/>
                    <a:pt x="6197604" y="20453168"/>
                  </a:cubicBezTo>
                  <a:cubicBezTo>
                    <a:pt x="6197604" y="20394525"/>
                    <a:pt x="6203344" y="20377870"/>
                    <a:pt x="6236600" y="20339991"/>
                  </a:cubicBezTo>
                  <a:cubicBezTo>
                    <a:pt x="6266516" y="20305921"/>
                    <a:pt x="6278224" y="20277018"/>
                    <a:pt x="6286860" y="20215905"/>
                  </a:cubicBezTo>
                  <a:cubicBezTo>
                    <a:pt x="6293056" y="20172086"/>
                    <a:pt x="6304792" y="20134010"/>
                    <a:pt x="6312952" y="20131290"/>
                  </a:cubicBezTo>
                  <a:cubicBezTo>
                    <a:pt x="6354932" y="20117297"/>
                    <a:pt x="6375404" y="20077314"/>
                    <a:pt x="6375404" y="20009314"/>
                  </a:cubicBezTo>
                  <a:cubicBezTo>
                    <a:pt x="6375404" y="19949888"/>
                    <a:pt x="6381036" y="19933493"/>
                    <a:pt x="6414560" y="19895311"/>
                  </a:cubicBezTo>
                  <a:cubicBezTo>
                    <a:pt x="6443560" y="19862281"/>
                    <a:pt x="6456208" y="19832333"/>
                    <a:pt x="6463336" y="19779834"/>
                  </a:cubicBezTo>
                  <a:cubicBezTo>
                    <a:pt x="6471016" y="19723207"/>
                    <a:pt x="6481020" y="19701582"/>
                    <a:pt x="6513080" y="19672303"/>
                  </a:cubicBezTo>
                  <a:cubicBezTo>
                    <a:pt x="6547888" y="19640510"/>
                    <a:pt x="6553204" y="19627231"/>
                    <a:pt x="6553204" y="19572082"/>
                  </a:cubicBezTo>
                  <a:cubicBezTo>
                    <a:pt x="6553204" y="19524385"/>
                    <a:pt x="6561004" y="19498031"/>
                    <a:pt x="6584432" y="19466581"/>
                  </a:cubicBezTo>
                  <a:cubicBezTo>
                    <a:pt x="6601608" y="19443514"/>
                    <a:pt x="6624736" y="19387959"/>
                    <a:pt x="6635824" y="19343090"/>
                  </a:cubicBezTo>
                  <a:cubicBezTo>
                    <a:pt x="6660648" y="19242698"/>
                    <a:pt x="6668556" y="19228191"/>
                    <a:pt x="6713984" y="19199841"/>
                  </a:cubicBezTo>
                  <a:cubicBezTo>
                    <a:pt x="6727580" y="19191357"/>
                    <a:pt x="6746464" y="19186346"/>
                    <a:pt x="6768060" y="19184385"/>
                  </a:cubicBezTo>
                  <a:close/>
                  <a:moveTo>
                    <a:pt x="40288800" y="19160818"/>
                  </a:moveTo>
                  <a:cubicBezTo>
                    <a:pt x="40306684" y="19162640"/>
                    <a:pt x="40320432" y="19173775"/>
                    <a:pt x="40342130" y="19195482"/>
                  </a:cubicBezTo>
                  <a:cubicBezTo>
                    <a:pt x="40369164" y="19222516"/>
                    <a:pt x="40373304" y="19238225"/>
                    <a:pt x="40373304" y="19313709"/>
                  </a:cubicBezTo>
                  <a:cubicBezTo>
                    <a:pt x="40373304" y="19436371"/>
                    <a:pt x="40361226" y="19449189"/>
                    <a:pt x="40247300" y="19447430"/>
                  </a:cubicBezTo>
                  <a:cubicBezTo>
                    <a:pt x="40196812" y="19446652"/>
                    <a:pt x="40148210" y="19439180"/>
                    <a:pt x="40137882" y="19430620"/>
                  </a:cubicBezTo>
                  <a:cubicBezTo>
                    <a:pt x="40126062" y="19420820"/>
                    <a:pt x="40117064" y="19382265"/>
                    <a:pt x="40113148" y="19324673"/>
                  </a:cubicBezTo>
                  <a:cubicBezTo>
                    <a:pt x="40106206" y="19222598"/>
                    <a:pt x="40104200" y="19225540"/>
                    <a:pt x="40210656" y="19182101"/>
                  </a:cubicBezTo>
                  <a:cubicBezTo>
                    <a:pt x="40248898" y="19166499"/>
                    <a:pt x="40270916" y="19159002"/>
                    <a:pt x="40288800" y="19160818"/>
                  </a:cubicBezTo>
                  <a:close/>
                  <a:moveTo>
                    <a:pt x="18015432" y="19113469"/>
                  </a:moveTo>
                  <a:cubicBezTo>
                    <a:pt x="18026476" y="19113589"/>
                    <a:pt x="18040824" y="19114614"/>
                    <a:pt x="18059924" y="19116006"/>
                  </a:cubicBezTo>
                  <a:cubicBezTo>
                    <a:pt x="18168600" y="19123857"/>
                    <a:pt x="18180052" y="19138896"/>
                    <a:pt x="18180052" y="19273724"/>
                  </a:cubicBezTo>
                  <a:cubicBezTo>
                    <a:pt x="18180052" y="19423996"/>
                    <a:pt x="18164488" y="19443710"/>
                    <a:pt x="18045892" y="19443710"/>
                  </a:cubicBezTo>
                  <a:cubicBezTo>
                    <a:pt x="17904432" y="19443710"/>
                    <a:pt x="17868904" y="19412880"/>
                    <a:pt x="17868904" y="19290104"/>
                  </a:cubicBezTo>
                  <a:cubicBezTo>
                    <a:pt x="17868904" y="19230943"/>
                    <a:pt x="17871640" y="19225426"/>
                    <a:pt x="17908704" y="19209837"/>
                  </a:cubicBezTo>
                  <a:cubicBezTo>
                    <a:pt x="17933092" y="19199588"/>
                    <a:pt x="17955236" y="19177109"/>
                    <a:pt x="17965880" y="19151777"/>
                  </a:cubicBezTo>
                  <a:cubicBezTo>
                    <a:pt x="17978872" y="19120890"/>
                    <a:pt x="17982296" y="19113102"/>
                    <a:pt x="18015432" y="19113469"/>
                  </a:cubicBezTo>
                  <a:close/>
                  <a:moveTo>
                    <a:pt x="43720196" y="19026717"/>
                  </a:moveTo>
                  <a:cubicBezTo>
                    <a:pt x="43763220" y="19033322"/>
                    <a:pt x="43804310" y="19055149"/>
                    <a:pt x="43821736" y="19088858"/>
                  </a:cubicBezTo>
                  <a:cubicBezTo>
                    <a:pt x="43847102" y="19137909"/>
                    <a:pt x="43846898" y="19318106"/>
                    <a:pt x="43821424" y="19367372"/>
                  </a:cubicBezTo>
                  <a:cubicBezTo>
                    <a:pt x="43788886" y="19430291"/>
                    <a:pt x="43756816" y="19443710"/>
                    <a:pt x="43638936" y="19443710"/>
                  </a:cubicBezTo>
                  <a:lnTo>
                    <a:pt x="43532020" y="19443710"/>
                  </a:lnTo>
                  <a:lnTo>
                    <a:pt x="43476660" y="19386757"/>
                  </a:lnTo>
                  <a:cubicBezTo>
                    <a:pt x="43430074" y="19338813"/>
                    <a:pt x="43421302" y="19321763"/>
                    <a:pt x="43421302" y="19279089"/>
                  </a:cubicBezTo>
                  <a:cubicBezTo>
                    <a:pt x="43421302" y="19239446"/>
                    <a:pt x="43428016" y="19223990"/>
                    <a:pt x="43452104" y="19208211"/>
                  </a:cubicBezTo>
                  <a:cubicBezTo>
                    <a:pt x="43469042" y="19197114"/>
                    <a:pt x="43488758" y="19171238"/>
                    <a:pt x="43495918" y="19150695"/>
                  </a:cubicBezTo>
                  <a:cubicBezTo>
                    <a:pt x="43503620" y="19128596"/>
                    <a:pt x="43523044" y="19107996"/>
                    <a:pt x="43543520" y="19100208"/>
                  </a:cubicBezTo>
                  <a:cubicBezTo>
                    <a:pt x="43562546" y="19092983"/>
                    <a:pt x="43591132" y="19073003"/>
                    <a:pt x="43607048" y="19055839"/>
                  </a:cubicBezTo>
                  <a:cubicBezTo>
                    <a:pt x="43632212" y="19028691"/>
                    <a:pt x="43677170" y="19020093"/>
                    <a:pt x="43720196" y="19026717"/>
                  </a:cubicBezTo>
                  <a:close/>
                  <a:moveTo>
                    <a:pt x="16026040" y="18935701"/>
                  </a:moveTo>
                  <a:cubicBezTo>
                    <a:pt x="16105300" y="18935701"/>
                    <a:pt x="16116720" y="18939282"/>
                    <a:pt x="16169888" y="18980703"/>
                  </a:cubicBezTo>
                  <a:cubicBezTo>
                    <a:pt x="16234988" y="19031418"/>
                    <a:pt x="16248344" y="19069416"/>
                    <a:pt x="16235392" y="19167056"/>
                  </a:cubicBezTo>
                  <a:cubicBezTo>
                    <a:pt x="16229840" y="19208888"/>
                    <a:pt x="16218656" y="19234739"/>
                    <a:pt x="16200632" y="19247367"/>
                  </a:cubicBezTo>
                  <a:cubicBezTo>
                    <a:pt x="16186020" y="19257591"/>
                    <a:pt x="16162392" y="19281664"/>
                    <a:pt x="16148124" y="19300872"/>
                  </a:cubicBezTo>
                  <a:cubicBezTo>
                    <a:pt x="16123660" y="19333771"/>
                    <a:pt x="16116492" y="19335751"/>
                    <a:pt x="16022188" y="19335751"/>
                  </a:cubicBezTo>
                  <a:cubicBezTo>
                    <a:pt x="15936664" y="19335751"/>
                    <a:pt x="15920160" y="19332202"/>
                    <a:pt x="15908124" y="19311197"/>
                  </a:cubicBezTo>
                  <a:cubicBezTo>
                    <a:pt x="15900384" y="19297696"/>
                    <a:pt x="15878336" y="19270352"/>
                    <a:pt x="15859128" y="19250448"/>
                  </a:cubicBezTo>
                  <a:cubicBezTo>
                    <a:pt x="15814344" y="19204042"/>
                    <a:pt x="15815072" y="19177976"/>
                    <a:pt x="15862304" y="19136536"/>
                  </a:cubicBezTo>
                  <a:cubicBezTo>
                    <a:pt x="15893720" y="19108958"/>
                    <a:pt x="15900404" y="19093369"/>
                    <a:pt x="15900404" y="19047627"/>
                  </a:cubicBezTo>
                  <a:cubicBezTo>
                    <a:pt x="15900404" y="19017132"/>
                    <a:pt x="15909300" y="18979450"/>
                    <a:pt x="15920176" y="18963931"/>
                  </a:cubicBezTo>
                  <a:cubicBezTo>
                    <a:pt x="15937296" y="18939478"/>
                    <a:pt x="15951468" y="18935701"/>
                    <a:pt x="16026040" y="18935701"/>
                  </a:cubicBezTo>
                  <a:close/>
                  <a:moveTo>
                    <a:pt x="17207408" y="18916215"/>
                  </a:moveTo>
                  <a:cubicBezTo>
                    <a:pt x="17257556" y="18913779"/>
                    <a:pt x="17359120" y="18931114"/>
                    <a:pt x="17379184" y="18947760"/>
                  </a:cubicBezTo>
                  <a:cubicBezTo>
                    <a:pt x="17393808" y="18959907"/>
                    <a:pt x="17399000" y="18988352"/>
                    <a:pt x="17399000" y="19056364"/>
                  </a:cubicBezTo>
                  <a:cubicBezTo>
                    <a:pt x="17399000" y="19164032"/>
                    <a:pt x="17395428" y="19167151"/>
                    <a:pt x="17262132" y="19176274"/>
                  </a:cubicBezTo>
                  <a:cubicBezTo>
                    <a:pt x="17159748" y="19183284"/>
                    <a:pt x="17145000" y="19168182"/>
                    <a:pt x="17145000" y="19056364"/>
                  </a:cubicBezTo>
                  <a:cubicBezTo>
                    <a:pt x="17145000" y="18961704"/>
                    <a:pt x="17156128" y="18927217"/>
                    <a:pt x="17189452" y="18918543"/>
                  </a:cubicBezTo>
                  <a:cubicBezTo>
                    <a:pt x="17194132" y="18917322"/>
                    <a:pt x="17200244" y="18916569"/>
                    <a:pt x="17207408" y="18916215"/>
                  </a:cubicBezTo>
                  <a:close/>
                  <a:moveTo>
                    <a:pt x="19190156" y="18867284"/>
                  </a:moveTo>
                  <a:cubicBezTo>
                    <a:pt x="19229680" y="18861476"/>
                    <a:pt x="19257172" y="18922472"/>
                    <a:pt x="19264172" y="19039883"/>
                  </a:cubicBezTo>
                  <a:cubicBezTo>
                    <a:pt x="19271856" y="19168720"/>
                    <a:pt x="19264620" y="19177008"/>
                    <a:pt x="19144416" y="19177008"/>
                  </a:cubicBezTo>
                  <a:cubicBezTo>
                    <a:pt x="19031480" y="19177008"/>
                    <a:pt x="19011904" y="19158635"/>
                    <a:pt x="19011904" y="19052701"/>
                  </a:cubicBezTo>
                  <a:cubicBezTo>
                    <a:pt x="19011904" y="18966006"/>
                    <a:pt x="19027088" y="18938776"/>
                    <a:pt x="19081076" y="18928647"/>
                  </a:cubicBezTo>
                  <a:cubicBezTo>
                    <a:pt x="19104984" y="18924155"/>
                    <a:pt x="19134620" y="18909363"/>
                    <a:pt x="19146936" y="18895748"/>
                  </a:cubicBezTo>
                  <a:cubicBezTo>
                    <a:pt x="19162472" y="18878590"/>
                    <a:pt x="19176984" y="18869220"/>
                    <a:pt x="19190156" y="18867284"/>
                  </a:cubicBezTo>
                  <a:close/>
                  <a:moveTo>
                    <a:pt x="40743292" y="18847235"/>
                  </a:moveTo>
                  <a:cubicBezTo>
                    <a:pt x="40767840" y="18850221"/>
                    <a:pt x="40796918" y="18866930"/>
                    <a:pt x="40831036" y="18897431"/>
                  </a:cubicBezTo>
                  <a:lnTo>
                    <a:pt x="40887652" y="18948070"/>
                  </a:lnTo>
                  <a:lnTo>
                    <a:pt x="40898414" y="19075572"/>
                  </a:lnTo>
                  <a:cubicBezTo>
                    <a:pt x="40907572" y="19184100"/>
                    <a:pt x="40906112" y="19207762"/>
                    <a:pt x="40888598" y="19234505"/>
                  </a:cubicBezTo>
                  <a:cubicBezTo>
                    <a:pt x="40869400" y="19263804"/>
                    <a:pt x="40860828" y="19265917"/>
                    <a:pt x="40760956" y="19265917"/>
                  </a:cubicBezTo>
                  <a:cubicBezTo>
                    <a:pt x="40702072" y="19265917"/>
                    <a:pt x="40639288" y="19259255"/>
                    <a:pt x="40621432" y="19251119"/>
                  </a:cubicBezTo>
                  <a:cubicBezTo>
                    <a:pt x="40573140" y="19229108"/>
                    <a:pt x="40548622" y="19152030"/>
                    <a:pt x="40553446" y="19037365"/>
                  </a:cubicBezTo>
                  <a:lnTo>
                    <a:pt x="40557452" y="18942167"/>
                  </a:lnTo>
                  <a:lnTo>
                    <a:pt x="40609408" y="18927084"/>
                  </a:lnTo>
                  <a:cubicBezTo>
                    <a:pt x="40639884" y="18918252"/>
                    <a:pt x="40670200" y="18898538"/>
                    <a:pt x="40682728" y="18879406"/>
                  </a:cubicBezTo>
                  <a:cubicBezTo>
                    <a:pt x="40698726" y="18855004"/>
                    <a:pt x="40718744" y="18844255"/>
                    <a:pt x="40743292" y="18847235"/>
                  </a:cubicBezTo>
                  <a:close/>
                  <a:moveTo>
                    <a:pt x="39856888" y="18753239"/>
                  </a:moveTo>
                  <a:cubicBezTo>
                    <a:pt x="39878662" y="18757807"/>
                    <a:pt x="39904318" y="18775332"/>
                    <a:pt x="39939872" y="18807054"/>
                  </a:cubicBezTo>
                  <a:lnTo>
                    <a:pt x="40008088" y="18867936"/>
                  </a:lnTo>
                  <a:lnTo>
                    <a:pt x="40007660" y="18949449"/>
                  </a:lnTo>
                  <a:cubicBezTo>
                    <a:pt x="40007110" y="19053694"/>
                    <a:pt x="39982634" y="19127109"/>
                    <a:pt x="39941502" y="19147886"/>
                  </a:cubicBezTo>
                  <a:cubicBezTo>
                    <a:pt x="39924040" y="19156712"/>
                    <a:pt x="39881852" y="19166879"/>
                    <a:pt x="39847752" y="19170466"/>
                  </a:cubicBezTo>
                  <a:cubicBezTo>
                    <a:pt x="39789228" y="19176641"/>
                    <a:pt x="39783292" y="19174395"/>
                    <a:pt x="39741874" y="19130494"/>
                  </a:cubicBezTo>
                  <a:cubicBezTo>
                    <a:pt x="39691142" y="19076698"/>
                    <a:pt x="39674802" y="19040079"/>
                    <a:pt x="39674802" y="18980159"/>
                  </a:cubicBezTo>
                  <a:cubicBezTo>
                    <a:pt x="39674802" y="18918094"/>
                    <a:pt x="39695176" y="18873946"/>
                    <a:pt x="39731452" y="18857421"/>
                  </a:cubicBezTo>
                  <a:cubicBezTo>
                    <a:pt x="39748922" y="18849462"/>
                    <a:pt x="39766556" y="18832424"/>
                    <a:pt x="39770640" y="18819549"/>
                  </a:cubicBezTo>
                  <a:cubicBezTo>
                    <a:pt x="39774724" y="18806687"/>
                    <a:pt x="39786672" y="18787555"/>
                    <a:pt x="39797192" y="18777040"/>
                  </a:cubicBezTo>
                  <a:cubicBezTo>
                    <a:pt x="39817220" y="18756997"/>
                    <a:pt x="39835112" y="18748646"/>
                    <a:pt x="39856888" y="18753239"/>
                  </a:cubicBezTo>
                  <a:close/>
                  <a:moveTo>
                    <a:pt x="16779476" y="18740965"/>
                  </a:moveTo>
                  <a:cubicBezTo>
                    <a:pt x="16818468" y="18734683"/>
                    <a:pt x="16849984" y="18761198"/>
                    <a:pt x="16903624" y="18826110"/>
                  </a:cubicBezTo>
                  <a:cubicBezTo>
                    <a:pt x="16962748" y="18897646"/>
                    <a:pt x="16970848" y="18949879"/>
                    <a:pt x="16925928" y="18969903"/>
                  </a:cubicBezTo>
                  <a:cubicBezTo>
                    <a:pt x="16886512" y="18987479"/>
                    <a:pt x="16867884" y="19005706"/>
                    <a:pt x="16850616" y="19043603"/>
                  </a:cubicBezTo>
                  <a:cubicBezTo>
                    <a:pt x="16801704" y="19150948"/>
                    <a:pt x="16587796" y="19037732"/>
                    <a:pt x="16605704" y="18913988"/>
                  </a:cubicBezTo>
                  <a:cubicBezTo>
                    <a:pt x="16613800" y="18858041"/>
                    <a:pt x="16630240" y="18834518"/>
                    <a:pt x="16694816" y="18786486"/>
                  </a:cubicBezTo>
                  <a:cubicBezTo>
                    <a:pt x="16729992" y="18760325"/>
                    <a:pt x="16756080" y="18744736"/>
                    <a:pt x="16779476" y="18740965"/>
                  </a:cubicBezTo>
                  <a:close/>
                  <a:moveTo>
                    <a:pt x="14737224" y="18738074"/>
                  </a:moveTo>
                  <a:cubicBezTo>
                    <a:pt x="14795000" y="18736119"/>
                    <a:pt x="14877884" y="18764703"/>
                    <a:pt x="14884616" y="18798823"/>
                  </a:cubicBezTo>
                  <a:cubicBezTo>
                    <a:pt x="14894324" y="18848070"/>
                    <a:pt x="14896808" y="19100107"/>
                    <a:pt x="14887900" y="19132430"/>
                  </a:cubicBezTo>
                  <a:cubicBezTo>
                    <a:pt x="14878424" y="19166790"/>
                    <a:pt x="14870872" y="19171333"/>
                    <a:pt x="14808208" y="19180361"/>
                  </a:cubicBezTo>
                  <a:cubicBezTo>
                    <a:pt x="14765952" y="19186441"/>
                    <a:pt x="14712448" y="19184815"/>
                    <a:pt x="14670872" y="19176179"/>
                  </a:cubicBezTo>
                  <a:cubicBezTo>
                    <a:pt x="14610972" y="19163747"/>
                    <a:pt x="14600600" y="19156870"/>
                    <a:pt x="14584832" y="19119125"/>
                  </a:cubicBezTo>
                  <a:cubicBezTo>
                    <a:pt x="14574160" y="19093603"/>
                    <a:pt x="14566904" y="19032487"/>
                    <a:pt x="14566904" y="18968195"/>
                  </a:cubicBezTo>
                  <a:cubicBezTo>
                    <a:pt x="14566904" y="18861236"/>
                    <a:pt x="14567280" y="18859958"/>
                    <a:pt x="14604624" y="18840655"/>
                  </a:cubicBezTo>
                  <a:cubicBezTo>
                    <a:pt x="14625372" y="18829925"/>
                    <a:pt x="14648608" y="18809452"/>
                    <a:pt x="14656256" y="18795166"/>
                  </a:cubicBezTo>
                  <a:cubicBezTo>
                    <a:pt x="14663904" y="18780874"/>
                    <a:pt x="14679792" y="18761059"/>
                    <a:pt x="14691560" y="18751145"/>
                  </a:cubicBezTo>
                  <a:cubicBezTo>
                    <a:pt x="14701492" y="18742781"/>
                    <a:pt x="14717964" y="18738732"/>
                    <a:pt x="14737224" y="18738074"/>
                  </a:cubicBezTo>
                  <a:close/>
                  <a:moveTo>
                    <a:pt x="42368480" y="18650955"/>
                  </a:moveTo>
                  <a:cubicBezTo>
                    <a:pt x="42465466" y="18659838"/>
                    <a:pt x="42485740" y="18669113"/>
                    <a:pt x="42537916" y="18728489"/>
                  </a:cubicBezTo>
                  <a:cubicBezTo>
                    <a:pt x="42581616" y="18778204"/>
                    <a:pt x="42588674" y="18794989"/>
                    <a:pt x="42593412" y="18860483"/>
                  </a:cubicBezTo>
                  <a:cubicBezTo>
                    <a:pt x="42601628" y="18974066"/>
                    <a:pt x="42582772" y="18995305"/>
                    <a:pt x="42472892" y="18996254"/>
                  </a:cubicBezTo>
                  <a:cubicBezTo>
                    <a:pt x="42425240" y="18996659"/>
                    <a:pt x="42357712" y="18993211"/>
                    <a:pt x="42322836" y="18988586"/>
                  </a:cubicBezTo>
                  <a:cubicBezTo>
                    <a:pt x="42268604" y="18981380"/>
                    <a:pt x="42256652" y="18974547"/>
                    <a:pt x="42240286" y="18941389"/>
                  </a:cubicBezTo>
                  <a:cubicBezTo>
                    <a:pt x="42229760" y="18920068"/>
                    <a:pt x="42211148" y="18892920"/>
                    <a:pt x="42198924" y="18881070"/>
                  </a:cubicBezTo>
                  <a:cubicBezTo>
                    <a:pt x="42165688" y="18848823"/>
                    <a:pt x="42171750" y="18798652"/>
                    <a:pt x="42214800" y="18749614"/>
                  </a:cubicBezTo>
                  <a:cubicBezTo>
                    <a:pt x="42235752" y="18725743"/>
                    <a:pt x="42252900" y="18701183"/>
                    <a:pt x="42252900" y="18695027"/>
                  </a:cubicBezTo>
                  <a:cubicBezTo>
                    <a:pt x="42252900" y="18688865"/>
                    <a:pt x="42265756" y="18675231"/>
                    <a:pt x="42281474" y="18664716"/>
                  </a:cubicBezTo>
                  <a:cubicBezTo>
                    <a:pt x="42300366" y="18652094"/>
                    <a:pt x="42329848" y="18647425"/>
                    <a:pt x="42368480" y="18650955"/>
                  </a:cubicBezTo>
                  <a:close/>
                  <a:moveTo>
                    <a:pt x="18629192" y="18574263"/>
                  </a:moveTo>
                  <a:cubicBezTo>
                    <a:pt x="18667496" y="18576104"/>
                    <a:pt x="18705476" y="18583557"/>
                    <a:pt x="18717264" y="18595350"/>
                  </a:cubicBezTo>
                  <a:cubicBezTo>
                    <a:pt x="18733080" y="18611173"/>
                    <a:pt x="18738708" y="18765051"/>
                    <a:pt x="18724792" y="18801322"/>
                  </a:cubicBezTo>
                  <a:cubicBezTo>
                    <a:pt x="18719096" y="18816158"/>
                    <a:pt x="18699396" y="18821403"/>
                    <a:pt x="18649300" y="18821403"/>
                  </a:cubicBezTo>
                  <a:cubicBezTo>
                    <a:pt x="18534424" y="18821403"/>
                    <a:pt x="18480620" y="18750797"/>
                    <a:pt x="18509080" y="18637391"/>
                  </a:cubicBezTo>
                  <a:cubicBezTo>
                    <a:pt x="18513636" y="18619246"/>
                    <a:pt x="18527192" y="18596438"/>
                    <a:pt x="18539208" y="18586714"/>
                  </a:cubicBezTo>
                  <a:cubicBezTo>
                    <a:pt x="18552272" y="18576123"/>
                    <a:pt x="18590892" y="18572390"/>
                    <a:pt x="18629192" y="18574263"/>
                  </a:cubicBezTo>
                  <a:close/>
                  <a:moveTo>
                    <a:pt x="43078168" y="18491206"/>
                  </a:moveTo>
                  <a:cubicBezTo>
                    <a:pt x="43139426" y="18491206"/>
                    <a:pt x="43158482" y="18496432"/>
                    <a:pt x="43179508" y="18518999"/>
                  </a:cubicBezTo>
                  <a:cubicBezTo>
                    <a:pt x="43193752" y="18534291"/>
                    <a:pt x="43205404" y="18550734"/>
                    <a:pt x="43205404" y="18555555"/>
                  </a:cubicBezTo>
                  <a:cubicBezTo>
                    <a:pt x="43205404" y="18560376"/>
                    <a:pt x="43222766" y="18571511"/>
                    <a:pt x="43243990" y="18580305"/>
                  </a:cubicBezTo>
                  <a:cubicBezTo>
                    <a:pt x="43298404" y="18602847"/>
                    <a:pt x="43307004" y="18626743"/>
                    <a:pt x="43307004" y="18755409"/>
                  </a:cubicBezTo>
                  <a:cubicBezTo>
                    <a:pt x="43307004" y="18868619"/>
                    <a:pt x="43306880" y="18869043"/>
                    <a:pt x="43256452" y="18932373"/>
                  </a:cubicBezTo>
                  <a:cubicBezTo>
                    <a:pt x="43211282" y="18989105"/>
                    <a:pt x="43199216" y="18996754"/>
                    <a:pt x="43143134" y="19004194"/>
                  </a:cubicBezTo>
                  <a:cubicBezTo>
                    <a:pt x="43084672" y="19011944"/>
                    <a:pt x="42998076" y="18998829"/>
                    <a:pt x="42929360" y="18971814"/>
                  </a:cubicBezTo>
                  <a:cubicBezTo>
                    <a:pt x="42913746" y="18965677"/>
                    <a:pt x="42894940" y="18945033"/>
                    <a:pt x="42887572" y="18925958"/>
                  </a:cubicBezTo>
                  <a:cubicBezTo>
                    <a:pt x="42857208" y="18847336"/>
                    <a:pt x="42872864" y="18663109"/>
                    <a:pt x="42914544" y="18608598"/>
                  </a:cubicBezTo>
                  <a:cubicBezTo>
                    <a:pt x="42929196" y="18589428"/>
                    <a:pt x="42955032" y="18555188"/>
                    <a:pt x="42971952" y="18532475"/>
                  </a:cubicBezTo>
                  <a:cubicBezTo>
                    <a:pt x="43000636" y="18493996"/>
                    <a:pt x="43007824" y="18491206"/>
                    <a:pt x="43078168" y="18491206"/>
                  </a:cubicBezTo>
                  <a:close/>
                  <a:moveTo>
                    <a:pt x="15247664" y="18485398"/>
                  </a:moveTo>
                  <a:cubicBezTo>
                    <a:pt x="15283432" y="18488264"/>
                    <a:pt x="15318392" y="18497596"/>
                    <a:pt x="15330004" y="18511597"/>
                  </a:cubicBezTo>
                  <a:cubicBezTo>
                    <a:pt x="15353296" y="18539643"/>
                    <a:pt x="15361824" y="18689099"/>
                    <a:pt x="15341532" y="18713539"/>
                  </a:cubicBezTo>
                  <a:cubicBezTo>
                    <a:pt x="15321008" y="18738270"/>
                    <a:pt x="15165924" y="18739795"/>
                    <a:pt x="15132824" y="18715589"/>
                  </a:cubicBezTo>
                  <a:cubicBezTo>
                    <a:pt x="15090868" y="18684917"/>
                    <a:pt x="15109412" y="18538783"/>
                    <a:pt x="15160444" y="18498020"/>
                  </a:cubicBezTo>
                  <a:cubicBezTo>
                    <a:pt x="15175308" y="18486151"/>
                    <a:pt x="15211892" y="18482545"/>
                    <a:pt x="15247664" y="18485398"/>
                  </a:cubicBezTo>
                  <a:close/>
                  <a:moveTo>
                    <a:pt x="41697236" y="18304872"/>
                  </a:moveTo>
                  <a:cubicBezTo>
                    <a:pt x="41733532" y="18306751"/>
                    <a:pt x="41767934" y="18326117"/>
                    <a:pt x="41809640" y="18363394"/>
                  </a:cubicBezTo>
                  <a:lnTo>
                    <a:pt x="41865552" y="18413375"/>
                  </a:lnTo>
                  <a:lnTo>
                    <a:pt x="41876168" y="18551683"/>
                  </a:lnTo>
                  <a:cubicBezTo>
                    <a:pt x="41893446" y="18776749"/>
                    <a:pt x="41859592" y="18823187"/>
                    <a:pt x="41676830" y="18825180"/>
                  </a:cubicBezTo>
                  <a:cubicBezTo>
                    <a:pt x="41554472" y="18826515"/>
                    <a:pt x="41521292" y="18811742"/>
                    <a:pt x="41475696" y="18735556"/>
                  </a:cubicBezTo>
                  <a:cubicBezTo>
                    <a:pt x="41451476" y="18695103"/>
                    <a:pt x="41447196" y="18669461"/>
                    <a:pt x="41446852" y="18562780"/>
                  </a:cubicBezTo>
                  <a:cubicBezTo>
                    <a:pt x="41446404" y="18422460"/>
                    <a:pt x="41434076" y="18443079"/>
                    <a:pt x="41573452" y="18351063"/>
                  </a:cubicBezTo>
                  <a:cubicBezTo>
                    <a:pt x="41622744" y="18318525"/>
                    <a:pt x="41660938" y="18302974"/>
                    <a:pt x="41697236" y="18304872"/>
                  </a:cubicBezTo>
                  <a:close/>
                  <a:moveTo>
                    <a:pt x="16351960" y="18227003"/>
                  </a:moveTo>
                  <a:cubicBezTo>
                    <a:pt x="16370504" y="18227446"/>
                    <a:pt x="16389572" y="18237556"/>
                    <a:pt x="16416088" y="18257485"/>
                  </a:cubicBezTo>
                  <a:cubicBezTo>
                    <a:pt x="16437784" y="18273789"/>
                    <a:pt x="16482580" y="18294357"/>
                    <a:pt x="16515640" y="18303208"/>
                  </a:cubicBezTo>
                  <a:cubicBezTo>
                    <a:pt x="16549032" y="18312135"/>
                    <a:pt x="16581416" y="18329869"/>
                    <a:pt x="16588504" y="18343104"/>
                  </a:cubicBezTo>
                  <a:cubicBezTo>
                    <a:pt x="16601232" y="18366899"/>
                    <a:pt x="16588720" y="18568702"/>
                    <a:pt x="16571820" y="18612299"/>
                  </a:cubicBezTo>
                  <a:cubicBezTo>
                    <a:pt x="16565652" y="18628192"/>
                    <a:pt x="16542072" y="18634082"/>
                    <a:pt x="16470220" y="18637625"/>
                  </a:cubicBezTo>
                  <a:cubicBezTo>
                    <a:pt x="16195752" y="18651183"/>
                    <a:pt x="16177836" y="18641054"/>
                    <a:pt x="16169544" y="18467620"/>
                  </a:cubicBezTo>
                  <a:cubicBezTo>
                    <a:pt x="16163724" y="18345831"/>
                    <a:pt x="16169016" y="18328882"/>
                    <a:pt x="16221596" y="18301038"/>
                  </a:cubicBezTo>
                  <a:cubicBezTo>
                    <a:pt x="16237028" y="18292864"/>
                    <a:pt x="16268248" y="18271929"/>
                    <a:pt x="16290976" y="18254505"/>
                  </a:cubicBezTo>
                  <a:cubicBezTo>
                    <a:pt x="16315396" y="18235797"/>
                    <a:pt x="16333416" y="18226560"/>
                    <a:pt x="16351960" y="18227003"/>
                  </a:cubicBezTo>
                  <a:close/>
                  <a:moveTo>
                    <a:pt x="40782680" y="18224504"/>
                  </a:moveTo>
                  <a:cubicBezTo>
                    <a:pt x="40849296" y="18224504"/>
                    <a:pt x="40858680" y="18227794"/>
                    <a:pt x="40872368" y="18255992"/>
                  </a:cubicBezTo>
                  <a:cubicBezTo>
                    <a:pt x="40880772" y="18273308"/>
                    <a:pt x="40906704" y="18297052"/>
                    <a:pt x="40929996" y="18308769"/>
                  </a:cubicBezTo>
                  <a:cubicBezTo>
                    <a:pt x="40974800" y="18331324"/>
                    <a:pt x="40979582" y="18341902"/>
                    <a:pt x="40979716" y="18418917"/>
                  </a:cubicBezTo>
                  <a:cubicBezTo>
                    <a:pt x="40979780" y="18456093"/>
                    <a:pt x="40970262" y="18477395"/>
                    <a:pt x="40938574" y="18510996"/>
                  </a:cubicBezTo>
                  <a:lnTo>
                    <a:pt x="40897352" y="18554701"/>
                  </a:lnTo>
                  <a:lnTo>
                    <a:pt x="40765500" y="18548178"/>
                  </a:lnTo>
                  <a:cubicBezTo>
                    <a:pt x="40692984" y="18544597"/>
                    <a:pt x="40624344" y="18541250"/>
                    <a:pt x="40612972" y="18540763"/>
                  </a:cubicBezTo>
                  <a:cubicBezTo>
                    <a:pt x="40584660" y="18539523"/>
                    <a:pt x="40564978" y="18491187"/>
                    <a:pt x="40557644" y="18404878"/>
                  </a:cubicBezTo>
                  <a:cubicBezTo>
                    <a:pt x="40550306" y="18318544"/>
                    <a:pt x="40557240" y="18305283"/>
                    <a:pt x="40611176" y="18302487"/>
                  </a:cubicBezTo>
                  <a:cubicBezTo>
                    <a:pt x="40640544" y="18300956"/>
                    <a:pt x="40660176" y="18289574"/>
                    <a:pt x="40680244" y="18262420"/>
                  </a:cubicBezTo>
                  <a:cubicBezTo>
                    <a:pt x="40705812" y="18227838"/>
                    <a:pt x="40714814" y="18224504"/>
                    <a:pt x="40782680" y="18224504"/>
                  </a:cubicBezTo>
                  <a:close/>
                  <a:moveTo>
                    <a:pt x="15802740" y="18213755"/>
                  </a:moveTo>
                  <a:cubicBezTo>
                    <a:pt x="15812692" y="18213989"/>
                    <a:pt x="15824288" y="18215286"/>
                    <a:pt x="15838984" y="18217228"/>
                  </a:cubicBezTo>
                  <a:cubicBezTo>
                    <a:pt x="15952344" y="18232267"/>
                    <a:pt x="15976600" y="18266975"/>
                    <a:pt x="15976600" y="18414071"/>
                  </a:cubicBezTo>
                  <a:cubicBezTo>
                    <a:pt x="15976600" y="18532937"/>
                    <a:pt x="15958864" y="18554701"/>
                    <a:pt x="15862024" y="18554701"/>
                  </a:cubicBezTo>
                  <a:cubicBezTo>
                    <a:pt x="15795356" y="18554701"/>
                    <a:pt x="15781624" y="18550038"/>
                    <a:pt x="15738920" y="18512875"/>
                  </a:cubicBezTo>
                  <a:cubicBezTo>
                    <a:pt x="15712480" y="18489871"/>
                    <a:pt x="15677992" y="18464014"/>
                    <a:pt x="15662276" y="18455435"/>
                  </a:cubicBezTo>
                  <a:cubicBezTo>
                    <a:pt x="15640124" y="18443332"/>
                    <a:pt x="15633704" y="18428578"/>
                    <a:pt x="15633704" y="18389808"/>
                  </a:cubicBezTo>
                  <a:cubicBezTo>
                    <a:pt x="15633704" y="18327066"/>
                    <a:pt x="15647180" y="18305062"/>
                    <a:pt x="15718392" y="18251576"/>
                  </a:cubicBezTo>
                  <a:cubicBezTo>
                    <a:pt x="15757856" y="18221929"/>
                    <a:pt x="15772892" y="18213046"/>
                    <a:pt x="15802740" y="18213755"/>
                  </a:cubicBezTo>
                  <a:close/>
                  <a:moveTo>
                    <a:pt x="17955076" y="18201247"/>
                  </a:moveTo>
                  <a:cubicBezTo>
                    <a:pt x="17993884" y="18201304"/>
                    <a:pt x="18035720" y="18204290"/>
                    <a:pt x="18065752" y="18210193"/>
                  </a:cubicBezTo>
                  <a:cubicBezTo>
                    <a:pt x="18103016" y="18217513"/>
                    <a:pt x="18136864" y="18239745"/>
                    <a:pt x="18192752" y="18293585"/>
                  </a:cubicBezTo>
                  <a:lnTo>
                    <a:pt x="18268952" y="18367013"/>
                  </a:lnTo>
                  <a:lnTo>
                    <a:pt x="18290612" y="18592876"/>
                  </a:lnTo>
                  <a:lnTo>
                    <a:pt x="18247808" y="18621416"/>
                  </a:lnTo>
                  <a:cubicBezTo>
                    <a:pt x="18224264" y="18637125"/>
                    <a:pt x="18197824" y="18668531"/>
                    <a:pt x="18189056" y="18691231"/>
                  </a:cubicBezTo>
                  <a:lnTo>
                    <a:pt x="18173120" y="18732500"/>
                  </a:lnTo>
                  <a:lnTo>
                    <a:pt x="18029240" y="18732500"/>
                  </a:lnTo>
                  <a:cubicBezTo>
                    <a:pt x="17892596" y="18732500"/>
                    <a:pt x="17882872" y="18730754"/>
                    <a:pt x="17835856" y="18697463"/>
                  </a:cubicBezTo>
                  <a:cubicBezTo>
                    <a:pt x="17808360" y="18678002"/>
                    <a:pt x="17777844" y="18641712"/>
                    <a:pt x="17767208" y="18615842"/>
                  </a:cubicBezTo>
                  <a:cubicBezTo>
                    <a:pt x="17756680" y="18590219"/>
                    <a:pt x="17735248" y="18555612"/>
                    <a:pt x="17719584" y="18538941"/>
                  </a:cubicBezTo>
                  <a:cubicBezTo>
                    <a:pt x="17674864" y="18491326"/>
                    <a:pt x="17681960" y="18432374"/>
                    <a:pt x="17744672" y="18330552"/>
                  </a:cubicBezTo>
                  <a:cubicBezTo>
                    <a:pt x="17798668" y="18242864"/>
                    <a:pt x="17816124" y="18224991"/>
                    <a:pt x="17862552" y="18209902"/>
                  </a:cubicBezTo>
                  <a:cubicBezTo>
                    <a:pt x="17880484" y="18204075"/>
                    <a:pt x="17916268" y="18201190"/>
                    <a:pt x="17955076" y="18201247"/>
                  </a:cubicBezTo>
                  <a:close/>
                  <a:moveTo>
                    <a:pt x="50685703" y="18114824"/>
                  </a:moveTo>
                  <a:cubicBezTo>
                    <a:pt x="50740546" y="18116482"/>
                    <a:pt x="50744189" y="18119057"/>
                    <a:pt x="50775942" y="18178629"/>
                  </a:cubicBezTo>
                  <a:cubicBezTo>
                    <a:pt x="50794140" y="18212749"/>
                    <a:pt x="50821267" y="18249912"/>
                    <a:pt x="50836218" y="18261180"/>
                  </a:cubicBezTo>
                  <a:cubicBezTo>
                    <a:pt x="50857255" y="18277047"/>
                    <a:pt x="50866111" y="18303227"/>
                    <a:pt x="50875353" y="18376851"/>
                  </a:cubicBezTo>
                  <a:cubicBezTo>
                    <a:pt x="50885415" y="18456953"/>
                    <a:pt x="50892639" y="18476256"/>
                    <a:pt x="50921059" y="18498912"/>
                  </a:cubicBezTo>
                  <a:cubicBezTo>
                    <a:pt x="50949926" y="18521935"/>
                    <a:pt x="50956397" y="18539928"/>
                    <a:pt x="50965723" y="18623080"/>
                  </a:cubicBezTo>
                  <a:cubicBezTo>
                    <a:pt x="50971720" y="18676572"/>
                    <a:pt x="50979490" y="18724965"/>
                    <a:pt x="50982984" y="18730621"/>
                  </a:cubicBezTo>
                  <a:cubicBezTo>
                    <a:pt x="50986482" y="18736271"/>
                    <a:pt x="50981338" y="18771245"/>
                    <a:pt x="50971555" y="18808313"/>
                  </a:cubicBezTo>
                  <a:cubicBezTo>
                    <a:pt x="50958765" y="18856807"/>
                    <a:pt x="50943188" y="18883278"/>
                    <a:pt x="50916089" y="18902543"/>
                  </a:cubicBezTo>
                  <a:cubicBezTo>
                    <a:pt x="50886410" y="18923655"/>
                    <a:pt x="50876724" y="18942167"/>
                    <a:pt x="50870486" y="18989611"/>
                  </a:cubicBezTo>
                  <a:cubicBezTo>
                    <a:pt x="50865019" y="19031209"/>
                    <a:pt x="50852471" y="19059211"/>
                    <a:pt x="50829939" y="19080108"/>
                  </a:cubicBezTo>
                  <a:cubicBezTo>
                    <a:pt x="50809878" y="19098696"/>
                    <a:pt x="50793210" y="19132335"/>
                    <a:pt x="50786655" y="19167404"/>
                  </a:cubicBezTo>
                  <a:cubicBezTo>
                    <a:pt x="50779728" y="19204491"/>
                    <a:pt x="50762411" y="19238048"/>
                    <a:pt x="50737201" y="19263266"/>
                  </a:cubicBezTo>
                  <a:cubicBezTo>
                    <a:pt x="50710942" y="19289509"/>
                    <a:pt x="50698403" y="19314544"/>
                    <a:pt x="50698403" y="19340686"/>
                  </a:cubicBezTo>
                  <a:cubicBezTo>
                    <a:pt x="50698403" y="19365379"/>
                    <a:pt x="50684847" y="19394754"/>
                    <a:pt x="50660827" y="19422117"/>
                  </a:cubicBezTo>
                  <a:cubicBezTo>
                    <a:pt x="50639579" y="19446323"/>
                    <a:pt x="50617292" y="19491502"/>
                    <a:pt x="50609543" y="19526097"/>
                  </a:cubicBezTo>
                  <a:cubicBezTo>
                    <a:pt x="50602006" y="19559734"/>
                    <a:pt x="50582258" y="19603393"/>
                    <a:pt x="50565661" y="19623118"/>
                  </a:cubicBezTo>
                  <a:cubicBezTo>
                    <a:pt x="50549063" y="19642841"/>
                    <a:pt x="50529164" y="19678138"/>
                    <a:pt x="50521434" y="19701556"/>
                  </a:cubicBezTo>
                  <a:cubicBezTo>
                    <a:pt x="50513707" y="19724972"/>
                    <a:pt x="50491144" y="19756137"/>
                    <a:pt x="50471297" y="19770811"/>
                  </a:cubicBezTo>
                  <a:cubicBezTo>
                    <a:pt x="50443147" y="19791624"/>
                    <a:pt x="50433731" y="19810650"/>
                    <a:pt x="50428466" y="19857347"/>
                  </a:cubicBezTo>
                  <a:cubicBezTo>
                    <a:pt x="50423102" y="19904929"/>
                    <a:pt x="50413627" y="19923537"/>
                    <a:pt x="50382261" y="19948084"/>
                  </a:cubicBezTo>
                  <a:cubicBezTo>
                    <a:pt x="50349903" y="19973409"/>
                    <a:pt x="50342803" y="19988057"/>
                    <a:pt x="50342803" y="20029491"/>
                  </a:cubicBezTo>
                  <a:cubicBezTo>
                    <a:pt x="50342803" y="20073841"/>
                    <a:pt x="50336769" y="20084210"/>
                    <a:pt x="50293470" y="20114298"/>
                  </a:cubicBezTo>
                  <a:cubicBezTo>
                    <a:pt x="50247786" y="20146036"/>
                    <a:pt x="50244099" y="20153144"/>
                    <a:pt x="50243690" y="20210298"/>
                  </a:cubicBezTo>
                  <a:cubicBezTo>
                    <a:pt x="50243280" y="20266937"/>
                    <a:pt x="50239597" y="20274258"/>
                    <a:pt x="50198948" y="20299197"/>
                  </a:cubicBezTo>
                  <a:cubicBezTo>
                    <a:pt x="50158051" y="20324288"/>
                    <a:pt x="50154625" y="20331216"/>
                    <a:pt x="50154321" y="20389415"/>
                  </a:cubicBezTo>
                  <a:cubicBezTo>
                    <a:pt x="50154042" y="20442452"/>
                    <a:pt x="50148756" y="20456270"/>
                    <a:pt x="50121006" y="20476484"/>
                  </a:cubicBezTo>
                  <a:cubicBezTo>
                    <a:pt x="50091789" y="20497767"/>
                    <a:pt x="50050703" y="20570523"/>
                    <a:pt x="50050703" y="20600974"/>
                  </a:cubicBezTo>
                  <a:cubicBezTo>
                    <a:pt x="50050703" y="20607107"/>
                    <a:pt x="50076032" y="20612124"/>
                    <a:pt x="50106988" y="20612124"/>
                  </a:cubicBezTo>
                  <a:cubicBezTo>
                    <a:pt x="50155032" y="20612124"/>
                    <a:pt x="50167245" y="20606545"/>
                    <a:pt x="50190403" y="20574024"/>
                  </a:cubicBezTo>
                  <a:cubicBezTo>
                    <a:pt x="50214411" y="20540307"/>
                    <a:pt x="50224906" y="20535924"/>
                    <a:pt x="50281628" y="20535924"/>
                  </a:cubicBezTo>
                  <a:cubicBezTo>
                    <a:pt x="50341808" y="20535924"/>
                    <a:pt x="50347773" y="20532922"/>
                    <a:pt x="50379191" y="20486809"/>
                  </a:cubicBezTo>
                  <a:cubicBezTo>
                    <a:pt x="50410972" y="20440162"/>
                    <a:pt x="50416067" y="20437682"/>
                    <a:pt x="50480621" y="20437426"/>
                  </a:cubicBezTo>
                  <a:cubicBezTo>
                    <a:pt x="50539737" y="20437188"/>
                    <a:pt x="50553113" y="20432201"/>
                    <a:pt x="50583322" y="20399126"/>
                  </a:cubicBezTo>
                  <a:cubicBezTo>
                    <a:pt x="50612185" y="20367525"/>
                    <a:pt x="50631700" y="20359516"/>
                    <a:pt x="50698822" y="20351727"/>
                  </a:cubicBezTo>
                  <a:cubicBezTo>
                    <a:pt x="50765574" y="20343978"/>
                    <a:pt x="50785157" y="20336006"/>
                    <a:pt x="50811677" y="20305788"/>
                  </a:cubicBezTo>
                  <a:cubicBezTo>
                    <a:pt x="50838708" y="20274983"/>
                    <a:pt x="50853414" y="20269225"/>
                    <a:pt x="50905079" y="20269225"/>
                  </a:cubicBezTo>
                  <a:cubicBezTo>
                    <a:pt x="50961819" y="20269225"/>
                    <a:pt x="50968957" y="20265574"/>
                    <a:pt x="51000676" y="20220321"/>
                  </a:cubicBezTo>
                  <a:cubicBezTo>
                    <a:pt x="51025955" y="20184252"/>
                    <a:pt x="51047532" y="20168816"/>
                    <a:pt x="51082879" y="20161506"/>
                  </a:cubicBezTo>
                  <a:cubicBezTo>
                    <a:pt x="51109237" y="20156054"/>
                    <a:pt x="51135868" y="20142543"/>
                    <a:pt x="51142060" y="20131484"/>
                  </a:cubicBezTo>
                  <a:cubicBezTo>
                    <a:pt x="51148248" y="20120422"/>
                    <a:pt x="51169543" y="20102150"/>
                    <a:pt x="51189384" y="20090875"/>
                  </a:cubicBezTo>
                  <a:cubicBezTo>
                    <a:pt x="51249182" y="20056891"/>
                    <a:pt x="51272374" y="20019796"/>
                    <a:pt x="51266781" y="19967088"/>
                  </a:cubicBezTo>
                  <a:cubicBezTo>
                    <a:pt x="51264030" y="19941174"/>
                    <a:pt x="51259978" y="19864869"/>
                    <a:pt x="51257770" y="19797516"/>
                  </a:cubicBezTo>
                  <a:cubicBezTo>
                    <a:pt x="51253076" y="19654133"/>
                    <a:pt x="51258378" y="19647506"/>
                    <a:pt x="51381285" y="19643151"/>
                  </a:cubicBezTo>
                  <a:lnTo>
                    <a:pt x="51454003" y="19640574"/>
                  </a:lnTo>
                  <a:lnTo>
                    <a:pt x="51495157" y="19715936"/>
                  </a:lnTo>
                  <a:cubicBezTo>
                    <a:pt x="51517795" y="19757384"/>
                    <a:pt x="51542333" y="19795016"/>
                    <a:pt x="51549687" y="19799562"/>
                  </a:cubicBezTo>
                  <a:cubicBezTo>
                    <a:pt x="51557042" y="19804108"/>
                    <a:pt x="51573584" y="19842582"/>
                    <a:pt x="51586445" y="19885062"/>
                  </a:cubicBezTo>
                  <a:cubicBezTo>
                    <a:pt x="51599306" y="19927540"/>
                    <a:pt x="51621370" y="19974682"/>
                    <a:pt x="51635478" y="19989825"/>
                  </a:cubicBezTo>
                  <a:cubicBezTo>
                    <a:pt x="51649582" y="20004965"/>
                    <a:pt x="51667451" y="20042477"/>
                    <a:pt x="51675184" y="20073186"/>
                  </a:cubicBezTo>
                  <a:cubicBezTo>
                    <a:pt x="51682913" y="20103893"/>
                    <a:pt x="51706332" y="20155967"/>
                    <a:pt x="51727221" y="20188907"/>
                  </a:cubicBezTo>
                  <a:cubicBezTo>
                    <a:pt x="51752680" y="20229051"/>
                    <a:pt x="51765203" y="20265141"/>
                    <a:pt x="51765203" y="20298366"/>
                  </a:cubicBezTo>
                  <a:cubicBezTo>
                    <a:pt x="51765203" y="20337066"/>
                    <a:pt x="51773556" y="20355738"/>
                    <a:pt x="51803303" y="20383525"/>
                  </a:cubicBezTo>
                  <a:cubicBezTo>
                    <a:pt x="51855594" y="20432372"/>
                    <a:pt x="51851700" y="20465468"/>
                    <a:pt x="51785924" y="20531246"/>
                  </a:cubicBezTo>
                  <a:cubicBezTo>
                    <a:pt x="51702841" y="20614330"/>
                    <a:pt x="51641198" y="20603915"/>
                    <a:pt x="51605644" y="20500784"/>
                  </a:cubicBezTo>
                  <a:cubicBezTo>
                    <a:pt x="51579090" y="20423765"/>
                    <a:pt x="51577354" y="20421624"/>
                    <a:pt x="51541496" y="20421624"/>
                  </a:cubicBezTo>
                  <a:cubicBezTo>
                    <a:pt x="51524064" y="20421624"/>
                    <a:pt x="51497111" y="20405590"/>
                    <a:pt x="51477453" y="20383525"/>
                  </a:cubicBezTo>
                  <a:cubicBezTo>
                    <a:pt x="51433112" y="20333760"/>
                    <a:pt x="51360142" y="20329920"/>
                    <a:pt x="51324318" y="20375464"/>
                  </a:cubicBezTo>
                  <a:cubicBezTo>
                    <a:pt x="51311321" y="20391985"/>
                    <a:pt x="51288041" y="20409516"/>
                    <a:pt x="51272588" y="20414421"/>
                  </a:cubicBezTo>
                  <a:cubicBezTo>
                    <a:pt x="51257132" y="20419328"/>
                    <a:pt x="51230070" y="20442243"/>
                    <a:pt x="51212449" y="20465346"/>
                  </a:cubicBezTo>
                  <a:cubicBezTo>
                    <a:pt x="51185229" y="20501030"/>
                    <a:pt x="51170535" y="20508299"/>
                    <a:pt x="51114778" y="20513657"/>
                  </a:cubicBezTo>
                  <a:cubicBezTo>
                    <a:pt x="51063159" y="20518615"/>
                    <a:pt x="51042633" y="20527534"/>
                    <a:pt x="51018641" y="20555427"/>
                  </a:cubicBezTo>
                  <a:cubicBezTo>
                    <a:pt x="50996348" y="20581347"/>
                    <a:pt x="50970771" y="20593637"/>
                    <a:pt x="50923614" y="20601092"/>
                  </a:cubicBezTo>
                  <a:cubicBezTo>
                    <a:pt x="50875716" y="20608662"/>
                    <a:pt x="50850031" y="20621213"/>
                    <a:pt x="50823915" y="20649808"/>
                  </a:cubicBezTo>
                  <a:cubicBezTo>
                    <a:pt x="50794735" y="20681754"/>
                    <a:pt x="50781573" y="20687253"/>
                    <a:pt x="50746744" y="20682045"/>
                  </a:cubicBezTo>
                  <a:cubicBezTo>
                    <a:pt x="50695892" y="20674441"/>
                    <a:pt x="50632429" y="20702574"/>
                    <a:pt x="50604589" y="20745065"/>
                  </a:cubicBezTo>
                  <a:cubicBezTo>
                    <a:pt x="50588286" y="20769948"/>
                    <a:pt x="50569499" y="20777615"/>
                    <a:pt x="50507705" y="20784606"/>
                  </a:cubicBezTo>
                  <a:cubicBezTo>
                    <a:pt x="50443851" y="20791831"/>
                    <a:pt x="50426906" y="20799089"/>
                    <a:pt x="50406281" y="20828058"/>
                  </a:cubicBezTo>
                  <a:cubicBezTo>
                    <a:pt x="50386326" y="20856079"/>
                    <a:pt x="50368981" y="20864038"/>
                    <a:pt x="50316991" y="20869035"/>
                  </a:cubicBezTo>
                  <a:cubicBezTo>
                    <a:pt x="50266715" y="20873865"/>
                    <a:pt x="50243377" y="20884043"/>
                    <a:pt x="50211304" y="20915130"/>
                  </a:cubicBezTo>
                  <a:cubicBezTo>
                    <a:pt x="50187833" y="20937882"/>
                    <a:pt x="50156724" y="20955024"/>
                    <a:pt x="50138915" y="20955024"/>
                  </a:cubicBezTo>
                  <a:cubicBezTo>
                    <a:pt x="50084754" y="20955024"/>
                    <a:pt x="50023889" y="20978241"/>
                    <a:pt x="49994275" y="21010193"/>
                  </a:cubicBezTo>
                  <a:cubicBezTo>
                    <a:pt x="49977821" y="21027949"/>
                    <a:pt x="49943934" y="21044710"/>
                    <a:pt x="49914411" y="21049700"/>
                  </a:cubicBezTo>
                  <a:cubicBezTo>
                    <a:pt x="49886205" y="21054465"/>
                    <a:pt x="49852107" y="21068629"/>
                    <a:pt x="49838638" y="21081176"/>
                  </a:cubicBezTo>
                  <a:cubicBezTo>
                    <a:pt x="49825173" y="21093723"/>
                    <a:pt x="49800225" y="21106960"/>
                    <a:pt x="49783203" y="21110595"/>
                  </a:cubicBezTo>
                  <a:cubicBezTo>
                    <a:pt x="49663238" y="21136198"/>
                    <a:pt x="49630136" y="21150012"/>
                    <a:pt x="49605357" y="21184814"/>
                  </a:cubicBezTo>
                  <a:cubicBezTo>
                    <a:pt x="49585252" y="21213050"/>
                    <a:pt x="49569024" y="21221724"/>
                    <a:pt x="49536316" y="21221724"/>
                  </a:cubicBezTo>
                  <a:cubicBezTo>
                    <a:pt x="49480654" y="21221724"/>
                    <a:pt x="49427823" y="21242301"/>
                    <a:pt x="49406941" y="21272116"/>
                  </a:cubicBezTo>
                  <a:cubicBezTo>
                    <a:pt x="49386418" y="21301415"/>
                    <a:pt x="49326360" y="21315750"/>
                    <a:pt x="49269123" y="21305013"/>
                  </a:cubicBezTo>
                  <a:cubicBezTo>
                    <a:pt x="49232858" y="21298209"/>
                    <a:pt x="49223082" y="21288573"/>
                    <a:pt x="49206686" y="21243462"/>
                  </a:cubicBezTo>
                  <a:cubicBezTo>
                    <a:pt x="49175891" y="21158742"/>
                    <a:pt x="49196795" y="21078534"/>
                    <a:pt x="49257865" y="21047100"/>
                  </a:cubicBezTo>
                  <a:cubicBezTo>
                    <a:pt x="49281863" y="21034745"/>
                    <a:pt x="49288703" y="21021087"/>
                    <a:pt x="49288703" y="20985521"/>
                  </a:cubicBezTo>
                  <a:cubicBezTo>
                    <a:pt x="49288703" y="20951066"/>
                    <a:pt x="49298126" y="20931013"/>
                    <a:pt x="49326983" y="20904055"/>
                  </a:cubicBezTo>
                  <a:cubicBezTo>
                    <a:pt x="49353099" y="20879660"/>
                    <a:pt x="49368800" y="20849372"/>
                    <a:pt x="49376388" y="20808749"/>
                  </a:cubicBezTo>
                  <a:cubicBezTo>
                    <a:pt x="49384161" y="20767152"/>
                    <a:pt x="49399419" y="20738327"/>
                    <a:pt x="49427008" y="20713129"/>
                  </a:cubicBezTo>
                  <a:cubicBezTo>
                    <a:pt x="49457167" y="20685583"/>
                    <a:pt x="49466503" y="20666279"/>
                    <a:pt x="49466503" y="20631468"/>
                  </a:cubicBezTo>
                  <a:cubicBezTo>
                    <a:pt x="49466503" y="20596299"/>
                    <a:pt x="49476664" y="20575717"/>
                    <a:pt x="49510953" y="20541428"/>
                  </a:cubicBezTo>
                  <a:cubicBezTo>
                    <a:pt x="49549599" y="20502781"/>
                    <a:pt x="49554600" y="20490815"/>
                    <a:pt x="49549248" y="20449777"/>
                  </a:cubicBezTo>
                  <a:cubicBezTo>
                    <a:pt x="49541881" y="20393280"/>
                    <a:pt x="49548997" y="20381494"/>
                    <a:pt x="49603028" y="20360713"/>
                  </a:cubicBezTo>
                  <a:cubicBezTo>
                    <a:pt x="49640015" y="20346488"/>
                    <a:pt x="49644303" y="20339591"/>
                    <a:pt x="49644303" y="20294331"/>
                  </a:cubicBezTo>
                  <a:cubicBezTo>
                    <a:pt x="49644303" y="20236757"/>
                    <a:pt x="49668488" y="20191283"/>
                    <a:pt x="49706891" y="20176648"/>
                  </a:cubicBezTo>
                  <a:cubicBezTo>
                    <a:pt x="49726338" y="20169239"/>
                    <a:pt x="49733203" y="20155426"/>
                    <a:pt x="49733203" y="20123712"/>
                  </a:cubicBezTo>
                  <a:cubicBezTo>
                    <a:pt x="49733203" y="20063128"/>
                    <a:pt x="49743745" y="20042391"/>
                    <a:pt x="49785541" y="20020779"/>
                  </a:cubicBezTo>
                  <a:cubicBezTo>
                    <a:pt x="49817558" y="20004222"/>
                    <a:pt x="49822103" y="19994811"/>
                    <a:pt x="49822103" y="19945048"/>
                  </a:cubicBezTo>
                  <a:cubicBezTo>
                    <a:pt x="49822103" y="19881672"/>
                    <a:pt x="49845085" y="19836143"/>
                    <a:pt x="49884691" y="19821049"/>
                  </a:cubicBezTo>
                  <a:cubicBezTo>
                    <a:pt x="49905189" y="19813238"/>
                    <a:pt x="49911003" y="19799911"/>
                    <a:pt x="49911003" y="19760724"/>
                  </a:cubicBezTo>
                  <a:cubicBezTo>
                    <a:pt x="49911003" y="19703340"/>
                    <a:pt x="49935231" y="19657866"/>
                    <a:pt x="49973591" y="19643249"/>
                  </a:cubicBezTo>
                  <a:cubicBezTo>
                    <a:pt x="49994747" y="19635188"/>
                    <a:pt x="49998694" y="19625234"/>
                    <a:pt x="49993727" y="19592448"/>
                  </a:cubicBezTo>
                  <a:cubicBezTo>
                    <a:pt x="49986291" y="19543370"/>
                    <a:pt x="50003435" y="19512595"/>
                    <a:pt x="50052318" y="19487320"/>
                  </a:cubicBezTo>
                  <a:cubicBezTo>
                    <a:pt x="50084251" y="19470807"/>
                    <a:pt x="50088803" y="19461368"/>
                    <a:pt x="50088803" y="19411627"/>
                  </a:cubicBezTo>
                  <a:cubicBezTo>
                    <a:pt x="50088803" y="19348259"/>
                    <a:pt x="50111785" y="19302732"/>
                    <a:pt x="50151391" y="19287624"/>
                  </a:cubicBezTo>
                  <a:cubicBezTo>
                    <a:pt x="50171889" y="19279823"/>
                    <a:pt x="50177703" y="19266499"/>
                    <a:pt x="50177703" y="19227299"/>
                  </a:cubicBezTo>
                  <a:cubicBezTo>
                    <a:pt x="50177703" y="19177362"/>
                    <a:pt x="50198740" y="19144128"/>
                    <a:pt x="50247686" y="19116727"/>
                  </a:cubicBezTo>
                  <a:cubicBezTo>
                    <a:pt x="50264709" y="19107218"/>
                    <a:pt x="50268656" y="19091686"/>
                    <a:pt x="50264997" y="19048620"/>
                  </a:cubicBezTo>
                  <a:cubicBezTo>
                    <a:pt x="50260414" y="18994748"/>
                    <a:pt x="50258876" y="18992939"/>
                    <a:pt x="50219700" y="18995305"/>
                  </a:cubicBezTo>
                  <a:cubicBezTo>
                    <a:pt x="50170231" y="18998304"/>
                    <a:pt x="50123995" y="19026464"/>
                    <a:pt x="50110529" y="19061805"/>
                  </a:cubicBezTo>
                  <a:cubicBezTo>
                    <a:pt x="50103004" y="19081538"/>
                    <a:pt x="50089324" y="19088105"/>
                    <a:pt x="50055717" y="19088105"/>
                  </a:cubicBezTo>
                  <a:cubicBezTo>
                    <a:pt x="50004042" y="19088105"/>
                    <a:pt x="49974984" y="19101486"/>
                    <a:pt x="49930912" y="19145558"/>
                  </a:cubicBezTo>
                  <a:cubicBezTo>
                    <a:pt x="49909384" y="19167075"/>
                    <a:pt x="49885386" y="19177008"/>
                    <a:pt x="49854873" y="19177008"/>
                  </a:cubicBezTo>
                  <a:cubicBezTo>
                    <a:pt x="49823011" y="19177008"/>
                    <a:pt x="49797339" y="19188377"/>
                    <a:pt x="49764925" y="19216828"/>
                  </a:cubicBezTo>
                  <a:cubicBezTo>
                    <a:pt x="49736592" y="19241711"/>
                    <a:pt x="49697323" y="19260824"/>
                    <a:pt x="49660302" y="19267739"/>
                  </a:cubicBezTo>
                  <a:cubicBezTo>
                    <a:pt x="49624704" y="19274376"/>
                    <a:pt x="49586973" y="19292274"/>
                    <a:pt x="49565824" y="19312551"/>
                  </a:cubicBezTo>
                  <a:cubicBezTo>
                    <a:pt x="49540467" y="19336833"/>
                    <a:pt x="49510544" y="19348993"/>
                    <a:pt x="49458900" y="19356003"/>
                  </a:cubicBezTo>
                  <a:cubicBezTo>
                    <a:pt x="49407555" y="19362975"/>
                    <a:pt x="49377312" y="19375198"/>
                    <a:pt x="49352414" y="19399056"/>
                  </a:cubicBezTo>
                  <a:cubicBezTo>
                    <a:pt x="49333286" y="19417378"/>
                    <a:pt x="49289323" y="19439838"/>
                    <a:pt x="49254714" y="19448980"/>
                  </a:cubicBezTo>
                  <a:cubicBezTo>
                    <a:pt x="49220109" y="19458097"/>
                    <a:pt x="49176710" y="19480658"/>
                    <a:pt x="49158277" y="19499081"/>
                  </a:cubicBezTo>
                  <a:cubicBezTo>
                    <a:pt x="49139841" y="19517541"/>
                    <a:pt x="49116124" y="19532624"/>
                    <a:pt x="49105573" y="19532624"/>
                  </a:cubicBezTo>
                  <a:cubicBezTo>
                    <a:pt x="49095019" y="19532624"/>
                    <a:pt x="49066847" y="19549780"/>
                    <a:pt x="49042966" y="19570747"/>
                  </a:cubicBezTo>
                  <a:cubicBezTo>
                    <a:pt x="49019085" y="19591715"/>
                    <a:pt x="48981246" y="19612532"/>
                    <a:pt x="48958881" y="19617003"/>
                  </a:cubicBezTo>
                  <a:cubicBezTo>
                    <a:pt x="48918099" y="19625160"/>
                    <a:pt x="48892684" y="19649615"/>
                    <a:pt x="48859833" y="19712304"/>
                  </a:cubicBezTo>
                  <a:cubicBezTo>
                    <a:pt x="48844569" y="19741432"/>
                    <a:pt x="48844882" y="19751096"/>
                    <a:pt x="48862168" y="19784524"/>
                  </a:cubicBezTo>
                  <a:cubicBezTo>
                    <a:pt x="48873141" y="19805747"/>
                    <a:pt x="48887878" y="19826672"/>
                    <a:pt x="48894913" y="19831019"/>
                  </a:cubicBezTo>
                  <a:cubicBezTo>
                    <a:pt x="48901948" y="19835366"/>
                    <a:pt x="48907703" y="19881124"/>
                    <a:pt x="48907703" y="19932703"/>
                  </a:cubicBezTo>
                  <a:cubicBezTo>
                    <a:pt x="48907703" y="20015216"/>
                    <a:pt x="48904311" y="20028859"/>
                    <a:pt x="48879478" y="20046254"/>
                  </a:cubicBezTo>
                  <a:cubicBezTo>
                    <a:pt x="48843896" y="20071176"/>
                    <a:pt x="48743967" y="20071917"/>
                    <a:pt x="48709132" y="20047518"/>
                  </a:cubicBezTo>
                  <a:cubicBezTo>
                    <a:pt x="48694600" y="20037338"/>
                    <a:pt x="48675252" y="20002381"/>
                    <a:pt x="48666139" y="19969839"/>
                  </a:cubicBezTo>
                  <a:cubicBezTo>
                    <a:pt x="48657030" y="19937292"/>
                    <a:pt x="48635484" y="19893920"/>
                    <a:pt x="48618260" y="19873453"/>
                  </a:cubicBezTo>
                  <a:cubicBezTo>
                    <a:pt x="48600599" y="19852462"/>
                    <a:pt x="48581636" y="19807434"/>
                    <a:pt x="48574762" y="19770157"/>
                  </a:cubicBezTo>
                  <a:cubicBezTo>
                    <a:pt x="48566629" y="19726060"/>
                    <a:pt x="48552227" y="19695186"/>
                    <a:pt x="48531469" y="19677356"/>
                  </a:cubicBezTo>
                  <a:cubicBezTo>
                    <a:pt x="48509926" y="19658852"/>
                    <a:pt x="48497154" y="19630355"/>
                    <a:pt x="48489933" y="19584682"/>
                  </a:cubicBezTo>
                  <a:cubicBezTo>
                    <a:pt x="48482743" y="19539206"/>
                    <a:pt x="48468446" y="19507173"/>
                    <a:pt x="48443886" y="19481531"/>
                  </a:cubicBezTo>
                  <a:cubicBezTo>
                    <a:pt x="48411346" y="19447563"/>
                    <a:pt x="48407287" y="19432499"/>
                    <a:pt x="48396974" y="19307496"/>
                  </a:cubicBezTo>
                  <a:cubicBezTo>
                    <a:pt x="48382944" y="19137390"/>
                    <a:pt x="48394051" y="19105902"/>
                    <a:pt x="48466790" y="19109521"/>
                  </a:cubicBezTo>
                  <a:cubicBezTo>
                    <a:pt x="48505083" y="19111419"/>
                    <a:pt x="48517293" y="19118606"/>
                    <a:pt x="48530002" y="19146665"/>
                  </a:cubicBezTo>
                  <a:cubicBezTo>
                    <a:pt x="48538665" y="19165797"/>
                    <a:pt x="48566118" y="19204061"/>
                    <a:pt x="48591009" y="19231677"/>
                  </a:cubicBezTo>
                  <a:cubicBezTo>
                    <a:pt x="48628843" y="19273680"/>
                    <a:pt x="48645502" y="19282556"/>
                    <a:pt x="48692609" y="19285846"/>
                  </a:cubicBezTo>
                  <a:cubicBezTo>
                    <a:pt x="48723596" y="19288016"/>
                    <a:pt x="48779506" y="19292989"/>
                    <a:pt x="48816850" y="19296899"/>
                  </a:cubicBezTo>
                  <a:cubicBezTo>
                    <a:pt x="48907588" y="19306395"/>
                    <a:pt x="49013250" y="19276166"/>
                    <a:pt x="49031826" y="19235397"/>
                  </a:cubicBezTo>
                  <a:cubicBezTo>
                    <a:pt x="49040913" y="19215449"/>
                    <a:pt x="49060509" y="19202770"/>
                    <a:pt x="49091121" y="19197032"/>
                  </a:cubicBezTo>
                  <a:cubicBezTo>
                    <a:pt x="49116270" y="19192312"/>
                    <a:pt x="49155669" y="19171921"/>
                    <a:pt x="49178673" y="19151739"/>
                  </a:cubicBezTo>
                  <a:cubicBezTo>
                    <a:pt x="49208109" y="19125888"/>
                    <a:pt x="49240126" y="19112406"/>
                    <a:pt x="49286759" y="19106212"/>
                  </a:cubicBezTo>
                  <a:cubicBezTo>
                    <a:pt x="49334390" y="19099898"/>
                    <a:pt x="49359604" y="19089054"/>
                    <a:pt x="49376440" y="19067651"/>
                  </a:cubicBezTo>
                  <a:cubicBezTo>
                    <a:pt x="49402510" y="19034505"/>
                    <a:pt x="49452197" y="19011900"/>
                    <a:pt x="49498982" y="19011900"/>
                  </a:cubicBezTo>
                  <a:cubicBezTo>
                    <a:pt x="49517123" y="19011900"/>
                    <a:pt x="49543577" y="18996450"/>
                    <a:pt x="49563278" y="18974351"/>
                  </a:cubicBezTo>
                  <a:cubicBezTo>
                    <a:pt x="49587283" y="18947393"/>
                    <a:pt x="49613235" y="18934303"/>
                    <a:pt x="49655053" y="18928027"/>
                  </a:cubicBezTo>
                  <a:cubicBezTo>
                    <a:pt x="49696449" y="18921833"/>
                    <a:pt x="49722577" y="18908781"/>
                    <a:pt x="49745159" y="18883044"/>
                  </a:cubicBezTo>
                  <a:cubicBezTo>
                    <a:pt x="49771067" y="18853517"/>
                    <a:pt x="49787293" y="18846811"/>
                    <a:pt x="49832744" y="18846811"/>
                  </a:cubicBezTo>
                  <a:cubicBezTo>
                    <a:pt x="49883253" y="18846811"/>
                    <a:pt x="49891693" y="18842167"/>
                    <a:pt x="49921991" y="18797760"/>
                  </a:cubicBezTo>
                  <a:cubicBezTo>
                    <a:pt x="49950359" y="18756162"/>
                    <a:pt x="49964156" y="18747602"/>
                    <a:pt x="50012603" y="18741465"/>
                  </a:cubicBezTo>
                  <a:cubicBezTo>
                    <a:pt x="50054706" y="18736138"/>
                    <a:pt x="50078112" y="18724459"/>
                    <a:pt x="50101503" y="18697115"/>
                  </a:cubicBezTo>
                  <a:cubicBezTo>
                    <a:pt x="50125802" y="18668727"/>
                    <a:pt x="50148158" y="18658073"/>
                    <a:pt x="50196753" y="18651784"/>
                  </a:cubicBezTo>
                  <a:cubicBezTo>
                    <a:pt x="50245007" y="18645533"/>
                    <a:pt x="50267877" y="18634746"/>
                    <a:pt x="50292003" y="18606858"/>
                  </a:cubicBezTo>
                  <a:cubicBezTo>
                    <a:pt x="50318826" y="18575851"/>
                    <a:pt x="50333430" y="18570100"/>
                    <a:pt x="50386106" y="18569714"/>
                  </a:cubicBezTo>
                  <a:cubicBezTo>
                    <a:pt x="50440053" y="18569341"/>
                    <a:pt x="50454402" y="18563343"/>
                    <a:pt x="50492577" y="18525155"/>
                  </a:cubicBezTo>
                  <a:cubicBezTo>
                    <a:pt x="50530376" y="18487372"/>
                    <a:pt x="50537600" y="18470391"/>
                    <a:pt x="50543005" y="18406751"/>
                  </a:cubicBezTo>
                  <a:cubicBezTo>
                    <a:pt x="50546474" y="18365893"/>
                    <a:pt x="50548732" y="18318177"/>
                    <a:pt x="50548018" y="18300709"/>
                  </a:cubicBezTo>
                  <a:cubicBezTo>
                    <a:pt x="50541743" y="18147122"/>
                    <a:pt x="50546642" y="18128895"/>
                    <a:pt x="50596803" y="18119215"/>
                  </a:cubicBezTo>
                  <a:cubicBezTo>
                    <a:pt x="50614266" y="18115849"/>
                    <a:pt x="50654269" y="18113875"/>
                    <a:pt x="50685703" y="18114824"/>
                  </a:cubicBezTo>
                  <a:close/>
                  <a:moveTo>
                    <a:pt x="42478926" y="18028338"/>
                  </a:moveTo>
                  <a:cubicBezTo>
                    <a:pt x="42510336" y="18026997"/>
                    <a:pt x="42591760" y="18041074"/>
                    <a:pt x="42629644" y="18055619"/>
                  </a:cubicBezTo>
                  <a:cubicBezTo>
                    <a:pt x="42665368" y="18069329"/>
                    <a:pt x="42684700" y="18132558"/>
                    <a:pt x="42684700" y="18235664"/>
                  </a:cubicBezTo>
                  <a:cubicBezTo>
                    <a:pt x="42684700" y="18387347"/>
                    <a:pt x="42700414" y="18380590"/>
                    <a:pt x="42389520" y="18362578"/>
                  </a:cubicBezTo>
                  <a:cubicBezTo>
                    <a:pt x="42347424" y="18360142"/>
                    <a:pt x="42325714" y="18172005"/>
                    <a:pt x="42362776" y="18130812"/>
                  </a:cubicBezTo>
                  <a:cubicBezTo>
                    <a:pt x="42418304" y="18069095"/>
                    <a:pt x="42452798" y="18036259"/>
                    <a:pt x="42468800" y="18029901"/>
                  </a:cubicBezTo>
                  <a:cubicBezTo>
                    <a:pt x="42470974" y="18029034"/>
                    <a:pt x="42474440" y="18028528"/>
                    <a:pt x="42478926" y="18028338"/>
                  </a:cubicBezTo>
                  <a:close/>
                  <a:moveTo>
                    <a:pt x="40093556" y="18027775"/>
                  </a:moveTo>
                  <a:cubicBezTo>
                    <a:pt x="40142554" y="18028914"/>
                    <a:pt x="40196464" y="18035671"/>
                    <a:pt x="40230268" y="18047445"/>
                  </a:cubicBezTo>
                  <a:cubicBezTo>
                    <a:pt x="40272416" y="18062148"/>
                    <a:pt x="40284402" y="18094465"/>
                    <a:pt x="40284402" y="18193440"/>
                  </a:cubicBezTo>
                  <a:cubicBezTo>
                    <a:pt x="40284402" y="18278376"/>
                    <a:pt x="40266928" y="18288005"/>
                    <a:pt x="40112952" y="18288005"/>
                  </a:cubicBezTo>
                  <a:cubicBezTo>
                    <a:pt x="40010308" y="18288005"/>
                    <a:pt x="39977032" y="18283627"/>
                    <a:pt x="39961460" y="18268057"/>
                  </a:cubicBezTo>
                  <a:cubicBezTo>
                    <a:pt x="39935128" y="18241719"/>
                    <a:pt x="39922102" y="18082387"/>
                    <a:pt x="39945228" y="18069563"/>
                  </a:cubicBezTo>
                  <a:cubicBezTo>
                    <a:pt x="39954050" y="18064679"/>
                    <a:pt x="39972540" y="18052177"/>
                    <a:pt x="39986312" y="18041795"/>
                  </a:cubicBezTo>
                  <a:cubicBezTo>
                    <a:pt x="40000470" y="18031122"/>
                    <a:pt x="40044556" y="18026649"/>
                    <a:pt x="40093556" y="18027775"/>
                  </a:cubicBezTo>
                  <a:close/>
                  <a:moveTo>
                    <a:pt x="19230980" y="18026649"/>
                  </a:moveTo>
                  <a:cubicBezTo>
                    <a:pt x="19248136" y="18024966"/>
                    <a:pt x="19271732" y="18027364"/>
                    <a:pt x="19312316" y="18032811"/>
                  </a:cubicBezTo>
                  <a:cubicBezTo>
                    <a:pt x="19387156" y="18042877"/>
                    <a:pt x="19414020" y="18053297"/>
                    <a:pt x="19464640" y="18091947"/>
                  </a:cubicBezTo>
                  <a:cubicBezTo>
                    <a:pt x="19498444" y="18117741"/>
                    <a:pt x="19532520" y="18154113"/>
                    <a:pt x="19540360" y="18172758"/>
                  </a:cubicBezTo>
                  <a:cubicBezTo>
                    <a:pt x="19548200" y="18191409"/>
                    <a:pt x="19569664" y="18216526"/>
                    <a:pt x="19588060" y="18228591"/>
                  </a:cubicBezTo>
                  <a:cubicBezTo>
                    <a:pt x="19619028" y="18248868"/>
                    <a:pt x="19621504" y="18257232"/>
                    <a:pt x="19621504" y="18341377"/>
                  </a:cubicBezTo>
                  <a:cubicBezTo>
                    <a:pt x="19621504" y="18431849"/>
                    <a:pt x="19621292" y="18432412"/>
                    <a:pt x="19573880" y="18466437"/>
                  </a:cubicBezTo>
                  <a:cubicBezTo>
                    <a:pt x="19547684" y="18485221"/>
                    <a:pt x="19521744" y="18512780"/>
                    <a:pt x="19516228" y="18527654"/>
                  </a:cubicBezTo>
                  <a:cubicBezTo>
                    <a:pt x="19506808" y="18553075"/>
                    <a:pt x="19497520" y="18554707"/>
                    <a:pt x="19362528" y="18554707"/>
                  </a:cubicBezTo>
                  <a:cubicBezTo>
                    <a:pt x="19225680" y="18554707"/>
                    <a:pt x="19216512" y="18553024"/>
                    <a:pt x="19169356" y="18519341"/>
                  </a:cubicBezTo>
                  <a:cubicBezTo>
                    <a:pt x="19142128" y="18499880"/>
                    <a:pt x="19109144" y="18461306"/>
                    <a:pt x="19096056" y="18433614"/>
                  </a:cubicBezTo>
                  <a:cubicBezTo>
                    <a:pt x="19082964" y="18405922"/>
                    <a:pt x="19060936" y="18369246"/>
                    <a:pt x="19047100" y="18352126"/>
                  </a:cubicBezTo>
                  <a:cubicBezTo>
                    <a:pt x="19008336" y="18304157"/>
                    <a:pt x="19023108" y="18241023"/>
                    <a:pt x="19094940" y="18147679"/>
                  </a:cubicBezTo>
                  <a:cubicBezTo>
                    <a:pt x="19128080" y="18104613"/>
                    <a:pt x="19170100" y="18058409"/>
                    <a:pt x="19188324" y="18044990"/>
                  </a:cubicBezTo>
                  <a:cubicBezTo>
                    <a:pt x="19203124" y="18034102"/>
                    <a:pt x="19213828" y="18028332"/>
                    <a:pt x="19230980" y="18026649"/>
                  </a:cubicBezTo>
                  <a:close/>
                  <a:moveTo>
                    <a:pt x="17256492" y="17945338"/>
                  </a:moveTo>
                  <a:cubicBezTo>
                    <a:pt x="17291448" y="17944174"/>
                    <a:pt x="17329280" y="17948603"/>
                    <a:pt x="17352560" y="17959219"/>
                  </a:cubicBezTo>
                  <a:cubicBezTo>
                    <a:pt x="17369584" y="17966963"/>
                    <a:pt x="17390820" y="17986968"/>
                    <a:pt x="17399752" y="18003664"/>
                  </a:cubicBezTo>
                  <a:cubicBezTo>
                    <a:pt x="17408684" y="18020354"/>
                    <a:pt x="17420744" y="18034007"/>
                    <a:pt x="17426548" y="18034007"/>
                  </a:cubicBezTo>
                  <a:cubicBezTo>
                    <a:pt x="17432352" y="18034007"/>
                    <a:pt x="17448532" y="18045433"/>
                    <a:pt x="17462504" y="18059415"/>
                  </a:cubicBezTo>
                  <a:cubicBezTo>
                    <a:pt x="17494816" y="18091719"/>
                    <a:pt x="17498328" y="18216678"/>
                    <a:pt x="17468132" y="18259788"/>
                  </a:cubicBezTo>
                  <a:cubicBezTo>
                    <a:pt x="17449700" y="18286107"/>
                    <a:pt x="17438720" y="18288005"/>
                    <a:pt x="17305856" y="18288005"/>
                  </a:cubicBezTo>
                  <a:cubicBezTo>
                    <a:pt x="17149584" y="18288005"/>
                    <a:pt x="17122320" y="18278458"/>
                    <a:pt x="17087780" y="18211667"/>
                  </a:cubicBezTo>
                  <a:cubicBezTo>
                    <a:pt x="17077344" y="18191485"/>
                    <a:pt x="17068800" y="18154423"/>
                    <a:pt x="17068800" y="18129306"/>
                  </a:cubicBezTo>
                  <a:cubicBezTo>
                    <a:pt x="17068800" y="18092048"/>
                    <a:pt x="17075712" y="18079654"/>
                    <a:pt x="17106292" y="18062104"/>
                  </a:cubicBezTo>
                  <a:cubicBezTo>
                    <a:pt x="17126912" y="18050273"/>
                    <a:pt x="17146924" y="18028079"/>
                    <a:pt x="17150760" y="18012787"/>
                  </a:cubicBezTo>
                  <a:cubicBezTo>
                    <a:pt x="17154600" y="17997489"/>
                    <a:pt x="17166712" y="17976010"/>
                    <a:pt x="17177680" y="17965046"/>
                  </a:cubicBezTo>
                  <a:cubicBezTo>
                    <a:pt x="17189456" y="17953272"/>
                    <a:pt x="17221536" y="17946515"/>
                    <a:pt x="17256492" y="17945338"/>
                  </a:cubicBezTo>
                  <a:close/>
                  <a:moveTo>
                    <a:pt x="15238180" y="17942042"/>
                  </a:moveTo>
                  <a:cubicBezTo>
                    <a:pt x="15283076" y="17949735"/>
                    <a:pt x="15320808" y="17973125"/>
                    <a:pt x="15330444" y="18008605"/>
                  </a:cubicBezTo>
                  <a:cubicBezTo>
                    <a:pt x="15348900" y="18076554"/>
                    <a:pt x="15353712" y="18151076"/>
                    <a:pt x="15341156" y="18174542"/>
                  </a:cubicBezTo>
                  <a:cubicBezTo>
                    <a:pt x="15329144" y="18196989"/>
                    <a:pt x="15317336" y="18198539"/>
                    <a:pt x="15204632" y="18192573"/>
                  </a:cubicBezTo>
                  <a:cubicBezTo>
                    <a:pt x="15057140" y="18184747"/>
                    <a:pt x="15016760" y="18168715"/>
                    <a:pt x="15020108" y="18119259"/>
                  </a:cubicBezTo>
                  <a:cubicBezTo>
                    <a:pt x="15023488" y="18069310"/>
                    <a:pt x="15062960" y="17997932"/>
                    <a:pt x="15102900" y="17969525"/>
                  </a:cubicBezTo>
                  <a:cubicBezTo>
                    <a:pt x="15141216" y="17942295"/>
                    <a:pt x="15193280" y="17934317"/>
                    <a:pt x="15238180" y="17942042"/>
                  </a:cubicBezTo>
                  <a:close/>
                  <a:moveTo>
                    <a:pt x="43079218" y="17938828"/>
                  </a:moveTo>
                  <a:cubicBezTo>
                    <a:pt x="43144092" y="17933963"/>
                    <a:pt x="43232098" y="17953329"/>
                    <a:pt x="43264644" y="17985886"/>
                  </a:cubicBezTo>
                  <a:cubicBezTo>
                    <a:pt x="43311462" y="18032691"/>
                    <a:pt x="43321468" y="18133836"/>
                    <a:pt x="43283076" y="18172239"/>
                  </a:cubicBezTo>
                  <a:cubicBezTo>
                    <a:pt x="43259320" y="18195983"/>
                    <a:pt x="43241574" y="18199102"/>
                    <a:pt x="43130112" y="18199102"/>
                  </a:cubicBezTo>
                  <a:cubicBezTo>
                    <a:pt x="42984830" y="18199102"/>
                    <a:pt x="42967734" y="18189878"/>
                    <a:pt x="42957824" y="18106125"/>
                  </a:cubicBezTo>
                  <a:cubicBezTo>
                    <a:pt x="42950092" y="18040770"/>
                    <a:pt x="42977404" y="17978155"/>
                    <a:pt x="43024964" y="17952171"/>
                  </a:cubicBezTo>
                  <a:cubicBezTo>
                    <a:pt x="43038538" y="17944756"/>
                    <a:pt x="43057592" y="17940454"/>
                    <a:pt x="43079218" y="17938828"/>
                  </a:cubicBezTo>
                  <a:close/>
                  <a:moveTo>
                    <a:pt x="41292570" y="17866748"/>
                  </a:moveTo>
                  <a:cubicBezTo>
                    <a:pt x="41334574" y="17867235"/>
                    <a:pt x="41374564" y="17878427"/>
                    <a:pt x="41396228" y="17900077"/>
                  </a:cubicBezTo>
                  <a:cubicBezTo>
                    <a:pt x="41423142" y="17926997"/>
                    <a:pt x="41426508" y="17939581"/>
                    <a:pt x="41420856" y="17992156"/>
                  </a:cubicBezTo>
                  <a:cubicBezTo>
                    <a:pt x="41410728" y="18086449"/>
                    <a:pt x="41405892" y="18089840"/>
                    <a:pt x="41264788" y="18101785"/>
                  </a:cubicBezTo>
                  <a:cubicBezTo>
                    <a:pt x="41120742" y="18113989"/>
                    <a:pt x="41097202" y="18103436"/>
                    <a:pt x="41097202" y="18026750"/>
                  </a:cubicBezTo>
                  <a:cubicBezTo>
                    <a:pt x="41097202" y="17975662"/>
                    <a:pt x="41120984" y="17937044"/>
                    <a:pt x="41176824" y="17897483"/>
                  </a:cubicBezTo>
                  <a:cubicBezTo>
                    <a:pt x="41206546" y="17876434"/>
                    <a:pt x="41250564" y="17866242"/>
                    <a:pt x="41292570" y="17866748"/>
                  </a:cubicBezTo>
                  <a:close/>
                  <a:moveTo>
                    <a:pt x="20264024" y="17691106"/>
                  </a:moveTo>
                  <a:cubicBezTo>
                    <a:pt x="20318268" y="17691106"/>
                    <a:pt x="20393616" y="17724100"/>
                    <a:pt x="20405556" y="17753095"/>
                  </a:cubicBezTo>
                  <a:cubicBezTo>
                    <a:pt x="20410216" y="17764401"/>
                    <a:pt x="20417032" y="17829142"/>
                    <a:pt x="20420704" y="17896939"/>
                  </a:cubicBezTo>
                  <a:cubicBezTo>
                    <a:pt x="20426688" y="18007536"/>
                    <a:pt x="20424696" y="18023821"/>
                    <a:pt x="20401312" y="18055132"/>
                  </a:cubicBezTo>
                  <a:cubicBezTo>
                    <a:pt x="20372976" y="18093073"/>
                    <a:pt x="20348152" y="18098394"/>
                    <a:pt x="20183600" y="18101785"/>
                  </a:cubicBezTo>
                  <a:lnTo>
                    <a:pt x="20091648" y="18103683"/>
                  </a:lnTo>
                  <a:lnTo>
                    <a:pt x="20037552" y="18049577"/>
                  </a:lnTo>
                  <a:cubicBezTo>
                    <a:pt x="19985124" y="17997141"/>
                    <a:pt x="19983484" y="17993029"/>
                    <a:pt x="19984400" y="17916324"/>
                  </a:cubicBezTo>
                  <a:cubicBezTo>
                    <a:pt x="19985544" y="17821031"/>
                    <a:pt x="20001036" y="17801222"/>
                    <a:pt x="20096040" y="17773606"/>
                  </a:cubicBezTo>
                  <a:cubicBezTo>
                    <a:pt x="20133480" y="17762718"/>
                    <a:pt x="20175752" y="17739967"/>
                    <a:pt x="20190904" y="17722537"/>
                  </a:cubicBezTo>
                  <a:cubicBezTo>
                    <a:pt x="20210536" y="17699957"/>
                    <a:pt x="20231132" y="17691106"/>
                    <a:pt x="20264024" y="17691106"/>
                  </a:cubicBezTo>
                  <a:close/>
                  <a:moveTo>
                    <a:pt x="42051102" y="17597863"/>
                  </a:moveTo>
                  <a:cubicBezTo>
                    <a:pt x="42079098" y="17601254"/>
                    <a:pt x="42105162" y="17611706"/>
                    <a:pt x="42119984" y="17628092"/>
                  </a:cubicBezTo>
                  <a:cubicBezTo>
                    <a:pt x="42149302" y="17660485"/>
                    <a:pt x="42162140" y="17796104"/>
                    <a:pt x="42138576" y="17824492"/>
                  </a:cubicBezTo>
                  <a:cubicBezTo>
                    <a:pt x="42127176" y="17838221"/>
                    <a:pt x="42096852" y="17843510"/>
                    <a:pt x="42029390" y="17843510"/>
                  </a:cubicBezTo>
                  <a:cubicBezTo>
                    <a:pt x="41943620" y="17843510"/>
                    <a:pt x="41934276" y="17840897"/>
                    <a:pt x="41915052" y="17811560"/>
                  </a:cubicBezTo>
                  <a:cubicBezTo>
                    <a:pt x="41899756" y="17788208"/>
                    <a:pt x="41896366" y="17765565"/>
                    <a:pt x="41902464" y="17727415"/>
                  </a:cubicBezTo>
                  <a:cubicBezTo>
                    <a:pt x="41913504" y="17658397"/>
                    <a:pt x="41928872" y="17631926"/>
                    <a:pt x="41970622" y="17609985"/>
                  </a:cubicBezTo>
                  <a:cubicBezTo>
                    <a:pt x="41993176" y="17598148"/>
                    <a:pt x="42023106" y="17594472"/>
                    <a:pt x="42051102" y="17597863"/>
                  </a:cubicBezTo>
                  <a:close/>
                  <a:moveTo>
                    <a:pt x="18726328" y="17585545"/>
                  </a:moveTo>
                  <a:cubicBezTo>
                    <a:pt x="18767496" y="17585330"/>
                    <a:pt x="18836364" y="17600767"/>
                    <a:pt x="18866444" y="17620481"/>
                  </a:cubicBezTo>
                  <a:cubicBezTo>
                    <a:pt x="18895904" y="17639784"/>
                    <a:pt x="18910304" y="17688670"/>
                    <a:pt x="18910304" y="17769399"/>
                  </a:cubicBezTo>
                  <a:cubicBezTo>
                    <a:pt x="18910304" y="17814059"/>
                    <a:pt x="18904160" y="17823619"/>
                    <a:pt x="18849980" y="17863249"/>
                  </a:cubicBezTo>
                  <a:cubicBezTo>
                    <a:pt x="18750000" y="17936386"/>
                    <a:pt x="18744540" y="17938518"/>
                    <a:pt x="18708512" y="17918298"/>
                  </a:cubicBezTo>
                  <a:cubicBezTo>
                    <a:pt x="18663600" y="17893086"/>
                    <a:pt x="18645264" y="17837917"/>
                    <a:pt x="18651220" y="17745908"/>
                  </a:cubicBezTo>
                  <a:cubicBezTo>
                    <a:pt x="18656772" y="17660124"/>
                    <a:pt x="18671152" y="17611453"/>
                    <a:pt x="18696856" y="17591410"/>
                  </a:cubicBezTo>
                  <a:cubicBezTo>
                    <a:pt x="18701960" y="17587443"/>
                    <a:pt x="18712604" y="17585621"/>
                    <a:pt x="18726328" y="17585545"/>
                  </a:cubicBezTo>
                  <a:close/>
                  <a:moveTo>
                    <a:pt x="16749460" y="17585235"/>
                  </a:moveTo>
                  <a:cubicBezTo>
                    <a:pt x="16810608" y="17581806"/>
                    <a:pt x="16903996" y="17597066"/>
                    <a:pt x="16926684" y="17619741"/>
                  </a:cubicBezTo>
                  <a:cubicBezTo>
                    <a:pt x="16939508" y="17632565"/>
                    <a:pt x="16948808" y="17669494"/>
                    <a:pt x="16952052" y="17720449"/>
                  </a:cubicBezTo>
                  <a:cubicBezTo>
                    <a:pt x="16958964" y="17829003"/>
                    <a:pt x="16944080" y="17843510"/>
                    <a:pt x="16825760" y="17843510"/>
                  </a:cubicBezTo>
                  <a:cubicBezTo>
                    <a:pt x="16717864" y="17843510"/>
                    <a:pt x="16693188" y="17831755"/>
                    <a:pt x="16682596" y="17775270"/>
                  </a:cubicBezTo>
                  <a:cubicBezTo>
                    <a:pt x="16678104" y="17751336"/>
                    <a:pt x="16666008" y="17724764"/>
                    <a:pt x="16655716" y="17716223"/>
                  </a:cubicBezTo>
                  <a:cubicBezTo>
                    <a:pt x="16615616" y="17682951"/>
                    <a:pt x="16633336" y="17637506"/>
                    <a:pt x="16702864" y="17595301"/>
                  </a:cubicBezTo>
                  <a:cubicBezTo>
                    <a:pt x="16712272" y="17589594"/>
                    <a:pt x="16729076" y="17586374"/>
                    <a:pt x="16749460" y="17585235"/>
                  </a:cubicBezTo>
                  <a:close/>
                  <a:moveTo>
                    <a:pt x="15654424" y="17583900"/>
                  </a:moveTo>
                  <a:cubicBezTo>
                    <a:pt x="15701508" y="17579712"/>
                    <a:pt x="15749656" y="17591157"/>
                    <a:pt x="15773404" y="17614901"/>
                  </a:cubicBezTo>
                  <a:cubicBezTo>
                    <a:pt x="15793220" y="17634729"/>
                    <a:pt x="15798804" y="17657239"/>
                    <a:pt x="15798804" y="17717343"/>
                  </a:cubicBezTo>
                  <a:cubicBezTo>
                    <a:pt x="15798804" y="17834602"/>
                    <a:pt x="15790316" y="17843510"/>
                    <a:pt x="15678612" y="17843510"/>
                  </a:cubicBezTo>
                  <a:cubicBezTo>
                    <a:pt x="15565080" y="17843510"/>
                    <a:pt x="15547284" y="17830072"/>
                    <a:pt x="15538640" y="17737835"/>
                  </a:cubicBezTo>
                  <a:cubicBezTo>
                    <a:pt x="15530872" y="17654930"/>
                    <a:pt x="15551116" y="17613161"/>
                    <a:pt x="15608636" y="17593409"/>
                  </a:cubicBezTo>
                  <a:cubicBezTo>
                    <a:pt x="15623152" y="17588411"/>
                    <a:pt x="15638728" y="17585292"/>
                    <a:pt x="15654424" y="17583900"/>
                  </a:cubicBezTo>
                  <a:close/>
                  <a:moveTo>
                    <a:pt x="42673632" y="17496813"/>
                  </a:moveTo>
                  <a:cubicBezTo>
                    <a:pt x="42729974" y="17495636"/>
                    <a:pt x="42815570" y="17520228"/>
                    <a:pt x="42830832" y="17549584"/>
                  </a:cubicBezTo>
                  <a:cubicBezTo>
                    <a:pt x="42836808" y="17561067"/>
                    <a:pt x="42847056" y="17619779"/>
                    <a:pt x="42853610" y="17680066"/>
                  </a:cubicBezTo>
                  <a:cubicBezTo>
                    <a:pt x="42864958" y="17784425"/>
                    <a:pt x="42864180" y="17791030"/>
                    <a:pt x="42837396" y="17817811"/>
                  </a:cubicBezTo>
                  <a:cubicBezTo>
                    <a:pt x="42810598" y="17844611"/>
                    <a:pt x="42803556" y="17845427"/>
                    <a:pt x="42688704" y="17835203"/>
                  </a:cubicBezTo>
                  <a:cubicBezTo>
                    <a:pt x="42545676" y="17822461"/>
                    <a:pt x="42532302" y="17811516"/>
                    <a:pt x="42532302" y="17707258"/>
                  </a:cubicBezTo>
                  <a:cubicBezTo>
                    <a:pt x="42532302" y="17647648"/>
                    <a:pt x="42537932" y="17630895"/>
                    <a:pt x="42570402" y="17593909"/>
                  </a:cubicBezTo>
                  <a:cubicBezTo>
                    <a:pt x="42591356" y="17570051"/>
                    <a:pt x="42608502" y="17544820"/>
                    <a:pt x="42608502" y="17537867"/>
                  </a:cubicBezTo>
                  <a:cubicBezTo>
                    <a:pt x="42608502" y="17530895"/>
                    <a:pt x="42618504" y="17517166"/>
                    <a:pt x="42630728" y="17507347"/>
                  </a:cubicBezTo>
                  <a:cubicBezTo>
                    <a:pt x="42639320" y="17500451"/>
                    <a:pt x="42654850" y="17497199"/>
                    <a:pt x="42673632" y="17496813"/>
                  </a:cubicBezTo>
                  <a:close/>
                  <a:moveTo>
                    <a:pt x="21252740" y="17359707"/>
                  </a:moveTo>
                  <a:cubicBezTo>
                    <a:pt x="21267076" y="17362763"/>
                    <a:pt x="21276876" y="17375372"/>
                    <a:pt x="21289048" y="17399002"/>
                  </a:cubicBezTo>
                  <a:cubicBezTo>
                    <a:pt x="21317884" y="17454981"/>
                    <a:pt x="21324464" y="17614648"/>
                    <a:pt x="21299192" y="17645098"/>
                  </a:cubicBezTo>
                  <a:cubicBezTo>
                    <a:pt x="21286536" y="17660352"/>
                    <a:pt x="21260016" y="17665717"/>
                    <a:pt x="21197176" y="17665717"/>
                  </a:cubicBezTo>
                  <a:cubicBezTo>
                    <a:pt x="21080484" y="17665717"/>
                    <a:pt x="21068504" y="17654563"/>
                    <a:pt x="21066452" y="17544048"/>
                  </a:cubicBezTo>
                  <a:cubicBezTo>
                    <a:pt x="21064576" y="17442897"/>
                    <a:pt x="21068568" y="17432407"/>
                    <a:pt x="21117072" y="17411029"/>
                  </a:cubicBezTo>
                  <a:cubicBezTo>
                    <a:pt x="21136200" y="17402596"/>
                    <a:pt x="21168660" y="17387614"/>
                    <a:pt x="21189208" y="17377732"/>
                  </a:cubicBezTo>
                  <a:cubicBezTo>
                    <a:pt x="21219532" y="17363155"/>
                    <a:pt x="21238404" y="17356664"/>
                    <a:pt x="21252740" y="17359707"/>
                  </a:cubicBezTo>
                  <a:close/>
                  <a:moveTo>
                    <a:pt x="17947176" y="17333660"/>
                  </a:moveTo>
                  <a:cubicBezTo>
                    <a:pt x="17977360" y="17335963"/>
                    <a:pt x="18011360" y="17351242"/>
                    <a:pt x="18042440" y="17378972"/>
                  </a:cubicBezTo>
                  <a:lnTo>
                    <a:pt x="18091152" y="17422430"/>
                  </a:lnTo>
                  <a:lnTo>
                    <a:pt x="18101796" y="17576846"/>
                  </a:lnTo>
                  <a:cubicBezTo>
                    <a:pt x="18114232" y="17757296"/>
                    <a:pt x="18105036" y="17792909"/>
                    <a:pt x="18037740" y="17824840"/>
                  </a:cubicBezTo>
                  <a:cubicBezTo>
                    <a:pt x="18000536" y="17842504"/>
                    <a:pt x="17975660" y="17844244"/>
                    <a:pt x="17889688" y="17835260"/>
                  </a:cubicBezTo>
                  <a:cubicBezTo>
                    <a:pt x="17790624" y="17824897"/>
                    <a:pt x="17783988" y="17822151"/>
                    <a:pt x="17729200" y="17768855"/>
                  </a:cubicBezTo>
                  <a:lnTo>
                    <a:pt x="17672052" y="17713256"/>
                  </a:lnTo>
                  <a:lnTo>
                    <a:pt x="17672052" y="17589202"/>
                  </a:lnTo>
                  <a:cubicBezTo>
                    <a:pt x="17672052" y="17447338"/>
                    <a:pt x="17677496" y="17439341"/>
                    <a:pt x="17793004" y="17411643"/>
                  </a:cubicBezTo>
                  <a:cubicBezTo>
                    <a:pt x="17833580" y="17401900"/>
                    <a:pt x="17861584" y="17386330"/>
                    <a:pt x="17874796" y="17366173"/>
                  </a:cubicBezTo>
                  <a:cubicBezTo>
                    <a:pt x="17890620" y="17342024"/>
                    <a:pt x="17916992" y="17331351"/>
                    <a:pt x="17947176" y="17333660"/>
                  </a:cubicBezTo>
                  <a:close/>
                  <a:moveTo>
                    <a:pt x="19587656" y="17328061"/>
                  </a:moveTo>
                  <a:cubicBezTo>
                    <a:pt x="19596744" y="17327618"/>
                    <a:pt x="19606484" y="17328219"/>
                    <a:pt x="19618000" y="17329497"/>
                  </a:cubicBezTo>
                  <a:cubicBezTo>
                    <a:pt x="19661240" y="17334337"/>
                    <a:pt x="19675320" y="17342606"/>
                    <a:pt x="19690560" y="17372082"/>
                  </a:cubicBezTo>
                  <a:cubicBezTo>
                    <a:pt x="19700964" y="17392201"/>
                    <a:pt x="19729688" y="17420570"/>
                    <a:pt x="19754388" y="17435153"/>
                  </a:cubicBezTo>
                  <a:cubicBezTo>
                    <a:pt x="19799164" y="17461567"/>
                    <a:pt x="19799304" y="17461934"/>
                    <a:pt x="19799304" y="17552646"/>
                  </a:cubicBezTo>
                  <a:cubicBezTo>
                    <a:pt x="19799304" y="17643485"/>
                    <a:pt x="19799200" y="17643757"/>
                    <a:pt x="19742504" y="17700438"/>
                  </a:cubicBezTo>
                  <a:lnTo>
                    <a:pt x="19685712" y="17757239"/>
                  </a:lnTo>
                  <a:lnTo>
                    <a:pt x="19571756" y="17746395"/>
                  </a:lnTo>
                  <a:cubicBezTo>
                    <a:pt x="19470972" y="17736804"/>
                    <a:pt x="19453412" y="17731325"/>
                    <a:pt x="19419832" y="17698945"/>
                  </a:cubicBezTo>
                  <a:cubicBezTo>
                    <a:pt x="19376888" y="17657530"/>
                    <a:pt x="19363008" y="17601115"/>
                    <a:pt x="19372472" y="17506455"/>
                  </a:cubicBezTo>
                  <a:cubicBezTo>
                    <a:pt x="19376560" y="17465578"/>
                    <a:pt x="19386360" y="17439006"/>
                    <a:pt x="19400384" y="17430756"/>
                  </a:cubicBezTo>
                  <a:cubicBezTo>
                    <a:pt x="19412272" y="17423765"/>
                    <a:pt x="19454024" y="17396775"/>
                    <a:pt x="19493176" y="17370779"/>
                  </a:cubicBezTo>
                  <a:cubicBezTo>
                    <a:pt x="19539024" y="17340322"/>
                    <a:pt x="19560396" y="17329434"/>
                    <a:pt x="19587656" y="17328061"/>
                  </a:cubicBezTo>
                  <a:close/>
                  <a:moveTo>
                    <a:pt x="7784312" y="17214737"/>
                  </a:moveTo>
                  <a:cubicBezTo>
                    <a:pt x="7790680" y="17214079"/>
                    <a:pt x="7795588" y="17214155"/>
                    <a:pt x="7798504" y="17215085"/>
                  </a:cubicBezTo>
                  <a:cubicBezTo>
                    <a:pt x="7810176" y="17218780"/>
                    <a:pt x="7860272" y="17229535"/>
                    <a:pt x="7909832" y="17238981"/>
                  </a:cubicBezTo>
                  <a:cubicBezTo>
                    <a:pt x="7969040" y="17250268"/>
                    <a:pt x="8012876" y="17267040"/>
                    <a:pt x="8037672" y="17287899"/>
                  </a:cubicBezTo>
                  <a:cubicBezTo>
                    <a:pt x="8065436" y="17311270"/>
                    <a:pt x="8097040" y="17321981"/>
                    <a:pt x="8157284" y="17328428"/>
                  </a:cubicBezTo>
                  <a:cubicBezTo>
                    <a:pt x="8225028" y="17335672"/>
                    <a:pt x="8245328" y="17343618"/>
                    <a:pt x="8274860" y="17374461"/>
                  </a:cubicBezTo>
                  <a:cubicBezTo>
                    <a:pt x="8301624" y="17402387"/>
                    <a:pt x="8322196" y="17411700"/>
                    <a:pt x="8357084" y="17411700"/>
                  </a:cubicBezTo>
                  <a:cubicBezTo>
                    <a:pt x="8421840" y="17411700"/>
                    <a:pt x="8480844" y="17434552"/>
                    <a:pt x="8482156" y="17460131"/>
                  </a:cubicBezTo>
                  <a:cubicBezTo>
                    <a:pt x="8482760" y="17471911"/>
                    <a:pt x="8486192" y="17510466"/>
                    <a:pt x="8489776" y="17545807"/>
                  </a:cubicBezTo>
                  <a:cubicBezTo>
                    <a:pt x="8499824" y="17644725"/>
                    <a:pt x="8497424" y="17645522"/>
                    <a:pt x="8168288" y="17653013"/>
                  </a:cubicBezTo>
                  <a:lnTo>
                    <a:pt x="7888960" y="17659365"/>
                  </a:lnTo>
                  <a:lnTo>
                    <a:pt x="7868984" y="17699198"/>
                  </a:lnTo>
                  <a:cubicBezTo>
                    <a:pt x="7857076" y="17722961"/>
                    <a:pt x="7835444" y="17742460"/>
                    <a:pt x="7815448" y="17747477"/>
                  </a:cubicBezTo>
                  <a:cubicBezTo>
                    <a:pt x="7771188" y="17758593"/>
                    <a:pt x="7624736" y="17890315"/>
                    <a:pt x="7605788" y="17936057"/>
                  </a:cubicBezTo>
                  <a:cubicBezTo>
                    <a:pt x="7589248" y="17975991"/>
                    <a:pt x="7598656" y="18200121"/>
                    <a:pt x="7619132" y="18253961"/>
                  </a:cubicBezTo>
                  <a:cubicBezTo>
                    <a:pt x="7627284" y="18275415"/>
                    <a:pt x="7649584" y="18291371"/>
                    <a:pt x="7691232" y="18305568"/>
                  </a:cubicBezTo>
                  <a:cubicBezTo>
                    <a:pt x="7724392" y="18316861"/>
                    <a:pt x="7757652" y="18323346"/>
                    <a:pt x="7765140" y="18319974"/>
                  </a:cubicBezTo>
                  <a:cubicBezTo>
                    <a:pt x="7772624" y="18316608"/>
                    <a:pt x="7795068" y="18330900"/>
                    <a:pt x="7815008" y="18351721"/>
                  </a:cubicBezTo>
                  <a:cubicBezTo>
                    <a:pt x="7859596" y="18398311"/>
                    <a:pt x="7898148" y="18399703"/>
                    <a:pt x="7949368" y="18356612"/>
                  </a:cubicBezTo>
                  <a:cubicBezTo>
                    <a:pt x="7984448" y="18327104"/>
                    <a:pt x="8085656" y="18294547"/>
                    <a:pt x="8162164" y="18288182"/>
                  </a:cubicBezTo>
                  <a:cubicBezTo>
                    <a:pt x="8177464" y="18286917"/>
                    <a:pt x="8199024" y="18272068"/>
                    <a:pt x="8210084" y="18255201"/>
                  </a:cubicBezTo>
                  <a:cubicBezTo>
                    <a:pt x="8224168" y="18233703"/>
                    <a:pt x="8241948" y="18224504"/>
                    <a:pt x="8269456" y="18224504"/>
                  </a:cubicBezTo>
                  <a:cubicBezTo>
                    <a:pt x="8300828" y="18224504"/>
                    <a:pt x="8315456" y="18214609"/>
                    <a:pt x="8342188" y="18175333"/>
                  </a:cubicBezTo>
                  <a:cubicBezTo>
                    <a:pt x="8373340" y="18129553"/>
                    <a:pt x="8380236" y="18125991"/>
                    <a:pt x="8441980" y="18123802"/>
                  </a:cubicBezTo>
                  <a:cubicBezTo>
                    <a:pt x="8498884" y="18121790"/>
                    <a:pt x="8511928" y="18116368"/>
                    <a:pt x="8533800" y="18085652"/>
                  </a:cubicBezTo>
                  <a:cubicBezTo>
                    <a:pt x="8550368" y="18062382"/>
                    <a:pt x="8578456" y="18045028"/>
                    <a:pt x="8614024" y="18036063"/>
                  </a:cubicBezTo>
                  <a:cubicBezTo>
                    <a:pt x="8644124" y="18028490"/>
                    <a:pt x="8682020" y="18008175"/>
                    <a:pt x="8698232" y="17990903"/>
                  </a:cubicBezTo>
                  <a:cubicBezTo>
                    <a:pt x="8721128" y="17966539"/>
                    <a:pt x="8745872" y="17957593"/>
                    <a:pt x="8808992" y="17950817"/>
                  </a:cubicBezTo>
                  <a:cubicBezTo>
                    <a:pt x="8870656" y="17944231"/>
                    <a:pt x="8901136" y="17933482"/>
                    <a:pt x="8935292" y="17906334"/>
                  </a:cubicBezTo>
                  <a:cubicBezTo>
                    <a:pt x="8990600" y="17862389"/>
                    <a:pt x="9062856" y="17851703"/>
                    <a:pt x="9261940" y="17858017"/>
                  </a:cubicBezTo>
                  <a:lnTo>
                    <a:pt x="9406464" y="17862604"/>
                  </a:lnTo>
                  <a:lnTo>
                    <a:pt x="9451356" y="17910206"/>
                  </a:lnTo>
                  <a:cubicBezTo>
                    <a:pt x="9476048" y="17936386"/>
                    <a:pt x="9508240" y="17957802"/>
                    <a:pt x="9522888" y="17957802"/>
                  </a:cubicBezTo>
                  <a:cubicBezTo>
                    <a:pt x="9537540" y="17957802"/>
                    <a:pt x="9563144" y="17970664"/>
                    <a:pt x="9579784" y="17986386"/>
                  </a:cubicBezTo>
                  <a:cubicBezTo>
                    <a:pt x="9596428" y="18002095"/>
                    <a:pt x="9629488" y="18032248"/>
                    <a:pt x="9653248" y="18053392"/>
                  </a:cubicBezTo>
                  <a:cubicBezTo>
                    <a:pt x="9732196" y="18123631"/>
                    <a:pt x="9814776" y="18232197"/>
                    <a:pt x="9828760" y="18284133"/>
                  </a:cubicBezTo>
                  <a:cubicBezTo>
                    <a:pt x="9836352" y="18312331"/>
                    <a:pt x="9855408" y="18348254"/>
                    <a:pt x="9871108" y="18363976"/>
                  </a:cubicBezTo>
                  <a:cubicBezTo>
                    <a:pt x="9898492" y="18391358"/>
                    <a:pt x="9899652" y="18401424"/>
                    <a:pt x="9899652" y="18611483"/>
                  </a:cubicBezTo>
                  <a:lnTo>
                    <a:pt x="9899652" y="18830425"/>
                  </a:lnTo>
                  <a:lnTo>
                    <a:pt x="9864728" y="18871504"/>
                  </a:lnTo>
                  <a:cubicBezTo>
                    <a:pt x="9836116" y="18905137"/>
                    <a:pt x="9829800" y="18924819"/>
                    <a:pt x="9829800" y="18980374"/>
                  </a:cubicBezTo>
                  <a:cubicBezTo>
                    <a:pt x="9829800" y="19036454"/>
                    <a:pt x="9824632" y="19052239"/>
                    <a:pt x="9799876" y="19071700"/>
                  </a:cubicBezTo>
                  <a:cubicBezTo>
                    <a:pt x="9783420" y="19084657"/>
                    <a:pt x="9755656" y="19117929"/>
                    <a:pt x="9738188" y="19145659"/>
                  </a:cubicBezTo>
                  <a:cubicBezTo>
                    <a:pt x="9720716" y="19173370"/>
                    <a:pt x="9642744" y="19266537"/>
                    <a:pt x="9564912" y="19352656"/>
                  </a:cubicBezTo>
                  <a:cubicBezTo>
                    <a:pt x="9487080" y="19438788"/>
                    <a:pt x="9423400" y="19517621"/>
                    <a:pt x="9423400" y="19527816"/>
                  </a:cubicBezTo>
                  <a:cubicBezTo>
                    <a:pt x="9423400" y="19538012"/>
                    <a:pt x="9435428" y="19562620"/>
                    <a:pt x="9450128" y="19582501"/>
                  </a:cubicBezTo>
                  <a:cubicBezTo>
                    <a:pt x="9470288" y="19609769"/>
                    <a:pt x="9474720" y="19628363"/>
                    <a:pt x="9468168" y="19658187"/>
                  </a:cubicBezTo>
                  <a:cubicBezTo>
                    <a:pt x="9463392" y="19679932"/>
                    <a:pt x="9455084" y="19697725"/>
                    <a:pt x="9449704" y="19697725"/>
                  </a:cubicBezTo>
                  <a:cubicBezTo>
                    <a:pt x="9441700" y="19697725"/>
                    <a:pt x="9352772" y="19740092"/>
                    <a:pt x="9303572" y="19767344"/>
                  </a:cubicBezTo>
                  <a:cubicBezTo>
                    <a:pt x="9297036" y="19770964"/>
                    <a:pt x="9278864" y="19761878"/>
                    <a:pt x="9263192" y="19747153"/>
                  </a:cubicBezTo>
                  <a:cubicBezTo>
                    <a:pt x="9242728" y="19727926"/>
                    <a:pt x="9209080" y="19717570"/>
                    <a:pt x="9143832" y="19710407"/>
                  </a:cubicBezTo>
                  <a:cubicBezTo>
                    <a:pt x="9070048" y="19702306"/>
                    <a:pt x="9046168" y="19693917"/>
                    <a:pt x="9016796" y="19665779"/>
                  </a:cubicBezTo>
                  <a:cubicBezTo>
                    <a:pt x="8989936" y="19640042"/>
                    <a:pt x="8958340" y="19627332"/>
                    <a:pt x="8894040" y="19616387"/>
                  </a:cubicBezTo>
                  <a:cubicBezTo>
                    <a:pt x="8838228" y="19606887"/>
                    <a:pt x="8798176" y="19592314"/>
                    <a:pt x="8781356" y="19575389"/>
                  </a:cubicBezTo>
                  <a:cubicBezTo>
                    <a:pt x="8763432" y="19557352"/>
                    <a:pt x="8726032" y="19544793"/>
                    <a:pt x="8661908" y="19535274"/>
                  </a:cubicBezTo>
                  <a:cubicBezTo>
                    <a:pt x="8610560" y="19527654"/>
                    <a:pt x="8559936" y="19512785"/>
                    <a:pt x="8549400" y="19502251"/>
                  </a:cubicBezTo>
                  <a:cubicBezTo>
                    <a:pt x="8538868" y="19491717"/>
                    <a:pt x="8527672" y="19452023"/>
                    <a:pt x="8524524" y="19414063"/>
                  </a:cubicBezTo>
                  <a:cubicBezTo>
                    <a:pt x="8517508" y="19329456"/>
                    <a:pt x="8540392" y="19300581"/>
                    <a:pt x="8631784" y="19278716"/>
                  </a:cubicBezTo>
                  <a:cubicBezTo>
                    <a:pt x="8681412" y="19266866"/>
                    <a:pt x="8709800" y="19267777"/>
                    <a:pt x="8780184" y="19283537"/>
                  </a:cubicBezTo>
                  <a:cubicBezTo>
                    <a:pt x="8897940" y="19309894"/>
                    <a:pt x="9087896" y="19285979"/>
                    <a:pt x="9162412" y="19235416"/>
                  </a:cubicBezTo>
                  <a:cubicBezTo>
                    <a:pt x="9190248" y="19216518"/>
                    <a:pt x="9228800" y="19202403"/>
                    <a:pt x="9252560" y="19202403"/>
                  </a:cubicBezTo>
                  <a:cubicBezTo>
                    <a:pt x="9284256" y="19202403"/>
                    <a:pt x="9307280" y="19189579"/>
                    <a:pt x="9349928" y="19148114"/>
                  </a:cubicBezTo>
                  <a:cubicBezTo>
                    <a:pt x="9380652" y="19118258"/>
                    <a:pt x="9409592" y="19083923"/>
                    <a:pt x="9414240" y="19071820"/>
                  </a:cubicBezTo>
                  <a:cubicBezTo>
                    <a:pt x="9418888" y="19059692"/>
                    <a:pt x="9437136" y="19043198"/>
                    <a:pt x="9454796" y="19035157"/>
                  </a:cubicBezTo>
                  <a:cubicBezTo>
                    <a:pt x="9472456" y="19027122"/>
                    <a:pt x="9486904" y="19015291"/>
                    <a:pt x="9486904" y="19008882"/>
                  </a:cubicBezTo>
                  <a:cubicBezTo>
                    <a:pt x="9486904" y="19002454"/>
                    <a:pt x="9508920" y="18975414"/>
                    <a:pt x="9535836" y="18948772"/>
                  </a:cubicBezTo>
                  <a:lnTo>
                    <a:pt x="9584768" y="18900316"/>
                  </a:lnTo>
                  <a:lnTo>
                    <a:pt x="9560560" y="18624554"/>
                  </a:lnTo>
                  <a:lnTo>
                    <a:pt x="9486040" y="18548880"/>
                  </a:lnTo>
                  <a:cubicBezTo>
                    <a:pt x="9413088" y="18474801"/>
                    <a:pt x="9409452" y="18472884"/>
                    <a:pt x="9312688" y="18457681"/>
                  </a:cubicBezTo>
                  <a:cubicBezTo>
                    <a:pt x="9165224" y="18434506"/>
                    <a:pt x="9031920" y="18455359"/>
                    <a:pt x="8963856" y="18512217"/>
                  </a:cubicBezTo>
                  <a:cubicBezTo>
                    <a:pt x="8935884" y="18535588"/>
                    <a:pt x="8899444" y="18554701"/>
                    <a:pt x="8882872" y="18554701"/>
                  </a:cubicBezTo>
                  <a:cubicBezTo>
                    <a:pt x="8865380" y="18554701"/>
                    <a:pt x="8834112" y="18573339"/>
                    <a:pt x="8808296" y="18599152"/>
                  </a:cubicBezTo>
                  <a:cubicBezTo>
                    <a:pt x="8774008" y="18633443"/>
                    <a:pt x="8753428" y="18643610"/>
                    <a:pt x="8718260" y="18643610"/>
                  </a:cubicBezTo>
                  <a:cubicBezTo>
                    <a:pt x="8683360" y="18643610"/>
                    <a:pt x="8664136" y="18652948"/>
                    <a:pt x="8636284" y="18683443"/>
                  </a:cubicBezTo>
                  <a:cubicBezTo>
                    <a:pt x="8608792" y="18713558"/>
                    <a:pt x="8583944" y="18725800"/>
                    <a:pt x="8534636" y="18733601"/>
                  </a:cubicBezTo>
                  <a:cubicBezTo>
                    <a:pt x="8490748" y="18740535"/>
                    <a:pt x="8455540" y="18756067"/>
                    <a:pt x="8427136" y="18781007"/>
                  </a:cubicBezTo>
                  <a:cubicBezTo>
                    <a:pt x="8399692" y="18805099"/>
                    <a:pt x="8364052" y="18821213"/>
                    <a:pt x="8325384" y="18827021"/>
                  </a:cubicBezTo>
                  <a:cubicBezTo>
                    <a:pt x="8292652" y="18831918"/>
                    <a:pt x="8255288" y="18846520"/>
                    <a:pt x="8242348" y="18859458"/>
                  </a:cubicBezTo>
                  <a:cubicBezTo>
                    <a:pt x="8194280" y="18907522"/>
                    <a:pt x="8173840" y="18910483"/>
                    <a:pt x="7935160" y="18903783"/>
                  </a:cubicBezTo>
                  <a:cubicBezTo>
                    <a:pt x="7807224" y="18900202"/>
                    <a:pt x="7693904" y="18897026"/>
                    <a:pt x="7683336" y="18896735"/>
                  </a:cubicBezTo>
                  <a:cubicBezTo>
                    <a:pt x="7672768" y="18896450"/>
                    <a:pt x="7654900" y="18880159"/>
                    <a:pt x="7643632" y="18860521"/>
                  </a:cubicBezTo>
                  <a:cubicBezTo>
                    <a:pt x="7629412" y="18835739"/>
                    <a:pt x="7606148" y="18820258"/>
                    <a:pt x="7567600" y="18809901"/>
                  </a:cubicBezTo>
                  <a:cubicBezTo>
                    <a:pt x="7524932" y="18798456"/>
                    <a:pt x="7493648" y="18775389"/>
                    <a:pt x="7432676" y="18710477"/>
                  </a:cubicBezTo>
                  <a:cubicBezTo>
                    <a:pt x="7389020" y="18663988"/>
                    <a:pt x="7353304" y="18618316"/>
                    <a:pt x="7353304" y="18608965"/>
                  </a:cubicBezTo>
                  <a:cubicBezTo>
                    <a:pt x="7353304" y="18599614"/>
                    <a:pt x="7333300" y="18571960"/>
                    <a:pt x="7308852" y="18547520"/>
                  </a:cubicBezTo>
                  <a:cubicBezTo>
                    <a:pt x="7270328" y="18508984"/>
                    <a:pt x="7264400" y="18494882"/>
                    <a:pt x="7264400" y="18441750"/>
                  </a:cubicBezTo>
                  <a:cubicBezTo>
                    <a:pt x="7264400" y="18398172"/>
                    <a:pt x="7255684" y="18367601"/>
                    <a:pt x="7234240" y="18336012"/>
                  </a:cubicBezTo>
                  <a:cubicBezTo>
                    <a:pt x="7210008" y="18300298"/>
                    <a:pt x="7204076" y="18275029"/>
                    <a:pt x="7204076" y="18207542"/>
                  </a:cubicBezTo>
                  <a:cubicBezTo>
                    <a:pt x="7204076" y="18139062"/>
                    <a:pt x="7209648" y="18115982"/>
                    <a:pt x="7234240" y="18082653"/>
                  </a:cubicBezTo>
                  <a:cubicBezTo>
                    <a:pt x="7251376" y="18059434"/>
                    <a:pt x="7264400" y="18023998"/>
                    <a:pt x="7264400" y="18000621"/>
                  </a:cubicBezTo>
                  <a:cubicBezTo>
                    <a:pt x="7264400" y="17942251"/>
                    <a:pt x="7284092" y="17897831"/>
                    <a:pt x="7314192" y="17888284"/>
                  </a:cubicBezTo>
                  <a:cubicBezTo>
                    <a:pt x="7330904" y="17882976"/>
                    <a:pt x="7345036" y="17861503"/>
                    <a:pt x="7354192" y="17827497"/>
                  </a:cubicBezTo>
                  <a:cubicBezTo>
                    <a:pt x="7375884" y="17746939"/>
                    <a:pt x="7406380" y="17705455"/>
                    <a:pt x="7517632" y="17605183"/>
                  </a:cubicBezTo>
                  <a:cubicBezTo>
                    <a:pt x="7573936" y="17554443"/>
                    <a:pt x="7620000" y="17504981"/>
                    <a:pt x="7620000" y="17495301"/>
                  </a:cubicBezTo>
                  <a:cubicBezTo>
                    <a:pt x="7620000" y="17485596"/>
                    <a:pt x="7638576" y="17457170"/>
                    <a:pt x="7661276" y="17432097"/>
                  </a:cubicBezTo>
                  <a:lnTo>
                    <a:pt x="7702552" y="17386545"/>
                  </a:lnTo>
                  <a:lnTo>
                    <a:pt x="7666240" y="17357037"/>
                  </a:lnTo>
                  <a:cubicBezTo>
                    <a:pt x="7646112" y="17340689"/>
                    <a:pt x="7629128" y="17313750"/>
                    <a:pt x="7628140" y="17296598"/>
                  </a:cubicBezTo>
                  <a:cubicBezTo>
                    <a:pt x="7626600" y="17269969"/>
                    <a:pt x="7636880" y="17261656"/>
                    <a:pt x="7701816" y="17237007"/>
                  </a:cubicBezTo>
                  <a:cubicBezTo>
                    <a:pt x="7732948" y="17225176"/>
                    <a:pt x="7765204" y="17216673"/>
                    <a:pt x="7784312" y="17214737"/>
                  </a:cubicBezTo>
                  <a:close/>
                  <a:moveTo>
                    <a:pt x="41066312" y="17149882"/>
                  </a:moveTo>
                  <a:cubicBezTo>
                    <a:pt x="41075284" y="17149724"/>
                    <a:pt x="41085592" y="17150445"/>
                    <a:pt x="41098204" y="17151723"/>
                  </a:cubicBezTo>
                  <a:cubicBezTo>
                    <a:pt x="41177030" y="17159834"/>
                    <a:pt x="41331076" y="17276163"/>
                    <a:pt x="41343190" y="17336716"/>
                  </a:cubicBezTo>
                  <a:cubicBezTo>
                    <a:pt x="41359480" y="17418166"/>
                    <a:pt x="41352592" y="17507657"/>
                    <a:pt x="41328976" y="17521291"/>
                  </a:cubicBezTo>
                  <a:cubicBezTo>
                    <a:pt x="41292052" y="17542631"/>
                    <a:pt x="41249602" y="17588974"/>
                    <a:pt x="41249602" y="17607948"/>
                  </a:cubicBezTo>
                  <a:cubicBezTo>
                    <a:pt x="41249602" y="17651330"/>
                    <a:pt x="41212124" y="17665717"/>
                    <a:pt x="41099120" y="17665717"/>
                  </a:cubicBezTo>
                  <a:cubicBezTo>
                    <a:pt x="40984116" y="17665717"/>
                    <a:pt x="40932102" y="17647376"/>
                    <a:pt x="40932102" y="17606866"/>
                  </a:cubicBezTo>
                  <a:cubicBezTo>
                    <a:pt x="40932102" y="17596237"/>
                    <a:pt x="40914460" y="17569918"/>
                    <a:pt x="40892896" y="17548344"/>
                  </a:cubicBezTo>
                  <a:cubicBezTo>
                    <a:pt x="40816450" y="17471905"/>
                    <a:pt x="40809788" y="17396984"/>
                    <a:pt x="40873292" y="17327928"/>
                  </a:cubicBezTo>
                  <a:cubicBezTo>
                    <a:pt x="40896830" y="17302330"/>
                    <a:pt x="40923976" y="17267647"/>
                    <a:pt x="40933618" y="17250856"/>
                  </a:cubicBezTo>
                  <a:cubicBezTo>
                    <a:pt x="40943260" y="17234065"/>
                    <a:pt x="40971154" y="17203545"/>
                    <a:pt x="40995602" y="17183040"/>
                  </a:cubicBezTo>
                  <a:cubicBezTo>
                    <a:pt x="41024524" y="17158790"/>
                    <a:pt x="41039398" y="17150382"/>
                    <a:pt x="41066312" y="17149882"/>
                  </a:cubicBezTo>
                  <a:close/>
                  <a:moveTo>
                    <a:pt x="41626186" y="17051584"/>
                  </a:moveTo>
                  <a:cubicBezTo>
                    <a:pt x="41639806" y="17050344"/>
                    <a:pt x="41654956" y="17050401"/>
                    <a:pt x="41670312" y="17051584"/>
                  </a:cubicBezTo>
                  <a:cubicBezTo>
                    <a:pt x="41716384" y="17055146"/>
                    <a:pt x="41764334" y="17068875"/>
                    <a:pt x="41778556" y="17088317"/>
                  </a:cubicBezTo>
                  <a:cubicBezTo>
                    <a:pt x="41803124" y="17121918"/>
                    <a:pt x="41799708" y="17166401"/>
                    <a:pt x="41770302" y="17195801"/>
                  </a:cubicBezTo>
                  <a:cubicBezTo>
                    <a:pt x="41742060" y="17224050"/>
                    <a:pt x="41645132" y="17230927"/>
                    <a:pt x="41586980" y="17208815"/>
                  </a:cubicBezTo>
                  <a:cubicBezTo>
                    <a:pt x="41558758" y="17198085"/>
                    <a:pt x="41554402" y="17188886"/>
                    <a:pt x="41554402" y="17140025"/>
                  </a:cubicBezTo>
                  <a:cubicBezTo>
                    <a:pt x="41554402" y="17095871"/>
                    <a:pt x="41560604" y="17079333"/>
                    <a:pt x="41582976" y="17063839"/>
                  </a:cubicBezTo>
                  <a:cubicBezTo>
                    <a:pt x="41592580" y="17057183"/>
                    <a:pt x="41608026" y="17053229"/>
                    <a:pt x="41626186" y="17051584"/>
                  </a:cubicBezTo>
                  <a:close/>
                  <a:moveTo>
                    <a:pt x="16078800" y="16868388"/>
                  </a:moveTo>
                  <a:cubicBezTo>
                    <a:pt x="16101524" y="16870343"/>
                    <a:pt x="16125804" y="16876056"/>
                    <a:pt x="16152240" y="16885603"/>
                  </a:cubicBezTo>
                  <a:cubicBezTo>
                    <a:pt x="16221616" y="16910663"/>
                    <a:pt x="16243304" y="16957411"/>
                    <a:pt x="16243304" y="17081927"/>
                  </a:cubicBezTo>
                  <a:cubicBezTo>
                    <a:pt x="16243304" y="17219020"/>
                    <a:pt x="16240896" y="17221203"/>
                    <a:pt x="16089876" y="17221203"/>
                  </a:cubicBezTo>
                  <a:cubicBezTo>
                    <a:pt x="15971832" y="17221203"/>
                    <a:pt x="15960520" y="17218976"/>
                    <a:pt x="15931576" y="17190031"/>
                  </a:cubicBezTo>
                  <a:cubicBezTo>
                    <a:pt x="15905884" y="17164345"/>
                    <a:pt x="15900400" y="17146339"/>
                    <a:pt x="15900400" y="17087602"/>
                  </a:cubicBezTo>
                  <a:cubicBezTo>
                    <a:pt x="15900400" y="17009328"/>
                    <a:pt x="15916316" y="16967205"/>
                    <a:pt x="15945888" y="16967205"/>
                  </a:cubicBezTo>
                  <a:cubicBezTo>
                    <a:pt x="15956448" y="16967205"/>
                    <a:pt x="15971960" y="16947358"/>
                    <a:pt x="15980368" y="16923095"/>
                  </a:cubicBezTo>
                  <a:cubicBezTo>
                    <a:pt x="15988772" y="16898826"/>
                    <a:pt x="16004224" y="16876638"/>
                    <a:pt x="16014704" y="16873772"/>
                  </a:cubicBezTo>
                  <a:cubicBezTo>
                    <a:pt x="16034916" y="16868230"/>
                    <a:pt x="16056080" y="16866427"/>
                    <a:pt x="16078800" y="16868388"/>
                  </a:cubicBezTo>
                  <a:close/>
                  <a:moveTo>
                    <a:pt x="21326604" y="16712808"/>
                  </a:moveTo>
                  <a:cubicBezTo>
                    <a:pt x="21348056" y="16713428"/>
                    <a:pt x="21367116" y="16724557"/>
                    <a:pt x="21376876" y="16745979"/>
                  </a:cubicBezTo>
                  <a:cubicBezTo>
                    <a:pt x="21385088" y="16763991"/>
                    <a:pt x="21413540" y="16789842"/>
                    <a:pt x="21440104" y="16803381"/>
                  </a:cubicBezTo>
                  <a:lnTo>
                    <a:pt x="21488400" y="16828030"/>
                  </a:lnTo>
                  <a:lnTo>
                    <a:pt x="21488400" y="17014035"/>
                  </a:lnTo>
                  <a:lnTo>
                    <a:pt x="21422816" y="17069343"/>
                  </a:lnTo>
                  <a:cubicBezTo>
                    <a:pt x="21365052" y="17118046"/>
                    <a:pt x="21348384" y="17125271"/>
                    <a:pt x="21283088" y="17129997"/>
                  </a:cubicBezTo>
                  <a:cubicBezTo>
                    <a:pt x="21195756" y="17136311"/>
                    <a:pt x="21144796" y="17118476"/>
                    <a:pt x="21100796" y="17066186"/>
                  </a:cubicBezTo>
                  <a:cubicBezTo>
                    <a:pt x="21074352" y="17034755"/>
                    <a:pt x="21069304" y="17015541"/>
                    <a:pt x="21069304" y="16946352"/>
                  </a:cubicBezTo>
                  <a:cubicBezTo>
                    <a:pt x="21069304" y="16901015"/>
                    <a:pt x="21075072" y="16853166"/>
                    <a:pt x="21082120" y="16839981"/>
                  </a:cubicBezTo>
                  <a:cubicBezTo>
                    <a:pt x="21089172" y="16826809"/>
                    <a:pt x="21126296" y="16806146"/>
                    <a:pt x="21164624" y="16794062"/>
                  </a:cubicBezTo>
                  <a:cubicBezTo>
                    <a:pt x="21202948" y="16781978"/>
                    <a:pt x="21246752" y="16758854"/>
                    <a:pt x="21261968" y="16742651"/>
                  </a:cubicBezTo>
                  <a:cubicBezTo>
                    <a:pt x="21281304" y="16722083"/>
                    <a:pt x="21305148" y="16712188"/>
                    <a:pt x="21326604" y="16712808"/>
                  </a:cubicBezTo>
                  <a:close/>
                  <a:moveTo>
                    <a:pt x="19137996" y="16624304"/>
                  </a:moveTo>
                  <a:cubicBezTo>
                    <a:pt x="19229552" y="16624304"/>
                    <a:pt x="19256216" y="16651338"/>
                    <a:pt x="19263460" y="16751534"/>
                  </a:cubicBezTo>
                  <a:cubicBezTo>
                    <a:pt x="19270888" y="16854254"/>
                    <a:pt x="19257540" y="16865617"/>
                    <a:pt x="19129292" y="16865617"/>
                  </a:cubicBezTo>
                  <a:cubicBezTo>
                    <a:pt x="19016376" y="16865617"/>
                    <a:pt x="18935864" y="16826575"/>
                    <a:pt x="18954948" y="16781086"/>
                  </a:cubicBezTo>
                  <a:cubicBezTo>
                    <a:pt x="18972216" y="16739918"/>
                    <a:pt x="19039932" y="16642158"/>
                    <a:pt x="19056944" y="16633832"/>
                  </a:cubicBezTo>
                  <a:cubicBezTo>
                    <a:pt x="19067648" y="16628587"/>
                    <a:pt x="19104120" y="16624304"/>
                    <a:pt x="19137996" y="16624304"/>
                  </a:cubicBezTo>
                  <a:close/>
                  <a:moveTo>
                    <a:pt x="41199952" y="16617509"/>
                  </a:moveTo>
                  <a:cubicBezTo>
                    <a:pt x="41221160" y="16619597"/>
                    <a:pt x="41239186" y="16631934"/>
                    <a:pt x="41275002" y="16664295"/>
                  </a:cubicBezTo>
                  <a:cubicBezTo>
                    <a:pt x="41335332" y="16718812"/>
                    <a:pt x="41338380" y="16730700"/>
                    <a:pt x="41328754" y="16873614"/>
                  </a:cubicBezTo>
                  <a:cubicBezTo>
                    <a:pt x="41325068" y="16928384"/>
                    <a:pt x="41267886" y="16954501"/>
                    <a:pt x="41151684" y="16954501"/>
                  </a:cubicBezTo>
                  <a:cubicBezTo>
                    <a:pt x="41048678" y="16954501"/>
                    <a:pt x="41023250" y="16940095"/>
                    <a:pt x="41012816" y="16875803"/>
                  </a:cubicBezTo>
                  <a:cubicBezTo>
                    <a:pt x="41000184" y="16797959"/>
                    <a:pt x="41017086" y="16741291"/>
                    <a:pt x="41059456" y="16719369"/>
                  </a:cubicBezTo>
                  <a:cubicBezTo>
                    <a:pt x="41079980" y="16708759"/>
                    <a:pt x="41105588" y="16683022"/>
                    <a:pt x="41116364" y="16662188"/>
                  </a:cubicBezTo>
                  <a:cubicBezTo>
                    <a:pt x="41130452" y="16634958"/>
                    <a:pt x="41147456" y="16622678"/>
                    <a:pt x="41176904" y="16618477"/>
                  </a:cubicBezTo>
                  <a:cubicBezTo>
                    <a:pt x="41185458" y="16617256"/>
                    <a:pt x="41192882" y="16616813"/>
                    <a:pt x="41199952" y="16617509"/>
                  </a:cubicBezTo>
                  <a:close/>
                  <a:moveTo>
                    <a:pt x="20394024" y="16606064"/>
                  </a:moveTo>
                  <a:cubicBezTo>
                    <a:pt x="20448988" y="16610575"/>
                    <a:pt x="20469732" y="16619350"/>
                    <a:pt x="20504496" y="16652888"/>
                  </a:cubicBezTo>
                  <a:cubicBezTo>
                    <a:pt x="20528040" y="16675582"/>
                    <a:pt x="20559024" y="16704381"/>
                    <a:pt x="20573352" y="16716876"/>
                  </a:cubicBezTo>
                  <a:cubicBezTo>
                    <a:pt x="20595500" y="16736198"/>
                    <a:pt x="20599400" y="16754634"/>
                    <a:pt x="20599400" y="16839880"/>
                  </a:cubicBezTo>
                  <a:cubicBezTo>
                    <a:pt x="20599400" y="16966142"/>
                    <a:pt x="20586136" y="17001527"/>
                    <a:pt x="20530040" y="17024974"/>
                  </a:cubicBezTo>
                  <a:cubicBezTo>
                    <a:pt x="20464748" y="17052261"/>
                    <a:pt x="20301212" y="17049806"/>
                    <a:pt x="20276144" y="17021178"/>
                  </a:cubicBezTo>
                  <a:cubicBezTo>
                    <a:pt x="20195412" y="16928979"/>
                    <a:pt x="20180304" y="16900420"/>
                    <a:pt x="20180304" y="16840038"/>
                  </a:cubicBezTo>
                  <a:cubicBezTo>
                    <a:pt x="20180304" y="16760499"/>
                    <a:pt x="20188424" y="16741620"/>
                    <a:pt x="20232456" y="16718850"/>
                  </a:cubicBezTo>
                  <a:cubicBezTo>
                    <a:pt x="20252464" y="16708506"/>
                    <a:pt x="20272508" y="16685401"/>
                    <a:pt x="20277000" y="16667509"/>
                  </a:cubicBezTo>
                  <a:cubicBezTo>
                    <a:pt x="20281488" y="16649617"/>
                    <a:pt x="20294432" y="16627227"/>
                    <a:pt x="20305760" y="16617743"/>
                  </a:cubicBezTo>
                  <a:cubicBezTo>
                    <a:pt x="20319604" y="16606159"/>
                    <a:pt x="20348524" y="16602344"/>
                    <a:pt x="20394024" y="16606064"/>
                  </a:cubicBezTo>
                  <a:close/>
                  <a:moveTo>
                    <a:pt x="16795156" y="16604286"/>
                  </a:moveTo>
                  <a:cubicBezTo>
                    <a:pt x="16853228" y="16601066"/>
                    <a:pt x="16936840" y="16626765"/>
                    <a:pt x="16947488" y="16660309"/>
                  </a:cubicBezTo>
                  <a:cubicBezTo>
                    <a:pt x="16951812" y="16673937"/>
                    <a:pt x="16972376" y="16692126"/>
                    <a:pt x="16993184" y="16700743"/>
                  </a:cubicBezTo>
                  <a:cubicBezTo>
                    <a:pt x="17042200" y="16721052"/>
                    <a:pt x="17048144" y="16748965"/>
                    <a:pt x="17035088" y="16897630"/>
                  </a:cubicBezTo>
                  <a:cubicBezTo>
                    <a:pt x="17024936" y="17013200"/>
                    <a:pt x="17021780" y="17022943"/>
                    <a:pt x="16977216" y="17076100"/>
                  </a:cubicBezTo>
                  <a:cubicBezTo>
                    <a:pt x="16930616" y="17131680"/>
                    <a:pt x="16929176" y="17132300"/>
                    <a:pt x="16849872" y="17132300"/>
                  </a:cubicBezTo>
                  <a:cubicBezTo>
                    <a:pt x="16768944" y="17132300"/>
                    <a:pt x="16713200" y="17109834"/>
                    <a:pt x="16713200" y="17077182"/>
                  </a:cubicBezTo>
                  <a:cubicBezTo>
                    <a:pt x="16713200" y="17068609"/>
                    <a:pt x="16693200" y="17030554"/>
                    <a:pt x="16668752" y="16992600"/>
                  </a:cubicBezTo>
                  <a:cubicBezTo>
                    <a:pt x="16629300" y="16931364"/>
                    <a:pt x="16624304" y="16914092"/>
                    <a:pt x="16624304" y="16838969"/>
                  </a:cubicBezTo>
                  <a:cubicBezTo>
                    <a:pt x="16624304" y="16757481"/>
                    <a:pt x="16625924" y="16753084"/>
                    <a:pt x="16667892" y="16721071"/>
                  </a:cubicBezTo>
                  <a:cubicBezTo>
                    <a:pt x="16691868" y="16702793"/>
                    <a:pt x="16715232" y="16676031"/>
                    <a:pt x="16719812" y="16661587"/>
                  </a:cubicBezTo>
                  <a:cubicBezTo>
                    <a:pt x="16724388" y="16647175"/>
                    <a:pt x="16737636" y="16627518"/>
                    <a:pt x="16749244" y="16617933"/>
                  </a:cubicBezTo>
                  <a:cubicBezTo>
                    <a:pt x="16759280" y="16609651"/>
                    <a:pt x="16775800" y="16605368"/>
                    <a:pt x="16795156" y="16604286"/>
                  </a:cubicBezTo>
                  <a:close/>
                  <a:moveTo>
                    <a:pt x="18269884" y="16602888"/>
                  </a:moveTo>
                  <a:cubicBezTo>
                    <a:pt x="18286152" y="16601977"/>
                    <a:pt x="18308536" y="16603755"/>
                    <a:pt x="18340928" y="16607981"/>
                  </a:cubicBezTo>
                  <a:cubicBezTo>
                    <a:pt x="18421256" y="16618458"/>
                    <a:pt x="18428916" y="16622501"/>
                    <a:pt x="18490152" y="16686704"/>
                  </a:cubicBezTo>
                  <a:cubicBezTo>
                    <a:pt x="18553808" y="16753451"/>
                    <a:pt x="18554704" y="16755507"/>
                    <a:pt x="18554704" y="16834673"/>
                  </a:cubicBezTo>
                  <a:cubicBezTo>
                    <a:pt x="18554704" y="16943910"/>
                    <a:pt x="18538800" y="16954501"/>
                    <a:pt x="18374904" y="16954501"/>
                  </a:cubicBezTo>
                  <a:cubicBezTo>
                    <a:pt x="18307060" y="16954501"/>
                    <a:pt x="18237128" y="16949022"/>
                    <a:pt x="18219496" y="16942322"/>
                  </a:cubicBezTo>
                  <a:cubicBezTo>
                    <a:pt x="18181340" y="16927821"/>
                    <a:pt x="18135600" y="16844397"/>
                    <a:pt x="18135600" y="16789317"/>
                  </a:cubicBezTo>
                  <a:cubicBezTo>
                    <a:pt x="18135600" y="16763251"/>
                    <a:pt x="18146348" y="16740753"/>
                    <a:pt x="18167708" y="16722140"/>
                  </a:cubicBezTo>
                  <a:cubicBezTo>
                    <a:pt x="18185364" y="16706747"/>
                    <a:pt x="18203196" y="16679865"/>
                    <a:pt x="18207328" y="16662416"/>
                  </a:cubicBezTo>
                  <a:cubicBezTo>
                    <a:pt x="18211464" y="16644948"/>
                    <a:pt x="18224164" y="16623064"/>
                    <a:pt x="18235552" y="16613789"/>
                  </a:cubicBezTo>
                  <a:cubicBezTo>
                    <a:pt x="18243472" y="16607342"/>
                    <a:pt x="18253620" y="16603780"/>
                    <a:pt x="18269884" y="16602888"/>
                  </a:cubicBezTo>
                  <a:close/>
                  <a:moveTo>
                    <a:pt x="17458800" y="16601218"/>
                  </a:moveTo>
                  <a:cubicBezTo>
                    <a:pt x="17489208" y="16600990"/>
                    <a:pt x="17520804" y="16604881"/>
                    <a:pt x="17540696" y="16612954"/>
                  </a:cubicBezTo>
                  <a:cubicBezTo>
                    <a:pt x="17586920" y="16631719"/>
                    <a:pt x="17653220" y="16717395"/>
                    <a:pt x="17661632" y="16769236"/>
                  </a:cubicBezTo>
                  <a:cubicBezTo>
                    <a:pt x="17666932" y="16801907"/>
                    <a:pt x="17662252" y="16818268"/>
                    <a:pt x="17641732" y="16838779"/>
                  </a:cubicBezTo>
                  <a:cubicBezTo>
                    <a:pt x="17618272" y="16862245"/>
                    <a:pt x="17600072" y="16865617"/>
                    <a:pt x="17496680" y="16865617"/>
                  </a:cubicBezTo>
                  <a:cubicBezTo>
                    <a:pt x="17399208" y="16865617"/>
                    <a:pt x="17373016" y="16861315"/>
                    <a:pt x="17347456" y="16841158"/>
                  </a:cubicBezTo>
                  <a:cubicBezTo>
                    <a:pt x="17318660" y="16818464"/>
                    <a:pt x="17317048" y="16811201"/>
                    <a:pt x="17324804" y="16739102"/>
                  </a:cubicBezTo>
                  <a:cubicBezTo>
                    <a:pt x="17333236" y="16660733"/>
                    <a:pt x="17345200" y="16635496"/>
                    <a:pt x="17384052" y="16614099"/>
                  </a:cubicBezTo>
                  <a:cubicBezTo>
                    <a:pt x="17399180" y="16605773"/>
                    <a:pt x="17428396" y="16601439"/>
                    <a:pt x="17458800" y="16601218"/>
                  </a:cubicBezTo>
                  <a:close/>
                  <a:moveTo>
                    <a:pt x="22706916" y="16434003"/>
                  </a:moveTo>
                  <a:cubicBezTo>
                    <a:pt x="22746852" y="16433560"/>
                    <a:pt x="22786468" y="16439305"/>
                    <a:pt x="22803104" y="16451471"/>
                  </a:cubicBezTo>
                  <a:cubicBezTo>
                    <a:pt x="22821792" y="16465143"/>
                    <a:pt x="22828392" y="16489077"/>
                    <a:pt x="22832240" y="16557203"/>
                  </a:cubicBezTo>
                  <a:cubicBezTo>
                    <a:pt x="22838776" y="16672836"/>
                    <a:pt x="22825016" y="16687805"/>
                    <a:pt x="22712208" y="16687805"/>
                  </a:cubicBezTo>
                  <a:cubicBezTo>
                    <a:pt x="22589032" y="16687805"/>
                    <a:pt x="22580600" y="16680099"/>
                    <a:pt x="22580600" y="16567427"/>
                  </a:cubicBezTo>
                  <a:cubicBezTo>
                    <a:pt x="22580600" y="16484604"/>
                    <a:pt x="22583980" y="16470989"/>
                    <a:pt x="22608828" y="16453578"/>
                  </a:cubicBezTo>
                  <a:cubicBezTo>
                    <a:pt x="22626736" y="16441032"/>
                    <a:pt x="22666984" y="16434427"/>
                    <a:pt x="22706916" y="16434003"/>
                  </a:cubicBezTo>
                  <a:close/>
                  <a:moveTo>
                    <a:pt x="35683348" y="16339419"/>
                  </a:moveTo>
                  <a:cubicBezTo>
                    <a:pt x="35753514" y="16338451"/>
                    <a:pt x="35867694" y="16355052"/>
                    <a:pt x="35886850" y="16374222"/>
                  </a:cubicBezTo>
                  <a:cubicBezTo>
                    <a:pt x="35913410" y="16400769"/>
                    <a:pt x="35912788" y="16518515"/>
                    <a:pt x="35885898" y="16554451"/>
                  </a:cubicBezTo>
                  <a:cubicBezTo>
                    <a:pt x="35870248" y="16575373"/>
                    <a:pt x="35844478" y="16581738"/>
                    <a:pt x="35739880" y="16590513"/>
                  </a:cubicBezTo>
                  <a:lnTo>
                    <a:pt x="35612868" y="16601161"/>
                  </a:lnTo>
                  <a:lnTo>
                    <a:pt x="35591178" y="16568066"/>
                  </a:lnTo>
                  <a:cubicBezTo>
                    <a:pt x="35574260" y="16542240"/>
                    <a:pt x="35571404" y="16520565"/>
                    <a:pt x="35578178" y="16469483"/>
                  </a:cubicBezTo>
                  <a:cubicBezTo>
                    <a:pt x="35588130" y="16394455"/>
                    <a:pt x="35601456" y="16364637"/>
                    <a:pt x="35633002" y="16346796"/>
                  </a:cubicBezTo>
                  <a:cubicBezTo>
                    <a:pt x="35641460" y="16342013"/>
                    <a:pt x="35659958" y="16339735"/>
                    <a:pt x="35683348" y="16339419"/>
                  </a:cubicBezTo>
                  <a:close/>
                  <a:moveTo>
                    <a:pt x="41560496" y="16173767"/>
                  </a:moveTo>
                  <a:cubicBezTo>
                    <a:pt x="41577606" y="16172122"/>
                    <a:pt x="41598244" y="16172103"/>
                    <a:pt x="41620418" y="16173906"/>
                  </a:cubicBezTo>
                  <a:cubicBezTo>
                    <a:pt x="41684948" y="16179170"/>
                    <a:pt x="41701250" y="16186857"/>
                    <a:pt x="41770932" y="16244841"/>
                  </a:cubicBezTo>
                  <a:cubicBezTo>
                    <a:pt x="41869064" y="16326506"/>
                    <a:pt x="41888656" y="16370445"/>
                    <a:pt x="41882376" y="16494752"/>
                  </a:cubicBezTo>
                  <a:cubicBezTo>
                    <a:pt x="41877756" y="16586236"/>
                    <a:pt x="41876300" y="16589855"/>
                    <a:pt x="41824460" y="16638210"/>
                  </a:cubicBezTo>
                  <a:cubicBezTo>
                    <a:pt x="41774092" y="16685192"/>
                    <a:pt x="41766992" y="16687805"/>
                    <a:pt x="41689832" y="16687805"/>
                  </a:cubicBezTo>
                  <a:cubicBezTo>
                    <a:pt x="41562488" y="16687805"/>
                    <a:pt x="41538112" y="16678606"/>
                    <a:pt x="41455176" y="16599187"/>
                  </a:cubicBezTo>
                  <a:cubicBezTo>
                    <a:pt x="41390720" y="16537470"/>
                    <a:pt x="41377304" y="16517003"/>
                    <a:pt x="41370168" y="16469426"/>
                  </a:cubicBezTo>
                  <a:cubicBezTo>
                    <a:pt x="41365512" y="16438362"/>
                    <a:pt x="41367776" y="16390393"/>
                    <a:pt x="41375198" y="16362834"/>
                  </a:cubicBezTo>
                  <a:cubicBezTo>
                    <a:pt x="41388512" y="16313372"/>
                    <a:pt x="41469776" y="16213916"/>
                    <a:pt x="41521744" y="16183434"/>
                  </a:cubicBezTo>
                  <a:cubicBezTo>
                    <a:pt x="41529806" y="16178708"/>
                    <a:pt x="41543388" y="16175418"/>
                    <a:pt x="41560496" y="16173767"/>
                  </a:cubicBezTo>
                  <a:close/>
                  <a:moveTo>
                    <a:pt x="36280380" y="16168541"/>
                  </a:moveTo>
                  <a:cubicBezTo>
                    <a:pt x="36292040" y="16168718"/>
                    <a:pt x="36305158" y="16169414"/>
                    <a:pt x="36319946" y="16170597"/>
                  </a:cubicBezTo>
                  <a:cubicBezTo>
                    <a:pt x="36436662" y="16179967"/>
                    <a:pt x="36449002" y="16197302"/>
                    <a:pt x="36449002" y="16351952"/>
                  </a:cubicBezTo>
                  <a:cubicBezTo>
                    <a:pt x="36449002" y="16497580"/>
                    <a:pt x="36437936" y="16510012"/>
                    <a:pt x="36308372" y="16510012"/>
                  </a:cubicBezTo>
                  <a:cubicBezTo>
                    <a:pt x="36155520" y="16510012"/>
                    <a:pt x="36118802" y="16481270"/>
                    <a:pt x="36118802" y="16361632"/>
                  </a:cubicBezTo>
                  <a:cubicBezTo>
                    <a:pt x="36118802" y="16297941"/>
                    <a:pt x="36162068" y="16211569"/>
                    <a:pt x="36209094" y="16181378"/>
                  </a:cubicBezTo>
                  <a:cubicBezTo>
                    <a:pt x="36223538" y="16172103"/>
                    <a:pt x="36245398" y="16168003"/>
                    <a:pt x="36280380" y="16168541"/>
                  </a:cubicBezTo>
                  <a:close/>
                  <a:moveTo>
                    <a:pt x="21724808" y="16160753"/>
                  </a:moveTo>
                  <a:cubicBezTo>
                    <a:pt x="21764388" y="16162404"/>
                    <a:pt x="21803608" y="16168737"/>
                    <a:pt x="21819352" y="16178784"/>
                  </a:cubicBezTo>
                  <a:cubicBezTo>
                    <a:pt x="21845892" y="16195708"/>
                    <a:pt x="21845260" y="16379119"/>
                    <a:pt x="21818604" y="16395973"/>
                  </a:cubicBezTo>
                  <a:cubicBezTo>
                    <a:pt x="21808128" y="16402610"/>
                    <a:pt x="21764928" y="16410961"/>
                    <a:pt x="21722608" y="16414561"/>
                  </a:cubicBezTo>
                  <a:cubicBezTo>
                    <a:pt x="21612864" y="16423893"/>
                    <a:pt x="21602084" y="16412853"/>
                    <a:pt x="21598912" y="16287812"/>
                  </a:cubicBezTo>
                  <a:cubicBezTo>
                    <a:pt x="21596476" y="16191646"/>
                    <a:pt x="21597872" y="16186047"/>
                    <a:pt x="21628104" y="16170806"/>
                  </a:cubicBezTo>
                  <a:cubicBezTo>
                    <a:pt x="21645288" y="16162132"/>
                    <a:pt x="21685228" y="16159108"/>
                    <a:pt x="21724808" y="16160753"/>
                  </a:cubicBezTo>
                  <a:close/>
                  <a:moveTo>
                    <a:pt x="28344972" y="16065517"/>
                  </a:moveTo>
                  <a:lnTo>
                    <a:pt x="28309516" y="16104325"/>
                  </a:lnTo>
                  <a:cubicBezTo>
                    <a:pt x="28274520" y="16142646"/>
                    <a:pt x="28272774" y="16143057"/>
                    <a:pt x="28173708" y="16136876"/>
                  </a:cubicBezTo>
                  <a:cubicBezTo>
                    <a:pt x="28118516" y="16133434"/>
                    <a:pt x="27928532" y="16134554"/>
                    <a:pt x="27751526" y="16139337"/>
                  </a:cubicBezTo>
                  <a:lnTo>
                    <a:pt x="27429696" y="16148055"/>
                  </a:lnTo>
                  <a:lnTo>
                    <a:pt x="27411744" y="16184459"/>
                  </a:lnTo>
                  <a:cubicBezTo>
                    <a:pt x="27394620" y="16219180"/>
                    <a:pt x="27389248" y="16221059"/>
                    <a:pt x="27295424" y="16225184"/>
                  </a:cubicBezTo>
                  <a:cubicBezTo>
                    <a:pt x="26950596" y="16240311"/>
                    <a:pt x="26921260" y="16243544"/>
                    <a:pt x="26824536" y="16277006"/>
                  </a:cubicBezTo>
                  <a:cubicBezTo>
                    <a:pt x="26748984" y="16303148"/>
                    <a:pt x="26683904" y="16313859"/>
                    <a:pt x="26534196" y="16324741"/>
                  </a:cubicBezTo>
                  <a:cubicBezTo>
                    <a:pt x="26348112" y="16338280"/>
                    <a:pt x="26339888" y="16340077"/>
                    <a:pt x="26303504" y="16374937"/>
                  </a:cubicBezTo>
                  <a:cubicBezTo>
                    <a:pt x="26267420" y="16409506"/>
                    <a:pt x="26260592" y="16411050"/>
                    <a:pt x="26147216" y="16410493"/>
                  </a:cubicBezTo>
                  <a:cubicBezTo>
                    <a:pt x="26022756" y="16409854"/>
                    <a:pt x="26010496" y="16413321"/>
                    <a:pt x="25946408" y="16467250"/>
                  </a:cubicBezTo>
                  <a:cubicBezTo>
                    <a:pt x="25911404" y="16496707"/>
                    <a:pt x="25891364" y="16501762"/>
                    <a:pt x="25778820" y="16509563"/>
                  </a:cubicBezTo>
                  <a:cubicBezTo>
                    <a:pt x="25667200" y="16517313"/>
                    <a:pt x="25648280" y="16522020"/>
                    <a:pt x="25629640" y="16546732"/>
                  </a:cubicBezTo>
                  <a:cubicBezTo>
                    <a:pt x="25607704" y="16575816"/>
                    <a:pt x="25599064" y="16577594"/>
                    <a:pt x="25408952" y="16592253"/>
                  </a:cubicBezTo>
                  <a:cubicBezTo>
                    <a:pt x="25337896" y="16597738"/>
                    <a:pt x="25316780" y="16604786"/>
                    <a:pt x="25289424" y="16632130"/>
                  </a:cubicBezTo>
                  <a:cubicBezTo>
                    <a:pt x="25249244" y="16672311"/>
                    <a:pt x="25199760" y="16687805"/>
                    <a:pt x="25111604" y="16687805"/>
                  </a:cubicBezTo>
                  <a:cubicBezTo>
                    <a:pt x="25055320" y="16687805"/>
                    <a:pt x="25038392" y="16693866"/>
                    <a:pt x="24999696" y="16727834"/>
                  </a:cubicBezTo>
                  <a:cubicBezTo>
                    <a:pt x="24961272" y="16761568"/>
                    <a:pt x="24940440" y="16769122"/>
                    <a:pt x="24867272" y="16775841"/>
                  </a:cubicBezTo>
                  <a:cubicBezTo>
                    <a:pt x="24790864" y="16782832"/>
                    <a:pt x="24775856" y="16788697"/>
                    <a:pt x="24742228" y="16824696"/>
                  </a:cubicBezTo>
                  <a:cubicBezTo>
                    <a:pt x="24711400" y="16857696"/>
                    <a:pt x="24694112" y="16865617"/>
                    <a:pt x="24652784" y="16865617"/>
                  </a:cubicBezTo>
                  <a:cubicBezTo>
                    <a:pt x="24562608" y="16865617"/>
                    <a:pt x="24518320" y="16878492"/>
                    <a:pt x="24497668" y="16910739"/>
                  </a:cubicBezTo>
                  <a:cubicBezTo>
                    <a:pt x="24482040" y="16935122"/>
                    <a:pt x="24461988" y="16943657"/>
                    <a:pt x="24400480" y="16952065"/>
                  </a:cubicBezTo>
                  <a:cubicBezTo>
                    <a:pt x="24326632" y="16962175"/>
                    <a:pt x="24273368" y="16980048"/>
                    <a:pt x="24214048" y="17014655"/>
                  </a:cubicBezTo>
                  <a:cubicBezTo>
                    <a:pt x="24199256" y="17023272"/>
                    <a:pt x="24159688" y="17033281"/>
                    <a:pt x="24126112" y="17036868"/>
                  </a:cubicBezTo>
                  <a:cubicBezTo>
                    <a:pt x="24079384" y="17041879"/>
                    <a:pt x="24056944" y="17052318"/>
                    <a:pt x="24030392" y="17081383"/>
                  </a:cubicBezTo>
                  <a:cubicBezTo>
                    <a:pt x="24004612" y="17109600"/>
                    <a:pt x="23979872" y="17121532"/>
                    <a:pt x="23934048" y="17127802"/>
                  </a:cubicBezTo>
                  <a:cubicBezTo>
                    <a:pt x="23892740" y="17133464"/>
                    <a:pt x="23858792" y="17148199"/>
                    <a:pt x="23831184" y="17172443"/>
                  </a:cubicBezTo>
                  <a:cubicBezTo>
                    <a:pt x="23804904" y="17195504"/>
                    <a:pt x="23765400" y="17213282"/>
                    <a:pt x="23722168" y="17221475"/>
                  </a:cubicBezTo>
                  <a:cubicBezTo>
                    <a:pt x="23684876" y="17228548"/>
                    <a:pt x="23639940" y="17245529"/>
                    <a:pt x="23622308" y="17259182"/>
                  </a:cubicBezTo>
                  <a:cubicBezTo>
                    <a:pt x="23604680" y="17272848"/>
                    <a:pt x="23561680" y="17290221"/>
                    <a:pt x="23526752" y="17297794"/>
                  </a:cubicBezTo>
                  <a:cubicBezTo>
                    <a:pt x="23475308" y="17308929"/>
                    <a:pt x="23459520" y="17318919"/>
                    <a:pt x="23443572" y="17350413"/>
                  </a:cubicBezTo>
                  <a:cubicBezTo>
                    <a:pt x="23426712" y="17383717"/>
                    <a:pt x="23414080" y="17390847"/>
                    <a:pt x="23355460" y="17400122"/>
                  </a:cubicBezTo>
                  <a:cubicBezTo>
                    <a:pt x="23317820" y="17406063"/>
                    <a:pt x="23272384" y="17422563"/>
                    <a:pt x="23254488" y="17436779"/>
                  </a:cubicBezTo>
                  <a:cubicBezTo>
                    <a:pt x="23236596" y="17450995"/>
                    <a:pt x="23196384" y="17470671"/>
                    <a:pt x="23165128" y="17480503"/>
                  </a:cubicBezTo>
                  <a:cubicBezTo>
                    <a:pt x="23133872" y="17490341"/>
                    <a:pt x="23096032" y="17513775"/>
                    <a:pt x="23081036" y="17532584"/>
                  </a:cubicBezTo>
                  <a:cubicBezTo>
                    <a:pt x="23058816" y="17560447"/>
                    <a:pt x="23041128" y="17567691"/>
                    <a:pt x="22985464" y="17571734"/>
                  </a:cubicBezTo>
                  <a:cubicBezTo>
                    <a:pt x="22932864" y="17575555"/>
                    <a:pt x="22911312" y="17583647"/>
                    <a:pt x="22891752" y="17606904"/>
                  </a:cubicBezTo>
                  <a:cubicBezTo>
                    <a:pt x="22877784" y="17623518"/>
                    <a:pt x="22847520" y="17646933"/>
                    <a:pt x="22824504" y="17658941"/>
                  </a:cubicBezTo>
                  <a:cubicBezTo>
                    <a:pt x="22801488" y="17670930"/>
                    <a:pt x="22767196" y="17691201"/>
                    <a:pt x="22748304" y="17703962"/>
                  </a:cubicBezTo>
                  <a:cubicBezTo>
                    <a:pt x="22729412" y="17716723"/>
                    <a:pt x="22692508" y="17736418"/>
                    <a:pt x="22666296" y="17747730"/>
                  </a:cubicBezTo>
                  <a:cubicBezTo>
                    <a:pt x="22640084" y="17759042"/>
                    <a:pt x="22609536" y="17782198"/>
                    <a:pt x="22598412" y="17799166"/>
                  </a:cubicBezTo>
                  <a:cubicBezTo>
                    <a:pt x="22587288" y="17816147"/>
                    <a:pt x="22555872" y="17839891"/>
                    <a:pt x="22528596" y="17851912"/>
                  </a:cubicBezTo>
                  <a:cubicBezTo>
                    <a:pt x="22501320" y="17863945"/>
                    <a:pt x="22479004" y="17878269"/>
                    <a:pt x="22479004" y="17883729"/>
                  </a:cubicBezTo>
                  <a:cubicBezTo>
                    <a:pt x="22479004" y="17889195"/>
                    <a:pt x="22460432" y="17898761"/>
                    <a:pt x="22437728" y="17904980"/>
                  </a:cubicBezTo>
                  <a:cubicBezTo>
                    <a:pt x="22351324" y="17928699"/>
                    <a:pt x="22313752" y="17947059"/>
                    <a:pt x="22300336" y="17972132"/>
                  </a:cubicBezTo>
                  <a:cubicBezTo>
                    <a:pt x="22292704" y="17986386"/>
                    <a:pt x="22265872" y="18006663"/>
                    <a:pt x="22240712" y="18017165"/>
                  </a:cubicBezTo>
                  <a:cubicBezTo>
                    <a:pt x="22215552" y="18027680"/>
                    <a:pt x="22179428" y="18052930"/>
                    <a:pt x="22160440" y="18073245"/>
                  </a:cubicBezTo>
                  <a:cubicBezTo>
                    <a:pt x="22139444" y="18095724"/>
                    <a:pt x="22112976" y="18110212"/>
                    <a:pt x="22092908" y="18110212"/>
                  </a:cubicBezTo>
                  <a:cubicBezTo>
                    <a:pt x="22062236" y="18110212"/>
                    <a:pt x="22009104" y="18148577"/>
                    <a:pt x="22009104" y="18170727"/>
                  </a:cubicBezTo>
                  <a:cubicBezTo>
                    <a:pt x="22009104" y="18176073"/>
                    <a:pt x="21980624" y="18190561"/>
                    <a:pt x="21945808" y="18202930"/>
                  </a:cubicBezTo>
                  <a:cubicBezTo>
                    <a:pt x="21911000" y="18215286"/>
                    <a:pt x="21876864" y="18235968"/>
                    <a:pt x="21869952" y="18248887"/>
                  </a:cubicBezTo>
                  <a:cubicBezTo>
                    <a:pt x="21863044" y="18261787"/>
                    <a:pt x="21837472" y="18276092"/>
                    <a:pt x="21813124" y="18280666"/>
                  </a:cubicBezTo>
                  <a:cubicBezTo>
                    <a:pt x="21785028" y="18285930"/>
                    <a:pt x="21759440" y="18302177"/>
                    <a:pt x="21743092" y="18325149"/>
                  </a:cubicBezTo>
                  <a:cubicBezTo>
                    <a:pt x="21728924" y="18345034"/>
                    <a:pt x="21695328" y="18370132"/>
                    <a:pt x="21668440" y="18380881"/>
                  </a:cubicBezTo>
                  <a:cubicBezTo>
                    <a:pt x="21641548" y="18391649"/>
                    <a:pt x="21609968" y="18415058"/>
                    <a:pt x="21598264" y="18432918"/>
                  </a:cubicBezTo>
                  <a:cubicBezTo>
                    <a:pt x="21586560" y="18450791"/>
                    <a:pt x="21563068" y="18468898"/>
                    <a:pt x="21546064" y="18473175"/>
                  </a:cubicBezTo>
                  <a:cubicBezTo>
                    <a:pt x="21529056" y="18477433"/>
                    <a:pt x="21506420" y="18494230"/>
                    <a:pt x="21495760" y="18510509"/>
                  </a:cubicBezTo>
                  <a:cubicBezTo>
                    <a:pt x="21484100" y="18528306"/>
                    <a:pt x="21462336" y="18540959"/>
                    <a:pt x="21441116" y="18542288"/>
                  </a:cubicBezTo>
                  <a:cubicBezTo>
                    <a:pt x="21405512" y="18544521"/>
                    <a:pt x="21371880" y="18571840"/>
                    <a:pt x="21278452" y="18674421"/>
                  </a:cubicBezTo>
                  <a:cubicBezTo>
                    <a:pt x="21250288" y="18705333"/>
                    <a:pt x="21212016" y="18734455"/>
                    <a:pt x="21193392" y="18739124"/>
                  </a:cubicBezTo>
                  <a:cubicBezTo>
                    <a:pt x="21174776" y="18743806"/>
                    <a:pt x="21150820" y="18760945"/>
                    <a:pt x="21140160" y="18777198"/>
                  </a:cubicBezTo>
                  <a:cubicBezTo>
                    <a:pt x="21128500" y="18794995"/>
                    <a:pt x="21106736" y="18807655"/>
                    <a:pt x="21085516" y="18808990"/>
                  </a:cubicBezTo>
                  <a:cubicBezTo>
                    <a:pt x="21050324" y="18811198"/>
                    <a:pt x="21028940" y="18828552"/>
                    <a:pt x="20913304" y="18948753"/>
                  </a:cubicBezTo>
                  <a:cubicBezTo>
                    <a:pt x="20879896" y="18983493"/>
                    <a:pt x="20844308" y="19011906"/>
                    <a:pt x="20834224" y="19011906"/>
                  </a:cubicBezTo>
                  <a:cubicBezTo>
                    <a:pt x="20824140" y="19011906"/>
                    <a:pt x="20806352" y="19026464"/>
                    <a:pt x="20794688" y="19044261"/>
                  </a:cubicBezTo>
                  <a:cubicBezTo>
                    <a:pt x="20783028" y="19062058"/>
                    <a:pt x="20754320" y="19084638"/>
                    <a:pt x="20730896" y="19094419"/>
                  </a:cubicBezTo>
                  <a:cubicBezTo>
                    <a:pt x="20707472" y="19104200"/>
                    <a:pt x="20688304" y="19121339"/>
                    <a:pt x="20688304" y="19132506"/>
                  </a:cubicBezTo>
                  <a:cubicBezTo>
                    <a:pt x="20688304" y="19144324"/>
                    <a:pt x="20669724" y="19159173"/>
                    <a:pt x="20643820" y="19168068"/>
                  </a:cubicBezTo>
                  <a:cubicBezTo>
                    <a:pt x="20611832" y="19179064"/>
                    <a:pt x="20599228" y="19190996"/>
                    <a:pt x="20598952" y="19210571"/>
                  </a:cubicBezTo>
                  <a:cubicBezTo>
                    <a:pt x="20598688" y="19228659"/>
                    <a:pt x="20585736" y="19243084"/>
                    <a:pt x="20560280" y="19253637"/>
                  </a:cubicBezTo>
                  <a:cubicBezTo>
                    <a:pt x="20539232" y="19262355"/>
                    <a:pt x="20513556" y="19285821"/>
                    <a:pt x="20503228" y="19305794"/>
                  </a:cubicBezTo>
                  <a:cubicBezTo>
                    <a:pt x="20492904" y="19325774"/>
                    <a:pt x="20478436" y="19342103"/>
                    <a:pt x="20471080" y="19342103"/>
                  </a:cubicBezTo>
                  <a:cubicBezTo>
                    <a:pt x="20434552" y="19342103"/>
                    <a:pt x="20079860" y="19663379"/>
                    <a:pt x="19989816" y="19777855"/>
                  </a:cubicBezTo>
                  <a:cubicBezTo>
                    <a:pt x="19974824" y="19796911"/>
                    <a:pt x="19954136" y="19812502"/>
                    <a:pt x="19943840" y="19812502"/>
                  </a:cubicBezTo>
                  <a:cubicBezTo>
                    <a:pt x="19933544" y="19812502"/>
                    <a:pt x="19915452" y="19829351"/>
                    <a:pt x="19903632" y="19849943"/>
                  </a:cubicBezTo>
                  <a:cubicBezTo>
                    <a:pt x="19891816" y="19870537"/>
                    <a:pt x="19869104" y="19893327"/>
                    <a:pt x="19853168" y="19900588"/>
                  </a:cubicBezTo>
                  <a:cubicBezTo>
                    <a:pt x="19837232" y="19907848"/>
                    <a:pt x="19818848" y="19927848"/>
                    <a:pt x="19812316" y="19945033"/>
                  </a:cubicBezTo>
                  <a:cubicBezTo>
                    <a:pt x="19805784" y="19962215"/>
                    <a:pt x="19785332" y="19986172"/>
                    <a:pt x="19766868" y="19998269"/>
                  </a:cubicBezTo>
                  <a:cubicBezTo>
                    <a:pt x="19748404" y="20010367"/>
                    <a:pt x="19726720" y="20027433"/>
                    <a:pt x="19718676" y="20036192"/>
                  </a:cubicBezTo>
                  <a:lnTo>
                    <a:pt x="19608804" y="20155848"/>
                  </a:lnTo>
                  <a:cubicBezTo>
                    <a:pt x="19518412" y="20254291"/>
                    <a:pt x="19361640" y="20420806"/>
                    <a:pt x="19313528" y="20469470"/>
                  </a:cubicBezTo>
                  <a:lnTo>
                    <a:pt x="19269080" y="20514431"/>
                  </a:lnTo>
                  <a:cubicBezTo>
                    <a:pt x="19233216" y="20550703"/>
                    <a:pt x="19164304" y="20648532"/>
                    <a:pt x="19164304" y="20663171"/>
                  </a:cubicBezTo>
                  <a:cubicBezTo>
                    <a:pt x="19164304" y="20670583"/>
                    <a:pt x="19149880" y="20683220"/>
                    <a:pt x="19132248" y="20691251"/>
                  </a:cubicBezTo>
                  <a:cubicBezTo>
                    <a:pt x="19114620" y="20699285"/>
                    <a:pt x="19096840" y="20719228"/>
                    <a:pt x="19092736" y="20735570"/>
                  </a:cubicBezTo>
                  <a:cubicBezTo>
                    <a:pt x="19088636" y="20751913"/>
                    <a:pt x="19069208" y="20776729"/>
                    <a:pt x="19049560" y="20790717"/>
                  </a:cubicBezTo>
                  <a:cubicBezTo>
                    <a:pt x="19029920" y="20804703"/>
                    <a:pt x="19010132" y="20833062"/>
                    <a:pt x="19005592" y="20853731"/>
                  </a:cubicBezTo>
                  <a:cubicBezTo>
                    <a:pt x="19001052" y="20874403"/>
                    <a:pt x="18980400" y="20905567"/>
                    <a:pt x="18959700" y="20922985"/>
                  </a:cubicBezTo>
                  <a:cubicBezTo>
                    <a:pt x="18939000" y="20940404"/>
                    <a:pt x="18913712" y="20974642"/>
                    <a:pt x="18903504" y="20999070"/>
                  </a:cubicBezTo>
                  <a:cubicBezTo>
                    <a:pt x="18893296" y="21023499"/>
                    <a:pt x="18874164" y="21049256"/>
                    <a:pt x="18860984" y="21056308"/>
                  </a:cubicBezTo>
                  <a:cubicBezTo>
                    <a:pt x="18847808" y="21063362"/>
                    <a:pt x="18830812" y="21079285"/>
                    <a:pt x="18823220" y="21091692"/>
                  </a:cubicBezTo>
                  <a:cubicBezTo>
                    <a:pt x="18815624" y="21104101"/>
                    <a:pt x="18795552" y="21126509"/>
                    <a:pt x="18778612" y="21141489"/>
                  </a:cubicBezTo>
                  <a:cubicBezTo>
                    <a:pt x="18761672" y="21156468"/>
                    <a:pt x="18743948" y="21186317"/>
                    <a:pt x="18739224" y="21207820"/>
                  </a:cubicBezTo>
                  <a:cubicBezTo>
                    <a:pt x="18734500" y="21229322"/>
                    <a:pt x="18713700" y="21261167"/>
                    <a:pt x="18693000" y="21278585"/>
                  </a:cubicBezTo>
                  <a:cubicBezTo>
                    <a:pt x="18672296" y="21296004"/>
                    <a:pt x="18644368" y="21326162"/>
                    <a:pt x="18630928" y="21345604"/>
                  </a:cubicBezTo>
                  <a:cubicBezTo>
                    <a:pt x="18602516" y="21386705"/>
                    <a:pt x="18557568" y="21449821"/>
                    <a:pt x="18548272" y="21461660"/>
                  </a:cubicBezTo>
                  <a:cubicBezTo>
                    <a:pt x="18544736" y="21466165"/>
                    <a:pt x="18528176" y="21482109"/>
                    <a:pt x="18511476" y="21497089"/>
                  </a:cubicBezTo>
                  <a:cubicBezTo>
                    <a:pt x="18494776" y="21512069"/>
                    <a:pt x="18477024" y="21542928"/>
                    <a:pt x="18472032" y="21565665"/>
                  </a:cubicBezTo>
                  <a:cubicBezTo>
                    <a:pt x="18467036" y="21588401"/>
                    <a:pt x="18440732" y="21628784"/>
                    <a:pt x="18413576" y="21655400"/>
                  </a:cubicBezTo>
                  <a:cubicBezTo>
                    <a:pt x="18386420" y="21682017"/>
                    <a:pt x="18364204" y="21711678"/>
                    <a:pt x="18364204" y="21721312"/>
                  </a:cubicBezTo>
                  <a:cubicBezTo>
                    <a:pt x="18364204" y="21730943"/>
                    <a:pt x="18350076" y="21745263"/>
                    <a:pt x="18332804" y="21753131"/>
                  </a:cubicBezTo>
                  <a:cubicBezTo>
                    <a:pt x="18315524" y="21761006"/>
                    <a:pt x="18298392" y="21781910"/>
                    <a:pt x="18294704" y="21799619"/>
                  </a:cubicBezTo>
                  <a:cubicBezTo>
                    <a:pt x="18291020" y="21817321"/>
                    <a:pt x="18285300" y="21845043"/>
                    <a:pt x="18281996" y="21861222"/>
                  </a:cubicBezTo>
                  <a:cubicBezTo>
                    <a:pt x="18278692" y="21877404"/>
                    <a:pt x="18261504" y="21898396"/>
                    <a:pt x="18243792" y="21907874"/>
                  </a:cubicBezTo>
                  <a:cubicBezTo>
                    <a:pt x="18226084" y="21917351"/>
                    <a:pt x="18202612" y="21945545"/>
                    <a:pt x="18191628" y="21970528"/>
                  </a:cubicBezTo>
                  <a:cubicBezTo>
                    <a:pt x="18180640" y="21995511"/>
                    <a:pt x="18161216" y="22031410"/>
                    <a:pt x="18148456" y="22050302"/>
                  </a:cubicBezTo>
                  <a:cubicBezTo>
                    <a:pt x="18135696" y="22069194"/>
                    <a:pt x="18115308" y="22103485"/>
                    <a:pt x="18103152" y="22126502"/>
                  </a:cubicBezTo>
                  <a:cubicBezTo>
                    <a:pt x="18090996" y="22149519"/>
                    <a:pt x="18070356" y="22183895"/>
                    <a:pt x="18057288" y="22202894"/>
                  </a:cubicBezTo>
                  <a:cubicBezTo>
                    <a:pt x="18044216" y="22221891"/>
                    <a:pt x="18030124" y="22254426"/>
                    <a:pt x="18025972" y="22275190"/>
                  </a:cubicBezTo>
                  <a:cubicBezTo>
                    <a:pt x="18021820" y="22295955"/>
                    <a:pt x="17999804" y="22329886"/>
                    <a:pt x="17977048" y="22350594"/>
                  </a:cubicBezTo>
                  <a:cubicBezTo>
                    <a:pt x="17951832" y="22373539"/>
                    <a:pt x="17932356" y="22405920"/>
                    <a:pt x="17927180" y="22433509"/>
                  </a:cubicBezTo>
                  <a:cubicBezTo>
                    <a:pt x="17922512" y="22458404"/>
                    <a:pt x="17907744" y="22486440"/>
                    <a:pt x="17894364" y="22495810"/>
                  </a:cubicBezTo>
                  <a:cubicBezTo>
                    <a:pt x="17880984" y="22505181"/>
                    <a:pt x="17856192" y="22535350"/>
                    <a:pt x="17839264" y="22562850"/>
                  </a:cubicBezTo>
                  <a:cubicBezTo>
                    <a:pt x="17822340" y="22590351"/>
                    <a:pt x="17796368" y="22628530"/>
                    <a:pt x="17781548" y="22647693"/>
                  </a:cubicBezTo>
                  <a:cubicBezTo>
                    <a:pt x="17766728" y="22666856"/>
                    <a:pt x="17754604" y="22697050"/>
                    <a:pt x="17754604" y="22714792"/>
                  </a:cubicBezTo>
                  <a:cubicBezTo>
                    <a:pt x="17754604" y="22734724"/>
                    <a:pt x="17737620" y="22764032"/>
                    <a:pt x="17710152" y="22791499"/>
                  </a:cubicBezTo>
                  <a:cubicBezTo>
                    <a:pt x="17676288" y="22825366"/>
                    <a:pt x="17665704" y="22846532"/>
                    <a:pt x="17665704" y="22880398"/>
                  </a:cubicBezTo>
                  <a:cubicBezTo>
                    <a:pt x="17665704" y="22914265"/>
                    <a:pt x="17655120" y="22935432"/>
                    <a:pt x="17621256" y="22969298"/>
                  </a:cubicBezTo>
                  <a:cubicBezTo>
                    <a:pt x="17587388" y="23003165"/>
                    <a:pt x="17576804" y="23024332"/>
                    <a:pt x="17576804" y="23058198"/>
                  </a:cubicBezTo>
                  <a:cubicBezTo>
                    <a:pt x="17576804" y="23092065"/>
                    <a:pt x="17566220" y="23113232"/>
                    <a:pt x="17532352" y="23147098"/>
                  </a:cubicBezTo>
                  <a:cubicBezTo>
                    <a:pt x="17498488" y="23180965"/>
                    <a:pt x="17487904" y="23202133"/>
                    <a:pt x="17487904" y="23235998"/>
                  </a:cubicBezTo>
                  <a:cubicBezTo>
                    <a:pt x="17487904" y="23269865"/>
                    <a:pt x="17477320" y="23291032"/>
                    <a:pt x="17443456" y="23324898"/>
                  </a:cubicBezTo>
                  <a:cubicBezTo>
                    <a:pt x="17409276" y="23359076"/>
                    <a:pt x="17399004" y="23379813"/>
                    <a:pt x="17399004" y="23414629"/>
                  </a:cubicBezTo>
                  <a:cubicBezTo>
                    <a:pt x="17399004" y="23449125"/>
                    <a:pt x="17389396" y="23468887"/>
                    <a:pt x="17358664" y="23497593"/>
                  </a:cubicBezTo>
                  <a:cubicBezTo>
                    <a:pt x="17326872" y="23527294"/>
                    <a:pt x="17316344" y="23549871"/>
                    <a:pt x="17308976" y="23604174"/>
                  </a:cubicBezTo>
                  <a:cubicBezTo>
                    <a:pt x="17301488" y="23659364"/>
                    <a:pt x="17291824" y="23679636"/>
                    <a:pt x="17260416" y="23706066"/>
                  </a:cubicBezTo>
                  <a:cubicBezTo>
                    <a:pt x="17228604" y="23732833"/>
                    <a:pt x="17221204" y="23748671"/>
                    <a:pt x="17221204" y="23789986"/>
                  </a:cubicBezTo>
                  <a:cubicBezTo>
                    <a:pt x="17221204" y="23830368"/>
                    <a:pt x="17213192" y="23848395"/>
                    <a:pt x="17182512" y="23877055"/>
                  </a:cubicBezTo>
                  <a:cubicBezTo>
                    <a:pt x="17156384" y="23901465"/>
                    <a:pt x="17137584" y="23937138"/>
                    <a:pt x="17124616" y="23986926"/>
                  </a:cubicBezTo>
                  <a:cubicBezTo>
                    <a:pt x="17114056" y="24027475"/>
                    <a:pt x="17093176" y="24079299"/>
                    <a:pt x="17078224" y="24102090"/>
                  </a:cubicBezTo>
                  <a:cubicBezTo>
                    <a:pt x="17061472" y="24127623"/>
                    <a:pt x="17047776" y="24175034"/>
                    <a:pt x="17042544" y="24225609"/>
                  </a:cubicBezTo>
                  <a:cubicBezTo>
                    <a:pt x="17035300" y="24295574"/>
                    <a:pt x="17028176" y="24313171"/>
                    <a:pt x="16994276" y="24344841"/>
                  </a:cubicBezTo>
                  <a:cubicBezTo>
                    <a:pt x="16961980" y="24375010"/>
                    <a:pt x="16953276" y="24394762"/>
                    <a:pt x="16947968" y="24449923"/>
                  </a:cubicBezTo>
                  <a:cubicBezTo>
                    <a:pt x="16944372" y="24487282"/>
                    <a:pt x="16934368" y="24529955"/>
                    <a:pt x="16925740" y="24544746"/>
                  </a:cubicBezTo>
                  <a:cubicBezTo>
                    <a:pt x="16899904" y="24589045"/>
                    <a:pt x="16878556" y="24644032"/>
                    <a:pt x="16859160" y="24716263"/>
                  </a:cubicBezTo>
                  <a:cubicBezTo>
                    <a:pt x="16849072" y="24753822"/>
                    <a:pt x="16828708" y="24799487"/>
                    <a:pt x="16813904" y="24817741"/>
                  </a:cubicBezTo>
                  <a:cubicBezTo>
                    <a:pt x="16794908" y="24841167"/>
                    <a:pt x="16783720" y="24880073"/>
                    <a:pt x="16775880" y="24949996"/>
                  </a:cubicBezTo>
                  <a:cubicBezTo>
                    <a:pt x="16765596" y="25041711"/>
                    <a:pt x="16761680" y="25051325"/>
                    <a:pt x="16723112" y="25079559"/>
                  </a:cubicBezTo>
                  <a:lnTo>
                    <a:pt x="16681456" y="25110059"/>
                  </a:lnTo>
                  <a:lnTo>
                    <a:pt x="16680256" y="25242997"/>
                  </a:lnTo>
                  <a:cubicBezTo>
                    <a:pt x="16679104" y="25370815"/>
                    <a:pt x="16677676" y="25377377"/>
                    <a:pt x="16643192" y="25413373"/>
                  </a:cubicBezTo>
                  <a:cubicBezTo>
                    <a:pt x="16610132" y="25447879"/>
                    <a:pt x="16606568" y="25461389"/>
                    <a:pt x="16597680" y="25585931"/>
                  </a:cubicBezTo>
                  <a:cubicBezTo>
                    <a:pt x="16588956" y="25708123"/>
                    <a:pt x="16584808" y="25724419"/>
                    <a:pt x="16554312" y="25756249"/>
                  </a:cubicBezTo>
                  <a:cubicBezTo>
                    <a:pt x="16525480" y="25786342"/>
                    <a:pt x="16517876" y="25811452"/>
                    <a:pt x="16501872" y="25929350"/>
                  </a:cubicBezTo>
                  <a:cubicBezTo>
                    <a:pt x="16489136" y="26023208"/>
                    <a:pt x="16474660" y="26080287"/>
                    <a:pt x="16456544" y="26108067"/>
                  </a:cubicBezTo>
                  <a:cubicBezTo>
                    <a:pt x="16438168" y="26136252"/>
                    <a:pt x="16424464" y="26191285"/>
                    <a:pt x="16412268" y="26285868"/>
                  </a:cubicBezTo>
                  <a:cubicBezTo>
                    <a:pt x="16402108" y="26364688"/>
                    <a:pt x="16380744" y="26457904"/>
                    <a:pt x="16361960" y="26505401"/>
                  </a:cubicBezTo>
                  <a:cubicBezTo>
                    <a:pt x="16331776" y="26581717"/>
                    <a:pt x="16329020" y="26605559"/>
                    <a:pt x="16325452" y="26821116"/>
                  </a:cubicBezTo>
                  <a:lnTo>
                    <a:pt x="16321592" y="27054282"/>
                  </a:lnTo>
                  <a:lnTo>
                    <a:pt x="16286392" y="27091022"/>
                  </a:lnTo>
                  <a:cubicBezTo>
                    <a:pt x="16251704" y="27127228"/>
                    <a:pt x="16250952" y="27131480"/>
                    <a:pt x="16234168" y="27384904"/>
                  </a:cubicBezTo>
                  <a:cubicBezTo>
                    <a:pt x="16219484" y="27606632"/>
                    <a:pt x="16212380" y="27655172"/>
                    <a:pt x="16182596" y="27737302"/>
                  </a:cubicBezTo>
                  <a:lnTo>
                    <a:pt x="16148056" y="27832552"/>
                  </a:lnTo>
                  <a:lnTo>
                    <a:pt x="16141704" y="28391352"/>
                  </a:lnTo>
                  <a:cubicBezTo>
                    <a:pt x="16138212" y="28698692"/>
                    <a:pt x="16140308" y="28963008"/>
                    <a:pt x="16146360" y="28978226"/>
                  </a:cubicBezTo>
                  <a:cubicBezTo>
                    <a:pt x="16164700" y="29025840"/>
                    <a:pt x="16250916" y="29006616"/>
                    <a:pt x="16282340" y="28948404"/>
                  </a:cubicBezTo>
                  <a:cubicBezTo>
                    <a:pt x="16301312" y="28912950"/>
                    <a:pt x="16339488" y="28890296"/>
                    <a:pt x="16378352" y="28891436"/>
                  </a:cubicBezTo>
                  <a:cubicBezTo>
                    <a:pt x="16393252" y="28891872"/>
                    <a:pt x="16423204" y="28875256"/>
                    <a:pt x="16444908" y="28854514"/>
                  </a:cubicBezTo>
                  <a:cubicBezTo>
                    <a:pt x="16466616" y="28833776"/>
                    <a:pt x="16493188" y="28816802"/>
                    <a:pt x="16503964" y="28816802"/>
                  </a:cubicBezTo>
                  <a:cubicBezTo>
                    <a:pt x="16514736" y="28816802"/>
                    <a:pt x="16543552" y="28796800"/>
                    <a:pt x="16568000" y="28772352"/>
                  </a:cubicBezTo>
                  <a:cubicBezTo>
                    <a:pt x="16598824" y="28741528"/>
                    <a:pt x="16624000" y="28727900"/>
                    <a:pt x="16650128" y="28727900"/>
                  </a:cubicBezTo>
                  <a:cubicBezTo>
                    <a:pt x="16677192" y="28727900"/>
                    <a:pt x="16692276" y="28719216"/>
                    <a:pt x="16703680" y="28697064"/>
                  </a:cubicBezTo>
                  <a:cubicBezTo>
                    <a:pt x="16723584" y="28658390"/>
                    <a:pt x="16748776" y="28643808"/>
                    <a:pt x="16815008" y="28632618"/>
                  </a:cubicBezTo>
                  <a:cubicBezTo>
                    <a:pt x="16853056" y="28626188"/>
                    <a:pt x="16871096" y="28615448"/>
                    <a:pt x="16881240" y="28593176"/>
                  </a:cubicBezTo>
                  <a:cubicBezTo>
                    <a:pt x="16889908" y="28574156"/>
                    <a:pt x="16913468" y="28557092"/>
                    <a:pt x="16943476" y="28548100"/>
                  </a:cubicBezTo>
                  <a:cubicBezTo>
                    <a:pt x="16970032" y="28540144"/>
                    <a:pt x="17006284" y="28517334"/>
                    <a:pt x="17024032" y="28497416"/>
                  </a:cubicBezTo>
                  <a:cubicBezTo>
                    <a:pt x="17041780" y="28477500"/>
                    <a:pt x="17069112" y="28458256"/>
                    <a:pt x="17084776" y="28454656"/>
                  </a:cubicBezTo>
                  <a:cubicBezTo>
                    <a:pt x="17117020" y="28447244"/>
                    <a:pt x="17128080" y="28440270"/>
                    <a:pt x="17166248" y="28403272"/>
                  </a:cubicBezTo>
                  <a:cubicBezTo>
                    <a:pt x="17181100" y="28388868"/>
                    <a:pt x="17216596" y="28370094"/>
                    <a:pt x="17245120" y="28361544"/>
                  </a:cubicBezTo>
                  <a:cubicBezTo>
                    <a:pt x="17273648" y="28353000"/>
                    <a:pt x="17302896" y="28334972"/>
                    <a:pt x="17310112" y="28321486"/>
                  </a:cubicBezTo>
                  <a:cubicBezTo>
                    <a:pt x="17317328" y="28308000"/>
                    <a:pt x="17345712" y="28290912"/>
                    <a:pt x="17373180" y="28283516"/>
                  </a:cubicBezTo>
                  <a:cubicBezTo>
                    <a:pt x="17404264" y="28275144"/>
                    <a:pt x="17433288" y="28255796"/>
                    <a:pt x="17450032" y="28232284"/>
                  </a:cubicBezTo>
                  <a:cubicBezTo>
                    <a:pt x="17467072" y="28208344"/>
                    <a:pt x="17491744" y="28192104"/>
                    <a:pt x="17517344" y="28187956"/>
                  </a:cubicBezTo>
                  <a:cubicBezTo>
                    <a:pt x="17561244" y="28180848"/>
                    <a:pt x="17570104" y="28175972"/>
                    <a:pt x="17610748" y="28136572"/>
                  </a:cubicBezTo>
                  <a:cubicBezTo>
                    <a:pt x="17625600" y="28122168"/>
                    <a:pt x="17661096" y="28103394"/>
                    <a:pt x="17689624" y="28094846"/>
                  </a:cubicBezTo>
                  <a:cubicBezTo>
                    <a:pt x="17718148" y="28086300"/>
                    <a:pt x="17747396" y="28068272"/>
                    <a:pt x="17754612" y="28054784"/>
                  </a:cubicBezTo>
                  <a:cubicBezTo>
                    <a:pt x="17761832" y="28041300"/>
                    <a:pt x="17790212" y="28024212"/>
                    <a:pt x="17817680" y="28016816"/>
                  </a:cubicBezTo>
                  <a:cubicBezTo>
                    <a:pt x="17848768" y="28008444"/>
                    <a:pt x="17877788" y="27989096"/>
                    <a:pt x="17894528" y="27965584"/>
                  </a:cubicBezTo>
                  <a:cubicBezTo>
                    <a:pt x="17919516" y="27930496"/>
                    <a:pt x="17931756" y="27925368"/>
                    <a:pt x="18023684" y="27911474"/>
                  </a:cubicBezTo>
                  <a:cubicBezTo>
                    <a:pt x="18035472" y="27909690"/>
                    <a:pt x="18050528" y="27893996"/>
                    <a:pt x="18057144" y="27876596"/>
                  </a:cubicBezTo>
                  <a:cubicBezTo>
                    <a:pt x="18065948" y="27853440"/>
                    <a:pt x="18084752" y="27840788"/>
                    <a:pt x="18127236" y="27829424"/>
                  </a:cubicBezTo>
                  <a:cubicBezTo>
                    <a:pt x="18160588" y="27820504"/>
                    <a:pt x="18191032" y="27803184"/>
                    <a:pt x="18198768" y="27788728"/>
                  </a:cubicBezTo>
                  <a:cubicBezTo>
                    <a:pt x="18206176" y="27774888"/>
                    <a:pt x="18234960" y="27757446"/>
                    <a:pt x="18262736" y="27749968"/>
                  </a:cubicBezTo>
                  <a:cubicBezTo>
                    <a:pt x="18298032" y="27740460"/>
                    <a:pt x="18318968" y="27725276"/>
                    <a:pt x="18332288" y="27699524"/>
                  </a:cubicBezTo>
                  <a:cubicBezTo>
                    <a:pt x="18347472" y="27670160"/>
                    <a:pt x="18362652" y="27660988"/>
                    <a:pt x="18407084" y="27654324"/>
                  </a:cubicBezTo>
                  <a:cubicBezTo>
                    <a:pt x="18448296" y="27648144"/>
                    <a:pt x="18469940" y="27636350"/>
                    <a:pt x="18490096" y="27609084"/>
                  </a:cubicBezTo>
                  <a:cubicBezTo>
                    <a:pt x="18505096" y="27588800"/>
                    <a:pt x="18528816" y="27572200"/>
                    <a:pt x="18542808" y="27572200"/>
                  </a:cubicBezTo>
                  <a:cubicBezTo>
                    <a:pt x="18556800" y="27572200"/>
                    <a:pt x="18588256" y="27552200"/>
                    <a:pt x="18612700" y="27527752"/>
                  </a:cubicBezTo>
                  <a:cubicBezTo>
                    <a:pt x="18643524" y="27496928"/>
                    <a:pt x="18668704" y="27483302"/>
                    <a:pt x="18694828" y="27483302"/>
                  </a:cubicBezTo>
                  <a:cubicBezTo>
                    <a:pt x="18721896" y="27483302"/>
                    <a:pt x="18736976" y="27474616"/>
                    <a:pt x="18748380" y="27452464"/>
                  </a:cubicBezTo>
                  <a:cubicBezTo>
                    <a:pt x="18768520" y="27413332"/>
                    <a:pt x="18796704" y="27396622"/>
                    <a:pt x="18859484" y="27386582"/>
                  </a:cubicBezTo>
                  <a:cubicBezTo>
                    <a:pt x="18892228" y="27381344"/>
                    <a:pt x="18916216" y="27368224"/>
                    <a:pt x="18929160" y="27348468"/>
                  </a:cubicBezTo>
                  <a:cubicBezTo>
                    <a:pt x="18940016" y="27331892"/>
                    <a:pt x="18967624" y="27310512"/>
                    <a:pt x="18990508" y="27300950"/>
                  </a:cubicBezTo>
                  <a:cubicBezTo>
                    <a:pt x="19013392" y="27291392"/>
                    <a:pt x="19041984" y="27268500"/>
                    <a:pt x="19054048" y="27250084"/>
                  </a:cubicBezTo>
                  <a:cubicBezTo>
                    <a:pt x="19067736" y="27229192"/>
                    <a:pt x="19091404" y="27214140"/>
                    <a:pt x="19116972" y="27210056"/>
                  </a:cubicBezTo>
                  <a:cubicBezTo>
                    <a:pt x="19161440" y="27202956"/>
                    <a:pt x="19170216" y="27198156"/>
                    <a:pt x="19210948" y="27158670"/>
                  </a:cubicBezTo>
                  <a:cubicBezTo>
                    <a:pt x="19225800" y="27144268"/>
                    <a:pt x="19261296" y="27125492"/>
                    <a:pt x="19289824" y="27116946"/>
                  </a:cubicBezTo>
                  <a:cubicBezTo>
                    <a:pt x="19318348" y="27108400"/>
                    <a:pt x="19347596" y="27090370"/>
                    <a:pt x="19354812" y="27076886"/>
                  </a:cubicBezTo>
                  <a:cubicBezTo>
                    <a:pt x="19362032" y="27063398"/>
                    <a:pt x="19390412" y="27046312"/>
                    <a:pt x="19417880" y="27038916"/>
                  </a:cubicBezTo>
                  <a:cubicBezTo>
                    <a:pt x="19448968" y="27030544"/>
                    <a:pt x="19477988" y="27011196"/>
                    <a:pt x="19494728" y="26987686"/>
                  </a:cubicBezTo>
                  <a:cubicBezTo>
                    <a:pt x="19511776" y="26963746"/>
                    <a:pt x="19536444" y="26947504"/>
                    <a:pt x="19562044" y="26943356"/>
                  </a:cubicBezTo>
                  <a:cubicBezTo>
                    <a:pt x="19605944" y="26936246"/>
                    <a:pt x="19614800" y="26931372"/>
                    <a:pt x="19655448" y="26891972"/>
                  </a:cubicBezTo>
                  <a:cubicBezTo>
                    <a:pt x="19670300" y="26877568"/>
                    <a:pt x="19705796" y="26858794"/>
                    <a:pt x="19734320" y="26850246"/>
                  </a:cubicBezTo>
                  <a:cubicBezTo>
                    <a:pt x="19762848" y="26841700"/>
                    <a:pt x="19792096" y="26823671"/>
                    <a:pt x="19799312" y="26810186"/>
                  </a:cubicBezTo>
                  <a:cubicBezTo>
                    <a:pt x="19806528" y="26796699"/>
                    <a:pt x="19834212" y="26779801"/>
                    <a:pt x="19860832" y="26772631"/>
                  </a:cubicBezTo>
                  <a:cubicBezTo>
                    <a:pt x="19887448" y="26765467"/>
                    <a:pt x="19924300" y="26742687"/>
                    <a:pt x="19942720" y="26722012"/>
                  </a:cubicBezTo>
                  <a:cubicBezTo>
                    <a:pt x="19961144" y="26701337"/>
                    <a:pt x="19998652" y="26678376"/>
                    <a:pt x="20026076" y="26670995"/>
                  </a:cubicBezTo>
                  <a:cubicBezTo>
                    <a:pt x="20053792" y="26663532"/>
                    <a:pt x="20084640" y="26644279"/>
                    <a:pt x="20095536" y="26627651"/>
                  </a:cubicBezTo>
                  <a:cubicBezTo>
                    <a:pt x="20107664" y="26609147"/>
                    <a:pt x="20137176" y="26592187"/>
                    <a:pt x="20172912" y="26583190"/>
                  </a:cubicBezTo>
                  <a:cubicBezTo>
                    <a:pt x="20209972" y="26573857"/>
                    <a:pt x="20238120" y="26557303"/>
                    <a:pt x="20251408" y="26537022"/>
                  </a:cubicBezTo>
                  <a:cubicBezTo>
                    <a:pt x="20263896" y="26517959"/>
                    <a:pt x="20284152" y="26505401"/>
                    <a:pt x="20302416" y="26505401"/>
                  </a:cubicBezTo>
                  <a:cubicBezTo>
                    <a:pt x="20331540" y="26505401"/>
                    <a:pt x="20383504" y="26466015"/>
                    <a:pt x="20383504" y="26443939"/>
                  </a:cubicBezTo>
                  <a:cubicBezTo>
                    <a:pt x="20383504" y="26429717"/>
                    <a:pt x="20441748" y="26403802"/>
                    <a:pt x="20473716" y="26403802"/>
                  </a:cubicBezTo>
                  <a:cubicBezTo>
                    <a:pt x="20488896" y="26403802"/>
                    <a:pt x="20510524" y="26386160"/>
                    <a:pt x="20527096" y="26360264"/>
                  </a:cubicBezTo>
                  <a:cubicBezTo>
                    <a:pt x="20548412" y="26326948"/>
                    <a:pt x="20564380" y="26316254"/>
                    <a:pt x="20595104" y="26314719"/>
                  </a:cubicBezTo>
                  <a:cubicBezTo>
                    <a:pt x="20621788" y="26313385"/>
                    <a:pt x="20646316" y="26300301"/>
                    <a:pt x="20668228" y="26275707"/>
                  </a:cubicBezTo>
                  <a:cubicBezTo>
                    <a:pt x="20691140" y="26249991"/>
                    <a:pt x="20713124" y="26238701"/>
                    <a:pt x="20740284" y="26238701"/>
                  </a:cubicBezTo>
                  <a:cubicBezTo>
                    <a:pt x="20768944" y="26238701"/>
                    <a:pt x="20789800" y="26226923"/>
                    <a:pt x="20818456" y="26194553"/>
                  </a:cubicBezTo>
                  <a:cubicBezTo>
                    <a:pt x="20839952" y="26170272"/>
                    <a:pt x="20876148" y="26144266"/>
                    <a:pt x="20898884" y="26136761"/>
                  </a:cubicBezTo>
                  <a:cubicBezTo>
                    <a:pt x="20921620" y="26129257"/>
                    <a:pt x="20948940" y="26109817"/>
                    <a:pt x="20959592" y="26093559"/>
                  </a:cubicBezTo>
                  <a:cubicBezTo>
                    <a:pt x="20971064" y="26076055"/>
                    <a:pt x="20997404" y="26060538"/>
                    <a:pt x="21024184" y="26055515"/>
                  </a:cubicBezTo>
                  <a:cubicBezTo>
                    <a:pt x="21053312" y="26050050"/>
                    <a:pt x="21079280" y="26033679"/>
                    <a:pt x="21097144" y="26009515"/>
                  </a:cubicBezTo>
                  <a:cubicBezTo>
                    <a:pt x="21113776" y="25987021"/>
                    <a:pt x="21140448" y="25969382"/>
                    <a:pt x="21163768" y="25965457"/>
                  </a:cubicBezTo>
                  <a:cubicBezTo>
                    <a:pt x="21185152" y="25961857"/>
                    <a:pt x="21213172" y="25956915"/>
                    <a:pt x="21226028" y="25954473"/>
                  </a:cubicBezTo>
                  <a:cubicBezTo>
                    <a:pt x="21239280" y="25951955"/>
                    <a:pt x="21253028" y="25934679"/>
                    <a:pt x="21257776" y="25914573"/>
                  </a:cubicBezTo>
                  <a:cubicBezTo>
                    <a:pt x="21264144" y="25887633"/>
                    <a:pt x="21278356" y="25874920"/>
                    <a:pt x="21316952" y="25861644"/>
                  </a:cubicBezTo>
                  <a:cubicBezTo>
                    <a:pt x="21344892" y="25852034"/>
                    <a:pt x="21383704" y="25832928"/>
                    <a:pt x="21403192" y="25819186"/>
                  </a:cubicBezTo>
                  <a:cubicBezTo>
                    <a:pt x="21422684" y="25805445"/>
                    <a:pt x="21450584" y="25794201"/>
                    <a:pt x="21465192" y="25794201"/>
                  </a:cubicBezTo>
                  <a:cubicBezTo>
                    <a:pt x="21479800" y="25794201"/>
                    <a:pt x="21510620" y="25774200"/>
                    <a:pt x="21533676" y="25749752"/>
                  </a:cubicBezTo>
                  <a:cubicBezTo>
                    <a:pt x="21566052" y="25715423"/>
                    <a:pt x="21585708" y="25705302"/>
                    <a:pt x="21619992" y="25705302"/>
                  </a:cubicBezTo>
                  <a:cubicBezTo>
                    <a:pt x="21666240" y="25705302"/>
                    <a:pt x="21697288" y="25683910"/>
                    <a:pt x="21710232" y="25643130"/>
                  </a:cubicBezTo>
                  <a:cubicBezTo>
                    <a:pt x="21715072" y="25627887"/>
                    <a:pt x="21738328" y="25614049"/>
                    <a:pt x="21774356" y="25604976"/>
                  </a:cubicBezTo>
                  <a:cubicBezTo>
                    <a:pt x="21810256" y="25595937"/>
                    <a:pt x="21838452" y="25579200"/>
                    <a:pt x="21851608" y="25559122"/>
                  </a:cubicBezTo>
                  <a:cubicBezTo>
                    <a:pt x="21863004" y="25541731"/>
                    <a:pt x="21882632" y="25527502"/>
                    <a:pt x="21895224" y="25527502"/>
                  </a:cubicBezTo>
                  <a:cubicBezTo>
                    <a:pt x="21935292" y="25527502"/>
                    <a:pt x="21958720" y="25512735"/>
                    <a:pt x="21978096" y="25475270"/>
                  </a:cubicBezTo>
                  <a:cubicBezTo>
                    <a:pt x="21992720" y="25446983"/>
                    <a:pt x="22008844" y="25436914"/>
                    <a:pt x="22050048" y="25430323"/>
                  </a:cubicBezTo>
                  <a:cubicBezTo>
                    <a:pt x="22091584" y="25423681"/>
                    <a:pt x="22108816" y="25412793"/>
                    <a:pt x="22129152" y="25380328"/>
                  </a:cubicBezTo>
                  <a:cubicBezTo>
                    <a:pt x="22149064" y="25348544"/>
                    <a:pt x="22164868" y="25338275"/>
                    <a:pt x="22196632" y="25336486"/>
                  </a:cubicBezTo>
                  <a:cubicBezTo>
                    <a:pt x="22223816" y="25334953"/>
                    <a:pt x="22246668" y="25323262"/>
                    <a:pt x="22262960" y="25302553"/>
                  </a:cubicBezTo>
                  <a:cubicBezTo>
                    <a:pt x="22277744" y="25283757"/>
                    <a:pt x="22309716" y="25266036"/>
                    <a:pt x="22341892" y="25258807"/>
                  </a:cubicBezTo>
                  <a:cubicBezTo>
                    <a:pt x="22377432" y="25250821"/>
                    <a:pt x="22409712" y="25231660"/>
                    <a:pt x="22436028" y="25202928"/>
                  </a:cubicBezTo>
                  <a:cubicBezTo>
                    <a:pt x="22462528" y="25173999"/>
                    <a:pt x="22487560" y="25159202"/>
                    <a:pt x="22510008" y="25159202"/>
                  </a:cubicBezTo>
                  <a:cubicBezTo>
                    <a:pt x="22534608" y="25159202"/>
                    <a:pt x="22551592" y="25147386"/>
                    <a:pt x="22571796" y="25116209"/>
                  </a:cubicBezTo>
                  <a:cubicBezTo>
                    <a:pt x="22591368" y="25086005"/>
                    <a:pt x="22610292" y="25072448"/>
                    <a:pt x="22635412" y="25070638"/>
                  </a:cubicBezTo>
                  <a:cubicBezTo>
                    <a:pt x="22658396" y="25068980"/>
                    <a:pt x="22683356" y="25053224"/>
                    <a:pt x="22705264" y="25026542"/>
                  </a:cubicBezTo>
                  <a:cubicBezTo>
                    <a:pt x="22733076" y="24992671"/>
                    <a:pt x="22749288" y="24984585"/>
                    <a:pt x="22793296" y="24982644"/>
                  </a:cubicBezTo>
                  <a:cubicBezTo>
                    <a:pt x="22838696" y="24980639"/>
                    <a:pt x="22850228" y="24974485"/>
                    <a:pt x="22866100" y="24943790"/>
                  </a:cubicBezTo>
                  <a:cubicBezTo>
                    <a:pt x="22878368" y="24920074"/>
                    <a:pt x="22898896" y="24904256"/>
                    <a:pt x="22924804" y="24898567"/>
                  </a:cubicBezTo>
                  <a:cubicBezTo>
                    <a:pt x="22946720" y="24893752"/>
                    <a:pt x="22981592" y="24873623"/>
                    <a:pt x="23002300" y="24853831"/>
                  </a:cubicBezTo>
                  <a:cubicBezTo>
                    <a:pt x="23023008" y="24834040"/>
                    <a:pt x="23056812" y="24814146"/>
                    <a:pt x="23077416" y="24809620"/>
                  </a:cubicBezTo>
                  <a:cubicBezTo>
                    <a:pt x="23098020" y="24805094"/>
                    <a:pt x="23126700" y="24785403"/>
                    <a:pt x="23141148" y="24765860"/>
                  </a:cubicBezTo>
                  <a:cubicBezTo>
                    <a:pt x="23161404" y="24738459"/>
                    <a:pt x="23181628" y="24728441"/>
                    <a:pt x="23229504" y="24722092"/>
                  </a:cubicBezTo>
                  <a:cubicBezTo>
                    <a:pt x="23281316" y="24715218"/>
                    <a:pt x="23294776" y="24707697"/>
                    <a:pt x="23310832" y="24676645"/>
                  </a:cubicBezTo>
                  <a:cubicBezTo>
                    <a:pt x="23324084" y="24651018"/>
                    <a:pt x="23345104" y="24635389"/>
                    <a:pt x="23378352" y="24626435"/>
                  </a:cubicBezTo>
                  <a:cubicBezTo>
                    <a:pt x="23404908" y="24619285"/>
                    <a:pt x="23438624" y="24599644"/>
                    <a:pt x="23453280" y="24582788"/>
                  </a:cubicBezTo>
                  <a:cubicBezTo>
                    <a:pt x="23467936" y="24565933"/>
                    <a:pt x="23497536" y="24548275"/>
                    <a:pt x="23519056" y="24543548"/>
                  </a:cubicBezTo>
                  <a:cubicBezTo>
                    <a:pt x="23540580" y="24538821"/>
                    <a:pt x="23571744" y="24517635"/>
                    <a:pt x="23588308" y="24496468"/>
                  </a:cubicBezTo>
                  <a:cubicBezTo>
                    <a:pt x="23611524" y="24466802"/>
                    <a:pt x="23631328" y="24456532"/>
                    <a:pt x="23674736" y="24451639"/>
                  </a:cubicBezTo>
                  <a:cubicBezTo>
                    <a:pt x="23719804" y="24446559"/>
                    <a:pt x="23735168" y="24438108"/>
                    <a:pt x="23751696" y="24409314"/>
                  </a:cubicBezTo>
                  <a:cubicBezTo>
                    <a:pt x="23765656" y="24384989"/>
                    <a:pt x="23789140" y="24368813"/>
                    <a:pt x="23824208" y="24359370"/>
                  </a:cubicBezTo>
                  <a:cubicBezTo>
                    <a:pt x="23853748" y="24351416"/>
                    <a:pt x="23884520" y="24332513"/>
                    <a:pt x="23895696" y="24315452"/>
                  </a:cubicBezTo>
                  <a:cubicBezTo>
                    <a:pt x="23907364" y="24297644"/>
                    <a:pt x="23933520" y="24282087"/>
                    <a:pt x="23960196" y="24277082"/>
                  </a:cubicBezTo>
                  <a:cubicBezTo>
                    <a:pt x="23996952" y="24270186"/>
                    <a:pt x="24007752" y="24260724"/>
                    <a:pt x="24019912" y="24224781"/>
                  </a:cubicBezTo>
                  <a:cubicBezTo>
                    <a:pt x="24033704" y="24183995"/>
                    <a:pt x="24038748" y="24180766"/>
                    <a:pt x="24091304" y="24179063"/>
                  </a:cubicBezTo>
                  <a:cubicBezTo>
                    <a:pt x="24140248" y="24177478"/>
                    <a:pt x="24151348" y="24171724"/>
                    <a:pt x="24173856" y="24136274"/>
                  </a:cubicBezTo>
                  <a:cubicBezTo>
                    <a:pt x="24188152" y="24113748"/>
                    <a:pt x="24214144" y="24091173"/>
                    <a:pt x="24231604" y="24086108"/>
                  </a:cubicBezTo>
                  <a:cubicBezTo>
                    <a:pt x="24249068" y="24081042"/>
                    <a:pt x="24280500" y="24060976"/>
                    <a:pt x="24301456" y="24041513"/>
                  </a:cubicBezTo>
                  <a:cubicBezTo>
                    <a:pt x="24322408" y="24022052"/>
                    <a:pt x="24359556" y="24002016"/>
                    <a:pt x="24384004" y="23996992"/>
                  </a:cubicBezTo>
                  <a:cubicBezTo>
                    <a:pt x="24408452" y="23991968"/>
                    <a:pt x="24449228" y="23971373"/>
                    <a:pt x="24474616" y="23951229"/>
                  </a:cubicBezTo>
                  <a:cubicBezTo>
                    <a:pt x="24500008" y="23931085"/>
                    <a:pt x="24535916" y="23914602"/>
                    <a:pt x="24554416" y="23914602"/>
                  </a:cubicBezTo>
                  <a:cubicBezTo>
                    <a:pt x="24575924" y="23914602"/>
                    <a:pt x="24604080" y="23898574"/>
                    <a:pt x="24632500" y="23870152"/>
                  </a:cubicBezTo>
                  <a:cubicBezTo>
                    <a:pt x="24656948" y="23845704"/>
                    <a:pt x="24685136" y="23825702"/>
                    <a:pt x="24695136" y="23825702"/>
                  </a:cubicBezTo>
                  <a:cubicBezTo>
                    <a:pt x="24705136" y="23825702"/>
                    <a:pt x="24732288" y="23809047"/>
                    <a:pt x="24755472" y="23788692"/>
                  </a:cubicBezTo>
                  <a:cubicBezTo>
                    <a:pt x="24778656" y="23768335"/>
                    <a:pt x="24819064" y="23747659"/>
                    <a:pt x="24845264" y="23742743"/>
                  </a:cubicBezTo>
                  <a:cubicBezTo>
                    <a:pt x="24879876" y="23736249"/>
                    <a:pt x="24898008" y="23723926"/>
                    <a:pt x="24911588" y="23697672"/>
                  </a:cubicBezTo>
                  <a:cubicBezTo>
                    <a:pt x="24924272" y="23673144"/>
                    <a:pt x="24945784" y="23657359"/>
                    <a:pt x="24978552" y="23648535"/>
                  </a:cubicBezTo>
                  <a:cubicBezTo>
                    <a:pt x="25005108" y="23641385"/>
                    <a:pt x="25038824" y="23621745"/>
                    <a:pt x="25053480" y="23604888"/>
                  </a:cubicBezTo>
                  <a:cubicBezTo>
                    <a:pt x="25068136" y="23588033"/>
                    <a:pt x="25097736" y="23570375"/>
                    <a:pt x="25119256" y="23565648"/>
                  </a:cubicBezTo>
                  <a:cubicBezTo>
                    <a:pt x="25140780" y="23560921"/>
                    <a:pt x="25171944" y="23539735"/>
                    <a:pt x="25188508" y="23518570"/>
                  </a:cubicBezTo>
                  <a:cubicBezTo>
                    <a:pt x="25212200" y="23488296"/>
                    <a:pt x="25231320" y="23478655"/>
                    <a:pt x="25278124" y="23473379"/>
                  </a:cubicBezTo>
                  <a:cubicBezTo>
                    <a:pt x="25327248" y="23467842"/>
                    <a:pt x="25340864" y="23460406"/>
                    <a:pt x="25356200" y="23430755"/>
                  </a:cubicBezTo>
                  <a:cubicBezTo>
                    <a:pt x="25368968" y="23406062"/>
                    <a:pt x="25390408" y="23390625"/>
                    <a:pt x="25424808" y="23381363"/>
                  </a:cubicBezTo>
                  <a:cubicBezTo>
                    <a:pt x="25452328" y="23373954"/>
                    <a:pt x="25485416" y="23354450"/>
                    <a:pt x="25498336" y="23338023"/>
                  </a:cubicBezTo>
                  <a:cubicBezTo>
                    <a:pt x="25511256" y="23321596"/>
                    <a:pt x="25540480" y="23304059"/>
                    <a:pt x="25563280" y="23299054"/>
                  </a:cubicBezTo>
                  <a:cubicBezTo>
                    <a:pt x="25586076" y="23294046"/>
                    <a:pt x="25622448" y="23270475"/>
                    <a:pt x="25644108" y="23246675"/>
                  </a:cubicBezTo>
                  <a:cubicBezTo>
                    <a:pt x="25668340" y="23220044"/>
                    <a:pt x="25695392" y="23203402"/>
                    <a:pt x="25714448" y="23203402"/>
                  </a:cubicBezTo>
                  <a:cubicBezTo>
                    <a:pt x="25732248" y="23203402"/>
                    <a:pt x="25760056" y="23187725"/>
                    <a:pt x="25779856" y="23166531"/>
                  </a:cubicBezTo>
                  <a:cubicBezTo>
                    <a:pt x="25798800" y="23146254"/>
                    <a:pt x="25838812" y="23122317"/>
                    <a:pt x="25868776" y="23113339"/>
                  </a:cubicBezTo>
                  <a:cubicBezTo>
                    <a:pt x="25898736" y="23104363"/>
                    <a:pt x="25931528" y="23084391"/>
                    <a:pt x="25941640" y="23068959"/>
                  </a:cubicBezTo>
                  <a:cubicBezTo>
                    <a:pt x="25951752" y="23053526"/>
                    <a:pt x="25979192" y="23037304"/>
                    <a:pt x="26002616" y="23032910"/>
                  </a:cubicBezTo>
                  <a:cubicBezTo>
                    <a:pt x="26030660" y="23027649"/>
                    <a:pt x="26056704" y="23009852"/>
                    <a:pt x="26078852" y="22980811"/>
                  </a:cubicBezTo>
                  <a:cubicBezTo>
                    <a:pt x="26103696" y="22948243"/>
                    <a:pt x="26122184" y="22936703"/>
                    <a:pt x="26149528" y="22936703"/>
                  </a:cubicBezTo>
                  <a:cubicBezTo>
                    <a:pt x="26174916" y="22936703"/>
                    <a:pt x="26200536" y="22922727"/>
                    <a:pt x="26231008" y="22892252"/>
                  </a:cubicBezTo>
                  <a:cubicBezTo>
                    <a:pt x="26255456" y="22867805"/>
                    <a:pt x="26286008" y="22847802"/>
                    <a:pt x="26298904" y="22847802"/>
                  </a:cubicBezTo>
                  <a:cubicBezTo>
                    <a:pt x="26311800" y="22847802"/>
                    <a:pt x="26338408" y="22831041"/>
                    <a:pt x="26358036" y="22810555"/>
                  </a:cubicBezTo>
                  <a:cubicBezTo>
                    <a:pt x="26379948" y="22787686"/>
                    <a:pt x="26412700" y="22770102"/>
                    <a:pt x="26442884" y="22765003"/>
                  </a:cubicBezTo>
                  <a:cubicBezTo>
                    <a:pt x="26477020" y="22759234"/>
                    <a:pt x="26500104" y="22745377"/>
                    <a:pt x="26518420" y="22719656"/>
                  </a:cubicBezTo>
                  <a:cubicBezTo>
                    <a:pt x="26536228" y="22694644"/>
                    <a:pt x="26563332" y="22677949"/>
                    <a:pt x="26601880" y="22668242"/>
                  </a:cubicBezTo>
                  <a:cubicBezTo>
                    <a:pt x="26636560" y="22659511"/>
                    <a:pt x="26666528" y="22642331"/>
                    <a:pt x="26678228" y="22624476"/>
                  </a:cubicBezTo>
                  <a:cubicBezTo>
                    <a:pt x="26688816" y="22608311"/>
                    <a:pt x="26717016" y="22588639"/>
                    <a:pt x="26740892" y="22580759"/>
                  </a:cubicBezTo>
                  <a:cubicBezTo>
                    <a:pt x="26765272" y="22572713"/>
                    <a:pt x="26781696" y="22559905"/>
                    <a:pt x="26778356" y="22551543"/>
                  </a:cubicBezTo>
                  <a:cubicBezTo>
                    <a:pt x="26770016" y="22530655"/>
                    <a:pt x="26813044" y="22502068"/>
                    <a:pt x="26876372" y="22486421"/>
                  </a:cubicBezTo>
                  <a:cubicBezTo>
                    <a:pt x="26905912" y="22479124"/>
                    <a:pt x="26940260" y="22460697"/>
                    <a:pt x="26952704" y="22445475"/>
                  </a:cubicBezTo>
                  <a:cubicBezTo>
                    <a:pt x="26965148" y="22430254"/>
                    <a:pt x="26993784" y="22408133"/>
                    <a:pt x="27016344" y="22396318"/>
                  </a:cubicBezTo>
                  <a:cubicBezTo>
                    <a:pt x="27038900" y="22384505"/>
                    <a:pt x="27075036" y="22363883"/>
                    <a:pt x="27096644" y="22350494"/>
                  </a:cubicBezTo>
                  <a:cubicBezTo>
                    <a:pt x="27118256" y="22337104"/>
                    <a:pt x="27156832" y="22320381"/>
                    <a:pt x="27182368" y="22313329"/>
                  </a:cubicBezTo>
                  <a:cubicBezTo>
                    <a:pt x="27207908" y="22306277"/>
                    <a:pt x="27228804" y="22295062"/>
                    <a:pt x="27228804" y="22288406"/>
                  </a:cubicBezTo>
                  <a:cubicBezTo>
                    <a:pt x="27228804" y="22258522"/>
                    <a:pt x="27281480" y="22225502"/>
                    <a:pt x="27329148" y="22225502"/>
                  </a:cubicBezTo>
                  <a:cubicBezTo>
                    <a:pt x="27371940" y="22225502"/>
                    <a:pt x="27382136" y="22219672"/>
                    <a:pt x="27403932" y="22182731"/>
                  </a:cubicBezTo>
                  <a:cubicBezTo>
                    <a:pt x="27422476" y="22151297"/>
                    <a:pt x="27441176" y="22137707"/>
                    <a:pt x="27474484" y="22131460"/>
                  </a:cubicBezTo>
                  <a:cubicBezTo>
                    <a:pt x="27499412" y="22126784"/>
                    <a:pt x="27530316" y="22109594"/>
                    <a:pt x="27543166" y="22093257"/>
                  </a:cubicBezTo>
                  <a:cubicBezTo>
                    <a:pt x="27556016" y="22076923"/>
                    <a:pt x="27584438" y="22059624"/>
                    <a:pt x="27606330" y="22054815"/>
                  </a:cubicBezTo>
                  <a:cubicBezTo>
                    <a:pt x="27629688" y="22049685"/>
                    <a:pt x="27659336" y="22028762"/>
                    <a:pt x="27678094" y="22004168"/>
                  </a:cubicBezTo>
                  <a:cubicBezTo>
                    <a:pt x="27701582" y="21973376"/>
                    <a:pt x="27723650" y="21960090"/>
                    <a:pt x="27761314" y="21954067"/>
                  </a:cubicBezTo>
                  <a:cubicBezTo>
                    <a:pt x="27795676" y="21948573"/>
                    <a:pt x="27819198" y="21935758"/>
                    <a:pt x="27832676" y="21915188"/>
                  </a:cubicBezTo>
                  <a:cubicBezTo>
                    <a:pt x="27843734" y="21898311"/>
                    <a:pt x="27870104" y="21878463"/>
                    <a:pt x="27891278" y="21871082"/>
                  </a:cubicBezTo>
                  <a:cubicBezTo>
                    <a:pt x="27912452" y="21863701"/>
                    <a:pt x="27949426" y="21840412"/>
                    <a:pt x="27973436" y="21819332"/>
                  </a:cubicBezTo>
                  <a:cubicBezTo>
                    <a:pt x="28000128" y="21795893"/>
                    <a:pt x="28031136" y="21781002"/>
                    <a:pt x="28053236" y="21781002"/>
                  </a:cubicBezTo>
                  <a:cubicBezTo>
                    <a:pt x="28079354" y="21781002"/>
                    <a:pt x="28098438" y="21769139"/>
                    <a:pt x="28121972" y="21738284"/>
                  </a:cubicBezTo>
                  <a:cubicBezTo>
                    <a:pt x="28146080" y="21706675"/>
                    <a:pt x="28167890" y="21693432"/>
                    <a:pt x="28205814" y="21687367"/>
                  </a:cubicBezTo>
                  <a:cubicBezTo>
                    <a:pt x="28240176" y="21681873"/>
                    <a:pt x="28263698" y="21669058"/>
                    <a:pt x="28277174" y="21648488"/>
                  </a:cubicBezTo>
                  <a:cubicBezTo>
                    <a:pt x="28288234" y="21631612"/>
                    <a:pt x="28314604" y="21611763"/>
                    <a:pt x="28335780" y="21604382"/>
                  </a:cubicBezTo>
                  <a:cubicBezTo>
                    <a:pt x="28356952" y="21597001"/>
                    <a:pt x="28393924" y="21573712"/>
                    <a:pt x="28417938" y="21552631"/>
                  </a:cubicBezTo>
                  <a:cubicBezTo>
                    <a:pt x="28445288" y="21528613"/>
                    <a:pt x="28475508" y="21514302"/>
                    <a:pt x="28498866" y="21514302"/>
                  </a:cubicBezTo>
                  <a:cubicBezTo>
                    <a:pt x="28525426" y="21514302"/>
                    <a:pt x="28544112" y="21503522"/>
                    <a:pt x="28563870" y="21476804"/>
                  </a:cubicBezTo>
                  <a:cubicBezTo>
                    <a:pt x="28579118" y="21456179"/>
                    <a:pt x="28609290" y="21428216"/>
                    <a:pt x="28630928" y="21414663"/>
                  </a:cubicBezTo>
                  <a:cubicBezTo>
                    <a:pt x="28652556" y="21401111"/>
                    <a:pt x="28684020" y="21380812"/>
                    <a:pt x="28700844" y="21369557"/>
                  </a:cubicBezTo>
                  <a:cubicBezTo>
                    <a:pt x="28717674" y="21358305"/>
                    <a:pt x="28753294" y="21343210"/>
                    <a:pt x="28780006" y="21336017"/>
                  </a:cubicBezTo>
                  <a:cubicBezTo>
                    <a:pt x="28817268" y="21325983"/>
                    <a:pt x="28830542" y="21314911"/>
                    <a:pt x="28837040" y="21288446"/>
                  </a:cubicBezTo>
                  <a:cubicBezTo>
                    <a:pt x="28848422" y="21242080"/>
                    <a:pt x="28863692" y="21234190"/>
                    <a:pt x="28928022" y="21241446"/>
                  </a:cubicBezTo>
                  <a:cubicBezTo>
                    <a:pt x="28980936" y="21247417"/>
                    <a:pt x="28983048" y="21246259"/>
                    <a:pt x="28997874" y="21203189"/>
                  </a:cubicBezTo>
                  <a:cubicBezTo>
                    <a:pt x="29009480" y="21169455"/>
                    <a:pt x="29023840" y="21155279"/>
                    <a:pt x="29057604" y="21144222"/>
                  </a:cubicBezTo>
                  <a:cubicBezTo>
                    <a:pt x="29082052" y="21136219"/>
                    <a:pt x="29123684" y="21116198"/>
                    <a:pt x="29150122" y="21099735"/>
                  </a:cubicBezTo>
                  <a:cubicBezTo>
                    <a:pt x="29176558" y="21083272"/>
                    <a:pt x="29209708" y="21069802"/>
                    <a:pt x="29223792" y="21069802"/>
                  </a:cubicBezTo>
                  <a:cubicBezTo>
                    <a:pt x="29239352" y="21069802"/>
                    <a:pt x="29262850" y="21050135"/>
                    <a:pt x="29283676" y="21019690"/>
                  </a:cubicBezTo>
                  <a:cubicBezTo>
                    <a:pt x="29312438" y="20977640"/>
                    <a:pt x="29325976" y="20968957"/>
                    <a:pt x="29367812" y="20965715"/>
                  </a:cubicBezTo>
                  <a:cubicBezTo>
                    <a:pt x="29401852" y="20963077"/>
                    <a:pt x="29426298" y="20951879"/>
                    <a:pt x="29444872" y="20930411"/>
                  </a:cubicBezTo>
                  <a:cubicBezTo>
                    <a:pt x="29459836" y="20913120"/>
                    <a:pt x="29496396" y="20891929"/>
                    <a:pt x="29526116" y="20883325"/>
                  </a:cubicBezTo>
                  <a:cubicBezTo>
                    <a:pt x="29555834" y="20874719"/>
                    <a:pt x="29591580" y="20853150"/>
                    <a:pt x="29605548" y="20835392"/>
                  </a:cubicBezTo>
                  <a:cubicBezTo>
                    <a:pt x="29620024" y="20816988"/>
                    <a:pt x="29643928" y="20803102"/>
                    <a:pt x="29661130" y="20803102"/>
                  </a:cubicBezTo>
                  <a:cubicBezTo>
                    <a:pt x="29680488" y="20803102"/>
                    <a:pt x="29703040" y="20787726"/>
                    <a:pt x="29724012" y="20760226"/>
                  </a:cubicBezTo>
                  <a:cubicBezTo>
                    <a:pt x="29748030" y="20728739"/>
                    <a:pt x="29770072" y="20715215"/>
                    <a:pt x="29806994" y="20709312"/>
                  </a:cubicBezTo>
                  <a:cubicBezTo>
                    <a:pt x="29840400" y="20703969"/>
                    <a:pt x="29864016" y="20690977"/>
                    <a:pt x="29877374" y="20670588"/>
                  </a:cubicBezTo>
                  <a:cubicBezTo>
                    <a:pt x="29888434" y="20653711"/>
                    <a:pt x="29914804" y="20633863"/>
                    <a:pt x="29935978" y="20626483"/>
                  </a:cubicBezTo>
                  <a:cubicBezTo>
                    <a:pt x="29957152" y="20619101"/>
                    <a:pt x="29994124" y="20595812"/>
                    <a:pt x="30018136" y="20574731"/>
                  </a:cubicBezTo>
                  <a:cubicBezTo>
                    <a:pt x="30045336" y="20550847"/>
                    <a:pt x="30075736" y="20536403"/>
                    <a:pt x="30098800" y="20536403"/>
                  </a:cubicBezTo>
                  <a:cubicBezTo>
                    <a:pt x="30125956" y="20536403"/>
                    <a:pt x="30144570" y="20524921"/>
                    <a:pt x="30168708" y="20493271"/>
                  </a:cubicBezTo>
                  <a:cubicBezTo>
                    <a:pt x="30186804" y="20469550"/>
                    <a:pt x="30219956" y="20443381"/>
                    <a:pt x="30242380" y="20435119"/>
                  </a:cubicBezTo>
                  <a:cubicBezTo>
                    <a:pt x="30264804" y="20426857"/>
                    <a:pt x="30301404" y="20406260"/>
                    <a:pt x="30323712" y="20389349"/>
                  </a:cubicBezTo>
                  <a:cubicBezTo>
                    <a:pt x="30346020" y="20372438"/>
                    <a:pt x="30372628" y="20358602"/>
                    <a:pt x="30382838" y="20358602"/>
                  </a:cubicBezTo>
                  <a:cubicBezTo>
                    <a:pt x="30393048" y="20358602"/>
                    <a:pt x="30425344" y="20338600"/>
                    <a:pt x="30454604" y="20314152"/>
                  </a:cubicBezTo>
                  <a:cubicBezTo>
                    <a:pt x="30489012" y="20285406"/>
                    <a:pt x="30521052" y="20269702"/>
                    <a:pt x="30545296" y="20269702"/>
                  </a:cubicBezTo>
                  <a:cubicBezTo>
                    <a:pt x="30576756" y="20269702"/>
                    <a:pt x="30585244" y="20262558"/>
                    <a:pt x="30598072" y="20225289"/>
                  </a:cubicBezTo>
                  <a:cubicBezTo>
                    <a:pt x="30609724" y="20191431"/>
                    <a:pt x="30623916" y="20177487"/>
                    <a:pt x="30657804" y="20166608"/>
                  </a:cubicBezTo>
                  <a:cubicBezTo>
                    <a:pt x="30682252" y="20158760"/>
                    <a:pt x="30719936" y="20141383"/>
                    <a:pt x="30741544" y="20127995"/>
                  </a:cubicBezTo>
                  <a:cubicBezTo>
                    <a:pt x="30763156" y="20114604"/>
                    <a:pt x="30801664" y="20097899"/>
                    <a:pt x="30827120" y="20090870"/>
                  </a:cubicBezTo>
                  <a:cubicBezTo>
                    <a:pt x="30861932" y="20081260"/>
                    <a:pt x="30875488" y="20069570"/>
                    <a:pt x="30881806" y="20043722"/>
                  </a:cubicBezTo>
                  <a:cubicBezTo>
                    <a:pt x="30893104" y="19997491"/>
                    <a:pt x="30908420" y="19989594"/>
                    <a:pt x="30972720" y="19996846"/>
                  </a:cubicBezTo>
                  <a:cubicBezTo>
                    <a:pt x="31025636" y="20002816"/>
                    <a:pt x="31027748" y="20001658"/>
                    <a:pt x="31042572" y="19958589"/>
                  </a:cubicBezTo>
                  <a:cubicBezTo>
                    <a:pt x="31054180" y="19924855"/>
                    <a:pt x="31068540" y="19910680"/>
                    <a:pt x="31102304" y="19899622"/>
                  </a:cubicBezTo>
                  <a:cubicBezTo>
                    <a:pt x="31126752" y="19891618"/>
                    <a:pt x="31168384" y="19871599"/>
                    <a:pt x="31194822" y="19855135"/>
                  </a:cubicBezTo>
                  <a:cubicBezTo>
                    <a:pt x="31221258" y="19838672"/>
                    <a:pt x="31254608" y="19825202"/>
                    <a:pt x="31268928" y="19825202"/>
                  </a:cubicBezTo>
                  <a:cubicBezTo>
                    <a:pt x="31283254" y="19825202"/>
                    <a:pt x="31312682" y="19805201"/>
                    <a:pt x="31334324" y="19780752"/>
                  </a:cubicBezTo>
                  <a:cubicBezTo>
                    <a:pt x="31361208" y="19750386"/>
                    <a:pt x="31384680" y="19736303"/>
                    <a:pt x="31408404" y="19736303"/>
                  </a:cubicBezTo>
                  <a:cubicBezTo>
                    <a:pt x="31460412" y="19736303"/>
                    <a:pt x="31482284" y="19724315"/>
                    <a:pt x="31502856" y="19684533"/>
                  </a:cubicBezTo>
                  <a:cubicBezTo>
                    <a:pt x="31516132" y="19658854"/>
                    <a:pt x="31534594" y="19646078"/>
                    <a:pt x="31567280" y="19639947"/>
                  </a:cubicBezTo>
                  <a:cubicBezTo>
                    <a:pt x="31593956" y="19634943"/>
                    <a:pt x="31626650" y="19616136"/>
                    <a:pt x="31645548" y="19594928"/>
                  </a:cubicBezTo>
                  <a:cubicBezTo>
                    <a:pt x="31663398" y="19574893"/>
                    <a:pt x="31689146" y="19558502"/>
                    <a:pt x="31702768" y="19558502"/>
                  </a:cubicBezTo>
                  <a:cubicBezTo>
                    <a:pt x="31717396" y="19558502"/>
                    <a:pt x="31741224" y="19538168"/>
                    <a:pt x="31760992" y="19508318"/>
                  </a:cubicBezTo>
                  <a:cubicBezTo>
                    <a:pt x="31790248" y="19464879"/>
                    <a:pt x="31801112" y="19458331"/>
                    <a:pt x="31847420" y="19456300"/>
                  </a:cubicBezTo>
                  <a:cubicBezTo>
                    <a:pt x="31888160" y="19454497"/>
                    <a:pt x="31907972" y="19445450"/>
                    <a:pt x="31933242" y="19417081"/>
                  </a:cubicBezTo>
                  <a:cubicBezTo>
                    <a:pt x="31951316" y="19396804"/>
                    <a:pt x="31974086" y="19380209"/>
                    <a:pt x="31983850" y="19380209"/>
                  </a:cubicBezTo>
                  <a:cubicBezTo>
                    <a:pt x="31993614" y="19380209"/>
                    <a:pt x="32025544" y="19360204"/>
                    <a:pt x="32054804" y="19335770"/>
                  </a:cubicBezTo>
                  <a:cubicBezTo>
                    <a:pt x="32088308" y="19307762"/>
                    <a:pt x="32121428" y="19291306"/>
                    <a:pt x="32144260" y="19291306"/>
                  </a:cubicBezTo>
                  <a:cubicBezTo>
                    <a:pt x="32170766" y="19291306"/>
                    <a:pt x="32189628" y="19279355"/>
                    <a:pt x="32214416" y="19246861"/>
                  </a:cubicBezTo>
                  <a:cubicBezTo>
                    <a:pt x="32258556" y="19188997"/>
                    <a:pt x="32255998" y="19190585"/>
                    <a:pt x="32316308" y="19183246"/>
                  </a:cubicBezTo>
                  <a:cubicBezTo>
                    <a:pt x="32355068" y="19178539"/>
                    <a:pt x="32371724" y="19169340"/>
                    <a:pt x="32381888" y="19147032"/>
                  </a:cubicBezTo>
                  <a:cubicBezTo>
                    <a:pt x="32390128" y="19128931"/>
                    <a:pt x="32410620" y="19114095"/>
                    <a:pt x="32433748" y="19109483"/>
                  </a:cubicBezTo>
                  <a:cubicBezTo>
                    <a:pt x="32454780" y="19105263"/>
                    <a:pt x="32489760" y="19084448"/>
                    <a:pt x="32511484" y="19063216"/>
                  </a:cubicBezTo>
                  <a:cubicBezTo>
                    <a:pt x="32534220" y="19040990"/>
                    <a:pt x="32564478" y="19024604"/>
                    <a:pt x="32582792" y="19024604"/>
                  </a:cubicBezTo>
                  <a:cubicBezTo>
                    <a:pt x="32603146" y="19024604"/>
                    <a:pt x="32632552" y="19006301"/>
                    <a:pt x="32664404" y="18973807"/>
                  </a:cubicBezTo>
                  <a:cubicBezTo>
                    <a:pt x="32691792" y="18945868"/>
                    <a:pt x="32724784" y="18923016"/>
                    <a:pt x="32737724" y="18923016"/>
                  </a:cubicBezTo>
                  <a:cubicBezTo>
                    <a:pt x="32750664" y="18923016"/>
                    <a:pt x="32777678" y="18905858"/>
                    <a:pt x="32797754" y="18884904"/>
                  </a:cubicBezTo>
                  <a:cubicBezTo>
                    <a:pt x="32818444" y="18863311"/>
                    <a:pt x="32847450" y="18846811"/>
                    <a:pt x="32864714" y="18846811"/>
                  </a:cubicBezTo>
                  <a:cubicBezTo>
                    <a:pt x="32883560" y="18846811"/>
                    <a:pt x="32910176" y="18829868"/>
                    <a:pt x="32934524" y="18802353"/>
                  </a:cubicBezTo>
                  <a:cubicBezTo>
                    <a:pt x="32964760" y="18768208"/>
                    <a:pt x="32983752" y="18757902"/>
                    <a:pt x="33016496" y="18757902"/>
                  </a:cubicBezTo>
                  <a:cubicBezTo>
                    <a:pt x="33049448" y="18757902"/>
                    <a:pt x="33070400" y="18746387"/>
                    <a:pt x="33108904" y="18707111"/>
                  </a:cubicBezTo>
                  <a:cubicBezTo>
                    <a:pt x="33136292" y="18679166"/>
                    <a:pt x="33169284" y="18656314"/>
                    <a:pt x="33182224" y="18656314"/>
                  </a:cubicBezTo>
                  <a:cubicBezTo>
                    <a:pt x="33195164" y="18656314"/>
                    <a:pt x="33222180" y="18639156"/>
                    <a:pt x="33242256" y="18618202"/>
                  </a:cubicBezTo>
                  <a:cubicBezTo>
                    <a:pt x="33263188" y="18596356"/>
                    <a:pt x="33291908" y="18580109"/>
                    <a:pt x="33309592" y="18580109"/>
                  </a:cubicBezTo>
                  <a:cubicBezTo>
                    <a:pt x="33331260" y="18580109"/>
                    <a:pt x="33350380" y="18565374"/>
                    <a:pt x="33373892" y="18530533"/>
                  </a:cubicBezTo>
                  <a:cubicBezTo>
                    <a:pt x="33402660" y="18487910"/>
                    <a:pt x="33415712" y="18479856"/>
                    <a:pt x="33466912" y="18473099"/>
                  </a:cubicBezTo>
                  <a:cubicBezTo>
                    <a:pt x="33510712" y="18467329"/>
                    <a:pt x="33528560" y="18458668"/>
                    <a:pt x="33534360" y="18440390"/>
                  </a:cubicBezTo>
                  <a:cubicBezTo>
                    <a:pt x="33539508" y="18424181"/>
                    <a:pt x="33564416" y="18408946"/>
                    <a:pt x="33606032" y="18396590"/>
                  </a:cubicBezTo>
                  <a:cubicBezTo>
                    <a:pt x="33642888" y="18385645"/>
                    <a:pt x="33680484" y="18364090"/>
                    <a:pt x="33695084" y="18345540"/>
                  </a:cubicBezTo>
                  <a:cubicBezTo>
                    <a:pt x="33708980" y="18327857"/>
                    <a:pt x="33732020" y="18313413"/>
                    <a:pt x="33746288" y="18313413"/>
                  </a:cubicBezTo>
                  <a:cubicBezTo>
                    <a:pt x="33762308" y="18313413"/>
                    <a:pt x="33785032" y="18294376"/>
                    <a:pt x="33805692" y="18263628"/>
                  </a:cubicBezTo>
                  <a:cubicBezTo>
                    <a:pt x="33838488" y="18214843"/>
                    <a:pt x="33878564" y="18195458"/>
                    <a:pt x="33942000" y="18197685"/>
                  </a:cubicBezTo>
                  <a:cubicBezTo>
                    <a:pt x="33958188" y="18198248"/>
                    <a:pt x="33973960" y="18186955"/>
                    <a:pt x="33982180" y="18168924"/>
                  </a:cubicBezTo>
                  <a:cubicBezTo>
                    <a:pt x="33990572" y="18150507"/>
                    <a:pt x="34011008" y="18136158"/>
                    <a:pt x="34035960" y="18131166"/>
                  </a:cubicBezTo>
                  <a:cubicBezTo>
                    <a:pt x="34058096" y="18126750"/>
                    <a:pt x="34091296" y="18105929"/>
                    <a:pt x="34109732" y="18084918"/>
                  </a:cubicBezTo>
                  <a:cubicBezTo>
                    <a:pt x="34132304" y="18059187"/>
                    <a:pt x="34155108" y="18046711"/>
                    <a:pt x="34179508" y="18046711"/>
                  </a:cubicBezTo>
                  <a:cubicBezTo>
                    <a:pt x="34202956" y="18046711"/>
                    <a:pt x="34229388" y="18033077"/>
                    <a:pt x="34254348" y="18008118"/>
                  </a:cubicBezTo>
                  <a:cubicBezTo>
                    <a:pt x="34333076" y="17929395"/>
                    <a:pt x="34417152" y="17874087"/>
                    <a:pt x="34474460" y="17863338"/>
                  </a:cubicBezTo>
                  <a:cubicBezTo>
                    <a:pt x="34501896" y="17858188"/>
                    <a:pt x="34527288" y="17841593"/>
                    <a:pt x="34544344" y="17817640"/>
                  </a:cubicBezTo>
                  <a:cubicBezTo>
                    <a:pt x="34565228" y="17788297"/>
                    <a:pt x="34580856" y="17780009"/>
                    <a:pt x="34615220" y="17780009"/>
                  </a:cubicBezTo>
                  <a:cubicBezTo>
                    <a:pt x="34649892" y="17780009"/>
                    <a:pt x="34669948" y="17769152"/>
                    <a:pt x="34709104" y="17729218"/>
                  </a:cubicBezTo>
                  <a:cubicBezTo>
                    <a:pt x="34736492" y="17701273"/>
                    <a:pt x="34767260" y="17678402"/>
                    <a:pt x="34777480" y="17678402"/>
                  </a:cubicBezTo>
                  <a:cubicBezTo>
                    <a:pt x="34787696" y="17678402"/>
                    <a:pt x="34813552" y="17663686"/>
                    <a:pt x="34834944" y="17645693"/>
                  </a:cubicBezTo>
                  <a:cubicBezTo>
                    <a:pt x="34856332" y="17627687"/>
                    <a:pt x="34895344" y="17607018"/>
                    <a:pt x="34921640" y="17599761"/>
                  </a:cubicBezTo>
                  <a:lnTo>
                    <a:pt x="34969448" y="17586570"/>
                  </a:lnTo>
                  <a:lnTo>
                    <a:pt x="34933772" y="17559460"/>
                  </a:lnTo>
                  <a:cubicBezTo>
                    <a:pt x="34914152" y="17544548"/>
                    <a:pt x="34886172" y="17522354"/>
                    <a:pt x="34871596" y="17510137"/>
                  </a:cubicBezTo>
                  <a:cubicBezTo>
                    <a:pt x="34856276" y="17497281"/>
                    <a:pt x="34824172" y="17487905"/>
                    <a:pt x="34795504" y="17487905"/>
                  </a:cubicBezTo>
                  <a:cubicBezTo>
                    <a:pt x="34754380" y="17487905"/>
                    <a:pt x="34737888" y="17479459"/>
                    <a:pt x="34698932" y="17438449"/>
                  </a:cubicBezTo>
                  <a:cubicBezTo>
                    <a:pt x="34656748" y="17394061"/>
                    <a:pt x="34645668" y="17389044"/>
                    <a:pt x="34590316" y="17389392"/>
                  </a:cubicBezTo>
                  <a:cubicBezTo>
                    <a:pt x="34536988" y="17389727"/>
                    <a:pt x="34524152" y="17384514"/>
                    <a:pt x="34495068" y="17350685"/>
                  </a:cubicBezTo>
                  <a:cubicBezTo>
                    <a:pt x="34473796" y="17325948"/>
                    <a:pt x="34440476" y="17306259"/>
                    <a:pt x="34404304" y="17297041"/>
                  </a:cubicBezTo>
                  <a:cubicBezTo>
                    <a:pt x="34372872" y="17289044"/>
                    <a:pt x="34332868" y="17269248"/>
                    <a:pt x="34315404" y="17253039"/>
                  </a:cubicBezTo>
                  <a:cubicBezTo>
                    <a:pt x="34297944" y="17236830"/>
                    <a:pt x="34264088" y="17220368"/>
                    <a:pt x="34240172" y="17216458"/>
                  </a:cubicBezTo>
                  <a:cubicBezTo>
                    <a:pt x="34214324" y="17212219"/>
                    <a:pt x="34182428" y="17193726"/>
                    <a:pt x="34161512" y="17170817"/>
                  </a:cubicBezTo>
                  <a:cubicBezTo>
                    <a:pt x="34132332" y="17138880"/>
                    <a:pt x="34116612" y="17132319"/>
                    <a:pt x="34069300" y="17132319"/>
                  </a:cubicBezTo>
                  <a:cubicBezTo>
                    <a:pt x="33996676" y="17132319"/>
                    <a:pt x="33950488" y="17114636"/>
                    <a:pt x="33919216" y="17074879"/>
                  </a:cubicBezTo>
                  <a:cubicBezTo>
                    <a:pt x="33898244" y="17048218"/>
                    <a:pt x="33883812" y="17043410"/>
                    <a:pt x="33824816" y="17043410"/>
                  </a:cubicBezTo>
                  <a:cubicBezTo>
                    <a:pt x="33763428" y="17043410"/>
                    <a:pt x="33750992" y="17038823"/>
                    <a:pt x="33719904" y="17004798"/>
                  </a:cubicBezTo>
                  <a:cubicBezTo>
                    <a:pt x="33690940" y="16973076"/>
                    <a:pt x="33669064" y="16963763"/>
                    <a:pt x="33597416" y="16952603"/>
                  </a:cubicBezTo>
                  <a:cubicBezTo>
                    <a:pt x="33527488" y="16941721"/>
                    <a:pt x="33503400" y="16931750"/>
                    <a:pt x="33475904" y="16902312"/>
                  </a:cubicBezTo>
                  <a:cubicBezTo>
                    <a:pt x="33446668" y="16871020"/>
                    <a:pt x="33431960" y="16865617"/>
                    <a:pt x="33376144" y="16865617"/>
                  </a:cubicBezTo>
                  <a:cubicBezTo>
                    <a:pt x="33319112" y="16865617"/>
                    <a:pt x="33306032" y="16860524"/>
                    <a:pt x="33274668" y="16826189"/>
                  </a:cubicBezTo>
                  <a:cubicBezTo>
                    <a:pt x="33244352" y="16792999"/>
                    <a:pt x="33222904" y="16784053"/>
                    <a:pt x="33138860" y="16769603"/>
                  </a:cubicBezTo>
                  <a:cubicBezTo>
                    <a:pt x="33083968" y="16760151"/>
                    <a:pt x="33032696" y="16755026"/>
                    <a:pt x="33024924" y="16758215"/>
                  </a:cubicBezTo>
                  <a:cubicBezTo>
                    <a:pt x="33017156" y="16761397"/>
                    <a:pt x="32989220" y="16746865"/>
                    <a:pt x="32962856" y="16725917"/>
                  </a:cubicBezTo>
                  <a:cubicBezTo>
                    <a:pt x="32927108" y="16697504"/>
                    <a:pt x="32901602" y="16687805"/>
                    <a:pt x="32862600" y="16687805"/>
                  </a:cubicBezTo>
                  <a:cubicBezTo>
                    <a:pt x="32787060" y="16687805"/>
                    <a:pt x="32729112" y="16668034"/>
                    <a:pt x="32686762" y="16627790"/>
                  </a:cubicBezTo>
                  <a:cubicBezTo>
                    <a:pt x="32652360" y="16595100"/>
                    <a:pt x="32641904" y="16592506"/>
                    <a:pt x="32541872" y="16591911"/>
                  </a:cubicBezTo>
                  <a:cubicBezTo>
                    <a:pt x="32435990" y="16591272"/>
                    <a:pt x="32433488" y="16590532"/>
                    <a:pt x="32402260" y="16550636"/>
                  </a:cubicBezTo>
                  <a:cubicBezTo>
                    <a:pt x="32373560" y="16513960"/>
                    <a:pt x="32362200" y="16509335"/>
                    <a:pt x="32285658" y="16503116"/>
                  </a:cubicBezTo>
                  <a:cubicBezTo>
                    <a:pt x="32239016" y="16499307"/>
                    <a:pt x="32179816" y="16494442"/>
                    <a:pt x="32154104" y="16492272"/>
                  </a:cubicBezTo>
                  <a:cubicBezTo>
                    <a:pt x="32126540" y="16489950"/>
                    <a:pt x="32090960" y="16474538"/>
                    <a:pt x="32067404" y="16454723"/>
                  </a:cubicBezTo>
                  <a:cubicBezTo>
                    <a:pt x="32031628" y="16424614"/>
                    <a:pt x="32013964" y="16420369"/>
                    <a:pt x="31898256" y="16413998"/>
                  </a:cubicBezTo>
                  <a:cubicBezTo>
                    <a:pt x="31827192" y="16410088"/>
                    <a:pt x="31745344" y="16405381"/>
                    <a:pt x="31716364" y="16403502"/>
                  </a:cubicBezTo>
                  <a:cubicBezTo>
                    <a:pt x="31681300" y="16401256"/>
                    <a:pt x="31650164" y="16388761"/>
                    <a:pt x="31623312" y="16366162"/>
                  </a:cubicBezTo>
                  <a:cubicBezTo>
                    <a:pt x="31587344" y="16335901"/>
                    <a:pt x="31569592" y="16331479"/>
                    <a:pt x="31460104" y="16325557"/>
                  </a:cubicBezTo>
                  <a:cubicBezTo>
                    <a:pt x="31276068" y="16315586"/>
                    <a:pt x="31255014" y="16311537"/>
                    <a:pt x="31220818" y="16279410"/>
                  </a:cubicBezTo>
                  <a:cubicBezTo>
                    <a:pt x="31191112" y="16251503"/>
                    <a:pt x="31174252" y="16249042"/>
                    <a:pt x="30914068" y="16234889"/>
                  </a:cubicBezTo>
                  <a:cubicBezTo>
                    <a:pt x="30623624" y="16219104"/>
                    <a:pt x="30591888" y="16214283"/>
                    <a:pt x="30547578" y="16179366"/>
                  </a:cubicBezTo>
                  <a:cubicBezTo>
                    <a:pt x="30524360" y="16161069"/>
                    <a:pt x="30468070" y="16155198"/>
                    <a:pt x="30198328" y="16142823"/>
                  </a:cubicBezTo>
                  <a:cubicBezTo>
                    <a:pt x="30021460" y="16134731"/>
                    <a:pt x="29785316" y="16128784"/>
                    <a:pt x="29673554" y="16129613"/>
                  </a:cubicBezTo>
                  <a:cubicBezTo>
                    <a:pt x="29446968" y="16131321"/>
                    <a:pt x="29425302" y="16128417"/>
                    <a:pt x="29388312" y="16091412"/>
                  </a:cubicBezTo>
                  <a:cubicBezTo>
                    <a:pt x="29363100" y="16066200"/>
                    <a:pt x="29348788" y="16065517"/>
                    <a:pt x="28853690" y="16065517"/>
                  </a:cubicBezTo>
                  <a:close/>
                  <a:moveTo>
                    <a:pt x="17008652" y="15987863"/>
                  </a:moveTo>
                  <a:cubicBezTo>
                    <a:pt x="17052768" y="15986699"/>
                    <a:pt x="17096676" y="15993595"/>
                    <a:pt x="17112344" y="16009260"/>
                  </a:cubicBezTo>
                  <a:cubicBezTo>
                    <a:pt x="17137032" y="16033953"/>
                    <a:pt x="17140708" y="16204426"/>
                    <a:pt x="17117064" y="16228069"/>
                  </a:cubicBezTo>
                  <a:cubicBezTo>
                    <a:pt x="17093416" y="16251712"/>
                    <a:pt x="16922948" y="16248036"/>
                    <a:pt x="16898260" y="16223343"/>
                  </a:cubicBezTo>
                  <a:cubicBezTo>
                    <a:pt x="16866924" y="16192013"/>
                    <a:pt x="16870688" y="16047720"/>
                    <a:pt x="16903704" y="16014701"/>
                  </a:cubicBezTo>
                  <a:cubicBezTo>
                    <a:pt x="16920212" y="15998201"/>
                    <a:pt x="16964536" y="15989002"/>
                    <a:pt x="17008652" y="15987863"/>
                  </a:cubicBezTo>
                  <a:close/>
                  <a:moveTo>
                    <a:pt x="19851888" y="15984997"/>
                  </a:moveTo>
                  <a:cubicBezTo>
                    <a:pt x="19917320" y="15984396"/>
                    <a:pt x="20018076" y="15999441"/>
                    <a:pt x="20035676" y="16017042"/>
                  </a:cubicBezTo>
                  <a:cubicBezTo>
                    <a:pt x="20062848" y="16044215"/>
                    <a:pt x="20081460" y="16186205"/>
                    <a:pt x="20071616" y="16291279"/>
                  </a:cubicBezTo>
                  <a:cubicBezTo>
                    <a:pt x="20060800" y="16406659"/>
                    <a:pt x="20044496" y="16421103"/>
                    <a:pt x="19925188" y="16421103"/>
                  </a:cubicBezTo>
                  <a:cubicBezTo>
                    <a:pt x="19858868" y="16421103"/>
                    <a:pt x="19833616" y="16415428"/>
                    <a:pt x="19807112" y="16394594"/>
                  </a:cubicBezTo>
                  <a:cubicBezTo>
                    <a:pt x="19749992" y="16349662"/>
                    <a:pt x="19735800" y="16306330"/>
                    <a:pt x="19735800" y="16176911"/>
                  </a:cubicBezTo>
                  <a:cubicBezTo>
                    <a:pt x="19735800" y="16050282"/>
                    <a:pt x="19748576" y="16014796"/>
                    <a:pt x="19802616" y="15991311"/>
                  </a:cubicBezTo>
                  <a:cubicBezTo>
                    <a:pt x="19812192" y="15987142"/>
                    <a:pt x="19830076" y="15985206"/>
                    <a:pt x="19851888" y="15984997"/>
                  </a:cubicBezTo>
                  <a:close/>
                  <a:moveTo>
                    <a:pt x="21993772" y="15816359"/>
                  </a:moveTo>
                  <a:cubicBezTo>
                    <a:pt x="22002668" y="15816321"/>
                    <a:pt x="22012748" y="15816960"/>
                    <a:pt x="22024532" y="15818143"/>
                  </a:cubicBezTo>
                  <a:cubicBezTo>
                    <a:pt x="22095944" y="15825368"/>
                    <a:pt x="22110432" y="15845468"/>
                    <a:pt x="22119952" y="15950466"/>
                  </a:cubicBezTo>
                  <a:cubicBezTo>
                    <a:pt x="22128832" y="16048359"/>
                    <a:pt x="22111100" y="16065517"/>
                    <a:pt x="22001008" y="16065517"/>
                  </a:cubicBezTo>
                  <a:cubicBezTo>
                    <a:pt x="21888940" y="16065517"/>
                    <a:pt x="21869400" y="16053275"/>
                    <a:pt x="21869400" y="15983118"/>
                  </a:cubicBezTo>
                  <a:cubicBezTo>
                    <a:pt x="21869400" y="15914644"/>
                    <a:pt x="21887584" y="15872097"/>
                    <a:pt x="21931416" y="15837958"/>
                  </a:cubicBezTo>
                  <a:cubicBezTo>
                    <a:pt x="21951040" y="15822679"/>
                    <a:pt x="21967088" y="15816498"/>
                    <a:pt x="21993772" y="15816359"/>
                  </a:cubicBezTo>
                  <a:close/>
                  <a:moveTo>
                    <a:pt x="23500360" y="15816264"/>
                  </a:moveTo>
                  <a:cubicBezTo>
                    <a:pt x="23508908" y="15816074"/>
                    <a:pt x="23518896" y="15816865"/>
                    <a:pt x="23531424" y="15818206"/>
                  </a:cubicBezTo>
                  <a:cubicBezTo>
                    <a:pt x="23562872" y="15821610"/>
                    <a:pt x="23601900" y="15836579"/>
                    <a:pt x="23621540" y="15852788"/>
                  </a:cubicBezTo>
                  <a:cubicBezTo>
                    <a:pt x="23640592" y="15868497"/>
                    <a:pt x="23667064" y="15887705"/>
                    <a:pt x="23680368" y="15895436"/>
                  </a:cubicBezTo>
                  <a:cubicBezTo>
                    <a:pt x="23701324" y="15907647"/>
                    <a:pt x="23704552" y="15924849"/>
                    <a:pt x="23704552" y="16024286"/>
                  </a:cubicBezTo>
                  <a:cubicBezTo>
                    <a:pt x="23704552" y="16121078"/>
                    <a:pt x="23700576" y="16143500"/>
                    <a:pt x="23679152" y="16167535"/>
                  </a:cubicBezTo>
                  <a:cubicBezTo>
                    <a:pt x="23625792" y="16227373"/>
                    <a:pt x="23588376" y="16243310"/>
                    <a:pt x="23501260" y="16243310"/>
                  </a:cubicBezTo>
                  <a:cubicBezTo>
                    <a:pt x="23417828" y="16243310"/>
                    <a:pt x="23417792" y="16243291"/>
                    <a:pt x="23354804" y="16179309"/>
                  </a:cubicBezTo>
                  <a:cubicBezTo>
                    <a:pt x="23297092" y="16120667"/>
                    <a:pt x="23291280" y="16109203"/>
                    <a:pt x="23285624" y="16042779"/>
                  </a:cubicBezTo>
                  <a:cubicBezTo>
                    <a:pt x="23278416" y="15958121"/>
                    <a:pt x="23291004" y="15932226"/>
                    <a:pt x="23348600" y="15913227"/>
                  </a:cubicBezTo>
                  <a:cubicBezTo>
                    <a:pt x="23371384" y="15905698"/>
                    <a:pt x="23409356" y="15879898"/>
                    <a:pt x="23432984" y="15855888"/>
                  </a:cubicBezTo>
                  <a:cubicBezTo>
                    <a:pt x="23462096" y="15826298"/>
                    <a:pt x="23474724" y="15816846"/>
                    <a:pt x="23500360" y="15816264"/>
                  </a:cubicBezTo>
                  <a:close/>
                  <a:moveTo>
                    <a:pt x="35404348" y="15805692"/>
                  </a:moveTo>
                  <a:cubicBezTo>
                    <a:pt x="35458870" y="15814929"/>
                    <a:pt x="35527280" y="15855192"/>
                    <a:pt x="35546220" y="15896746"/>
                  </a:cubicBezTo>
                  <a:cubicBezTo>
                    <a:pt x="35553800" y="15913385"/>
                    <a:pt x="35560002" y="15972255"/>
                    <a:pt x="35560002" y="16027563"/>
                  </a:cubicBezTo>
                  <a:cubicBezTo>
                    <a:pt x="35560002" y="16149599"/>
                    <a:pt x="35551176" y="16157425"/>
                    <a:pt x="35424312" y="16147916"/>
                  </a:cubicBezTo>
                  <a:cubicBezTo>
                    <a:pt x="35376704" y="16144354"/>
                    <a:pt x="35318960" y="16140710"/>
                    <a:pt x="35295992" y="16139824"/>
                  </a:cubicBezTo>
                  <a:cubicBezTo>
                    <a:pt x="35244868" y="16137863"/>
                    <a:pt x="35232118" y="16116776"/>
                    <a:pt x="35221682" y="16016928"/>
                  </a:cubicBezTo>
                  <a:cubicBezTo>
                    <a:pt x="35216080" y="15963328"/>
                    <a:pt x="35218848" y="15933966"/>
                    <a:pt x="35231340" y="15914524"/>
                  </a:cubicBezTo>
                  <a:cubicBezTo>
                    <a:pt x="35250784" y="15884276"/>
                    <a:pt x="35327204" y="15819307"/>
                    <a:pt x="35356802" y="15807900"/>
                  </a:cubicBezTo>
                  <a:cubicBezTo>
                    <a:pt x="35369544" y="15802978"/>
                    <a:pt x="35386174" y="15802611"/>
                    <a:pt x="35404348" y="15805692"/>
                  </a:cubicBezTo>
                  <a:close/>
                  <a:moveTo>
                    <a:pt x="36355476" y="15805110"/>
                  </a:moveTo>
                  <a:cubicBezTo>
                    <a:pt x="36377170" y="15806293"/>
                    <a:pt x="36407708" y="15813341"/>
                    <a:pt x="36451548" y="15826469"/>
                  </a:cubicBezTo>
                  <a:cubicBezTo>
                    <a:pt x="36512996" y="15844873"/>
                    <a:pt x="36537904" y="15887876"/>
                    <a:pt x="36537904" y="15975526"/>
                  </a:cubicBezTo>
                  <a:cubicBezTo>
                    <a:pt x="36537904" y="16027601"/>
                    <a:pt x="36532948" y="16041874"/>
                    <a:pt x="36510726" y="16053762"/>
                  </a:cubicBezTo>
                  <a:cubicBezTo>
                    <a:pt x="36476440" y="16072103"/>
                    <a:pt x="36343684" y="16063366"/>
                    <a:pt x="36316724" y="16041001"/>
                  </a:cubicBezTo>
                  <a:cubicBezTo>
                    <a:pt x="36291380" y="16019971"/>
                    <a:pt x="36288104" y="15848511"/>
                    <a:pt x="36312478" y="15818877"/>
                  </a:cubicBezTo>
                  <a:cubicBezTo>
                    <a:pt x="36320936" y="15808596"/>
                    <a:pt x="36333784" y="15803927"/>
                    <a:pt x="36355476" y="15805110"/>
                  </a:cubicBezTo>
                  <a:close/>
                  <a:moveTo>
                    <a:pt x="41367476" y="15779993"/>
                  </a:moveTo>
                  <a:cubicBezTo>
                    <a:pt x="41351778" y="15775754"/>
                    <a:pt x="41334600" y="15788787"/>
                    <a:pt x="41311368" y="15822584"/>
                  </a:cubicBezTo>
                  <a:cubicBezTo>
                    <a:pt x="41292950" y="15849378"/>
                    <a:pt x="41267824" y="15882125"/>
                    <a:pt x="41255528" y="15895373"/>
                  </a:cubicBezTo>
                  <a:cubicBezTo>
                    <a:pt x="41221860" y="15931644"/>
                    <a:pt x="41173400" y="16013208"/>
                    <a:pt x="41173400" y="16033605"/>
                  </a:cubicBezTo>
                  <a:cubicBezTo>
                    <a:pt x="41173400" y="16065536"/>
                    <a:pt x="41144770" y="16115618"/>
                    <a:pt x="41122474" y="16122704"/>
                  </a:cubicBezTo>
                  <a:cubicBezTo>
                    <a:pt x="41110556" y="16126481"/>
                    <a:pt x="41090608" y="16152174"/>
                    <a:pt x="41078152" y="16179809"/>
                  </a:cubicBezTo>
                  <a:cubicBezTo>
                    <a:pt x="41065692" y="16207431"/>
                    <a:pt x="41045008" y="16233377"/>
                    <a:pt x="41032184" y="16237445"/>
                  </a:cubicBezTo>
                  <a:cubicBezTo>
                    <a:pt x="41018836" y="16241684"/>
                    <a:pt x="41003402" y="16265137"/>
                    <a:pt x="40996088" y="16292304"/>
                  </a:cubicBezTo>
                  <a:cubicBezTo>
                    <a:pt x="40989060" y="16318408"/>
                    <a:pt x="40966348" y="16356014"/>
                    <a:pt x="40945620" y="16375867"/>
                  </a:cubicBezTo>
                  <a:cubicBezTo>
                    <a:pt x="40924892" y="16395733"/>
                    <a:pt x="40904304" y="16428518"/>
                    <a:pt x="40899864" y="16448719"/>
                  </a:cubicBezTo>
                  <a:cubicBezTo>
                    <a:pt x="40895424" y="16468939"/>
                    <a:pt x="40878290" y="16494322"/>
                    <a:pt x="40861788" y="16505128"/>
                  </a:cubicBezTo>
                  <a:cubicBezTo>
                    <a:pt x="40845288" y="16515940"/>
                    <a:pt x="40825324" y="16544366"/>
                    <a:pt x="40817426" y="16568300"/>
                  </a:cubicBezTo>
                  <a:cubicBezTo>
                    <a:pt x="40809528" y="16592221"/>
                    <a:pt x="40791558" y="16617958"/>
                    <a:pt x="40777490" y="16625487"/>
                  </a:cubicBezTo>
                  <a:cubicBezTo>
                    <a:pt x="40763424" y="16633016"/>
                    <a:pt x="40741324" y="16663112"/>
                    <a:pt x="40728386" y="16692360"/>
                  </a:cubicBezTo>
                  <a:cubicBezTo>
                    <a:pt x="40715448" y="16721615"/>
                    <a:pt x="40690268" y="16758234"/>
                    <a:pt x="40672430" y="16773747"/>
                  </a:cubicBezTo>
                  <a:cubicBezTo>
                    <a:pt x="40654596" y="16789260"/>
                    <a:pt x="40640000" y="16813966"/>
                    <a:pt x="40640000" y="16828688"/>
                  </a:cubicBezTo>
                  <a:cubicBezTo>
                    <a:pt x="40640000" y="16843385"/>
                    <a:pt x="40623628" y="16870710"/>
                    <a:pt x="40603616" y="16889399"/>
                  </a:cubicBezTo>
                  <a:cubicBezTo>
                    <a:pt x="40583604" y="16908107"/>
                    <a:pt x="40554916" y="16947535"/>
                    <a:pt x="40539858" y="16977049"/>
                  </a:cubicBezTo>
                  <a:cubicBezTo>
                    <a:pt x="40524802" y="17006557"/>
                    <a:pt x="40506682" y="17030706"/>
                    <a:pt x="40499592" y="17030706"/>
                  </a:cubicBezTo>
                  <a:cubicBezTo>
                    <a:pt x="40492500" y="17030706"/>
                    <a:pt x="40475848" y="17056038"/>
                    <a:pt x="40462582" y="17086963"/>
                  </a:cubicBezTo>
                  <a:cubicBezTo>
                    <a:pt x="40449320" y="17117907"/>
                    <a:pt x="40427268" y="17149224"/>
                    <a:pt x="40413572" y="17156544"/>
                  </a:cubicBezTo>
                  <a:cubicBezTo>
                    <a:pt x="40390546" y="17168881"/>
                    <a:pt x="40354036" y="17244289"/>
                    <a:pt x="40365532" y="17255772"/>
                  </a:cubicBezTo>
                  <a:cubicBezTo>
                    <a:pt x="40368306" y="17258543"/>
                    <a:pt x="40390840" y="17249964"/>
                    <a:pt x="40415608" y="17236678"/>
                  </a:cubicBezTo>
                  <a:cubicBezTo>
                    <a:pt x="40452884" y="17216711"/>
                    <a:pt x="40473286" y="17214269"/>
                    <a:pt x="40534094" y="17222519"/>
                  </a:cubicBezTo>
                  <a:cubicBezTo>
                    <a:pt x="40629648" y="17235476"/>
                    <a:pt x="40640000" y="17250932"/>
                    <a:pt x="40640000" y="17380484"/>
                  </a:cubicBezTo>
                  <a:cubicBezTo>
                    <a:pt x="40640000" y="17514667"/>
                    <a:pt x="40624390" y="17561200"/>
                    <a:pt x="40578876" y="17562674"/>
                  </a:cubicBezTo>
                  <a:cubicBezTo>
                    <a:pt x="40560108" y="17563275"/>
                    <a:pt x="40511962" y="17566704"/>
                    <a:pt x="40471884" y="17570285"/>
                  </a:cubicBezTo>
                  <a:lnTo>
                    <a:pt x="40399020" y="17576808"/>
                  </a:lnTo>
                  <a:lnTo>
                    <a:pt x="40360896" y="17522841"/>
                  </a:lnTo>
                  <a:cubicBezTo>
                    <a:pt x="40288212" y="17419931"/>
                    <a:pt x="40290292" y="17426998"/>
                    <a:pt x="40313744" y="17362744"/>
                  </a:cubicBezTo>
                  <a:cubicBezTo>
                    <a:pt x="40325586" y="17330307"/>
                    <a:pt x="40338112" y="17299477"/>
                    <a:pt x="40341584" y="17294232"/>
                  </a:cubicBezTo>
                  <a:cubicBezTo>
                    <a:pt x="40345060" y="17289000"/>
                    <a:pt x="40340216" y="17284704"/>
                    <a:pt x="40330820" y="17284704"/>
                  </a:cubicBezTo>
                  <a:cubicBezTo>
                    <a:pt x="40311372" y="17284704"/>
                    <a:pt x="40271700" y="17324594"/>
                    <a:pt x="40271700" y="17344156"/>
                  </a:cubicBezTo>
                  <a:cubicBezTo>
                    <a:pt x="40271700" y="17351299"/>
                    <a:pt x="40254556" y="17375081"/>
                    <a:pt x="40233600" y="17397003"/>
                  </a:cubicBezTo>
                  <a:cubicBezTo>
                    <a:pt x="40212648" y="17418944"/>
                    <a:pt x="40195500" y="17448648"/>
                    <a:pt x="40195500" y="17463016"/>
                  </a:cubicBezTo>
                  <a:cubicBezTo>
                    <a:pt x="40195500" y="17477409"/>
                    <a:pt x="40175732" y="17509517"/>
                    <a:pt x="40151568" y="17534400"/>
                  </a:cubicBezTo>
                  <a:cubicBezTo>
                    <a:pt x="40127406" y="17559283"/>
                    <a:pt x="40101246" y="17599002"/>
                    <a:pt x="40093432" y="17622670"/>
                  </a:cubicBezTo>
                  <a:cubicBezTo>
                    <a:pt x="40085622" y="17646351"/>
                    <a:pt x="40070978" y="17665717"/>
                    <a:pt x="40060896" y="17665717"/>
                  </a:cubicBezTo>
                  <a:cubicBezTo>
                    <a:pt x="40034328" y="17665717"/>
                    <a:pt x="40008560" y="17703323"/>
                    <a:pt x="39998970" y="17756081"/>
                  </a:cubicBezTo>
                  <a:cubicBezTo>
                    <a:pt x="39993512" y="17786133"/>
                    <a:pt x="39980144" y="17807625"/>
                    <a:pt x="39960322" y="17818241"/>
                  </a:cubicBezTo>
                  <a:cubicBezTo>
                    <a:pt x="39943656" y="17827149"/>
                    <a:pt x="39923294" y="17849343"/>
                    <a:pt x="39915072" y="17867564"/>
                  </a:cubicBezTo>
                  <a:cubicBezTo>
                    <a:pt x="39906852" y="17885766"/>
                    <a:pt x="39885144" y="17919266"/>
                    <a:pt x="39866840" y="17942023"/>
                  </a:cubicBezTo>
                  <a:cubicBezTo>
                    <a:pt x="39800564" y="18024365"/>
                    <a:pt x="39738300" y="18124289"/>
                    <a:pt x="39738300" y="18148280"/>
                  </a:cubicBezTo>
                  <a:cubicBezTo>
                    <a:pt x="39738300" y="18164470"/>
                    <a:pt x="39726420" y="18175782"/>
                    <a:pt x="39703376" y="18181514"/>
                  </a:cubicBezTo>
                  <a:cubicBezTo>
                    <a:pt x="39684168" y="18186297"/>
                    <a:pt x="39667530" y="18198868"/>
                    <a:pt x="39666402" y="18209459"/>
                  </a:cubicBezTo>
                  <a:cubicBezTo>
                    <a:pt x="39654982" y="18316798"/>
                    <a:pt x="39646608" y="18339612"/>
                    <a:pt x="39612040" y="18357472"/>
                  </a:cubicBezTo>
                  <a:cubicBezTo>
                    <a:pt x="39592360" y="18367652"/>
                    <a:pt x="39564332" y="18396198"/>
                    <a:pt x="39549756" y="18420891"/>
                  </a:cubicBezTo>
                  <a:cubicBezTo>
                    <a:pt x="39535182" y="18445597"/>
                    <a:pt x="39517580" y="18465817"/>
                    <a:pt x="39510640" y="18465817"/>
                  </a:cubicBezTo>
                  <a:cubicBezTo>
                    <a:pt x="39503698" y="18465817"/>
                    <a:pt x="39491054" y="18489055"/>
                    <a:pt x="39482540" y="18517481"/>
                  </a:cubicBezTo>
                  <a:cubicBezTo>
                    <a:pt x="39472606" y="18550639"/>
                    <a:pt x="39457408" y="18572251"/>
                    <a:pt x="39440130" y="18577806"/>
                  </a:cubicBezTo>
                  <a:cubicBezTo>
                    <a:pt x="39425320" y="18582570"/>
                    <a:pt x="39392276" y="18617892"/>
                    <a:pt x="39366702" y="18656314"/>
                  </a:cubicBezTo>
                  <a:lnTo>
                    <a:pt x="39320202" y="18726167"/>
                  </a:lnTo>
                  <a:lnTo>
                    <a:pt x="39421492" y="18739510"/>
                  </a:lnTo>
                  <a:cubicBezTo>
                    <a:pt x="39546112" y="18755915"/>
                    <a:pt x="39563416" y="18770935"/>
                    <a:pt x="39570494" y="18868809"/>
                  </a:cubicBezTo>
                  <a:cubicBezTo>
                    <a:pt x="39574792" y="18928204"/>
                    <a:pt x="39571024" y="18948285"/>
                    <a:pt x="39550928" y="18973092"/>
                  </a:cubicBezTo>
                  <a:cubicBezTo>
                    <a:pt x="39527656" y="19001834"/>
                    <a:pt x="39518138" y="19003789"/>
                    <a:pt x="39403794" y="19003264"/>
                  </a:cubicBezTo>
                  <a:cubicBezTo>
                    <a:pt x="39268540" y="19002625"/>
                    <a:pt x="39243000" y="18991762"/>
                    <a:pt x="39243000" y="18934904"/>
                  </a:cubicBezTo>
                  <a:cubicBezTo>
                    <a:pt x="39243000" y="18884145"/>
                    <a:pt x="39219406" y="18875939"/>
                    <a:pt x="39203624" y="18921213"/>
                  </a:cubicBezTo>
                  <a:cubicBezTo>
                    <a:pt x="39196294" y="18942243"/>
                    <a:pt x="39176948" y="18968176"/>
                    <a:pt x="39160634" y="18978868"/>
                  </a:cubicBezTo>
                  <a:cubicBezTo>
                    <a:pt x="39144320" y="18989573"/>
                    <a:pt x="39124388" y="19018239"/>
                    <a:pt x="39116348" y="19042597"/>
                  </a:cubicBezTo>
                  <a:cubicBezTo>
                    <a:pt x="39108308" y="19066955"/>
                    <a:pt x="39090780" y="19090370"/>
                    <a:pt x="39077400" y="19094615"/>
                  </a:cubicBezTo>
                  <a:cubicBezTo>
                    <a:pt x="39062588" y="19099316"/>
                    <a:pt x="39047752" y="19122092"/>
                    <a:pt x="39039476" y="19152821"/>
                  </a:cubicBezTo>
                  <a:cubicBezTo>
                    <a:pt x="39032000" y="19180576"/>
                    <a:pt x="39009198" y="19218163"/>
                    <a:pt x="38988806" y="19236327"/>
                  </a:cubicBezTo>
                  <a:cubicBezTo>
                    <a:pt x="38968412" y="19254510"/>
                    <a:pt x="38945476" y="19288320"/>
                    <a:pt x="38937828" y="19311482"/>
                  </a:cubicBezTo>
                  <a:cubicBezTo>
                    <a:pt x="38930186" y="19334644"/>
                    <a:pt x="38912980" y="19357072"/>
                    <a:pt x="38899600" y="19361330"/>
                  </a:cubicBezTo>
                  <a:cubicBezTo>
                    <a:pt x="38884848" y="19365999"/>
                    <a:pt x="38869972" y="19388712"/>
                    <a:pt x="38861816" y="19418998"/>
                  </a:cubicBezTo>
                  <a:cubicBezTo>
                    <a:pt x="38854416" y="19446462"/>
                    <a:pt x="38833618" y="19482619"/>
                    <a:pt x="38815598" y="19499328"/>
                  </a:cubicBezTo>
                  <a:lnTo>
                    <a:pt x="38782832" y="19530211"/>
                  </a:lnTo>
                  <a:lnTo>
                    <a:pt x="38960208" y="19712582"/>
                  </a:lnTo>
                  <a:lnTo>
                    <a:pt x="38966522" y="19646888"/>
                  </a:lnTo>
                  <a:cubicBezTo>
                    <a:pt x="38969992" y="19610757"/>
                    <a:pt x="38980708" y="19576328"/>
                    <a:pt x="38990332" y="19570380"/>
                  </a:cubicBezTo>
                  <a:cubicBezTo>
                    <a:pt x="39015740" y="19554677"/>
                    <a:pt x="39134188" y="19541834"/>
                    <a:pt x="39202510" y="19547377"/>
                  </a:cubicBezTo>
                  <a:cubicBezTo>
                    <a:pt x="39272644" y="19553065"/>
                    <a:pt x="39289910" y="19577671"/>
                    <a:pt x="39299964" y="19686250"/>
                  </a:cubicBezTo>
                  <a:cubicBezTo>
                    <a:pt x="39308628" y="19779829"/>
                    <a:pt x="39292360" y="19791890"/>
                    <a:pt x="39148736" y="19798361"/>
                  </a:cubicBezTo>
                  <a:cubicBezTo>
                    <a:pt x="39038694" y="19803316"/>
                    <a:pt x="39011570" y="19818765"/>
                    <a:pt x="39062026" y="19847749"/>
                  </a:cubicBezTo>
                  <a:cubicBezTo>
                    <a:pt x="39116692" y="19879153"/>
                    <a:pt x="39295668" y="20072669"/>
                    <a:pt x="39302740" y="20108020"/>
                  </a:cubicBezTo>
                  <a:cubicBezTo>
                    <a:pt x="39307196" y="20130294"/>
                    <a:pt x="39324728" y="20154163"/>
                    <a:pt x="39346264" y="20167257"/>
                  </a:cubicBezTo>
                  <a:cubicBezTo>
                    <a:pt x="39381676" y="20188793"/>
                    <a:pt x="39414122" y="20229030"/>
                    <a:pt x="39451912" y="20298279"/>
                  </a:cubicBezTo>
                  <a:cubicBezTo>
                    <a:pt x="39478590" y="20347163"/>
                    <a:pt x="39491764" y="20342021"/>
                    <a:pt x="39508324" y="20276262"/>
                  </a:cubicBezTo>
                  <a:cubicBezTo>
                    <a:pt x="39529790" y="20191016"/>
                    <a:pt x="39556492" y="20179079"/>
                    <a:pt x="39726404" y="20178771"/>
                  </a:cubicBezTo>
                  <a:cubicBezTo>
                    <a:pt x="39907674" y="20178442"/>
                    <a:pt x="39908344" y="20179007"/>
                    <a:pt x="39913820" y="20336710"/>
                  </a:cubicBezTo>
                  <a:cubicBezTo>
                    <a:pt x="39919292" y="20494390"/>
                    <a:pt x="39912880" y="20502435"/>
                    <a:pt x="39774262" y="20511798"/>
                  </a:cubicBezTo>
                  <a:cubicBezTo>
                    <a:pt x="39691072" y="20517416"/>
                    <a:pt x="39667656" y="20523284"/>
                    <a:pt x="39664576" y="20539288"/>
                  </a:cubicBezTo>
                  <a:cubicBezTo>
                    <a:pt x="39662412" y="20550528"/>
                    <a:pt x="39671568" y="20563096"/>
                    <a:pt x="39685036" y="20567370"/>
                  </a:cubicBezTo>
                  <a:cubicBezTo>
                    <a:pt x="39713996" y="20576562"/>
                    <a:pt x="39839900" y="20722018"/>
                    <a:pt x="39839900" y="20746283"/>
                  </a:cubicBezTo>
                  <a:cubicBezTo>
                    <a:pt x="39839900" y="20755566"/>
                    <a:pt x="39853696" y="20774012"/>
                    <a:pt x="39870560" y="20787276"/>
                  </a:cubicBezTo>
                  <a:cubicBezTo>
                    <a:pt x="39887420" y="20800539"/>
                    <a:pt x="39910024" y="20832467"/>
                    <a:pt x="39920786" y="20858225"/>
                  </a:cubicBezTo>
                  <a:cubicBezTo>
                    <a:pt x="39931548" y="20883986"/>
                    <a:pt x="39949628" y="20908619"/>
                    <a:pt x="39960964" y="20912969"/>
                  </a:cubicBezTo>
                  <a:cubicBezTo>
                    <a:pt x="39972300" y="20917319"/>
                    <a:pt x="39996088" y="20951529"/>
                    <a:pt x="40013824" y="20988991"/>
                  </a:cubicBezTo>
                  <a:cubicBezTo>
                    <a:pt x="40031564" y="21026452"/>
                    <a:pt x="40051324" y="21057103"/>
                    <a:pt x="40057740" y="21057103"/>
                  </a:cubicBezTo>
                  <a:cubicBezTo>
                    <a:pt x="40064154" y="21057103"/>
                    <a:pt x="40079888" y="21081565"/>
                    <a:pt x="40092704" y="21111464"/>
                  </a:cubicBezTo>
                  <a:cubicBezTo>
                    <a:pt x="40105900" y="21142248"/>
                    <a:pt x="40129440" y="21171946"/>
                    <a:pt x="40146984" y="21179937"/>
                  </a:cubicBezTo>
                  <a:cubicBezTo>
                    <a:pt x="40167106" y="21189107"/>
                    <a:pt x="40183458" y="21212418"/>
                    <a:pt x="40193664" y="21246487"/>
                  </a:cubicBezTo>
                  <a:cubicBezTo>
                    <a:pt x="40202308" y="21275325"/>
                    <a:pt x="40217832" y="21303092"/>
                    <a:pt x="40228164" y="21308187"/>
                  </a:cubicBezTo>
                  <a:cubicBezTo>
                    <a:pt x="40238496" y="21313284"/>
                    <a:pt x="40255668" y="21341996"/>
                    <a:pt x="40266318" y="21371992"/>
                  </a:cubicBezTo>
                  <a:cubicBezTo>
                    <a:pt x="40278330" y="21405823"/>
                    <a:pt x="40297404" y="21431872"/>
                    <a:pt x="40316548" y="21440594"/>
                  </a:cubicBezTo>
                  <a:cubicBezTo>
                    <a:pt x="40333524" y="21448329"/>
                    <a:pt x="40350964" y="21465852"/>
                    <a:pt x="40355308" y="21479535"/>
                  </a:cubicBezTo>
                  <a:cubicBezTo>
                    <a:pt x="40359652" y="21493216"/>
                    <a:pt x="40379006" y="21522352"/>
                    <a:pt x="40398316" y="21544284"/>
                  </a:cubicBezTo>
                  <a:cubicBezTo>
                    <a:pt x="40417630" y="21566211"/>
                    <a:pt x="40437688" y="21598441"/>
                    <a:pt x="40442894" y="21615903"/>
                  </a:cubicBezTo>
                  <a:cubicBezTo>
                    <a:pt x="40448096" y="21633366"/>
                    <a:pt x="40465092" y="21661942"/>
                    <a:pt x="40480656" y="21679404"/>
                  </a:cubicBezTo>
                  <a:cubicBezTo>
                    <a:pt x="40496224" y="21696866"/>
                    <a:pt x="40523800" y="21734111"/>
                    <a:pt x="40541936" y="21762170"/>
                  </a:cubicBezTo>
                  <a:cubicBezTo>
                    <a:pt x="40560074" y="21790229"/>
                    <a:pt x="40589560" y="21826944"/>
                    <a:pt x="40607456" y="21843759"/>
                  </a:cubicBezTo>
                  <a:cubicBezTo>
                    <a:pt x="40625356" y="21860573"/>
                    <a:pt x="40640000" y="21884326"/>
                    <a:pt x="40640000" y="21896543"/>
                  </a:cubicBezTo>
                  <a:cubicBezTo>
                    <a:pt x="40640000" y="21908760"/>
                    <a:pt x="40650546" y="21932051"/>
                    <a:pt x="40663436" y="21948303"/>
                  </a:cubicBezTo>
                  <a:cubicBezTo>
                    <a:pt x="40676328" y="21964556"/>
                    <a:pt x="40714632" y="22035003"/>
                    <a:pt x="40748562" y="22104853"/>
                  </a:cubicBezTo>
                  <a:lnTo>
                    <a:pt x="40810252" y="22231853"/>
                  </a:lnTo>
                  <a:lnTo>
                    <a:pt x="40820932" y="22155653"/>
                  </a:lnTo>
                  <a:cubicBezTo>
                    <a:pt x="40833704" y="22064524"/>
                    <a:pt x="40856940" y="22047703"/>
                    <a:pt x="40970052" y="22047703"/>
                  </a:cubicBezTo>
                  <a:cubicBezTo>
                    <a:pt x="41064174" y="22047703"/>
                    <a:pt x="41078250" y="22063643"/>
                    <a:pt x="41075180" y="22166737"/>
                  </a:cubicBezTo>
                  <a:cubicBezTo>
                    <a:pt x="41071332" y="22295989"/>
                    <a:pt x="41073106" y="22293731"/>
                    <a:pt x="40970948" y="22299503"/>
                  </a:cubicBezTo>
                  <a:cubicBezTo>
                    <a:pt x="40903830" y="22303297"/>
                    <a:pt x="40881300" y="22309155"/>
                    <a:pt x="40881300" y="22322817"/>
                  </a:cubicBezTo>
                  <a:cubicBezTo>
                    <a:pt x="40881300" y="22353686"/>
                    <a:pt x="40916528" y="22411201"/>
                    <a:pt x="40948108" y="22431892"/>
                  </a:cubicBezTo>
                  <a:cubicBezTo>
                    <a:pt x="40964614" y="22442708"/>
                    <a:pt x="40985240" y="22475328"/>
                    <a:pt x="40993944" y="22504382"/>
                  </a:cubicBezTo>
                  <a:cubicBezTo>
                    <a:pt x="41002648" y="22533439"/>
                    <a:pt x="41018248" y="22564016"/>
                    <a:pt x="41028608" y="22572333"/>
                  </a:cubicBezTo>
                  <a:cubicBezTo>
                    <a:pt x="41038964" y="22580649"/>
                    <a:pt x="41058836" y="22619611"/>
                    <a:pt x="41072764" y="22658914"/>
                  </a:cubicBezTo>
                  <a:cubicBezTo>
                    <a:pt x="41086696" y="22698218"/>
                    <a:pt x="41109456" y="22740657"/>
                    <a:pt x="41123342" y="22753224"/>
                  </a:cubicBezTo>
                  <a:cubicBezTo>
                    <a:pt x="41137230" y="22765791"/>
                    <a:pt x="41157232" y="22805797"/>
                    <a:pt x="41167792" y="22842125"/>
                  </a:cubicBezTo>
                  <a:cubicBezTo>
                    <a:pt x="41178352" y="22878453"/>
                    <a:pt x="41198356" y="22918457"/>
                    <a:pt x="41212242" y="22931024"/>
                  </a:cubicBezTo>
                  <a:cubicBezTo>
                    <a:pt x="41226130" y="22943591"/>
                    <a:pt x="41246132" y="22983597"/>
                    <a:pt x="41256692" y="23019924"/>
                  </a:cubicBezTo>
                  <a:cubicBezTo>
                    <a:pt x="41267252" y="23056252"/>
                    <a:pt x="41286886" y="23095923"/>
                    <a:pt x="41300324" y="23108082"/>
                  </a:cubicBezTo>
                  <a:cubicBezTo>
                    <a:pt x="41313758" y="23120242"/>
                    <a:pt x="41334294" y="23158922"/>
                    <a:pt x="41345958" y="23194038"/>
                  </a:cubicBezTo>
                  <a:cubicBezTo>
                    <a:pt x="41357622" y="23229153"/>
                    <a:pt x="41380336" y="23277295"/>
                    <a:pt x="41396436" y="23301016"/>
                  </a:cubicBezTo>
                  <a:cubicBezTo>
                    <a:pt x="41412980" y="23325397"/>
                    <a:pt x="41429478" y="23374369"/>
                    <a:pt x="41434390" y="23413669"/>
                  </a:cubicBezTo>
                  <a:cubicBezTo>
                    <a:pt x="41441502" y="23470604"/>
                    <a:pt x="41449708" y="23487913"/>
                    <a:pt x="41479688" y="23509263"/>
                  </a:cubicBezTo>
                  <a:cubicBezTo>
                    <a:pt x="41505940" y="23527955"/>
                    <a:pt x="41516300" y="23545985"/>
                    <a:pt x="41516300" y="23572976"/>
                  </a:cubicBezTo>
                  <a:cubicBezTo>
                    <a:pt x="41516300" y="23630489"/>
                    <a:pt x="41534802" y="23676560"/>
                    <a:pt x="41571244" y="23709784"/>
                  </a:cubicBezTo>
                  <a:cubicBezTo>
                    <a:pt x="41596896" y="23733172"/>
                    <a:pt x="41606202" y="23756806"/>
                    <a:pt x="41612828" y="23815369"/>
                  </a:cubicBezTo>
                  <a:cubicBezTo>
                    <a:pt x="41617524" y="23856867"/>
                    <a:pt x="41622752" y="23883312"/>
                    <a:pt x="41624448" y="23874136"/>
                  </a:cubicBezTo>
                  <a:cubicBezTo>
                    <a:pt x="41629336" y="23847692"/>
                    <a:pt x="41668348" y="23778306"/>
                    <a:pt x="41687056" y="23762780"/>
                  </a:cubicBezTo>
                  <a:cubicBezTo>
                    <a:pt x="41696436" y="23754994"/>
                    <a:pt x="41732580" y="23745255"/>
                    <a:pt x="41767374" y="23741133"/>
                  </a:cubicBezTo>
                  <a:cubicBezTo>
                    <a:pt x="41820936" y="23734789"/>
                    <a:pt x="41834776" y="23737777"/>
                    <a:pt x="41857620" y="23760622"/>
                  </a:cubicBezTo>
                  <a:cubicBezTo>
                    <a:pt x="41881662" y="23784664"/>
                    <a:pt x="41884600" y="23801962"/>
                    <a:pt x="41884600" y="23919398"/>
                  </a:cubicBezTo>
                  <a:cubicBezTo>
                    <a:pt x="41884600" y="24078396"/>
                    <a:pt x="41878636" y="24086977"/>
                    <a:pt x="41776446" y="24074967"/>
                  </a:cubicBezTo>
                  <a:cubicBezTo>
                    <a:pt x="41711976" y="24067389"/>
                    <a:pt x="41706800" y="24068722"/>
                    <a:pt x="41706800" y="24092899"/>
                  </a:cubicBezTo>
                  <a:cubicBezTo>
                    <a:pt x="41706800" y="24107263"/>
                    <a:pt x="41721330" y="24132481"/>
                    <a:pt x="41739088" y="24148938"/>
                  </a:cubicBezTo>
                  <a:cubicBezTo>
                    <a:pt x="41774500" y="24181757"/>
                    <a:pt x="41795700" y="24240529"/>
                    <a:pt x="41795700" y="24305878"/>
                  </a:cubicBezTo>
                  <a:cubicBezTo>
                    <a:pt x="41795700" y="24414696"/>
                    <a:pt x="41878080" y="24433756"/>
                    <a:pt x="41903892" y="24330912"/>
                  </a:cubicBezTo>
                  <a:cubicBezTo>
                    <a:pt x="41908724" y="24311666"/>
                    <a:pt x="41924552" y="24292696"/>
                    <a:pt x="41939832" y="24287847"/>
                  </a:cubicBezTo>
                  <a:cubicBezTo>
                    <a:pt x="41954848" y="24283081"/>
                    <a:pt x="41983140" y="24255729"/>
                    <a:pt x="42002702" y="24227068"/>
                  </a:cubicBezTo>
                  <a:lnTo>
                    <a:pt x="42038272" y="24174953"/>
                  </a:lnTo>
                  <a:lnTo>
                    <a:pt x="42123920" y="24174953"/>
                  </a:lnTo>
                  <a:cubicBezTo>
                    <a:pt x="42185968" y="24174953"/>
                    <a:pt x="42218162" y="24181193"/>
                    <a:pt x="42240760" y="24197600"/>
                  </a:cubicBezTo>
                  <a:cubicBezTo>
                    <a:pt x="42286008" y="24230453"/>
                    <a:pt x="42347040" y="24273564"/>
                    <a:pt x="42380800" y="24296516"/>
                  </a:cubicBezTo>
                  <a:cubicBezTo>
                    <a:pt x="42406244" y="24313817"/>
                    <a:pt x="42409984" y="24326522"/>
                    <a:pt x="42408842" y="24391766"/>
                  </a:cubicBezTo>
                  <a:cubicBezTo>
                    <a:pt x="42407772" y="24452998"/>
                    <a:pt x="42399856" y="24479544"/>
                    <a:pt x="42366436" y="24533957"/>
                  </a:cubicBezTo>
                  <a:cubicBezTo>
                    <a:pt x="42342084" y="24573608"/>
                    <a:pt x="42313456" y="24603846"/>
                    <a:pt x="42296156" y="24608187"/>
                  </a:cubicBezTo>
                  <a:cubicBezTo>
                    <a:pt x="42280102" y="24612216"/>
                    <a:pt x="42180930" y="24610685"/>
                    <a:pt x="42075774" y="24604783"/>
                  </a:cubicBezTo>
                  <a:lnTo>
                    <a:pt x="41884582" y="24594053"/>
                  </a:lnTo>
                  <a:lnTo>
                    <a:pt x="41890942" y="24621569"/>
                  </a:lnTo>
                  <a:cubicBezTo>
                    <a:pt x="41894440" y="24636703"/>
                    <a:pt x="41912878" y="24660432"/>
                    <a:pt x="41931916" y="24674299"/>
                  </a:cubicBezTo>
                  <a:cubicBezTo>
                    <a:pt x="41964580" y="24698095"/>
                    <a:pt x="41966416" y="24704773"/>
                    <a:pt x="41964460" y="24792835"/>
                  </a:cubicBezTo>
                  <a:cubicBezTo>
                    <a:pt x="41962412" y="24884990"/>
                    <a:pt x="41962960" y="24886661"/>
                    <a:pt x="42008116" y="24926906"/>
                  </a:cubicBezTo>
                  <a:cubicBezTo>
                    <a:pt x="42052140" y="24966145"/>
                    <a:pt x="42054064" y="24971484"/>
                    <a:pt x="42059804" y="25070644"/>
                  </a:cubicBezTo>
                  <a:cubicBezTo>
                    <a:pt x="42065328" y="25166113"/>
                    <a:pt x="42068422" y="25175594"/>
                    <a:pt x="42102182" y="25200554"/>
                  </a:cubicBezTo>
                  <a:cubicBezTo>
                    <a:pt x="42130584" y="25221551"/>
                    <a:pt x="42138600" y="25237580"/>
                    <a:pt x="42138600" y="25273351"/>
                  </a:cubicBezTo>
                  <a:cubicBezTo>
                    <a:pt x="42138600" y="25336253"/>
                    <a:pt x="42155832" y="25349474"/>
                    <a:pt x="42226844" y="25341063"/>
                  </a:cubicBezTo>
                  <a:cubicBezTo>
                    <a:pt x="42312556" y="25330912"/>
                    <a:pt x="42331092" y="25353053"/>
                    <a:pt x="42322556" y="25455385"/>
                  </a:cubicBezTo>
                  <a:cubicBezTo>
                    <a:pt x="42312104" y="25580709"/>
                    <a:pt x="42314756" y="25575438"/>
                    <a:pt x="42259232" y="25581327"/>
                  </a:cubicBezTo>
                  <a:cubicBezTo>
                    <a:pt x="42201824" y="25587413"/>
                    <a:pt x="42203892" y="25574643"/>
                    <a:pt x="42232434" y="25746742"/>
                  </a:cubicBezTo>
                  <a:cubicBezTo>
                    <a:pt x="42241426" y="25800967"/>
                    <a:pt x="42257432" y="25855257"/>
                    <a:pt x="42268000" y="25867392"/>
                  </a:cubicBezTo>
                  <a:cubicBezTo>
                    <a:pt x="42315486" y="25921894"/>
                    <a:pt x="42320342" y="25941560"/>
                    <a:pt x="42328760" y="26113520"/>
                  </a:cubicBezTo>
                  <a:cubicBezTo>
                    <a:pt x="42335120" y="26243428"/>
                    <a:pt x="42342448" y="26295326"/>
                    <a:pt x="42356748" y="26311731"/>
                  </a:cubicBezTo>
                  <a:cubicBezTo>
                    <a:pt x="42394064" y="26354534"/>
                    <a:pt x="42398076" y="26373309"/>
                    <a:pt x="42404932" y="26537153"/>
                  </a:cubicBezTo>
                  <a:cubicBezTo>
                    <a:pt x="42411268" y="26688626"/>
                    <a:pt x="42414920" y="26708017"/>
                    <a:pt x="42449190" y="26772103"/>
                  </a:cubicBezTo>
                  <a:cubicBezTo>
                    <a:pt x="42485508" y="26840015"/>
                    <a:pt x="42486792" y="26848647"/>
                    <a:pt x="42495556" y="27083252"/>
                  </a:cubicBezTo>
                  <a:cubicBezTo>
                    <a:pt x="42504532" y="27323456"/>
                    <a:pt x="42521700" y="27434366"/>
                    <a:pt x="42563264" y="27520646"/>
                  </a:cubicBezTo>
                  <a:cubicBezTo>
                    <a:pt x="42577340" y="27549864"/>
                    <a:pt x="42585414" y="27604710"/>
                    <a:pt x="42587640" y="27686224"/>
                  </a:cubicBezTo>
                  <a:cubicBezTo>
                    <a:pt x="42589470" y="27753260"/>
                    <a:pt x="42595248" y="27815038"/>
                    <a:pt x="42600484" y="27823504"/>
                  </a:cubicBezTo>
                  <a:cubicBezTo>
                    <a:pt x="42605716" y="27831972"/>
                    <a:pt x="42631888" y="27838902"/>
                    <a:pt x="42658644" y="27838902"/>
                  </a:cubicBezTo>
                  <a:cubicBezTo>
                    <a:pt x="42687616" y="27838902"/>
                    <a:pt x="42719412" y="27848722"/>
                    <a:pt x="42737268" y="27863180"/>
                  </a:cubicBezTo>
                  <a:cubicBezTo>
                    <a:pt x="42763778" y="27884646"/>
                    <a:pt x="42767768" y="27900112"/>
                    <a:pt x="42771738" y="27996756"/>
                  </a:cubicBezTo>
                  <a:cubicBezTo>
                    <a:pt x="42777880" y="28146292"/>
                    <a:pt x="42763364" y="28168708"/>
                    <a:pt x="42662622" y="28165258"/>
                  </a:cubicBezTo>
                  <a:lnTo>
                    <a:pt x="42589452" y="28162752"/>
                  </a:lnTo>
                  <a:lnTo>
                    <a:pt x="42575944" y="30308552"/>
                  </a:lnTo>
                  <a:lnTo>
                    <a:pt x="42494220" y="30473652"/>
                  </a:lnTo>
                  <a:lnTo>
                    <a:pt x="42493284" y="30695900"/>
                  </a:lnTo>
                  <a:cubicBezTo>
                    <a:pt x="42491832" y="31040212"/>
                    <a:pt x="42490536" y="31055166"/>
                    <a:pt x="42459422" y="31086280"/>
                  </a:cubicBezTo>
                  <a:cubicBezTo>
                    <a:pt x="42425188" y="31120514"/>
                    <a:pt x="42409188" y="31197030"/>
                    <a:pt x="42430816" y="31223092"/>
                  </a:cubicBezTo>
                  <a:cubicBezTo>
                    <a:pt x="42439448" y="31233490"/>
                    <a:pt x="42462070" y="31242000"/>
                    <a:pt x="42481088" y="31242000"/>
                  </a:cubicBezTo>
                  <a:cubicBezTo>
                    <a:pt x="42500104" y="31242000"/>
                    <a:pt x="42525816" y="31253216"/>
                    <a:pt x="42538216" y="31266925"/>
                  </a:cubicBezTo>
                  <a:cubicBezTo>
                    <a:pt x="42550622" y="31280632"/>
                    <a:pt x="42578656" y="31295548"/>
                    <a:pt x="42600512" y="31300077"/>
                  </a:cubicBezTo>
                  <a:cubicBezTo>
                    <a:pt x="42622368" y="31304602"/>
                    <a:pt x="42650252" y="31320196"/>
                    <a:pt x="42662476" y="31334730"/>
                  </a:cubicBezTo>
                  <a:cubicBezTo>
                    <a:pt x="42689912" y="31367352"/>
                    <a:pt x="42692440" y="31471798"/>
                    <a:pt x="42666590" y="31504698"/>
                  </a:cubicBezTo>
                  <a:cubicBezTo>
                    <a:pt x="42656628" y="31517376"/>
                    <a:pt x="42628714" y="31554896"/>
                    <a:pt x="42604556" y="31588076"/>
                  </a:cubicBezTo>
                  <a:cubicBezTo>
                    <a:pt x="42561868" y="31646704"/>
                    <a:pt x="42558776" y="31648400"/>
                    <a:pt x="42494452" y="31648400"/>
                  </a:cubicBezTo>
                  <a:cubicBezTo>
                    <a:pt x="42454358" y="31648400"/>
                    <a:pt x="42413520" y="31639688"/>
                    <a:pt x="42390848" y="31626296"/>
                  </a:cubicBezTo>
                  <a:cubicBezTo>
                    <a:pt x="42339500" y="31595964"/>
                    <a:pt x="42333968" y="31608868"/>
                    <a:pt x="42325966" y="31777744"/>
                  </a:cubicBezTo>
                  <a:cubicBezTo>
                    <a:pt x="42319484" y="31914512"/>
                    <a:pt x="42318466" y="31918384"/>
                    <a:pt x="42279768" y="31953728"/>
                  </a:cubicBezTo>
                  <a:cubicBezTo>
                    <a:pt x="42246480" y="31984136"/>
                    <a:pt x="42240200" y="31999114"/>
                    <a:pt x="42240200" y="32048136"/>
                  </a:cubicBezTo>
                  <a:cubicBezTo>
                    <a:pt x="42240200" y="32085464"/>
                    <a:pt x="42245906" y="32106950"/>
                    <a:pt x="42256076" y="32107930"/>
                  </a:cubicBezTo>
                  <a:cubicBezTo>
                    <a:pt x="42264808" y="32108772"/>
                    <a:pt x="42284808" y="32120908"/>
                    <a:pt x="42300526" y="32134898"/>
                  </a:cubicBezTo>
                  <a:cubicBezTo>
                    <a:pt x="42324872" y="32156573"/>
                    <a:pt x="42329100" y="32173138"/>
                    <a:pt x="42329100" y="32246824"/>
                  </a:cubicBezTo>
                  <a:cubicBezTo>
                    <a:pt x="42329100" y="32352695"/>
                    <a:pt x="42312538" y="32367268"/>
                    <a:pt x="42210680" y="32351032"/>
                  </a:cubicBezTo>
                  <a:lnTo>
                    <a:pt x="42144952" y="32340552"/>
                  </a:lnTo>
                  <a:lnTo>
                    <a:pt x="42142760" y="32588822"/>
                  </a:lnTo>
                  <a:lnTo>
                    <a:pt x="42056052" y="32653295"/>
                  </a:lnTo>
                  <a:lnTo>
                    <a:pt x="42043352" y="33026090"/>
                  </a:lnTo>
                  <a:lnTo>
                    <a:pt x="42005252" y="33044054"/>
                  </a:lnTo>
                  <a:cubicBezTo>
                    <a:pt x="41953822" y="33068308"/>
                    <a:pt x="41947462" y="33080844"/>
                    <a:pt x="41954646" y="33143826"/>
                  </a:cubicBezTo>
                  <a:cubicBezTo>
                    <a:pt x="41959182" y="33183619"/>
                    <a:pt x="41956632" y="33196238"/>
                    <a:pt x="41944926" y="33191854"/>
                  </a:cubicBezTo>
                  <a:cubicBezTo>
                    <a:pt x="41916580" y="33181238"/>
                    <a:pt x="41892072" y="33234362"/>
                    <a:pt x="41883832" y="33324299"/>
                  </a:cubicBezTo>
                  <a:cubicBezTo>
                    <a:pt x="41877012" y="33398722"/>
                    <a:pt x="41869592" y="33419330"/>
                    <a:pt x="41835732" y="33457890"/>
                  </a:cubicBezTo>
                  <a:cubicBezTo>
                    <a:pt x="41802740" y="33495470"/>
                    <a:pt x="41795700" y="33514183"/>
                    <a:pt x="41795700" y="33564330"/>
                  </a:cubicBezTo>
                  <a:cubicBezTo>
                    <a:pt x="41795700" y="33612932"/>
                    <a:pt x="41789264" y="33631220"/>
                    <a:pt x="41763706" y="33655230"/>
                  </a:cubicBezTo>
                  <a:cubicBezTo>
                    <a:pt x="41746110" y="33671762"/>
                    <a:pt x="41733368" y="33690246"/>
                    <a:pt x="41735384" y="33696304"/>
                  </a:cubicBezTo>
                  <a:cubicBezTo>
                    <a:pt x="41737404" y="33702362"/>
                    <a:pt x="41777668" y="33708716"/>
                    <a:pt x="41824860" y="33710418"/>
                  </a:cubicBezTo>
                  <a:cubicBezTo>
                    <a:pt x="41940672" y="33714604"/>
                    <a:pt x="41951586" y="33727122"/>
                    <a:pt x="41965288" y="33871474"/>
                  </a:cubicBezTo>
                  <a:cubicBezTo>
                    <a:pt x="41974574" y="33969307"/>
                    <a:pt x="41973064" y="33990326"/>
                    <a:pt x="41954732" y="34018307"/>
                  </a:cubicBezTo>
                  <a:cubicBezTo>
                    <a:pt x="41933460" y="34050770"/>
                    <a:pt x="41932472" y="34050934"/>
                    <a:pt x="41781274" y="34047030"/>
                  </a:cubicBezTo>
                  <a:cubicBezTo>
                    <a:pt x="41696744" y="34044847"/>
                    <a:pt x="41621144" y="34048578"/>
                    <a:pt x="41611048" y="34055426"/>
                  </a:cubicBezTo>
                  <a:cubicBezTo>
                    <a:pt x="41599504" y="34063262"/>
                    <a:pt x="41595132" y="34081023"/>
                    <a:pt x="41599046" y="34104174"/>
                  </a:cubicBezTo>
                  <a:cubicBezTo>
                    <a:pt x="41603684" y="34131622"/>
                    <a:pt x="41596272" y="34150772"/>
                    <a:pt x="41568958" y="34181874"/>
                  </a:cubicBezTo>
                  <a:cubicBezTo>
                    <a:pt x="41549028" y="34204578"/>
                    <a:pt x="41526124" y="34248194"/>
                    <a:pt x="41518064" y="34278803"/>
                  </a:cubicBezTo>
                  <a:cubicBezTo>
                    <a:pt x="41510008" y="34309408"/>
                    <a:pt x="41489168" y="34347042"/>
                    <a:pt x="41471758" y="34362435"/>
                  </a:cubicBezTo>
                  <a:cubicBezTo>
                    <a:pt x="41409570" y="34417410"/>
                    <a:pt x="41449696" y="34494638"/>
                    <a:pt x="41550256" y="34513504"/>
                  </a:cubicBezTo>
                  <a:cubicBezTo>
                    <a:pt x="41600756" y="34522976"/>
                    <a:pt x="41606992" y="34537730"/>
                    <a:pt x="41608288" y="34650680"/>
                  </a:cubicBezTo>
                  <a:cubicBezTo>
                    <a:pt x="41609340" y="34742613"/>
                    <a:pt x="41591244" y="34759902"/>
                    <a:pt x="41493988" y="34759902"/>
                  </a:cubicBezTo>
                  <a:cubicBezTo>
                    <a:pt x="41402932" y="34759902"/>
                    <a:pt x="41381828" y="34746106"/>
                    <a:pt x="41363116" y="34674341"/>
                  </a:cubicBezTo>
                  <a:lnTo>
                    <a:pt x="41347340" y="34613850"/>
                  </a:lnTo>
                  <a:lnTo>
                    <a:pt x="41329000" y="34658303"/>
                  </a:lnTo>
                  <a:cubicBezTo>
                    <a:pt x="41318916" y="34682750"/>
                    <a:pt x="41302508" y="34715950"/>
                    <a:pt x="41292550" y="34732082"/>
                  </a:cubicBezTo>
                  <a:cubicBezTo>
                    <a:pt x="41268928" y="34770343"/>
                    <a:pt x="41279648" y="34785302"/>
                    <a:pt x="41330688" y="34785302"/>
                  </a:cubicBezTo>
                  <a:cubicBezTo>
                    <a:pt x="41397636" y="34785302"/>
                    <a:pt x="41419370" y="34820682"/>
                    <a:pt x="41431820" y="34949930"/>
                  </a:cubicBezTo>
                  <a:cubicBezTo>
                    <a:pt x="41443062" y="35066664"/>
                    <a:pt x="41432346" y="35115503"/>
                    <a:pt x="41395496" y="35115503"/>
                  </a:cubicBezTo>
                  <a:cubicBezTo>
                    <a:pt x="41380568" y="35115503"/>
                    <a:pt x="41339172" y="35148547"/>
                    <a:pt x="41315948" y="35179003"/>
                  </a:cubicBezTo>
                  <a:cubicBezTo>
                    <a:pt x="41313284" y="35182492"/>
                    <a:pt x="41255832" y="35188210"/>
                    <a:pt x="41188278" y="35191702"/>
                  </a:cubicBezTo>
                  <a:lnTo>
                    <a:pt x="41065452" y="35198050"/>
                  </a:lnTo>
                  <a:lnTo>
                    <a:pt x="41052752" y="35236358"/>
                  </a:lnTo>
                  <a:cubicBezTo>
                    <a:pt x="41045764" y="35257426"/>
                    <a:pt x="41027944" y="35291718"/>
                    <a:pt x="41013140" y="35312558"/>
                  </a:cubicBezTo>
                  <a:cubicBezTo>
                    <a:pt x="40998342" y="35333398"/>
                    <a:pt x="40981972" y="35364738"/>
                    <a:pt x="40976760" y="35382202"/>
                  </a:cubicBezTo>
                  <a:cubicBezTo>
                    <a:pt x="40971550" y="35399664"/>
                    <a:pt x="40954116" y="35431778"/>
                    <a:pt x="40938020" y="35453574"/>
                  </a:cubicBezTo>
                  <a:cubicBezTo>
                    <a:pt x="40899536" y="35505674"/>
                    <a:pt x="40882746" y="35609880"/>
                    <a:pt x="40909764" y="35628927"/>
                  </a:cubicBezTo>
                  <a:cubicBezTo>
                    <a:pt x="40920392" y="35636422"/>
                    <a:pt x="40942544" y="35651694"/>
                    <a:pt x="40958988" y="35662872"/>
                  </a:cubicBezTo>
                  <a:cubicBezTo>
                    <a:pt x="40986234" y="35681386"/>
                    <a:pt x="40988708" y="35691542"/>
                    <a:pt x="40986864" y="35777172"/>
                  </a:cubicBezTo>
                  <a:cubicBezTo>
                    <a:pt x="40985750" y="35828858"/>
                    <a:pt x="40977242" y="35894012"/>
                    <a:pt x="40967960" y="35921950"/>
                  </a:cubicBezTo>
                  <a:cubicBezTo>
                    <a:pt x="40952620" y="35968116"/>
                    <a:pt x="40945292" y="35974263"/>
                    <a:pt x="40887616" y="35989290"/>
                  </a:cubicBezTo>
                  <a:cubicBezTo>
                    <a:pt x="40852710" y="35998387"/>
                    <a:pt x="40780540" y="36005290"/>
                    <a:pt x="40727242" y="36004626"/>
                  </a:cubicBezTo>
                  <a:cubicBezTo>
                    <a:pt x="40635492" y="36003488"/>
                    <a:pt x="40628278" y="36005479"/>
                    <a:pt x="40591734" y="36042023"/>
                  </a:cubicBezTo>
                  <a:cubicBezTo>
                    <a:pt x="40570508" y="36063250"/>
                    <a:pt x="40546236" y="36096354"/>
                    <a:pt x="40537800" y="36115586"/>
                  </a:cubicBezTo>
                  <a:cubicBezTo>
                    <a:pt x="40529364" y="36134816"/>
                    <a:pt x="40508904" y="36172182"/>
                    <a:pt x="40492332" y="36198618"/>
                  </a:cubicBezTo>
                  <a:cubicBezTo>
                    <a:pt x="40469268" y="36235411"/>
                    <a:pt x="40462200" y="36264650"/>
                    <a:pt x="40462200" y="36323278"/>
                  </a:cubicBezTo>
                  <a:cubicBezTo>
                    <a:pt x="40462200" y="36411458"/>
                    <a:pt x="40445928" y="36451890"/>
                    <a:pt x="40414130" y="36442722"/>
                  </a:cubicBezTo>
                  <a:cubicBezTo>
                    <a:pt x="40370256" y="36430072"/>
                    <a:pt x="40311280" y="36472606"/>
                    <a:pt x="40283656" y="36536818"/>
                  </a:cubicBezTo>
                  <a:cubicBezTo>
                    <a:pt x="40268098" y="36572984"/>
                    <a:pt x="40244772" y="36603806"/>
                    <a:pt x="40226746" y="36612022"/>
                  </a:cubicBezTo>
                  <a:cubicBezTo>
                    <a:pt x="40209948" y="36619676"/>
                    <a:pt x="40189496" y="36638990"/>
                    <a:pt x="40181300" y="36654946"/>
                  </a:cubicBezTo>
                  <a:cubicBezTo>
                    <a:pt x="40173104" y="36670898"/>
                    <a:pt x="40150196" y="36698238"/>
                    <a:pt x="40130388" y="36715702"/>
                  </a:cubicBezTo>
                  <a:cubicBezTo>
                    <a:pt x="40083556" y="36756992"/>
                    <a:pt x="40061940" y="36874366"/>
                    <a:pt x="40096828" y="36897960"/>
                  </a:cubicBezTo>
                  <a:cubicBezTo>
                    <a:pt x="40181032" y="36954898"/>
                    <a:pt x="40175996" y="36942664"/>
                    <a:pt x="40182456" y="37105910"/>
                  </a:cubicBezTo>
                  <a:cubicBezTo>
                    <a:pt x="40187516" y="37233706"/>
                    <a:pt x="40185086" y="37262770"/>
                    <a:pt x="40167044" y="37290308"/>
                  </a:cubicBezTo>
                  <a:cubicBezTo>
                    <a:pt x="40140508" y="37330806"/>
                    <a:pt x="40048920" y="37353202"/>
                    <a:pt x="39955228" y="37342106"/>
                  </a:cubicBezTo>
                  <a:cubicBezTo>
                    <a:pt x="39898874" y="37335430"/>
                    <a:pt x="39884668" y="37327688"/>
                    <a:pt x="39851164" y="37285386"/>
                  </a:cubicBezTo>
                  <a:cubicBezTo>
                    <a:pt x="39829828" y="37258446"/>
                    <a:pt x="39803616" y="37236402"/>
                    <a:pt x="39792916" y="37236402"/>
                  </a:cubicBezTo>
                  <a:cubicBezTo>
                    <a:pt x="39767956" y="37236402"/>
                    <a:pt x="39649400" y="37360178"/>
                    <a:pt x="39649400" y="37386240"/>
                  </a:cubicBezTo>
                  <a:cubicBezTo>
                    <a:pt x="39649400" y="37397106"/>
                    <a:pt x="39631290" y="37421118"/>
                    <a:pt x="39609158" y="37439598"/>
                  </a:cubicBezTo>
                  <a:cubicBezTo>
                    <a:pt x="39566520" y="37475194"/>
                    <a:pt x="39568122" y="37467336"/>
                    <a:pt x="39549228" y="37733704"/>
                  </a:cubicBezTo>
                  <a:cubicBezTo>
                    <a:pt x="39547464" y="37758580"/>
                    <a:pt x="39539448" y="37768024"/>
                    <a:pt x="39518742" y="37769624"/>
                  </a:cubicBezTo>
                  <a:cubicBezTo>
                    <a:pt x="39503292" y="37770818"/>
                    <a:pt x="39450648" y="37774086"/>
                    <a:pt x="39401752" y="37776890"/>
                  </a:cubicBezTo>
                  <a:cubicBezTo>
                    <a:pt x="39303088" y="37782542"/>
                    <a:pt x="39299032" y="37784116"/>
                    <a:pt x="39287206" y="37821376"/>
                  </a:cubicBezTo>
                  <a:cubicBezTo>
                    <a:pt x="39282636" y="37835772"/>
                    <a:pt x="39265492" y="37853656"/>
                    <a:pt x="39249108" y="37861122"/>
                  </a:cubicBezTo>
                  <a:cubicBezTo>
                    <a:pt x="39232724" y="37868590"/>
                    <a:pt x="39212640" y="37890820"/>
                    <a:pt x="39204476" y="37910530"/>
                  </a:cubicBezTo>
                  <a:cubicBezTo>
                    <a:pt x="39196312" y="37930238"/>
                    <a:pt x="39176356" y="37955062"/>
                    <a:pt x="39160128" y="37965694"/>
                  </a:cubicBezTo>
                  <a:cubicBezTo>
                    <a:pt x="39143904" y="37976326"/>
                    <a:pt x="39127104" y="37996128"/>
                    <a:pt x="39122794" y="38009702"/>
                  </a:cubicBezTo>
                  <a:cubicBezTo>
                    <a:pt x="39118488" y="38023274"/>
                    <a:pt x="39097976" y="38040298"/>
                    <a:pt x="39077216" y="38047536"/>
                  </a:cubicBezTo>
                  <a:cubicBezTo>
                    <a:pt x="39056454" y="38054776"/>
                    <a:pt x="39032944" y="38068110"/>
                    <a:pt x="39024968" y="38077174"/>
                  </a:cubicBezTo>
                  <a:cubicBezTo>
                    <a:pt x="39016990" y="38086238"/>
                    <a:pt x="38994024" y="38110798"/>
                    <a:pt x="38973924" y="38131750"/>
                  </a:cubicBezTo>
                  <a:cubicBezTo>
                    <a:pt x="38932958" y="38174466"/>
                    <a:pt x="38866968" y="38247372"/>
                    <a:pt x="38794262" y="38330250"/>
                  </a:cubicBezTo>
                  <a:cubicBezTo>
                    <a:pt x="38767484" y="38360776"/>
                    <a:pt x="38729910" y="38402898"/>
                    <a:pt x="38710764" y="38423850"/>
                  </a:cubicBezTo>
                  <a:cubicBezTo>
                    <a:pt x="38691620" y="38444806"/>
                    <a:pt x="38663192" y="38486294"/>
                    <a:pt x="38647592" y="38516044"/>
                  </a:cubicBezTo>
                  <a:cubicBezTo>
                    <a:pt x="38629234" y="38551058"/>
                    <a:pt x="38602124" y="38578862"/>
                    <a:pt x="38570732" y="38594876"/>
                  </a:cubicBezTo>
                  <a:cubicBezTo>
                    <a:pt x="38514652" y="38623486"/>
                    <a:pt x="38510816" y="38630926"/>
                    <a:pt x="38499198" y="38733606"/>
                  </a:cubicBezTo>
                  <a:cubicBezTo>
                    <a:pt x="38487400" y="38837882"/>
                    <a:pt x="38471812" y="38849552"/>
                    <a:pt x="38339800" y="38852930"/>
                  </a:cubicBezTo>
                  <a:cubicBezTo>
                    <a:pt x="38234624" y="38855620"/>
                    <a:pt x="38233280" y="38856066"/>
                    <a:pt x="38227260" y="38890350"/>
                  </a:cubicBezTo>
                  <a:cubicBezTo>
                    <a:pt x="38223110" y="38914020"/>
                    <a:pt x="38209966" y="38928954"/>
                    <a:pt x="38185916" y="38937338"/>
                  </a:cubicBezTo>
                  <a:cubicBezTo>
                    <a:pt x="38166520" y="38944098"/>
                    <a:pt x="38145452" y="38963314"/>
                    <a:pt x="38139096" y="38980030"/>
                  </a:cubicBezTo>
                  <a:cubicBezTo>
                    <a:pt x="38132740" y="38996752"/>
                    <a:pt x="38110656" y="39017426"/>
                    <a:pt x="38090016" y="39025974"/>
                  </a:cubicBezTo>
                  <a:cubicBezTo>
                    <a:pt x="38069380" y="39034524"/>
                    <a:pt x="38046110" y="39055534"/>
                    <a:pt x="38038306" y="39072664"/>
                  </a:cubicBezTo>
                  <a:cubicBezTo>
                    <a:pt x="38030498" y="39089794"/>
                    <a:pt x="38009756" y="39109270"/>
                    <a:pt x="37992206" y="39115942"/>
                  </a:cubicBezTo>
                  <a:cubicBezTo>
                    <a:pt x="37930924" y="39139242"/>
                    <a:pt x="37956460" y="39172522"/>
                    <a:pt x="38080952" y="39231598"/>
                  </a:cubicBezTo>
                  <a:cubicBezTo>
                    <a:pt x="38112224" y="39246436"/>
                    <a:pt x="38120614" y="39259890"/>
                    <a:pt x="38127776" y="39306662"/>
                  </a:cubicBezTo>
                  <a:cubicBezTo>
                    <a:pt x="38144788" y="39417814"/>
                    <a:pt x="38128808" y="39469910"/>
                    <a:pt x="38048924" y="39563676"/>
                  </a:cubicBezTo>
                  <a:lnTo>
                    <a:pt x="37975894" y="39649402"/>
                  </a:lnTo>
                  <a:lnTo>
                    <a:pt x="37899224" y="39649402"/>
                  </a:lnTo>
                  <a:cubicBezTo>
                    <a:pt x="37833186" y="39649402"/>
                    <a:pt x="37816688" y="39644362"/>
                    <a:pt x="37780300" y="39613086"/>
                  </a:cubicBezTo>
                  <a:cubicBezTo>
                    <a:pt x="37757064" y="39593116"/>
                    <a:pt x="37721838" y="39569852"/>
                    <a:pt x="37702020" y="39561390"/>
                  </a:cubicBezTo>
                  <a:cubicBezTo>
                    <a:pt x="37682204" y="39552930"/>
                    <a:pt x="37653628" y="39526442"/>
                    <a:pt x="37638520" y="39502532"/>
                  </a:cubicBezTo>
                  <a:cubicBezTo>
                    <a:pt x="37623412" y="39478624"/>
                    <a:pt x="37607032" y="39461884"/>
                    <a:pt x="37602124" y="39465332"/>
                  </a:cubicBezTo>
                  <a:cubicBezTo>
                    <a:pt x="37597212" y="39468778"/>
                    <a:pt x="37579270" y="39477946"/>
                    <a:pt x="37562248" y="39485702"/>
                  </a:cubicBezTo>
                  <a:cubicBezTo>
                    <a:pt x="37545228" y="39493458"/>
                    <a:pt x="37525078" y="39513458"/>
                    <a:pt x="37517472" y="39530152"/>
                  </a:cubicBezTo>
                  <a:cubicBezTo>
                    <a:pt x="37509662" y="39547298"/>
                    <a:pt x="37492688" y="39560502"/>
                    <a:pt x="37478464" y="39560502"/>
                  </a:cubicBezTo>
                  <a:cubicBezTo>
                    <a:pt x="37445736" y="39560502"/>
                    <a:pt x="37351872" y="39629090"/>
                    <a:pt x="37294400" y="39694998"/>
                  </a:cubicBezTo>
                  <a:cubicBezTo>
                    <a:pt x="37252394" y="39743170"/>
                    <a:pt x="37249100" y="39752974"/>
                    <a:pt x="37249100" y="39829906"/>
                  </a:cubicBezTo>
                  <a:cubicBezTo>
                    <a:pt x="37249100" y="39911980"/>
                    <a:pt x="37248490" y="39913428"/>
                    <a:pt x="37191848" y="39965638"/>
                  </a:cubicBezTo>
                  <a:lnTo>
                    <a:pt x="37134596" y="40018414"/>
                  </a:lnTo>
                  <a:lnTo>
                    <a:pt x="36850366" y="40014050"/>
                  </a:lnTo>
                  <a:lnTo>
                    <a:pt x="36817034" y="40053974"/>
                  </a:lnTo>
                  <a:cubicBezTo>
                    <a:pt x="36798700" y="40075934"/>
                    <a:pt x="36774336" y="40093902"/>
                    <a:pt x="36762892" y="40093902"/>
                  </a:cubicBezTo>
                  <a:cubicBezTo>
                    <a:pt x="36742068" y="40093902"/>
                    <a:pt x="36670264" y="40141742"/>
                    <a:pt x="36579734" y="40215940"/>
                  </a:cubicBezTo>
                  <a:cubicBezTo>
                    <a:pt x="36553232" y="40237660"/>
                    <a:pt x="36512716" y="40262258"/>
                    <a:pt x="36489692" y="40270600"/>
                  </a:cubicBezTo>
                  <a:cubicBezTo>
                    <a:pt x="36466668" y="40278944"/>
                    <a:pt x="36441604" y="40299442"/>
                    <a:pt x="36433992" y="40316148"/>
                  </a:cubicBezTo>
                  <a:cubicBezTo>
                    <a:pt x="36424220" y="40337588"/>
                    <a:pt x="36402914" y="40350750"/>
                    <a:pt x="36361552" y="40360890"/>
                  </a:cubicBezTo>
                  <a:cubicBezTo>
                    <a:pt x="36329320" y="40368794"/>
                    <a:pt x="36288664" y="40388502"/>
                    <a:pt x="36271200" y="40404690"/>
                  </a:cubicBezTo>
                  <a:cubicBezTo>
                    <a:pt x="36253740" y="40420878"/>
                    <a:pt x="36224032" y="40440830"/>
                    <a:pt x="36205190" y="40449026"/>
                  </a:cubicBezTo>
                  <a:cubicBezTo>
                    <a:pt x="36186344" y="40457222"/>
                    <a:pt x="36152056" y="40477098"/>
                    <a:pt x="36128990" y="40493202"/>
                  </a:cubicBezTo>
                  <a:cubicBezTo>
                    <a:pt x="36105924" y="40509298"/>
                    <a:pt x="36068668" y="40529136"/>
                    <a:pt x="36046200" y="40537282"/>
                  </a:cubicBezTo>
                  <a:cubicBezTo>
                    <a:pt x="36023734" y="40545426"/>
                    <a:pt x="35995480" y="40568802"/>
                    <a:pt x="35983414" y="40589230"/>
                  </a:cubicBezTo>
                  <a:cubicBezTo>
                    <a:pt x="35970456" y="40611166"/>
                    <a:pt x="35946508" y="40629650"/>
                    <a:pt x="35924896" y="40634398"/>
                  </a:cubicBezTo>
                  <a:cubicBezTo>
                    <a:pt x="35904776" y="40638818"/>
                    <a:pt x="35867306" y="40655446"/>
                    <a:pt x="35841632" y="40671348"/>
                  </a:cubicBezTo>
                  <a:cubicBezTo>
                    <a:pt x="35815956" y="40687250"/>
                    <a:pt x="35779532" y="40707094"/>
                    <a:pt x="35760690" y="40715444"/>
                  </a:cubicBezTo>
                  <a:cubicBezTo>
                    <a:pt x="35741844" y="40723794"/>
                    <a:pt x="35707556" y="40743798"/>
                    <a:pt x="35684490" y="40759902"/>
                  </a:cubicBezTo>
                  <a:cubicBezTo>
                    <a:pt x="35661424" y="40775998"/>
                    <a:pt x="35623992" y="40795866"/>
                    <a:pt x="35601308" y="40804056"/>
                  </a:cubicBezTo>
                  <a:cubicBezTo>
                    <a:pt x="35578340" y="40812344"/>
                    <a:pt x="35551816" y="40834890"/>
                    <a:pt x="35541452" y="40854930"/>
                  </a:cubicBezTo>
                  <a:cubicBezTo>
                    <a:pt x="35520658" y="40895142"/>
                    <a:pt x="35499068" y="40906702"/>
                    <a:pt x="35444762" y="40906702"/>
                  </a:cubicBezTo>
                  <a:cubicBezTo>
                    <a:pt x="35419864" y="40906702"/>
                    <a:pt x="35396932" y="40918896"/>
                    <a:pt x="35374512" y="40944058"/>
                  </a:cubicBezTo>
                  <a:cubicBezTo>
                    <a:pt x="35351840" y="40969502"/>
                    <a:pt x="35320996" y="40985750"/>
                    <a:pt x="35277752" y="40995024"/>
                  </a:cubicBezTo>
                  <a:cubicBezTo>
                    <a:pt x="35235116" y="41004170"/>
                    <a:pt x="35202646" y="41021090"/>
                    <a:pt x="35178844" y="41046568"/>
                  </a:cubicBezTo>
                  <a:cubicBezTo>
                    <a:pt x="35151864" y="41075450"/>
                    <a:pt x="35132208" y="41084502"/>
                    <a:pt x="35096452" y="41084502"/>
                  </a:cubicBezTo>
                  <a:cubicBezTo>
                    <a:pt x="35060148" y="41084502"/>
                    <a:pt x="35041006" y="41093582"/>
                    <a:pt x="35012112" y="41124518"/>
                  </a:cubicBezTo>
                  <a:cubicBezTo>
                    <a:pt x="34982210" y="41156528"/>
                    <a:pt x="34961814" y="41165774"/>
                    <a:pt x="34910158" y="41170738"/>
                  </a:cubicBezTo>
                  <a:cubicBezTo>
                    <a:pt x="34855964" y="41175942"/>
                    <a:pt x="34842302" y="41182670"/>
                    <a:pt x="34825136" y="41212578"/>
                  </a:cubicBezTo>
                  <a:cubicBezTo>
                    <a:pt x="34811472" y="41236386"/>
                    <a:pt x="34794092" y="41248386"/>
                    <a:pt x="34772768" y="41248734"/>
                  </a:cubicBezTo>
                  <a:cubicBezTo>
                    <a:pt x="34692460" y="41250044"/>
                    <a:pt x="34620200" y="41286338"/>
                    <a:pt x="34620200" y="41325364"/>
                  </a:cubicBezTo>
                  <a:cubicBezTo>
                    <a:pt x="34620200" y="41332108"/>
                    <a:pt x="34591248" y="41341468"/>
                    <a:pt x="34555860" y="41346162"/>
                  </a:cubicBezTo>
                  <a:cubicBezTo>
                    <a:pt x="34494056" y="41354360"/>
                    <a:pt x="34467472" y="41369450"/>
                    <a:pt x="34445428" y="41408844"/>
                  </a:cubicBezTo>
                  <a:cubicBezTo>
                    <a:pt x="34438680" y="41420896"/>
                    <a:pt x="34411520" y="41427734"/>
                    <a:pt x="34365770" y="41428886"/>
                  </a:cubicBezTo>
                  <a:cubicBezTo>
                    <a:pt x="34308670" y="41430328"/>
                    <a:pt x="34289588" y="41436946"/>
                    <a:pt x="34258252" y="41466178"/>
                  </a:cubicBezTo>
                  <a:cubicBezTo>
                    <a:pt x="34236580" y="41486390"/>
                    <a:pt x="34187560" y="41510776"/>
                    <a:pt x="34144568" y="41522730"/>
                  </a:cubicBezTo>
                  <a:cubicBezTo>
                    <a:pt x="34102998" y="41534286"/>
                    <a:pt x="34053192" y="41557036"/>
                    <a:pt x="34033886" y="41573284"/>
                  </a:cubicBezTo>
                  <a:cubicBezTo>
                    <a:pt x="34008958" y="41594258"/>
                    <a:pt x="33981170" y="41603362"/>
                    <a:pt x="33938016" y="41604690"/>
                  </a:cubicBezTo>
                  <a:cubicBezTo>
                    <a:pt x="33868272" y="41606838"/>
                    <a:pt x="33835126" y="41619598"/>
                    <a:pt x="33781006" y="41665138"/>
                  </a:cubicBezTo>
                  <a:cubicBezTo>
                    <a:pt x="33752300" y="41689292"/>
                    <a:pt x="33721748" y="41699674"/>
                    <a:pt x="33660820" y="41705978"/>
                  </a:cubicBezTo>
                  <a:cubicBezTo>
                    <a:pt x="33595002" y="41712790"/>
                    <a:pt x="33571806" y="41721448"/>
                    <a:pt x="33541452" y="41750532"/>
                  </a:cubicBezTo>
                  <a:cubicBezTo>
                    <a:pt x="33509828" y="41780826"/>
                    <a:pt x="33489194" y="41787966"/>
                    <a:pt x="33413056" y="41794944"/>
                  </a:cubicBezTo>
                  <a:cubicBezTo>
                    <a:pt x="33314538" y="41803974"/>
                    <a:pt x="33290432" y="41814430"/>
                    <a:pt x="33281792" y="41851856"/>
                  </a:cubicBezTo>
                  <a:cubicBezTo>
                    <a:pt x="33276990" y="41872654"/>
                    <a:pt x="33260836" y="41877386"/>
                    <a:pt x="33172432" y="41883882"/>
                  </a:cubicBezTo>
                  <a:cubicBezTo>
                    <a:pt x="33061716" y="41892018"/>
                    <a:pt x="33036872" y="41901842"/>
                    <a:pt x="33027528" y="41941180"/>
                  </a:cubicBezTo>
                  <a:cubicBezTo>
                    <a:pt x="33022286" y="41963262"/>
                    <a:pt x="33006814" y="41966832"/>
                    <a:pt x="32887770" y="41973438"/>
                  </a:cubicBezTo>
                  <a:cubicBezTo>
                    <a:pt x="32762742" y="41980378"/>
                    <a:pt x="32751416" y="41983254"/>
                    <a:pt x="32716134" y="42017054"/>
                  </a:cubicBezTo>
                  <a:cubicBezTo>
                    <a:pt x="32681132" y="42050594"/>
                    <a:pt x="32668652" y="42053866"/>
                    <a:pt x="32545928" y="42061700"/>
                  </a:cubicBezTo>
                  <a:cubicBezTo>
                    <a:pt x="32423206" y="42069532"/>
                    <a:pt x="32373316" y="42082078"/>
                    <a:pt x="32303944" y="42122540"/>
                  </a:cubicBezTo>
                  <a:cubicBezTo>
                    <a:pt x="32289152" y="42131166"/>
                    <a:pt x="32238098" y="42141168"/>
                    <a:pt x="32190492" y="42144766"/>
                  </a:cubicBezTo>
                  <a:cubicBezTo>
                    <a:pt x="32098048" y="42151744"/>
                    <a:pt x="32061620" y="42165468"/>
                    <a:pt x="32029178" y="42205530"/>
                  </a:cubicBezTo>
                  <a:cubicBezTo>
                    <a:pt x="32011104" y="42227848"/>
                    <a:pt x="31991796" y="42230810"/>
                    <a:pt x="31855036" y="42232242"/>
                  </a:cubicBezTo>
                  <a:cubicBezTo>
                    <a:pt x="31701284" y="42233850"/>
                    <a:pt x="31701210" y="42233866"/>
                    <a:pt x="31676040" y="42269836"/>
                  </a:cubicBezTo>
                  <a:cubicBezTo>
                    <a:pt x="31647864" y="42310098"/>
                    <a:pt x="31641588" y="42311260"/>
                    <a:pt x="31392054" y="42322446"/>
                  </a:cubicBezTo>
                  <a:cubicBezTo>
                    <a:pt x="31200928" y="42331018"/>
                    <a:pt x="31165784" y="42337554"/>
                    <a:pt x="31129878" y="42371222"/>
                  </a:cubicBezTo>
                  <a:cubicBezTo>
                    <a:pt x="31101788" y="42397558"/>
                    <a:pt x="31086152" y="42399270"/>
                    <a:pt x="30818728" y="42405302"/>
                  </a:cubicBezTo>
                  <a:lnTo>
                    <a:pt x="30537152" y="42411650"/>
                  </a:lnTo>
                  <a:lnTo>
                    <a:pt x="30424720" y="42487850"/>
                  </a:lnTo>
                  <a:lnTo>
                    <a:pt x="29102988" y="42491922"/>
                  </a:lnTo>
                  <a:cubicBezTo>
                    <a:pt x="27348664" y="42497326"/>
                    <a:pt x="27492304" y="42500798"/>
                    <a:pt x="27435384" y="42451614"/>
                  </a:cubicBezTo>
                  <a:lnTo>
                    <a:pt x="27389136" y="42411650"/>
                  </a:lnTo>
                  <a:lnTo>
                    <a:pt x="26822028" y="42398950"/>
                  </a:lnTo>
                  <a:lnTo>
                    <a:pt x="26761376" y="42322750"/>
                  </a:lnTo>
                  <a:lnTo>
                    <a:pt x="26579164" y="42315450"/>
                  </a:lnTo>
                  <a:cubicBezTo>
                    <a:pt x="26422168" y="42309158"/>
                    <a:pt x="26388392" y="42303966"/>
                    <a:pt x="26335112" y="42277934"/>
                  </a:cubicBezTo>
                  <a:cubicBezTo>
                    <a:pt x="26290856" y="42256314"/>
                    <a:pt x="26231260" y="42243292"/>
                    <a:pt x="26125560" y="42232146"/>
                  </a:cubicBezTo>
                  <a:cubicBezTo>
                    <a:pt x="26044320" y="42223582"/>
                    <a:pt x="25977208" y="42219034"/>
                    <a:pt x="25976424" y="42222038"/>
                  </a:cubicBezTo>
                  <a:cubicBezTo>
                    <a:pt x="25975636" y="42225042"/>
                    <a:pt x="25953420" y="42210354"/>
                    <a:pt x="25927052" y="42189402"/>
                  </a:cubicBezTo>
                  <a:cubicBezTo>
                    <a:pt x="25884400" y="42155506"/>
                    <a:pt x="25869580" y="42151302"/>
                    <a:pt x="25792784" y="42151302"/>
                  </a:cubicBezTo>
                  <a:cubicBezTo>
                    <a:pt x="25706752" y="42151302"/>
                    <a:pt x="25644640" y="42132062"/>
                    <a:pt x="25600816" y="42091834"/>
                  </a:cubicBezTo>
                  <a:cubicBezTo>
                    <a:pt x="25586080" y="42078306"/>
                    <a:pt x="25537932" y="42069162"/>
                    <a:pt x="25446668" y="42062562"/>
                  </a:cubicBezTo>
                  <a:cubicBezTo>
                    <a:pt x="25320404" y="42053428"/>
                    <a:pt x="25295860" y="42045980"/>
                    <a:pt x="25244496" y="42001214"/>
                  </a:cubicBezTo>
                  <a:cubicBezTo>
                    <a:pt x="25230240" y="41988790"/>
                    <a:pt x="25172616" y="41977008"/>
                    <a:pt x="25082960" y="41968178"/>
                  </a:cubicBezTo>
                  <a:cubicBezTo>
                    <a:pt x="24949820" y="41955066"/>
                    <a:pt x="24942000" y="41952654"/>
                    <a:pt x="24908264" y="41914240"/>
                  </a:cubicBezTo>
                  <a:cubicBezTo>
                    <a:pt x="24875040" y="41876412"/>
                    <a:pt x="24867896" y="41874068"/>
                    <a:pt x="24787580" y="41874688"/>
                  </a:cubicBezTo>
                  <a:cubicBezTo>
                    <a:pt x="24706256" y="41875312"/>
                    <a:pt x="24700232" y="41873254"/>
                    <a:pt x="24660580" y="41831280"/>
                  </a:cubicBezTo>
                  <a:cubicBezTo>
                    <a:pt x="24622016" y="41790464"/>
                    <a:pt x="24612944" y="41787082"/>
                    <a:pt x="24537380" y="41785382"/>
                  </a:cubicBezTo>
                  <a:cubicBezTo>
                    <a:pt x="24467392" y="41783806"/>
                    <a:pt x="24450720" y="41778670"/>
                    <a:pt x="24419960" y="41749198"/>
                  </a:cubicBezTo>
                  <a:cubicBezTo>
                    <a:pt x="24392360" y="41722758"/>
                    <a:pt x="24365888" y="41712706"/>
                    <a:pt x="24304952" y="41705518"/>
                  </a:cubicBezTo>
                  <a:cubicBezTo>
                    <a:pt x="24240288" y="41697894"/>
                    <a:pt x="24220776" y="41689898"/>
                    <a:pt x="24198416" y="41661850"/>
                  </a:cubicBezTo>
                  <a:cubicBezTo>
                    <a:pt x="24174576" y="41631956"/>
                    <a:pt x="24158400" y="41626278"/>
                    <a:pt x="24073400" y="41617954"/>
                  </a:cubicBezTo>
                  <a:cubicBezTo>
                    <a:pt x="23983016" y="41609106"/>
                    <a:pt x="23972772" y="41605062"/>
                    <a:pt x="23935408" y="41563494"/>
                  </a:cubicBezTo>
                  <a:cubicBezTo>
                    <a:pt x="23898064" y="41521944"/>
                    <a:pt x="23889592" y="41518598"/>
                    <a:pt x="23821884" y="41518638"/>
                  </a:cubicBezTo>
                  <a:cubicBezTo>
                    <a:pt x="23759004" y="41518678"/>
                    <a:pt x="23742744" y="41513436"/>
                    <a:pt x="23706216" y="41481366"/>
                  </a:cubicBezTo>
                  <a:cubicBezTo>
                    <a:pt x="23677332" y="41456006"/>
                    <a:pt x="23643960" y="41441342"/>
                    <a:pt x="23602056" y="41435598"/>
                  </a:cubicBezTo>
                  <a:cubicBezTo>
                    <a:pt x="23556948" y="41429416"/>
                    <a:pt x="23531448" y="41417346"/>
                    <a:pt x="23507052" y="41390638"/>
                  </a:cubicBezTo>
                  <a:cubicBezTo>
                    <a:pt x="23486280" y="41367894"/>
                    <a:pt x="23450184" y="41348282"/>
                    <a:pt x="23411328" y="41338630"/>
                  </a:cubicBezTo>
                  <a:cubicBezTo>
                    <a:pt x="23377020" y="41330110"/>
                    <a:pt x="23337224" y="41310334"/>
                    <a:pt x="23322892" y="41294690"/>
                  </a:cubicBezTo>
                  <a:cubicBezTo>
                    <a:pt x="23305696" y="41275918"/>
                    <a:pt x="23275152" y="41263366"/>
                    <a:pt x="23233104" y="41257786"/>
                  </a:cubicBezTo>
                  <a:cubicBezTo>
                    <a:pt x="23183176" y="41251164"/>
                    <a:pt x="23163584" y="41241494"/>
                    <a:pt x="23142608" y="41213122"/>
                  </a:cubicBezTo>
                  <a:cubicBezTo>
                    <a:pt x="23121616" y="41184730"/>
                    <a:pt x="23102768" y="41175438"/>
                    <a:pt x="23055312" y="41170090"/>
                  </a:cubicBezTo>
                  <a:cubicBezTo>
                    <a:pt x="23006276" y="41164562"/>
                    <a:pt x="22987424" y="41154778"/>
                    <a:pt x="22955972" y="41118536"/>
                  </a:cubicBezTo>
                  <a:cubicBezTo>
                    <a:pt x="22925604" y="41083546"/>
                    <a:pt x="22904708" y="41072216"/>
                    <a:pt x="22860000" y="41066518"/>
                  </a:cubicBezTo>
                  <a:cubicBezTo>
                    <a:pt x="22818968" y="41061286"/>
                    <a:pt x="22795484" y="41049898"/>
                    <a:pt x="22776728" y="41026132"/>
                  </a:cubicBezTo>
                  <a:cubicBezTo>
                    <a:pt x="22756988" y="41001114"/>
                    <a:pt x="22735296" y="40991306"/>
                    <a:pt x="22687880" y="40985964"/>
                  </a:cubicBezTo>
                  <a:cubicBezTo>
                    <a:pt x="22639076" y="40980464"/>
                    <a:pt x="22616680" y="40969938"/>
                    <a:pt x="22587000" y="40938554"/>
                  </a:cubicBezTo>
                  <a:cubicBezTo>
                    <a:pt x="22558920" y="40908858"/>
                    <a:pt x="22536508" y="40897654"/>
                    <a:pt x="22502080" y="40896094"/>
                  </a:cubicBezTo>
                  <a:cubicBezTo>
                    <a:pt x="22466024" y="40894460"/>
                    <a:pt x="22449152" y="40885322"/>
                    <a:pt x="22428416" y="40856206"/>
                  </a:cubicBezTo>
                  <a:cubicBezTo>
                    <a:pt x="22412044" y="40833210"/>
                    <a:pt x="22382688" y="40813364"/>
                    <a:pt x="22353380" y="40805474"/>
                  </a:cubicBezTo>
                  <a:cubicBezTo>
                    <a:pt x="22326900" y="40798342"/>
                    <a:pt x="22295080" y="40781292"/>
                    <a:pt x="22282672" y="40767578"/>
                  </a:cubicBezTo>
                  <a:cubicBezTo>
                    <a:pt x="22270264" y="40753866"/>
                    <a:pt x="22232884" y="40733606"/>
                    <a:pt x="22199600" y="40722550"/>
                  </a:cubicBezTo>
                  <a:cubicBezTo>
                    <a:pt x="22166320" y="40711498"/>
                    <a:pt x="22129432" y="40691782"/>
                    <a:pt x="22117624" y="40678738"/>
                  </a:cubicBezTo>
                  <a:cubicBezTo>
                    <a:pt x="22105824" y="40665692"/>
                    <a:pt x="22075148" y="40644934"/>
                    <a:pt x="22049456" y="40632606"/>
                  </a:cubicBezTo>
                  <a:cubicBezTo>
                    <a:pt x="22023768" y="40620278"/>
                    <a:pt x="21987692" y="40594042"/>
                    <a:pt x="21969288" y="40574296"/>
                  </a:cubicBezTo>
                  <a:cubicBezTo>
                    <a:pt x="21950884" y="40554554"/>
                    <a:pt x="21923968" y="40538402"/>
                    <a:pt x="21909480" y="40538402"/>
                  </a:cubicBezTo>
                  <a:cubicBezTo>
                    <a:pt x="21894984" y="40538402"/>
                    <a:pt x="21867180" y="40522150"/>
                    <a:pt x="21847692" y="40502286"/>
                  </a:cubicBezTo>
                  <a:cubicBezTo>
                    <a:pt x="21828200" y="40482422"/>
                    <a:pt x="21792248" y="40458534"/>
                    <a:pt x="21767800" y="40449198"/>
                  </a:cubicBezTo>
                  <a:cubicBezTo>
                    <a:pt x="21743352" y="40439864"/>
                    <a:pt x="21709064" y="40416886"/>
                    <a:pt x="21691600" y="40398138"/>
                  </a:cubicBezTo>
                  <a:cubicBezTo>
                    <a:pt x="21673816" y="40379046"/>
                    <a:pt x="21639516" y="40360458"/>
                    <a:pt x="21613628" y="40355886"/>
                  </a:cubicBezTo>
                  <a:cubicBezTo>
                    <a:pt x="21584888" y="40350810"/>
                    <a:pt x="21559832" y="40336166"/>
                    <a:pt x="21547384" y="40317166"/>
                  </a:cubicBezTo>
                  <a:cubicBezTo>
                    <a:pt x="21536372" y="40300360"/>
                    <a:pt x="21505736" y="40279794"/>
                    <a:pt x="21479308" y="40271466"/>
                  </a:cubicBezTo>
                  <a:cubicBezTo>
                    <a:pt x="21452876" y="40263138"/>
                    <a:pt x="21416964" y="40242942"/>
                    <a:pt x="21399500" y="40226586"/>
                  </a:cubicBezTo>
                  <a:cubicBezTo>
                    <a:pt x="21382040" y="40210232"/>
                    <a:pt x="21350012" y="40191102"/>
                    <a:pt x="21328332" y="40184082"/>
                  </a:cubicBezTo>
                  <a:cubicBezTo>
                    <a:pt x="21306656" y="40177058"/>
                    <a:pt x="21279396" y="40156782"/>
                    <a:pt x="21267760" y="40139024"/>
                  </a:cubicBezTo>
                  <a:cubicBezTo>
                    <a:pt x="21256120" y="40121264"/>
                    <a:pt x="21225284" y="40095228"/>
                    <a:pt x="21199224" y="40081166"/>
                  </a:cubicBezTo>
                  <a:cubicBezTo>
                    <a:pt x="21113964" y="40035154"/>
                    <a:pt x="20980688" y="39935466"/>
                    <a:pt x="20900400" y="39857654"/>
                  </a:cubicBezTo>
                  <a:cubicBezTo>
                    <a:pt x="20878044" y="39835986"/>
                    <a:pt x="20841652" y="39808670"/>
                    <a:pt x="20819536" y="39796950"/>
                  </a:cubicBezTo>
                  <a:lnTo>
                    <a:pt x="20779316" y="39775638"/>
                  </a:lnTo>
                  <a:lnTo>
                    <a:pt x="20779316" y="39835740"/>
                  </a:lnTo>
                  <a:cubicBezTo>
                    <a:pt x="20779316" y="39906594"/>
                    <a:pt x="20762976" y="39917078"/>
                    <a:pt x="20648356" y="39919746"/>
                  </a:cubicBezTo>
                  <a:cubicBezTo>
                    <a:pt x="20560192" y="39921800"/>
                    <a:pt x="20535900" y="39904378"/>
                    <a:pt x="20535900" y="39839094"/>
                  </a:cubicBezTo>
                  <a:cubicBezTo>
                    <a:pt x="20535900" y="39764934"/>
                    <a:pt x="20544864" y="39758024"/>
                    <a:pt x="20650200" y="39751002"/>
                  </a:cubicBezTo>
                  <a:lnTo>
                    <a:pt x="20745452" y="39744650"/>
                  </a:lnTo>
                  <a:lnTo>
                    <a:pt x="20659176" y="39685338"/>
                  </a:lnTo>
                  <a:cubicBezTo>
                    <a:pt x="20611724" y="39652716"/>
                    <a:pt x="20561300" y="39611282"/>
                    <a:pt x="20547128" y="39593262"/>
                  </a:cubicBezTo>
                  <a:cubicBezTo>
                    <a:pt x="20532952" y="39575244"/>
                    <a:pt x="20513396" y="39560502"/>
                    <a:pt x="20503668" y="39560502"/>
                  </a:cubicBezTo>
                  <a:cubicBezTo>
                    <a:pt x="20493936" y="39560502"/>
                    <a:pt x="20468436" y="39543354"/>
                    <a:pt x="20447000" y="39522402"/>
                  </a:cubicBezTo>
                  <a:cubicBezTo>
                    <a:pt x="20425564" y="39501446"/>
                    <a:pt x="20400040" y="39484302"/>
                    <a:pt x="20390276" y="39484302"/>
                  </a:cubicBezTo>
                  <a:cubicBezTo>
                    <a:pt x="20380516" y="39484302"/>
                    <a:pt x="20360260" y="39467070"/>
                    <a:pt x="20345264" y="39446010"/>
                  </a:cubicBezTo>
                  <a:cubicBezTo>
                    <a:pt x="20330268" y="39424950"/>
                    <a:pt x="20299876" y="39396920"/>
                    <a:pt x="20277724" y="39383724"/>
                  </a:cubicBezTo>
                  <a:cubicBezTo>
                    <a:pt x="20255576" y="39370528"/>
                    <a:pt x="20199752" y="39323466"/>
                    <a:pt x="20153676" y="39279142"/>
                  </a:cubicBezTo>
                  <a:cubicBezTo>
                    <a:pt x="20107596" y="39234814"/>
                    <a:pt x="20041876" y="39173882"/>
                    <a:pt x="20007624" y="39143734"/>
                  </a:cubicBezTo>
                  <a:cubicBezTo>
                    <a:pt x="19904456" y="39052910"/>
                    <a:pt x="19873808" y="39020594"/>
                    <a:pt x="19851740" y="38979364"/>
                  </a:cubicBezTo>
                  <a:cubicBezTo>
                    <a:pt x="19831004" y="38940618"/>
                    <a:pt x="19803896" y="38943556"/>
                    <a:pt x="19793320" y="38985698"/>
                  </a:cubicBezTo>
                  <a:cubicBezTo>
                    <a:pt x="19783864" y="39023370"/>
                    <a:pt x="19774560" y="39026702"/>
                    <a:pt x="19678652" y="39026732"/>
                  </a:cubicBezTo>
                  <a:cubicBezTo>
                    <a:pt x="19572500" y="39026770"/>
                    <a:pt x="19571968" y="39026562"/>
                    <a:pt x="19553896" y="38978046"/>
                  </a:cubicBezTo>
                  <a:cubicBezTo>
                    <a:pt x="19528908" y="38910958"/>
                    <a:pt x="19540640" y="38835320"/>
                    <a:pt x="19580188" y="38808546"/>
                  </a:cubicBezTo>
                  <a:lnTo>
                    <a:pt x="19612248" y="38786846"/>
                  </a:lnTo>
                  <a:lnTo>
                    <a:pt x="19551976" y="38732346"/>
                  </a:lnTo>
                  <a:cubicBezTo>
                    <a:pt x="19518824" y="38702374"/>
                    <a:pt x="19470900" y="38657440"/>
                    <a:pt x="19445476" y="38632494"/>
                  </a:cubicBezTo>
                  <a:cubicBezTo>
                    <a:pt x="19389016" y="38577088"/>
                    <a:pt x="19354048" y="38557822"/>
                    <a:pt x="19322012" y="38564462"/>
                  </a:cubicBezTo>
                  <a:cubicBezTo>
                    <a:pt x="19308612" y="38567242"/>
                    <a:pt x="19262632" y="38572456"/>
                    <a:pt x="19219832" y="38576056"/>
                  </a:cubicBezTo>
                  <a:cubicBezTo>
                    <a:pt x="19125492" y="38583990"/>
                    <a:pt x="19118288" y="38577426"/>
                    <a:pt x="19100176" y="38467002"/>
                  </a:cubicBezTo>
                  <a:cubicBezTo>
                    <a:pt x="19088312" y="38394696"/>
                    <a:pt x="19089400" y="38382958"/>
                    <a:pt x="19110064" y="38360374"/>
                  </a:cubicBezTo>
                  <a:cubicBezTo>
                    <a:pt x="19132628" y="38335708"/>
                    <a:pt x="19132408" y="38333662"/>
                    <a:pt x="19102200" y="38287524"/>
                  </a:cubicBezTo>
                  <a:cubicBezTo>
                    <a:pt x="19085104" y="38261414"/>
                    <a:pt x="19060652" y="38236730"/>
                    <a:pt x="19047860" y="38232672"/>
                  </a:cubicBezTo>
                  <a:cubicBezTo>
                    <a:pt x="19035068" y="38228610"/>
                    <a:pt x="19024600" y="38220498"/>
                    <a:pt x="19024600" y="38214648"/>
                  </a:cubicBezTo>
                  <a:cubicBezTo>
                    <a:pt x="19024600" y="38208794"/>
                    <a:pt x="19004600" y="38180062"/>
                    <a:pt x="18980152" y="38150802"/>
                  </a:cubicBezTo>
                  <a:cubicBezTo>
                    <a:pt x="18955704" y="38121542"/>
                    <a:pt x="18935700" y="38092422"/>
                    <a:pt x="18935700" y="38086098"/>
                  </a:cubicBezTo>
                  <a:cubicBezTo>
                    <a:pt x="18935700" y="38079776"/>
                    <a:pt x="18912432" y="38051330"/>
                    <a:pt x="18883992" y="38022894"/>
                  </a:cubicBezTo>
                  <a:cubicBezTo>
                    <a:pt x="18843192" y="37982092"/>
                    <a:pt x="18818984" y="37969082"/>
                    <a:pt x="18769256" y="37961218"/>
                  </a:cubicBezTo>
                  <a:cubicBezTo>
                    <a:pt x="18693508" y="37949244"/>
                    <a:pt x="18673848" y="37926342"/>
                    <a:pt x="18665596" y="37840442"/>
                  </a:cubicBezTo>
                  <a:cubicBezTo>
                    <a:pt x="18659864" y="37780790"/>
                    <a:pt x="18653920" y="37771674"/>
                    <a:pt x="18570092" y="37693942"/>
                  </a:cubicBezTo>
                  <a:cubicBezTo>
                    <a:pt x="18520924" y="37648350"/>
                    <a:pt x="18473568" y="37596764"/>
                    <a:pt x="18464856" y="37579302"/>
                  </a:cubicBezTo>
                  <a:cubicBezTo>
                    <a:pt x="18456144" y="37561838"/>
                    <a:pt x="18435128" y="37533264"/>
                    <a:pt x="18418152" y="37515802"/>
                  </a:cubicBezTo>
                  <a:cubicBezTo>
                    <a:pt x="18370200" y="37466468"/>
                    <a:pt x="18313400" y="37388020"/>
                    <a:pt x="18313400" y="37371128"/>
                  </a:cubicBezTo>
                  <a:cubicBezTo>
                    <a:pt x="18313400" y="37362728"/>
                    <a:pt x="18291004" y="37333990"/>
                    <a:pt x="18263632" y="37307258"/>
                  </a:cubicBezTo>
                  <a:cubicBezTo>
                    <a:pt x="18222824" y="37267414"/>
                    <a:pt x="18199456" y="37256086"/>
                    <a:pt x="18133808" y="37244358"/>
                  </a:cubicBezTo>
                  <a:cubicBezTo>
                    <a:pt x="18031620" y="37226098"/>
                    <a:pt x="18016856" y="37203060"/>
                    <a:pt x="18030056" y="37082450"/>
                  </a:cubicBezTo>
                  <a:lnTo>
                    <a:pt x="18039256" y="36998350"/>
                  </a:lnTo>
                  <a:lnTo>
                    <a:pt x="17992176" y="36953950"/>
                  </a:lnTo>
                  <a:cubicBezTo>
                    <a:pt x="17966288" y="36929534"/>
                    <a:pt x="17945100" y="36900062"/>
                    <a:pt x="17945100" y="36888466"/>
                  </a:cubicBezTo>
                  <a:cubicBezTo>
                    <a:pt x="17945100" y="36876870"/>
                    <a:pt x="17924956" y="36846112"/>
                    <a:pt x="17900328" y="36820116"/>
                  </a:cubicBezTo>
                  <a:cubicBezTo>
                    <a:pt x="17836004" y="36752206"/>
                    <a:pt x="17780000" y="36677650"/>
                    <a:pt x="17780000" y="36659928"/>
                  </a:cubicBezTo>
                  <a:cubicBezTo>
                    <a:pt x="17780000" y="36651528"/>
                    <a:pt x="17757140" y="36622334"/>
                    <a:pt x="17729200" y="36595050"/>
                  </a:cubicBezTo>
                  <a:cubicBezTo>
                    <a:pt x="17701264" y="36567770"/>
                    <a:pt x="17678400" y="36534854"/>
                    <a:pt x="17678400" y="36521908"/>
                  </a:cubicBezTo>
                  <a:cubicBezTo>
                    <a:pt x="17678400" y="36508960"/>
                    <a:pt x="17659012" y="36480118"/>
                    <a:pt x="17635316" y="36457810"/>
                  </a:cubicBezTo>
                  <a:cubicBezTo>
                    <a:pt x="17608996" y="36433036"/>
                    <a:pt x="17591268" y="36403486"/>
                    <a:pt x="17589760" y="36381890"/>
                  </a:cubicBezTo>
                  <a:cubicBezTo>
                    <a:pt x="17588204" y="36359602"/>
                    <a:pt x="17573912" y="36336636"/>
                    <a:pt x="17551112" y="36319778"/>
                  </a:cubicBezTo>
                  <a:cubicBezTo>
                    <a:pt x="17526480" y="36301566"/>
                    <a:pt x="17512260" y="36277230"/>
                    <a:pt x="17506568" y="36243522"/>
                  </a:cubicBezTo>
                  <a:cubicBezTo>
                    <a:pt x="17501192" y="36211702"/>
                    <a:pt x="17487520" y="36187018"/>
                    <a:pt x="17468308" y="36174430"/>
                  </a:cubicBezTo>
                  <a:cubicBezTo>
                    <a:pt x="17451868" y="36163654"/>
                    <a:pt x="17425452" y="36125301"/>
                    <a:pt x="17409608" y="36089198"/>
                  </a:cubicBezTo>
                  <a:cubicBezTo>
                    <a:pt x="17393764" y="36053090"/>
                    <a:pt x="17370608" y="36015992"/>
                    <a:pt x="17358152" y="36006754"/>
                  </a:cubicBezTo>
                  <a:cubicBezTo>
                    <a:pt x="17345692" y="35997514"/>
                    <a:pt x="17335500" y="35978287"/>
                    <a:pt x="17335500" y="35964018"/>
                  </a:cubicBezTo>
                  <a:cubicBezTo>
                    <a:pt x="17335500" y="35949750"/>
                    <a:pt x="17313304" y="35917302"/>
                    <a:pt x="17286176" y="35891915"/>
                  </a:cubicBezTo>
                  <a:cubicBezTo>
                    <a:pt x="17255740" y="35863434"/>
                    <a:pt x="17233288" y="35828726"/>
                    <a:pt x="17227556" y="35801302"/>
                  </a:cubicBezTo>
                  <a:cubicBezTo>
                    <a:pt x="17214992" y="35741182"/>
                    <a:pt x="17211604" y="35737803"/>
                    <a:pt x="17163904" y="35737803"/>
                  </a:cubicBezTo>
                  <a:cubicBezTo>
                    <a:pt x="17141084" y="35737803"/>
                    <a:pt x="17109372" y="35727240"/>
                    <a:pt x="17093432" y="35714334"/>
                  </a:cubicBezTo>
                  <a:cubicBezTo>
                    <a:pt x="17068304" y="35693986"/>
                    <a:pt x="17063680" y="35676208"/>
                    <a:pt x="17058668" y="35580705"/>
                  </a:cubicBezTo>
                  <a:cubicBezTo>
                    <a:pt x="17053312" y="35478638"/>
                    <a:pt x="17050368" y="35468748"/>
                    <a:pt x="17018620" y="35446142"/>
                  </a:cubicBezTo>
                  <a:cubicBezTo>
                    <a:pt x="16999664" y="35432644"/>
                    <a:pt x="16974308" y="35394466"/>
                    <a:pt x="16961872" y="35360694"/>
                  </a:cubicBezTo>
                  <a:cubicBezTo>
                    <a:pt x="16949504" y="35327122"/>
                    <a:pt x="16930056" y="35289326"/>
                    <a:pt x="16918656" y="35276707"/>
                  </a:cubicBezTo>
                  <a:cubicBezTo>
                    <a:pt x="16907248" y="35264086"/>
                    <a:pt x="16892076" y="35222490"/>
                    <a:pt x="16884936" y="35184267"/>
                  </a:cubicBezTo>
                  <a:cubicBezTo>
                    <a:pt x="16870540" y="35107215"/>
                    <a:pt x="16868468" y="35106642"/>
                    <a:pt x="16845524" y="35173382"/>
                  </a:cubicBezTo>
                  <a:cubicBezTo>
                    <a:pt x="16836716" y="35199002"/>
                    <a:pt x="16813700" y="35236464"/>
                    <a:pt x="16794380" y="35256634"/>
                  </a:cubicBezTo>
                  <a:cubicBezTo>
                    <a:pt x="16761476" y="35290976"/>
                    <a:pt x="16752912" y="35293302"/>
                    <a:pt x="16659284" y="35293302"/>
                  </a:cubicBezTo>
                  <a:lnTo>
                    <a:pt x="16559320" y="35293302"/>
                  </a:lnTo>
                  <a:lnTo>
                    <a:pt x="16501084" y="35238274"/>
                  </a:lnTo>
                  <a:cubicBezTo>
                    <a:pt x="16443644" y="35184006"/>
                    <a:pt x="16442860" y="35182161"/>
                    <a:pt x="16443964" y="35104247"/>
                  </a:cubicBezTo>
                  <a:cubicBezTo>
                    <a:pt x="16445080" y="35025572"/>
                    <a:pt x="16445380" y="35024955"/>
                    <a:pt x="16516576" y="34954888"/>
                  </a:cubicBezTo>
                  <a:cubicBezTo>
                    <a:pt x="16564464" y="34907759"/>
                    <a:pt x="16605580" y="34879650"/>
                    <a:pt x="16641108" y="34869752"/>
                  </a:cubicBezTo>
                  <a:cubicBezTo>
                    <a:pt x="16682320" y="34858271"/>
                    <a:pt x="16696464" y="34847052"/>
                    <a:pt x="16704532" y="34819460"/>
                  </a:cubicBezTo>
                  <a:cubicBezTo>
                    <a:pt x="16713560" y="34788570"/>
                    <a:pt x="16708952" y="34778482"/>
                    <a:pt x="16669132" y="34742010"/>
                  </a:cubicBezTo>
                  <a:cubicBezTo>
                    <a:pt x="16632416" y="34708379"/>
                    <a:pt x="16621240" y="34686710"/>
                    <a:pt x="16612676" y="34632535"/>
                  </a:cubicBezTo>
                  <a:cubicBezTo>
                    <a:pt x="16604608" y="34581497"/>
                    <a:pt x="16593864" y="34559070"/>
                    <a:pt x="16568700" y="34540738"/>
                  </a:cubicBezTo>
                  <a:cubicBezTo>
                    <a:pt x="16542584" y="34521714"/>
                    <a:pt x="16535400" y="34505774"/>
                    <a:pt x="16535400" y="34466842"/>
                  </a:cubicBezTo>
                  <a:cubicBezTo>
                    <a:pt x="16535400" y="34421414"/>
                    <a:pt x="16530820" y="34414763"/>
                    <a:pt x="16481424" y="34388478"/>
                  </a:cubicBezTo>
                  <a:lnTo>
                    <a:pt x="16427452" y="34359754"/>
                  </a:lnTo>
                  <a:lnTo>
                    <a:pt x="16426832" y="34267916"/>
                  </a:lnTo>
                  <a:cubicBezTo>
                    <a:pt x="16426268" y="34184542"/>
                    <a:pt x="16422856" y="34172574"/>
                    <a:pt x="16389800" y="34138071"/>
                  </a:cubicBezTo>
                  <a:cubicBezTo>
                    <a:pt x="16362196" y="34109259"/>
                    <a:pt x="16350484" y="34080792"/>
                    <a:pt x="16341384" y="34020408"/>
                  </a:cubicBezTo>
                  <a:cubicBezTo>
                    <a:pt x="16332584" y="33961987"/>
                    <a:pt x="16320076" y="33930594"/>
                    <a:pt x="16294468" y="33902650"/>
                  </a:cubicBezTo>
                  <a:cubicBezTo>
                    <a:pt x="16266684" y="33872334"/>
                    <a:pt x="16258016" y="33847988"/>
                    <a:pt x="16252040" y="33783479"/>
                  </a:cubicBezTo>
                  <a:cubicBezTo>
                    <a:pt x="16246516" y="33723799"/>
                    <a:pt x="16236972" y="33694350"/>
                    <a:pt x="16215876" y="33671896"/>
                  </a:cubicBezTo>
                  <a:cubicBezTo>
                    <a:pt x="16200112" y="33655118"/>
                    <a:pt x="16181264" y="33611590"/>
                    <a:pt x="16173984" y="33575170"/>
                  </a:cubicBezTo>
                  <a:lnTo>
                    <a:pt x="16160752" y="33508952"/>
                  </a:lnTo>
                  <a:lnTo>
                    <a:pt x="16100536" y="33508610"/>
                  </a:lnTo>
                  <a:cubicBezTo>
                    <a:pt x="16020604" y="33508154"/>
                    <a:pt x="15999408" y="33484011"/>
                    <a:pt x="15963768" y="33352802"/>
                  </a:cubicBezTo>
                  <a:lnTo>
                    <a:pt x="15935148" y="33247458"/>
                  </a:lnTo>
                  <a:lnTo>
                    <a:pt x="15963376" y="33217412"/>
                  </a:lnTo>
                  <a:cubicBezTo>
                    <a:pt x="15978900" y="33200886"/>
                    <a:pt x="15989632" y="33177148"/>
                    <a:pt x="15987224" y="33164651"/>
                  </a:cubicBezTo>
                  <a:cubicBezTo>
                    <a:pt x="15983212" y="33143818"/>
                    <a:pt x="15954904" y="33141086"/>
                    <a:pt x="15646352" y="33131753"/>
                  </a:cubicBezTo>
                  <a:cubicBezTo>
                    <a:pt x="15244408" y="33119599"/>
                    <a:pt x="15274880" y="33119570"/>
                    <a:pt x="14878900" y="33132462"/>
                  </a:cubicBezTo>
                  <a:lnTo>
                    <a:pt x="14562248" y="33142773"/>
                  </a:lnTo>
                  <a:lnTo>
                    <a:pt x="14521636" y="33229551"/>
                  </a:lnTo>
                  <a:lnTo>
                    <a:pt x="14420564" y="33229551"/>
                  </a:lnTo>
                  <a:cubicBezTo>
                    <a:pt x="14321564" y="33229551"/>
                    <a:pt x="14319216" y="33228823"/>
                    <a:pt x="14306076" y="33194042"/>
                  </a:cubicBezTo>
                  <a:lnTo>
                    <a:pt x="14292664" y="33158534"/>
                  </a:lnTo>
                  <a:lnTo>
                    <a:pt x="13627616" y="33158534"/>
                  </a:lnTo>
                  <a:cubicBezTo>
                    <a:pt x="13109624" y="33158534"/>
                    <a:pt x="12960400" y="33162042"/>
                    <a:pt x="12952768" y="33174395"/>
                  </a:cubicBezTo>
                  <a:cubicBezTo>
                    <a:pt x="12947376" y="33183119"/>
                    <a:pt x="12945952" y="33205187"/>
                    <a:pt x="12949604" y="33223439"/>
                  </a:cubicBezTo>
                  <a:cubicBezTo>
                    <a:pt x="12957276" y="33261798"/>
                    <a:pt x="12929128" y="33327728"/>
                    <a:pt x="12882440" y="33380759"/>
                  </a:cubicBezTo>
                  <a:cubicBezTo>
                    <a:pt x="12844400" y="33423966"/>
                    <a:pt x="12757128" y="33438842"/>
                    <a:pt x="12683744" y="33414622"/>
                  </a:cubicBezTo>
                  <a:cubicBezTo>
                    <a:pt x="12626880" y="33395858"/>
                    <a:pt x="12606928" y="33349774"/>
                    <a:pt x="12608772" y="33241478"/>
                  </a:cubicBezTo>
                  <a:lnTo>
                    <a:pt x="12610168" y="33159702"/>
                  </a:lnTo>
                  <a:lnTo>
                    <a:pt x="12401832" y="33159702"/>
                  </a:lnTo>
                  <a:cubicBezTo>
                    <a:pt x="12287248" y="33159702"/>
                    <a:pt x="12190384" y="33164746"/>
                    <a:pt x="12186572" y="33170910"/>
                  </a:cubicBezTo>
                  <a:cubicBezTo>
                    <a:pt x="12182764" y="33177074"/>
                    <a:pt x="12191000" y="33196548"/>
                    <a:pt x="12204872" y="33214189"/>
                  </a:cubicBezTo>
                  <a:cubicBezTo>
                    <a:pt x="12223736" y="33238168"/>
                    <a:pt x="12230100" y="33265664"/>
                    <a:pt x="12230100" y="33323190"/>
                  </a:cubicBezTo>
                  <a:cubicBezTo>
                    <a:pt x="12230100" y="33396192"/>
                    <a:pt x="12227672" y="33402246"/>
                    <a:pt x="12182496" y="33441834"/>
                  </a:cubicBezTo>
                  <a:cubicBezTo>
                    <a:pt x="12156316" y="33464778"/>
                    <a:pt x="12129168" y="33487750"/>
                    <a:pt x="12122172" y="33492882"/>
                  </a:cubicBezTo>
                  <a:cubicBezTo>
                    <a:pt x="12101248" y="33508230"/>
                    <a:pt x="11891392" y="33516266"/>
                    <a:pt x="11856632" y="33503050"/>
                  </a:cubicBezTo>
                  <a:cubicBezTo>
                    <a:pt x="11809912" y="33485286"/>
                    <a:pt x="11790920" y="33424495"/>
                    <a:pt x="11799836" y="33321254"/>
                  </a:cubicBezTo>
                  <a:cubicBezTo>
                    <a:pt x="11805392" y="33256904"/>
                    <a:pt x="11814328" y="33227644"/>
                    <a:pt x="11835224" y="33205404"/>
                  </a:cubicBezTo>
                  <a:cubicBezTo>
                    <a:pt x="11859864" y="33179178"/>
                    <a:pt x="11860712" y="33174702"/>
                    <a:pt x="11842400" y="33167675"/>
                  </a:cubicBezTo>
                  <a:cubicBezTo>
                    <a:pt x="11830972" y="33163288"/>
                    <a:pt x="11729224" y="33156933"/>
                    <a:pt x="11616288" y="33153546"/>
                  </a:cubicBezTo>
                  <a:cubicBezTo>
                    <a:pt x="11386984" y="33146672"/>
                    <a:pt x="11373628" y="33151026"/>
                    <a:pt x="11409752" y="33220886"/>
                  </a:cubicBezTo>
                  <a:cubicBezTo>
                    <a:pt x="11422296" y="33245144"/>
                    <a:pt x="11430000" y="33292006"/>
                    <a:pt x="11430000" y="33344057"/>
                  </a:cubicBezTo>
                  <a:cubicBezTo>
                    <a:pt x="11430000" y="33441808"/>
                    <a:pt x="11435080" y="33459197"/>
                    <a:pt x="11476752" y="33504178"/>
                  </a:cubicBezTo>
                  <a:cubicBezTo>
                    <a:pt x="11503432" y="33532976"/>
                    <a:pt x="11509004" y="33555290"/>
                    <a:pt x="11517760" y="33668362"/>
                  </a:cubicBezTo>
                  <a:cubicBezTo>
                    <a:pt x="11527252" y="33790855"/>
                    <a:pt x="11530172" y="33801032"/>
                    <a:pt x="11563472" y="33827586"/>
                  </a:cubicBezTo>
                  <a:cubicBezTo>
                    <a:pt x="11596576" y="33853983"/>
                    <a:pt x="11599196" y="33862876"/>
                    <a:pt x="11601184" y="33955501"/>
                  </a:cubicBezTo>
                  <a:cubicBezTo>
                    <a:pt x="11603308" y="34054470"/>
                    <a:pt x="11618760" y="34099269"/>
                    <a:pt x="11663636" y="34136510"/>
                  </a:cubicBezTo>
                  <a:cubicBezTo>
                    <a:pt x="11674228" y="34145300"/>
                    <a:pt x="11682832" y="34173154"/>
                    <a:pt x="11682928" y="34198966"/>
                  </a:cubicBezTo>
                  <a:cubicBezTo>
                    <a:pt x="11683288" y="34297960"/>
                    <a:pt x="11710452" y="34402126"/>
                    <a:pt x="11748328" y="34449790"/>
                  </a:cubicBezTo>
                  <a:cubicBezTo>
                    <a:pt x="11775936" y="34484532"/>
                    <a:pt x="11785600" y="34510260"/>
                    <a:pt x="11785600" y="34549006"/>
                  </a:cubicBezTo>
                  <a:cubicBezTo>
                    <a:pt x="11785600" y="34623388"/>
                    <a:pt x="11802980" y="34674526"/>
                    <a:pt x="11841276" y="34712822"/>
                  </a:cubicBezTo>
                  <a:cubicBezTo>
                    <a:pt x="11865980" y="34737524"/>
                    <a:pt x="11874500" y="34759010"/>
                    <a:pt x="11874500" y="34796596"/>
                  </a:cubicBezTo>
                  <a:cubicBezTo>
                    <a:pt x="11874500" y="34862270"/>
                    <a:pt x="11893144" y="34909682"/>
                    <a:pt x="11930536" y="34939095"/>
                  </a:cubicBezTo>
                  <a:cubicBezTo>
                    <a:pt x="11956300" y="34959359"/>
                    <a:pt x="11961284" y="34976134"/>
                    <a:pt x="11965328" y="35056224"/>
                  </a:cubicBezTo>
                  <a:cubicBezTo>
                    <a:pt x="11969528" y="35139456"/>
                    <a:pt x="11974408" y="35154668"/>
                    <a:pt x="12009796" y="35194974"/>
                  </a:cubicBezTo>
                  <a:cubicBezTo>
                    <a:pt x="12041088" y="35230614"/>
                    <a:pt x="12051440" y="35256563"/>
                    <a:pt x="12058444" y="35316914"/>
                  </a:cubicBezTo>
                  <a:cubicBezTo>
                    <a:pt x="12065292" y="35375916"/>
                    <a:pt x="12075428" y="35402046"/>
                    <a:pt x="12102428" y="35430298"/>
                  </a:cubicBezTo>
                  <a:cubicBezTo>
                    <a:pt x="12131360" y="35460570"/>
                    <a:pt x="12139084" y="35482910"/>
                    <a:pt x="12146444" y="35557619"/>
                  </a:cubicBezTo>
                  <a:cubicBezTo>
                    <a:pt x="12154424" y="35638576"/>
                    <a:pt x="12159348" y="35651051"/>
                    <a:pt x="12192736" y="35674827"/>
                  </a:cubicBezTo>
                  <a:cubicBezTo>
                    <a:pt x="12226376" y="35698780"/>
                    <a:pt x="12230100" y="35708430"/>
                    <a:pt x="12230100" y="35771672"/>
                  </a:cubicBezTo>
                  <a:cubicBezTo>
                    <a:pt x="12230100" y="35834115"/>
                    <a:pt x="12234552" y="35846066"/>
                    <a:pt x="12270192" y="35879363"/>
                  </a:cubicBezTo>
                  <a:cubicBezTo>
                    <a:pt x="12300048" y="35907248"/>
                    <a:pt x="12312856" y="35933074"/>
                    <a:pt x="12320348" y="35980470"/>
                  </a:cubicBezTo>
                  <a:cubicBezTo>
                    <a:pt x="12327168" y="36023616"/>
                    <a:pt x="12342896" y="36058350"/>
                    <a:pt x="12369156" y="36088258"/>
                  </a:cubicBezTo>
                  <a:cubicBezTo>
                    <a:pt x="12390464" y="36112530"/>
                    <a:pt x="12407900" y="36146103"/>
                    <a:pt x="12407900" y="36162866"/>
                  </a:cubicBezTo>
                  <a:cubicBezTo>
                    <a:pt x="12407900" y="36218516"/>
                    <a:pt x="12421640" y="36251782"/>
                    <a:pt x="12459416" y="36287590"/>
                  </a:cubicBezTo>
                  <a:cubicBezTo>
                    <a:pt x="12486492" y="36313258"/>
                    <a:pt x="12496800" y="36334914"/>
                    <a:pt x="12496800" y="36366138"/>
                  </a:cubicBezTo>
                  <a:cubicBezTo>
                    <a:pt x="12496800" y="36420346"/>
                    <a:pt x="12516860" y="36474458"/>
                    <a:pt x="12537884" y="36476974"/>
                  </a:cubicBezTo>
                  <a:cubicBezTo>
                    <a:pt x="12563004" y="36479982"/>
                    <a:pt x="12572096" y="36500962"/>
                    <a:pt x="12579156" y="36572182"/>
                  </a:cubicBezTo>
                  <a:cubicBezTo>
                    <a:pt x="12584800" y="36629120"/>
                    <a:pt x="12591820" y="36642874"/>
                    <a:pt x="12630152" y="36672114"/>
                  </a:cubicBezTo>
                  <a:cubicBezTo>
                    <a:pt x="12667880" y="36700890"/>
                    <a:pt x="12674600" y="36713690"/>
                    <a:pt x="12674600" y="36756770"/>
                  </a:cubicBezTo>
                  <a:cubicBezTo>
                    <a:pt x="12674600" y="36798554"/>
                    <a:pt x="12682456" y="36814722"/>
                    <a:pt x="12719052" y="36848238"/>
                  </a:cubicBezTo>
                  <a:cubicBezTo>
                    <a:pt x="12755640" y="36881754"/>
                    <a:pt x="12763500" y="36897930"/>
                    <a:pt x="12763500" y="36939690"/>
                  </a:cubicBezTo>
                  <a:cubicBezTo>
                    <a:pt x="12763500" y="36981714"/>
                    <a:pt x="12771136" y="36997188"/>
                    <a:pt x="12807952" y="37029782"/>
                  </a:cubicBezTo>
                  <a:cubicBezTo>
                    <a:pt x="12844904" y="37062494"/>
                    <a:pt x="12852400" y="37077774"/>
                    <a:pt x="12852400" y="37120370"/>
                  </a:cubicBezTo>
                  <a:cubicBezTo>
                    <a:pt x="12852400" y="37164002"/>
                    <a:pt x="12859000" y="37176640"/>
                    <a:pt x="12896852" y="37205514"/>
                  </a:cubicBezTo>
                  <a:cubicBezTo>
                    <a:pt x="12935820" y="37235234"/>
                    <a:pt x="12941300" y="37246330"/>
                    <a:pt x="12941300" y="37295486"/>
                  </a:cubicBezTo>
                  <a:cubicBezTo>
                    <a:pt x="12941300" y="37346106"/>
                    <a:pt x="12945624" y="37354110"/>
                    <a:pt x="12985752" y="37377786"/>
                  </a:cubicBezTo>
                  <a:cubicBezTo>
                    <a:pt x="13022960" y="37399738"/>
                    <a:pt x="13030200" y="37411182"/>
                    <a:pt x="13030200" y="37448042"/>
                  </a:cubicBezTo>
                  <a:cubicBezTo>
                    <a:pt x="13030200" y="37501282"/>
                    <a:pt x="13047184" y="37535802"/>
                    <a:pt x="13082740" y="37554830"/>
                  </a:cubicBezTo>
                  <a:cubicBezTo>
                    <a:pt x="13104568" y="37566514"/>
                    <a:pt x="13116384" y="37563738"/>
                    <a:pt x="13149120" y="37539248"/>
                  </a:cubicBezTo>
                  <a:cubicBezTo>
                    <a:pt x="13234296" y="37475526"/>
                    <a:pt x="13286520" y="37452178"/>
                    <a:pt x="13357668" y="37445998"/>
                  </a:cubicBezTo>
                  <a:cubicBezTo>
                    <a:pt x="13419704" y="37440612"/>
                    <a:pt x="13437068" y="37444214"/>
                    <a:pt x="13477184" y="37470794"/>
                  </a:cubicBezTo>
                  <a:cubicBezTo>
                    <a:pt x="13558088" y="37524394"/>
                    <a:pt x="13569188" y="37552970"/>
                    <a:pt x="13569188" y="37707644"/>
                  </a:cubicBezTo>
                  <a:lnTo>
                    <a:pt x="13569188" y="37844618"/>
                  </a:lnTo>
                  <a:lnTo>
                    <a:pt x="13510520" y="37902460"/>
                  </a:lnTo>
                  <a:cubicBezTo>
                    <a:pt x="13454948" y="37957244"/>
                    <a:pt x="13448088" y="37960302"/>
                    <a:pt x="13380724" y="37960302"/>
                  </a:cubicBezTo>
                  <a:cubicBezTo>
                    <a:pt x="13320932" y="37960302"/>
                    <a:pt x="13309600" y="37963910"/>
                    <a:pt x="13309600" y="37982962"/>
                  </a:cubicBezTo>
                  <a:cubicBezTo>
                    <a:pt x="13309600" y="37995428"/>
                    <a:pt x="13325764" y="38015172"/>
                    <a:pt x="13345520" y="38026842"/>
                  </a:cubicBezTo>
                  <a:cubicBezTo>
                    <a:pt x="13368748" y="38040562"/>
                    <a:pt x="13386948" y="38066446"/>
                    <a:pt x="13397032" y="38100102"/>
                  </a:cubicBezTo>
                  <a:cubicBezTo>
                    <a:pt x="13405608" y="38128726"/>
                    <a:pt x="13420876" y="38155310"/>
                    <a:pt x="13430964" y="38159182"/>
                  </a:cubicBezTo>
                  <a:cubicBezTo>
                    <a:pt x="13441048" y="38163050"/>
                    <a:pt x="13449300" y="38174178"/>
                    <a:pt x="13449300" y="38183910"/>
                  </a:cubicBezTo>
                  <a:cubicBezTo>
                    <a:pt x="13449300" y="38220980"/>
                    <a:pt x="13498408" y="38252402"/>
                    <a:pt x="13556344" y="38252402"/>
                  </a:cubicBezTo>
                  <a:cubicBezTo>
                    <a:pt x="13588552" y="38252402"/>
                    <a:pt x="13620460" y="38260274"/>
                    <a:pt x="13631008" y="38270822"/>
                  </a:cubicBezTo>
                  <a:cubicBezTo>
                    <a:pt x="13654336" y="38294154"/>
                    <a:pt x="13669116" y="38390062"/>
                    <a:pt x="13658280" y="38447822"/>
                  </a:cubicBezTo>
                  <a:cubicBezTo>
                    <a:pt x="13648324" y="38500898"/>
                    <a:pt x="13671392" y="38578226"/>
                    <a:pt x="13702084" y="38594650"/>
                  </a:cubicBezTo>
                  <a:cubicBezTo>
                    <a:pt x="13714264" y="38601166"/>
                    <a:pt x="13730824" y="38628508"/>
                    <a:pt x="13738884" y="38655402"/>
                  </a:cubicBezTo>
                  <a:cubicBezTo>
                    <a:pt x="13746944" y="38682300"/>
                    <a:pt x="13770808" y="38720854"/>
                    <a:pt x="13791916" y="38741078"/>
                  </a:cubicBezTo>
                  <a:cubicBezTo>
                    <a:pt x="13816816" y="38764934"/>
                    <a:pt x="13830300" y="38790402"/>
                    <a:pt x="13830300" y="38813576"/>
                  </a:cubicBezTo>
                  <a:cubicBezTo>
                    <a:pt x="13830300" y="38847252"/>
                    <a:pt x="13868032" y="38900102"/>
                    <a:pt x="13892076" y="38900102"/>
                  </a:cubicBezTo>
                  <a:cubicBezTo>
                    <a:pt x="13898112" y="38900102"/>
                    <a:pt x="13912500" y="38924846"/>
                    <a:pt x="13924048" y="38955090"/>
                  </a:cubicBezTo>
                  <a:cubicBezTo>
                    <a:pt x="13935600" y="38985336"/>
                    <a:pt x="13962096" y="39026410"/>
                    <a:pt x="13982928" y="39046368"/>
                  </a:cubicBezTo>
                  <a:cubicBezTo>
                    <a:pt x="14003756" y="39066322"/>
                    <a:pt x="14020800" y="39089158"/>
                    <a:pt x="14020800" y="39097112"/>
                  </a:cubicBezTo>
                  <a:cubicBezTo>
                    <a:pt x="14020800" y="39105066"/>
                    <a:pt x="14034632" y="39124566"/>
                    <a:pt x="14051528" y="39140442"/>
                  </a:cubicBezTo>
                  <a:cubicBezTo>
                    <a:pt x="14068432" y="39156318"/>
                    <a:pt x="14088812" y="39185126"/>
                    <a:pt x="14096816" y="39204458"/>
                  </a:cubicBezTo>
                  <a:cubicBezTo>
                    <a:pt x="14104824" y="39223790"/>
                    <a:pt x="14125156" y="39246978"/>
                    <a:pt x="14142000" y="39255992"/>
                  </a:cubicBezTo>
                  <a:cubicBezTo>
                    <a:pt x="14159160" y="39265178"/>
                    <a:pt x="14181992" y="39296920"/>
                    <a:pt x="14193940" y="39328208"/>
                  </a:cubicBezTo>
                  <a:cubicBezTo>
                    <a:pt x="14205668" y="39358914"/>
                    <a:pt x="14225396" y="39391134"/>
                    <a:pt x="14237784" y="39399810"/>
                  </a:cubicBezTo>
                  <a:cubicBezTo>
                    <a:pt x="14250172" y="39408490"/>
                    <a:pt x="14264244" y="39431272"/>
                    <a:pt x="14269056" y="39450442"/>
                  </a:cubicBezTo>
                  <a:cubicBezTo>
                    <a:pt x="14273868" y="39469614"/>
                    <a:pt x="14296224" y="39499348"/>
                    <a:pt x="14318732" y="39516516"/>
                  </a:cubicBezTo>
                  <a:cubicBezTo>
                    <a:pt x="14343024" y="39535046"/>
                    <a:pt x="14365680" y="39567828"/>
                    <a:pt x="14374472" y="39597166"/>
                  </a:cubicBezTo>
                  <a:cubicBezTo>
                    <a:pt x="14382616" y="39624354"/>
                    <a:pt x="14403528" y="39655934"/>
                    <a:pt x="14420940" y="39667342"/>
                  </a:cubicBezTo>
                  <a:cubicBezTo>
                    <a:pt x="14438352" y="39678750"/>
                    <a:pt x="14452600" y="39696690"/>
                    <a:pt x="14452600" y="39707206"/>
                  </a:cubicBezTo>
                  <a:cubicBezTo>
                    <a:pt x="14452600" y="39727210"/>
                    <a:pt x="14485952" y="39767898"/>
                    <a:pt x="14576424" y="39858282"/>
                  </a:cubicBezTo>
                  <a:cubicBezTo>
                    <a:pt x="14606112" y="39887934"/>
                    <a:pt x="14627568" y="39914506"/>
                    <a:pt x="14624112" y="39917326"/>
                  </a:cubicBezTo>
                  <a:cubicBezTo>
                    <a:pt x="14620652" y="39920144"/>
                    <a:pt x="14640220" y="39946582"/>
                    <a:pt x="14667596" y="39976078"/>
                  </a:cubicBezTo>
                  <a:cubicBezTo>
                    <a:pt x="14694972" y="40005572"/>
                    <a:pt x="14721048" y="40041290"/>
                    <a:pt x="14725540" y="40055454"/>
                  </a:cubicBezTo>
                  <a:cubicBezTo>
                    <a:pt x="14737712" y="40093806"/>
                    <a:pt x="14765976" y="40086622"/>
                    <a:pt x="14786620" y="40039926"/>
                  </a:cubicBezTo>
                  <a:cubicBezTo>
                    <a:pt x="14816116" y="39973214"/>
                    <a:pt x="14833608" y="39952902"/>
                    <a:pt x="14877288" y="39934652"/>
                  </a:cubicBezTo>
                  <a:cubicBezTo>
                    <a:pt x="14899968" y="39925174"/>
                    <a:pt x="14927212" y="39904340"/>
                    <a:pt x="14937824" y="39888354"/>
                  </a:cubicBezTo>
                  <a:cubicBezTo>
                    <a:pt x="14953200" y="39865196"/>
                    <a:pt x="14968040" y="39859578"/>
                    <a:pt x="15010844" y="39860700"/>
                  </a:cubicBezTo>
                  <a:cubicBezTo>
                    <a:pt x="15040392" y="39861472"/>
                    <a:pt x="15076892" y="39871586"/>
                    <a:pt x="15091960" y="39883170"/>
                  </a:cubicBezTo>
                  <a:cubicBezTo>
                    <a:pt x="15107024" y="39894754"/>
                    <a:pt x="15146792" y="39918726"/>
                    <a:pt x="15180328" y="39936446"/>
                  </a:cubicBezTo>
                  <a:cubicBezTo>
                    <a:pt x="15249220" y="39972848"/>
                    <a:pt x="15265400" y="40002938"/>
                    <a:pt x="15265400" y="40094654"/>
                  </a:cubicBezTo>
                  <a:cubicBezTo>
                    <a:pt x="15265400" y="40154678"/>
                    <a:pt x="15262688" y="40159474"/>
                    <a:pt x="15199444" y="40211302"/>
                  </a:cubicBezTo>
                  <a:cubicBezTo>
                    <a:pt x="15135080" y="40264046"/>
                    <a:pt x="15130792" y="40265500"/>
                    <a:pt x="15021644" y="40271526"/>
                  </a:cubicBezTo>
                  <a:cubicBezTo>
                    <a:pt x="14956384" y="40275134"/>
                    <a:pt x="14909800" y="40283226"/>
                    <a:pt x="14909800" y="40290958"/>
                  </a:cubicBezTo>
                  <a:cubicBezTo>
                    <a:pt x="14909800" y="40298248"/>
                    <a:pt x="14929804" y="40323078"/>
                    <a:pt x="14954252" y="40346138"/>
                  </a:cubicBezTo>
                  <a:cubicBezTo>
                    <a:pt x="14978700" y="40369198"/>
                    <a:pt x="14998700" y="40398978"/>
                    <a:pt x="14998700" y="40412316"/>
                  </a:cubicBezTo>
                  <a:cubicBezTo>
                    <a:pt x="14998700" y="40425788"/>
                    <a:pt x="15015568" y="40446500"/>
                    <a:pt x="15036644" y="40458908"/>
                  </a:cubicBezTo>
                  <a:cubicBezTo>
                    <a:pt x="15057512" y="40471196"/>
                    <a:pt x="15077516" y="40489822"/>
                    <a:pt x="15081096" y="40500292"/>
                  </a:cubicBezTo>
                  <a:cubicBezTo>
                    <a:pt x="15084672" y="40510766"/>
                    <a:pt x="15101840" y="40533626"/>
                    <a:pt x="15119240" y="40551092"/>
                  </a:cubicBezTo>
                  <a:cubicBezTo>
                    <a:pt x="15229568" y="40661834"/>
                    <a:pt x="15278100" y="40715550"/>
                    <a:pt x="15278100" y="40726914"/>
                  </a:cubicBezTo>
                  <a:cubicBezTo>
                    <a:pt x="15278100" y="40734050"/>
                    <a:pt x="15288104" y="40741068"/>
                    <a:pt x="15300328" y="40742510"/>
                  </a:cubicBezTo>
                  <a:cubicBezTo>
                    <a:pt x="15325840" y="40745520"/>
                    <a:pt x="15400688" y="40825334"/>
                    <a:pt x="15410920" y="40860454"/>
                  </a:cubicBezTo>
                  <a:cubicBezTo>
                    <a:pt x="15414704" y="40873432"/>
                    <a:pt x="15456376" y="40922712"/>
                    <a:pt x="15503528" y="40969962"/>
                  </a:cubicBezTo>
                  <a:cubicBezTo>
                    <a:pt x="15550676" y="41017212"/>
                    <a:pt x="15614664" y="41083744"/>
                    <a:pt x="15645724" y="41117810"/>
                  </a:cubicBezTo>
                  <a:cubicBezTo>
                    <a:pt x="15676784" y="41151878"/>
                    <a:pt x="15776176" y="41256902"/>
                    <a:pt x="15866592" y="41351202"/>
                  </a:cubicBezTo>
                  <a:cubicBezTo>
                    <a:pt x="15957012" y="41445498"/>
                    <a:pt x="16041772" y="41544278"/>
                    <a:pt x="16054948" y="41570706"/>
                  </a:cubicBezTo>
                  <a:cubicBezTo>
                    <a:pt x="16068124" y="41597138"/>
                    <a:pt x="16093168" y="41625266"/>
                    <a:pt x="16110608" y="41633212"/>
                  </a:cubicBezTo>
                  <a:cubicBezTo>
                    <a:pt x="16128044" y="41641154"/>
                    <a:pt x="16145468" y="41660230"/>
                    <a:pt x="16149324" y="41675600"/>
                  </a:cubicBezTo>
                  <a:cubicBezTo>
                    <a:pt x="16153180" y="41690970"/>
                    <a:pt x="16170680" y="41711218"/>
                    <a:pt x="16188200" y="41720598"/>
                  </a:cubicBezTo>
                  <a:cubicBezTo>
                    <a:pt x="16205728" y="41729978"/>
                    <a:pt x="16228056" y="41753096"/>
                    <a:pt x="16237812" y="41771970"/>
                  </a:cubicBezTo>
                  <a:cubicBezTo>
                    <a:pt x="16248448" y="41792534"/>
                    <a:pt x="16270276" y="41809518"/>
                    <a:pt x="16292284" y="41814350"/>
                  </a:cubicBezTo>
                  <a:cubicBezTo>
                    <a:pt x="16313520" y="41819018"/>
                    <a:pt x="16346000" y="41843562"/>
                    <a:pt x="16369304" y="41872558"/>
                  </a:cubicBezTo>
                  <a:cubicBezTo>
                    <a:pt x="16391464" y="41900138"/>
                    <a:pt x="16415044" y="41922702"/>
                    <a:pt x="16421700" y="41922702"/>
                  </a:cubicBezTo>
                  <a:cubicBezTo>
                    <a:pt x="16428536" y="41922702"/>
                    <a:pt x="16431112" y="41896458"/>
                    <a:pt x="16427624" y="41862376"/>
                  </a:cubicBezTo>
                  <a:cubicBezTo>
                    <a:pt x="16420444" y="41792256"/>
                    <a:pt x="16432584" y="41768320"/>
                    <a:pt x="16493588" y="41732328"/>
                  </a:cubicBezTo>
                  <a:cubicBezTo>
                    <a:pt x="16517988" y="41717932"/>
                    <a:pt x="16540916" y="41694808"/>
                    <a:pt x="16544544" y="41680938"/>
                  </a:cubicBezTo>
                  <a:cubicBezTo>
                    <a:pt x="16551016" y="41656186"/>
                    <a:pt x="16589896" y="41639198"/>
                    <a:pt x="16633824" y="41641930"/>
                  </a:cubicBezTo>
                  <a:cubicBezTo>
                    <a:pt x="16646048" y="41642690"/>
                    <a:pt x="16678912" y="41664698"/>
                    <a:pt x="16706852" y="41690836"/>
                  </a:cubicBezTo>
                  <a:lnTo>
                    <a:pt x="16757652" y="41738362"/>
                  </a:lnTo>
                  <a:lnTo>
                    <a:pt x="16757652" y="41868178"/>
                  </a:lnTo>
                  <a:cubicBezTo>
                    <a:pt x="16757652" y="42039682"/>
                    <a:pt x="16750364" y="42052350"/>
                    <a:pt x="16650484" y="42054430"/>
                  </a:cubicBezTo>
                  <a:cubicBezTo>
                    <a:pt x="16607720" y="42055322"/>
                    <a:pt x="16571480" y="42059578"/>
                    <a:pt x="16569944" y="42063894"/>
                  </a:cubicBezTo>
                  <a:cubicBezTo>
                    <a:pt x="16568408" y="42068208"/>
                    <a:pt x="16595728" y="42093168"/>
                    <a:pt x="16630652" y="42119362"/>
                  </a:cubicBezTo>
                  <a:cubicBezTo>
                    <a:pt x="16698528" y="42170264"/>
                    <a:pt x="16725104" y="42194616"/>
                    <a:pt x="16886648" y="42353934"/>
                  </a:cubicBezTo>
                  <a:cubicBezTo>
                    <a:pt x="16943628" y="42410126"/>
                    <a:pt x="16995064" y="42453338"/>
                    <a:pt x="17000948" y="42449966"/>
                  </a:cubicBezTo>
                  <a:cubicBezTo>
                    <a:pt x="17015636" y="42441544"/>
                    <a:pt x="17100368" y="42530568"/>
                    <a:pt x="17119096" y="42574098"/>
                  </a:cubicBezTo>
                  <a:cubicBezTo>
                    <a:pt x="17129276" y="42597764"/>
                    <a:pt x="17146848" y="42612046"/>
                    <a:pt x="17171976" y="42617070"/>
                  </a:cubicBezTo>
                  <a:cubicBezTo>
                    <a:pt x="17196104" y="42621898"/>
                    <a:pt x="17216356" y="42637654"/>
                    <a:pt x="17228428" y="42661000"/>
                  </a:cubicBezTo>
                  <a:cubicBezTo>
                    <a:pt x="17238784" y="42681022"/>
                    <a:pt x="17255848" y="42697402"/>
                    <a:pt x="17266348" y="42697402"/>
                  </a:cubicBezTo>
                  <a:cubicBezTo>
                    <a:pt x="17276852" y="42697402"/>
                    <a:pt x="17318136" y="42730314"/>
                    <a:pt x="17358096" y="42770544"/>
                  </a:cubicBezTo>
                  <a:cubicBezTo>
                    <a:pt x="17398056" y="42810770"/>
                    <a:pt x="17447896" y="42854522"/>
                    <a:pt x="17468852" y="42867766"/>
                  </a:cubicBezTo>
                  <a:cubicBezTo>
                    <a:pt x="17509836" y="42893668"/>
                    <a:pt x="17564168" y="42942166"/>
                    <a:pt x="17637232" y="43018076"/>
                  </a:cubicBezTo>
                  <a:cubicBezTo>
                    <a:pt x="17662444" y="43044270"/>
                    <a:pt x="17692616" y="43065702"/>
                    <a:pt x="17704276" y="43065702"/>
                  </a:cubicBezTo>
                  <a:cubicBezTo>
                    <a:pt x="17715936" y="43065702"/>
                    <a:pt x="17739176" y="43077316"/>
                    <a:pt x="17755912" y="43091510"/>
                  </a:cubicBezTo>
                  <a:cubicBezTo>
                    <a:pt x="17772656" y="43105706"/>
                    <a:pt x="17819404" y="43145710"/>
                    <a:pt x="17859800" y="43180410"/>
                  </a:cubicBezTo>
                  <a:cubicBezTo>
                    <a:pt x="17900196" y="43215110"/>
                    <a:pt x="17938552" y="43243502"/>
                    <a:pt x="17945032" y="43243502"/>
                  </a:cubicBezTo>
                  <a:cubicBezTo>
                    <a:pt x="17951516" y="43243502"/>
                    <a:pt x="17979452" y="43266362"/>
                    <a:pt x="18007112" y="43294302"/>
                  </a:cubicBezTo>
                  <a:cubicBezTo>
                    <a:pt x="18034776" y="43322240"/>
                    <a:pt x="18065772" y="43345102"/>
                    <a:pt x="18075992" y="43345102"/>
                  </a:cubicBezTo>
                  <a:cubicBezTo>
                    <a:pt x="18086216" y="43345102"/>
                    <a:pt x="18103940" y="43359390"/>
                    <a:pt x="18115384" y="43376850"/>
                  </a:cubicBezTo>
                  <a:cubicBezTo>
                    <a:pt x="18126824" y="43394314"/>
                    <a:pt x="18144584" y="43408602"/>
                    <a:pt x="18154848" y="43408602"/>
                  </a:cubicBezTo>
                  <a:cubicBezTo>
                    <a:pt x="18165108" y="43408602"/>
                    <a:pt x="18186408" y="43423482"/>
                    <a:pt x="18202176" y="43441670"/>
                  </a:cubicBezTo>
                  <a:cubicBezTo>
                    <a:pt x="18217948" y="43459854"/>
                    <a:pt x="18254264" y="43485842"/>
                    <a:pt x="18282880" y="43499420"/>
                  </a:cubicBezTo>
                  <a:cubicBezTo>
                    <a:pt x="18311500" y="43512994"/>
                    <a:pt x="18347392" y="43540978"/>
                    <a:pt x="18362636" y="43561602"/>
                  </a:cubicBezTo>
                  <a:cubicBezTo>
                    <a:pt x="18377884" y="43582228"/>
                    <a:pt x="18401892" y="43599102"/>
                    <a:pt x="18415988" y="43599102"/>
                  </a:cubicBezTo>
                  <a:cubicBezTo>
                    <a:pt x="18430080" y="43599102"/>
                    <a:pt x="18451340" y="43609710"/>
                    <a:pt x="18463232" y="43622682"/>
                  </a:cubicBezTo>
                  <a:cubicBezTo>
                    <a:pt x="18475124" y="43635648"/>
                    <a:pt x="18507640" y="43659356"/>
                    <a:pt x="18535492" y="43675364"/>
                  </a:cubicBezTo>
                  <a:cubicBezTo>
                    <a:pt x="18563344" y="43691372"/>
                    <a:pt x="18598008" y="43716484"/>
                    <a:pt x="18612520" y="43731164"/>
                  </a:cubicBezTo>
                  <a:cubicBezTo>
                    <a:pt x="18662284" y="43781500"/>
                    <a:pt x="18774104" y="43865804"/>
                    <a:pt x="18791112" y="43865804"/>
                  </a:cubicBezTo>
                  <a:cubicBezTo>
                    <a:pt x="18800464" y="43865804"/>
                    <a:pt x="18817452" y="43880048"/>
                    <a:pt x="18828860" y="43897460"/>
                  </a:cubicBezTo>
                  <a:cubicBezTo>
                    <a:pt x="18840272" y="43914876"/>
                    <a:pt x="18871848" y="43935788"/>
                    <a:pt x="18899036" y="43943932"/>
                  </a:cubicBezTo>
                  <a:cubicBezTo>
                    <a:pt x="18928984" y="43952900"/>
                    <a:pt x="18961224" y="43975468"/>
                    <a:pt x="18980832" y="44001172"/>
                  </a:cubicBezTo>
                  <a:cubicBezTo>
                    <a:pt x="19001048" y="44027676"/>
                    <a:pt x="19024196" y="44043604"/>
                    <a:pt x="19042512" y="44043604"/>
                  </a:cubicBezTo>
                  <a:cubicBezTo>
                    <a:pt x="19058636" y="44043604"/>
                    <a:pt x="19094064" y="44060692"/>
                    <a:pt x="19121240" y="44081580"/>
                  </a:cubicBezTo>
                  <a:cubicBezTo>
                    <a:pt x="19148416" y="44102468"/>
                    <a:pt x="19180608" y="44122468"/>
                    <a:pt x="19192776" y="44126028"/>
                  </a:cubicBezTo>
                  <a:cubicBezTo>
                    <a:pt x="19204948" y="44129588"/>
                    <a:pt x="19230096" y="44149548"/>
                    <a:pt x="19248660" y="44170384"/>
                  </a:cubicBezTo>
                  <a:cubicBezTo>
                    <a:pt x="19267224" y="44191220"/>
                    <a:pt x="19300996" y="44211752"/>
                    <a:pt x="19323712" y="44216012"/>
                  </a:cubicBezTo>
                  <a:cubicBezTo>
                    <a:pt x="19346424" y="44220272"/>
                    <a:pt x="19380800" y="44240244"/>
                    <a:pt x="19400100" y="44260388"/>
                  </a:cubicBezTo>
                  <a:cubicBezTo>
                    <a:pt x="19419400" y="44280532"/>
                    <a:pt x="19454296" y="44303316"/>
                    <a:pt x="19477644" y="44311020"/>
                  </a:cubicBezTo>
                  <a:cubicBezTo>
                    <a:pt x="19500992" y="44318732"/>
                    <a:pt x="19525712" y="44335532"/>
                    <a:pt x="19532576" y="44348356"/>
                  </a:cubicBezTo>
                  <a:cubicBezTo>
                    <a:pt x="19539440" y="44361188"/>
                    <a:pt x="19573688" y="44381188"/>
                    <a:pt x="19608680" y="44392812"/>
                  </a:cubicBezTo>
                  <a:cubicBezTo>
                    <a:pt x="19643672" y="44404432"/>
                    <a:pt x="19672300" y="44418124"/>
                    <a:pt x="19672300" y="44423228"/>
                  </a:cubicBezTo>
                  <a:cubicBezTo>
                    <a:pt x="19672300" y="44449660"/>
                    <a:pt x="19727624" y="44488100"/>
                    <a:pt x="19765668" y="44488100"/>
                  </a:cubicBezTo>
                  <a:cubicBezTo>
                    <a:pt x="19795340" y="44488100"/>
                    <a:pt x="19817760" y="44499068"/>
                    <a:pt x="19843944" y="44526404"/>
                  </a:cubicBezTo>
                  <a:cubicBezTo>
                    <a:pt x="19865748" y="44549164"/>
                    <a:pt x="19898928" y="44567660"/>
                    <a:pt x="19925696" y="44571988"/>
                  </a:cubicBezTo>
                  <a:cubicBezTo>
                    <a:pt x="19950476" y="44575996"/>
                    <a:pt x="19986880" y="44594436"/>
                    <a:pt x="20006600" y="44612968"/>
                  </a:cubicBezTo>
                  <a:cubicBezTo>
                    <a:pt x="20026316" y="44631500"/>
                    <a:pt x="20063464" y="44656336"/>
                    <a:pt x="20089148" y="44668156"/>
                  </a:cubicBezTo>
                  <a:cubicBezTo>
                    <a:pt x="20228832" y="44732452"/>
                    <a:pt x="20279012" y="44762448"/>
                    <a:pt x="20311396" y="44801012"/>
                  </a:cubicBezTo>
                  <a:cubicBezTo>
                    <a:pt x="20340912" y="44836164"/>
                    <a:pt x="20356068" y="44843700"/>
                    <a:pt x="20397248" y="44843700"/>
                  </a:cubicBezTo>
                  <a:cubicBezTo>
                    <a:pt x="20428248" y="44843700"/>
                    <a:pt x="20453236" y="44851476"/>
                    <a:pt x="20463000" y="44864168"/>
                  </a:cubicBezTo>
                  <a:cubicBezTo>
                    <a:pt x="20502428" y="44915400"/>
                    <a:pt x="20527772" y="44932600"/>
                    <a:pt x="20563844" y="44932600"/>
                  </a:cubicBezTo>
                  <a:cubicBezTo>
                    <a:pt x="20590380" y="44932600"/>
                    <a:pt x="20618248" y="44946668"/>
                    <a:pt x="20651872" y="44977048"/>
                  </a:cubicBezTo>
                  <a:cubicBezTo>
                    <a:pt x="20689980" y="45011476"/>
                    <a:pt x="20711992" y="45021500"/>
                    <a:pt x="20749500" y="45021500"/>
                  </a:cubicBezTo>
                  <a:cubicBezTo>
                    <a:pt x="20788880" y="45021500"/>
                    <a:pt x="20805276" y="45029800"/>
                    <a:pt x="20837280" y="45065948"/>
                  </a:cubicBezTo>
                  <a:cubicBezTo>
                    <a:pt x="20869652" y="45102516"/>
                    <a:pt x="20885476" y="45110400"/>
                    <a:pt x="20926476" y="45110400"/>
                  </a:cubicBezTo>
                  <a:cubicBezTo>
                    <a:pt x="20966860" y="45110400"/>
                    <a:pt x="20983680" y="45118484"/>
                    <a:pt x="21015092" y="45153008"/>
                  </a:cubicBezTo>
                  <a:cubicBezTo>
                    <a:pt x="21042396" y="45183012"/>
                    <a:pt x="21069440" y="45198104"/>
                    <a:pt x="21106520" y="45204036"/>
                  </a:cubicBezTo>
                  <a:cubicBezTo>
                    <a:pt x="21135688" y="45208700"/>
                    <a:pt x="21162476" y="45221060"/>
                    <a:pt x="21166576" y="45231748"/>
                  </a:cubicBezTo>
                  <a:cubicBezTo>
                    <a:pt x="21177276" y="45259628"/>
                    <a:pt x="21239024" y="45288200"/>
                    <a:pt x="21288584" y="45288200"/>
                  </a:cubicBezTo>
                  <a:cubicBezTo>
                    <a:pt x="21321472" y="45288200"/>
                    <a:pt x="21340400" y="45298452"/>
                    <a:pt x="21370680" y="45332648"/>
                  </a:cubicBezTo>
                  <a:cubicBezTo>
                    <a:pt x="21404536" y="45370888"/>
                    <a:pt x="21417928" y="45377100"/>
                    <a:pt x="21466520" y="45377100"/>
                  </a:cubicBezTo>
                  <a:cubicBezTo>
                    <a:pt x="21509628" y="45377100"/>
                    <a:pt x="21533900" y="45385752"/>
                    <a:pt x="21568984" y="45413636"/>
                  </a:cubicBezTo>
                  <a:cubicBezTo>
                    <a:pt x="21594272" y="45433732"/>
                    <a:pt x="21639724" y="45456408"/>
                    <a:pt x="21669996" y="45464032"/>
                  </a:cubicBezTo>
                  <a:cubicBezTo>
                    <a:pt x="21700264" y="45471652"/>
                    <a:pt x="21735660" y="45489636"/>
                    <a:pt x="21748652" y="45503992"/>
                  </a:cubicBezTo>
                  <a:cubicBezTo>
                    <a:pt x="21761644" y="45518344"/>
                    <a:pt x="21801272" y="45536316"/>
                    <a:pt x="21836712" y="45543932"/>
                  </a:cubicBezTo>
                  <a:cubicBezTo>
                    <a:pt x="21872152" y="45551548"/>
                    <a:pt x="21915952" y="45571552"/>
                    <a:pt x="21934040" y="45588392"/>
                  </a:cubicBezTo>
                  <a:cubicBezTo>
                    <a:pt x="21969504" y="45621400"/>
                    <a:pt x="22032076" y="45643800"/>
                    <a:pt x="22088816" y="45643800"/>
                  </a:cubicBezTo>
                  <a:cubicBezTo>
                    <a:pt x="22112376" y="45643800"/>
                    <a:pt x="22139140" y="45658692"/>
                    <a:pt x="22168696" y="45688248"/>
                  </a:cubicBezTo>
                  <a:cubicBezTo>
                    <a:pt x="22208584" y="45728140"/>
                    <a:pt x="22220224" y="45732700"/>
                    <a:pt x="22282132" y="45732700"/>
                  </a:cubicBezTo>
                  <a:cubicBezTo>
                    <a:pt x="22341216" y="45732700"/>
                    <a:pt x="22357576" y="45738372"/>
                    <a:pt x="22396100" y="45772196"/>
                  </a:cubicBezTo>
                  <a:cubicBezTo>
                    <a:pt x="22431268" y="45803072"/>
                    <a:pt x="22457696" y="45813648"/>
                    <a:pt x="22517244" y="45820668"/>
                  </a:cubicBezTo>
                  <a:cubicBezTo>
                    <a:pt x="22567568" y="45826604"/>
                    <a:pt x="22603084" y="45838652"/>
                    <a:pt x="22621928" y="45856184"/>
                  </a:cubicBezTo>
                  <a:cubicBezTo>
                    <a:pt x="22639360" y="45872400"/>
                    <a:pt x="22689040" y="45890684"/>
                    <a:pt x="22749692" y="45903200"/>
                  </a:cubicBezTo>
                  <a:cubicBezTo>
                    <a:pt x="22826856" y="45919124"/>
                    <a:pt x="22855484" y="45931300"/>
                    <a:pt x="22878372" y="45957904"/>
                  </a:cubicBezTo>
                  <a:cubicBezTo>
                    <a:pt x="22904008" y="45987712"/>
                    <a:pt x="22920336" y="45993152"/>
                    <a:pt x="23004900" y="46000068"/>
                  </a:cubicBezTo>
                  <a:cubicBezTo>
                    <a:pt x="23088308" y="46006892"/>
                    <a:pt x="23107264" y="46013060"/>
                    <a:pt x="23139400" y="46043848"/>
                  </a:cubicBezTo>
                  <a:cubicBezTo>
                    <a:pt x="23171384" y="46074488"/>
                    <a:pt x="23190604" y="46080816"/>
                    <a:pt x="23271880" y="46087464"/>
                  </a:cubicBezTo>
                  <a:cubicBezTo>
                    <a:pt x="23354340" y="46094208"/>
                    <a:pt x="23372144" y="46100220"/>
                    <a:pt x="23406100" y="46132748"/>
                  </a:cubicBezTo>
                  <a:cubicBezTo>
                    <a:pt x="23440060" y="46165280"/>
                    <a:pt x="23457864" y="46171288"/>
                    <a:pt x="23540320" y="46178032"/>
                  </a:cubicBezTo>
                  <a:cubicBezTo>
                    <a:pt x="23622292" y="46184736"/>
                    <a:pt x="23640688" y="46190884"/>
                    <a:pt x="23673800" y="46222608"/>
                  </a:cubicBezTo>
                  <a:cubicBezTo>
                    <a:pt x="23708432" y="46255788"/>
                    <a:pt x="23723300" y="46260188"/>
                    <a:pt x="23824972" y="46267376"/>
                  </a:cubicBezTo>
                  <a:cubicBezTo>
                    <a:pt x="23916608" y="46273856"/>
                    <a:pt x="23949120" y="46282020"/>
                    <a:pt x="23998476" y="46310948"/>
                  </a:cubicBezTo>
                  <a:cubicBezTo>
                    <a:pt x="24044504" y="46337920"/>
                    <a:pt x="24083300" y="46348660"/>
                    <a:pt x="24158672" y="46355288"/>
                  </a:cubicBezTo>
                  <a:cubicBezTo>
                    <a:pt x="24238940" y="46362344"/>
                    <a:pt x="24264308" y="46369900"/>
                    <a:pt x="24290136" y="46394444"/>
                  </a:cubicBezTo>
                  <a:cubicBezTo>
                    <a:pt x="24317412" y="46420360"/>
                    <a:pt x="24342656" y="46426876"/>
                    <a:pt x="24461088" y="46438576"/>
                  </a:cubicBezTo>
                  <a:cubicBezTo>
                    <a:pt x="24550348" y="46447392"/>
                    <a:pt x="24607964" y="46459208"/>
                    <a:pt x="24622192" y="46471612"/>
                  </a:cubicBezTo>
                  <a:cubicBezTo>
                    <a:pt x="24677416" y="46519740"/>
                    <a:pt x="24697144" y="46525544"/>
                    <a:pt x="24809448" y="46526712"/>
                  </a:cubicBezTo>
                  <a:cubicBezTo>
                    <a:pt x="24909760" y="46527756"/>
                    <a:pt x="24935324" y="46533040"/>
                    <a:pt x="25018300" y="46569844"/>
                  </a:cubicBezTo>
                  <a:cubicBezTo>
                    <a:pt x="25091312" y="46602236"/>
                    <a:pt x="25139720" y="46614088"/>
                    <a:pt x="25230824" y="46621896"/>
                  </a:cubicBezTo>
                  <a:cubicBezTo>
                    <a:pt x="25312484" y="46628888"/>
                    <a:pt x="25365472" y="46640680"/>
                    <a:pt x="25402976" y="46660204"/>
                  </a:cubicBezTo>
                  <a:cubicBezTo>
                    <a:pt x="25448016" y="46683648"/>
                    <a:pt x="25488204" y="46690060"/>
                    <a:pt x="25641300" y="46698220"/>
                  </a:cubicBezTo>
                  <a:cubicBezTo>
                    <a:pt x="25801652" y="46706768"/>
                    <a:pt x="25836120" y="46712612"/>
                    <a:pt x="25908000" y="46743440"/>
                  </a:cubicBezTo>
                  <a:cubicBezTo>
                    <a:pt x="25983344" y="46775752"/>
                    <a:pt x="26008844" y="46779548"/>
                    <a:pt x="26200100" y="46786896"/>
                  </a:cubicBezTo>
                  <a:cubicBezTo>
                    <a:pt x="26367804" y="46793340"/>
                    <a:pt x="26418528" y="46799608"/>
                    <a:pt x="26454100" y="46818288"/>
                  </a:cubicBezTo>
                  <a:cubicBezTo>
                    <a:pt x="26527664" y="46856916"/>
                    <a:pt x="26576808" y="46864576"/>
                    <a:pt x="26828752" y="46876660"/>
                  </a:cubicBezTo>
                  <a:cubicBezTo>
                    <a:pt x="27179512" y="46893488"/>
                    <a:pt x="27291536" y="46905744"/>
                    <a:pt x="27349452" y="46933628"/>
                  </a:cubicBezTo>
                  <a:cubicBezTo>
                    <a:pt x="27396344" y="46956208"/>
                    <a:pt x="27445656" y="46958844"/>
                    <a:pt x="27990800" y="46967920"/>
                  </a:cubicBezTo>
                  <a:cubicBezTo>
                    <a:pt x="28315604" y="46973328"/>
                    <a:pt x="28742196" y="46981936"/>
                    <a:pt x="28938790" y="46987052"/>
                  </a:cubicBezTo>
                  <a:cubicBezTo>
                    <a:pt x="29135380" y="46992168"/>
                    <a:pt x="29318260" y="46991400"/>
                    <a:pt x="29345190" y="46985352"/>
                  </a:cubicBezTo>
                  <a:cubicBezTo>
                    <a:pt x="29372118" y="46979304"/>
                    <a:pt x="29662756" y="46970732"/>
                    <a:pt x="29991052" y="46966300"/>
                  </a:cubicBezTo>
                  <a:cubicBezTo>
                    <a:pt x="30536934" y="46958936"/>
                    <a:pt x="30592080" y="46956236"/>
                    <a:pt x="30636258" y="46934676"/>
                  </a:cubicBezTo>
                  <a:cubicBezTo>
                    <a:pt x="30662828" y="46921708"/>
                    <a:pt x="30699002" y="46913860"/>
                    <a:pt x="30716650" y="46917232"/>
                  </a:cubicBezTo>
                  <a:cubicBezTo>
                    <a:pt x="30734296" y="46920604"/>
                    <a:pt x="30766852" y="46915016"/>
                    <a:pt x="30788992" y="46904812"/>
                  </a:cubicBezTo>
                  <a:cubicBezTo>
                    <a:pt x="30817304" y="46891760"/>
                    <a:pt x="30904624" y="46883440"/>
                    <a:pt x="31083252" y="46876768"/>
                  </a:cubicBezTo>
                  <a:cubicBezTo>
                    <a:pt x="31299604" y="46868680"/>
                    <a:pt x="31348152" y="46863120"/>
                    <a:pt x="31410804" y="46839256"/>
                  </a:cubicBezTo>
                  <a:cubicBezTo>
                    <a:pt x="31471798" y="46816020"/>
                    <a:pt x="31523178" y="46809640"/>
                    <a:pt x="31711792" y="46801876"/>
                  </a:cubicBezTo>
                  <a:cubicBezTo>
                    <a:pt x="31934334" y="46792720"/>
                    <a:pt x="31939860" y="46791816"/>
                    <a:pt x="31968440" y="46760000"/>
                  </a:cubicBezTo>
                  <a:cubicBezTo>
                    <a:pt x="32009320" y="46714488"/>
                    <a:pt x="32045766" y="46708084"/>
                    <a:pt x="32280000" y="46705248"/>
                  </a:cubicBezTo>
                  <a:cubicBezTo>
                    <a:pt x="32485212" y="46702760"/>
                    <a:pt x="32486252" y="46702604"/>
                    <a:pt x="32508600" y="46670464"/>
                  </a:cubicBezTo>
                  <a:cubicBezTo>
                    <a:pt x="32520948" y="46652708"/>
                    <a:pt x="32541748" y="46636560"/>
                    <a:pt x="32554824" y="46634584"/>
                  </a:cubicBezTo>
                  <a:cubicBezTo>
                    <a:pt x="32567898" y="46632608"/>
                    <a:pt x="32639336" y="46623744"/>
                    <a:pt x="32713572" y="46614884"/>
                  </a:cubicBezTo>
                  <a:cubicBezTo>
                    <a:pt x="32868556" y="46596392"/>
                    <a:pt x="32931100" y="46583520"/>
                    <a:pt x="32931100" y="46570104"/>
                  </a:cubicBezTo>
                  <a:cubicBezTo>
                    <a:pt x="32931100" y="46549936"/>
                    <a:pt x="33015834" y="46532800"/>
                    <a:pt x="33115558" y="46532800"/>
                  </a:cubicBezTo>
                  <a:cubicBezTo>
                    <a:pt x="33249540" y="46532800"/>
                    <a:pt x="33287606" y="46524696"/>
                    <a:pt x="33331748" y="46486764"/>
                  </a:cubicBezTo>
                  <a:cubicBezTo>
                    <a:pt x="33391660" y="46435284"/>
                    <a:pt x="33403240" y="46432076"/>
                    <a:pt x="33519804" y="46434708"/>
                  </a:cubicBezTo>
                  <a:cubicBezTo>
                    <a:pt x="33629772" y="46437184"/>
                    <a:pt x="33632896" y="46436432"/>
                    <a:pt x="33661392" y="46400700"/>
                  </a:cubicBezTo>
                  <a:cubicBezTo>
                    <a:pt x="33688756" y="46366380"/>
                    <a:pt x="33698484" y="46363484"/>
                    <a:pt x="33821440" y="46353088"/>
                  </a:cubicBezTo>
                  <a:cubicBezTo>
                    <a:pt x="33949260" y="46342280"/>
                    <a:pt x="33953060" y="46341048"/>
                    <a:pt x="33982300" y="46300884"/>
                  </a:cubicBezTo>
                  <a:lnTo>
                    <a:pt x="34012244" y="46259748"/>
                  </a:lnTo>
                  <a:lnTo>
                    <a:pt x="34133834" y="46259048"/>
                  </a:lnTo>
                  <a:cubicBezTo>
                    <a:pt x="34251772" y="46258372"/>
                    <a:pt x="34256284" y="46257268"/>
                    <a:pt x="34284124" y="46222352"/>
                  </a:cubicBezTo>
                  <a:cubicBezTo>
                    <a:pt x="34309984" y="46189928"/>
                    <a:pt x="34323144" y="46185452"/>
                    <a:pt x="34416886" y="46177208"/>
                  </a:cubicBezTo>
                  <a:cubicBezTo>
                    <a:pt x="34506608" y="46169320"/>
                    <a:pt x="34525212" y="46163460"/>
                    <a:pt x="34551900" y="46134680"/>
                  </a:cubicBezTo>
                  <a:cubicBezTo>
                    <a:pt x="34598644" y="46084268"/>
                    <a:pt x="34619284" y="46076804"/>
                    <a:pt x="34708106" y="46078212"/>
                  </a:cubicBezTo>
                  <a:cubicBezTo>
                    <a:pt x="34783118" y="46079396"/>
                    <a:pt x="34791960" y="46076620"/>
                    <a:pt x="34818280" y="46043612"/>
                  </a:cubicBezTo>
                  <a:cubicBezTo>
                    <a:pt x="34844288" y="46010992"/>
                    <a:pt x="34856372" y="46007028"/>
                    <a:pt x="34950894" y="46000080"/>
                  </a:cubicBezTo>
                  <a:cubicBezTo>
                    <a:pt x="35046204" y="45993076"/>
                    <a:pt x="35057356" y="45989352"/>
                    <a:pt x="35084336" y="45955516"/>
                  </a:cubicBezTo>
                  <a:cubicBezTo>
                    <a:pt x="35107840" y="45926044"/>
                    <a:pt x="35128682" y="45916328"/>
                    <a:pt x="35187664" y="45907356"/>
                  </a:cubicBezTo>
                  <a:cubicBezTo>
                    <a:pt x="35334888" y="45884964"/>
                    <a:pt x="35343216" y="45882492"/>
                    <a:pt x="35350676" y="45858984"/>
                  </a:cubicBezTo>
                  <a:cubicBezTo>
                    <a:pt x="35362560" y="45821548"/>
                    <a:pt x="35384266" y="45811144"/>
                    <a:pt x="35454280" y="45809332"/>
                  </a:cubicBezTo>
                  <a:cubicBezTo>
                    <a:pt x="35506400" y="45807980"/>
                    <a:pt x="35529770" y="45799872"/>
                    <a:pt x="35567152" y="45770164"/>
                  </a:cubicBezTo>
                  <a:cubicBezTo>
                    <a:pt x="35604904" y="45740160"/>
                    <a:pt x="35626720" y="45732700"/>
                    <a:pt x="35676676" y="45732700"/>
                  </a:cubicBezTo>
                  <a:cubicBezTo>
                    <a:pt x="35730788" y="45732700"/>
                    <a:pt x="35745132" y="45726804"/>
                    <a:pt x="35784828" y="45688248"/>
                  </a:cubicBezTo>
                  <a:cubicBezTo>
                    <a:pt x="35818264" y="45655776"/>
                    <a:pt x="35841828" y="45643800"/>
                    <a:pt x="35872272" y="45643800"/>
                  </a:cubicBezTo>
                  <a:cubicBezTo>
                    <a:pt x="35925508" y="45643800"/>
                    <a:pt x="35973376" y="45625472"/>
                    <a:pt x="36017816" y="45588080"/>
                  </a:cubicBezTo>
                  <a:cubicBezTo>
                    <a:pt x="36038856" y="45570376"/>
                    <a:pt x="36078208" y="45555132"/>
                    <a:pt x="36115710" y="45550160"/>
                  </a:cubicBezTo>
                  <a:cubicBezTo>
                    <a:pt x="36163186" y="45543860"/>
                    <a:pt x="36186632" y="45532624"/>
                    <a:pt x="36212208" y="45503920"/>
                  </a:cubicBezTo>
                  <a:cubicBezTo>
                    <a:pt x="36238918" y="45473944"/>
                    <a:pt x="36256492" y="45466000"/>
                    <a:pt x="36296102" y="45466000"/>
                  </a:cubicBezTo>
                  <a:cubicBezTo>
                    <a:pt x="36357940" y="45466000"/>
                    <a:pt x="36408004" y="45444328"/>
                    <a:pt x="36417852" y="45413300"/>
                  </a:cubicBezTo>
                  <a:cubicBezTo>
                    <a:pt x="36428196" y="45380716"/>
                    <a:pt x="36459212" y="45366016"/>
                    <a:pt x="36519804" y="45364972"/>
                  </a:cubicBezTo>
                  <a:cubicBezTo>
                    <a:pt x="36560002" y="45364280"/>
                    <a:pt x="36579664" y="45355616"/>
                    <a:pt x="36607904" y="45326140"/>
                  </a:cubicBezTo>
                  <a:cubicBezTo>
                    <a:pt x="36633924" y="45298984"/>
                    <a:pt x="36656200" y="45288200"/>
                    <a:pt x="36686292" y="45288200"/>
                  </a:cubicBezTo>
                  <a:cubicBezTo>
                    <a:pt x="36716496" y="45288200"/>
                    <a:pt x="36742176" y="45275688"/>
                    <a:pt x="36777530" y="45243748"/>
                  </a:cubicBezTo>
                  <a:cubicBezTo>
                    <a:pt x="36810982" y="45213524"/>
                    <a:pt x="36839064" y="45199300"/>
                    <a:pt x="36865264" y="45199300"/>
                  </a:cubicBezTo>
                  <a:cubicBezTo>
                    <a:pt x="36890700" y="45199300"/>
                    <a:pt x="36921878" y="45184192"/>
                    <a:pt x="36957000" y="45154848"/>
                  </a:cubicBezTo>
                  <a:cubicBezTo>
                    <a:pt x="36990960" y="45126480"/>
                    <a:pt x="37023540" y="45110400"/>
                    <a:pt x="37047068" y="45110400"/>
                  </a:cubicBezTo>
                  <a:cubicBezTo>
                    <a:pt x="37071356" y="45110400"/>
                    <a:pt x="37100710" y="45095236"/>
                    <a:pt x="37133130" y="45065948"/>
                  </a:cubicBezTo>
                  <a:cubicBezTo>
                    <a:pt x="37167252" y="45035124"/>
                    <a:pt x="37194496" y="45021500"/>
                    <a:pt x="37222030" y="45021500"/>
                  </a:cubicBezTo>
                  <a:cubicBezTo>
                    <a:pt x="37249560" y="45021500"/>
                    <a:pt x="37276808" y="45007876"/>
                    <a:pt x="37310930" y="44977048"/>
                  </a:cubicBezTo>
                  <a:cubicBezTo>
                    <a:pt x="37345052" y="44946224"/>
                    <a:pt x="37372296" y="44932600"/>
                    <a:pt x="37399830" y="44932600"/>
                  </a:cubicBezTo>
                  <a:cubicBezTo>
                    <a:pt x="37427360" y="44932600"/>
                    <a:pt x="37454608" y="44918976"/>
                    <a:pt x="37488730" y="44888148"/>
                  </a:cubicBezTo>
                  <a:cubicBezTo>
                    <a:pt x="37522940" y="44857244"/>
                    <a:pt x="37550076" y="44843700"/>
                    <a:pt x="37577792" y="44843700"/>
                  </a:cubicBezTo>
                  <a:cubicBezTo>
                    <a:pt x="37608272" y="44843700"/>
                    <a:pt x="37621354" y="44835900"/>
                    <a:pt x="37633400" y="44810532"/>
                  </a:cubicBezTo>
                  <a:cubicBezTo>
                    <a:pt x="37653156" y="44768932"/>
                    <a:pt x="37681682" y="44754800"/>
                    <a:pt x="37745900" y="44754800"/>
                  </a:cubicBezTo>
                  <a:cubicBezTo>
                    <a:pt x="37788504" y="44754800"/>
                    <a:pt x="37799746" y="44748940"/>
                    <a:pt x="37817938" y="44717244"/>
                  </a:cubicBezTo>
                  <a:cubicBezTo>
                    <a:pt x="37831022" y="44694444"/>
                    <a:pt x="37859982" y="44671860"/>
                    <a:pt x="37891632" y="44659772"/>
                  </a:cubicBezTo>
                  <a:cubicBezTo>
                    <a:pt x="37920310" y="44648820"/>
                    <a:pt x="37957060" y="44625716"/>
                    <a:pt x="37973302" y="44608432"/>
                  </a:cubicBezTo>
                  <a:cubicBezTo>
                    <a:pt x="37989544" y="44591148"/>
                    <a:pt x="38016102" y="44577004"/>
                    <a:pt x="38032328" y="44577004"/>
                  </a:cubicBezTo>
                  <a:cubicBezTo>
                    <a:pt x="38048552" y="44577004"/>
                    <a:pt x="38083968" y="44556996"/>
                    <a:pt x="38111030" y="44532548"/>
                  </a:cubicBezTo>
                  <a:cubicBezTo>
                    <a:pt x="38144804" y="44502036"/>
                    <a:pt x="38172484" y="44488100"/>
                    <a:pt x="38199320" y="44488100"/>
                  </a:cubicBezTo>
                  <a:cubicBezTo>
                    <a:pt x="38228900" y="44488100"/>
                    <a:pt x="38246472" y="44477528"/>
                    <a:pt x="38271556" y="44444640"/>
                  </a:cubicBezTo>
                  <a:cubicBezTo>
                    <a:pt x="38295852" y="44412788"/>
                    <a:pt x="38318204" y="44398900"/>
                    <a:pt x="38355248" y="44392640"/>
                  </a:cubicBezTo>
                  <a:cubicBezTo>
                    <a:pt x="38388070" y="44387096"/>
                    <a:pt x="38412658" y="44373620"/>
                    <a:pt x="38425386" y="44354196"/>
                  </a:cubicBezTo>
                  <a:cubicBezTo>
                    <a:pt x="38436164" y="44337744"/>
                    <a:pt x="38464896" y="44317708"/>
                    <a:pt x="38489240" y="44309676"/>
                  </a:cubicBezTo>
                  <a:cubicBezTo>
                    <a:pt x="38514696" y="44301276"/>
                    <a:pt x="38539460" y="44281988"/>
                    <a:pt x="38547528" y="44264284"/>
                  </a:cubicBezTo>
                  <a:cubicBezTo>
                    <a:pt x="38564770" y="44226436"/>
                    <a:pt x="38590088" y="44210372"/>
                    <a:pt x="38639658" y="44205836"/>
                  </a:cubicBezTo>
                  <a:cubicBezTo>
                    <a:pt x="38660646" y="44203908"/>
                    <a:pt x="38688000" y="44189492"/>
                    <a:pt x="38700746" y="44173628"/>
                  </a:cubicBezTo>
                  <a:cubicBezTo>
                    <a:pt x="38713444" y="44157828"/>
                    <a:pt x="38739202" y="44134276"/>
                    <a:pt x="38757992" y="44121292"/>
                  </a:cubicBezTo>
                  <a:cubicBezTo>
                    <a:pt x="38776778" y="44108300"/>
                    <a:pt x="38808864" y="44085508"/>
                    <a:pt x="38829290" y="44070636"/>
                  </a:cubicBezTo>
                  <a:cubicBezTo>
                    <a:pt x="38849716" y="44055768"/>
                    <a:pt x="38885628" y="44043604"/>
                    <a:pt x="38909092" y="44043604"/>
                  </a:cubicBezTo>
                  <a:cubicBezTo>
                    <a:pt x="38943860" y="44043604"/>
                    <a:pt x="38956316" y="44035876"/>
                    <a:pt x="38976372" y="44001880"/>
                  </a:cubicBezTo>
                  <a:cubicBezTo>
                    <a:pt x="38994718" y="43970788"/>
                    <a:pt x="39015392" y="43956308"/>
                    <a:pt x="39057544" y="43945036"/>
                  </a:cubicBezTo>
                  <a:cubicBezTo>
                    <a:pt x="39093754" y="43935348"/>
                    <a:pt x="39116900" y="43921076"/>
                    <a:pt x="39121892" y="43905348"/>
                  </a:cubicBezTo>
                  <a:cubicBezTo>
                    <a:pt x="39126176" y="43891844"/>
                    <a:pt x="39148040" y="43872924"/>
                    <a:pt x="39170468" y="43863316"/>
                  </a:cubicBezTo>
                  <a:cubicBezTo>
                    <a:pt x="39192900" y="43853700"/>
                    <a:pt x="39221800" y="43832696"/>
                    <a:pt x="39234688" y="43816636"/>
                  </a:cubicBezTo>
                  <a:cubicBezTo>
                    <a:pt x="39247576" y="43800572"/>
                    <a:pt x="39273832" y="43781956"/>
                    <a:pt x="39293032" y="43775268"/>
                  </a:cubicBezTo>
                  <a:cubicBezTo>
                    <a:pt x="39312232" y="43768572"/>
                    <a:pt x="39339912" y="43746900"/>
                    <a:pt x="39354548" y="43727108"/>
                  </a:cubicBezTo>
                  <a:cubicBezTo>
                    <a:pt x="39371356" y="43704372"/>
                    <a:pt x="39397850" y="43687988"/>
                    <a:pt x="39426476" y="43682612"/>
                  </a:cubicBezTo>
                  <a:cubicBezTo>
                    <a:pt x="39454324" y="43677388"/>
                    <a:pt x="39479700" y="43662044"/>
                    <a:pt x="39492308" y="43642806"/>
                  </a:cubicBezTo>
                  <a:cubicBezTo>
                    <a:pt x="39503588" y="43625590"/>
                    <a:pt x="39526630" y="43608038"/>
                    <a:pt x="39543510" y="43603798"/>
                  </a:cubicBezTo>
                  <a:cubicBezTo>
                    <a:pt x="39560388" y="43599562"/>
                    <a:pt x="39588660" y="43577136"/>
                    <a:pt x="39606336" y="43553962"/>
                  </a:cubicBezTo>
                  <a:cubicBezTo>
                    <a:pt x="39624010" y="43530790"/>
                    <a:pt x="39654418" y="43508328"/>
                    <a:pt x="39673902" y="43504050"/>
                  </a:cubicBezTo>
                  <a:cubicBezTo>
                    <a:pt x="39693388" y="43499768"/>
                    <a:pt x="39725492" y="43479400"/>
                    <a:pt x="39745244" y="43458784"/>
                  </a:cubicBezTo>
                  <a:cubicBezTo>
                    <a:pt x="39764994" y="43438168"/>
                    <a:pt x="39794170" y="43421302"/>
                    <a:pt x="39810080" y="43421302"/>
                  </a:cubicBezTo>
                  <a:cubicBezTo>
                    <a:pt x="39839300" y="43421302"/>
                    <a:pt x="39865300" y="43388822"/>
                    <a:pt x="39865300" y="43352322"/>
                  </a:cubicBezTo>
                  <a:cubicBezTo>
                    <a:pt x="39865300" y="43341406"/>
                    <a:pt x="39841012" y="43305894"/>
                    <a:pt x="39811326" y="43273410"/>
                  </a:cubicBezTo>
                  <a:lnTo>
                    <a:pt x="39757352" y="43214342"/>
                  </a:lnTo>
                  <a:lnTo>
                    <a:pt x="39757352" y="43112818"/>
                  </a:lnTo>
                  <a:cubicBezTo>
                    <a:pt x="39757352" y="43015342"/>
                    <a:pt x="39758824" y="43010226"/>
                    <a:pt x="39794270" y="42984522"/>
                  </a:cubicBezTo>
                  <a:cubicBezTo>
                    <a:pt x="39814572" y="42969798"/>
                    <a:pt x="39853646" y="42941350"/>
                    <a:pt x="39881096" y="42921302"/>
                  </a:cubicBezTo>
                  <a:cubicBezTo>
                    <a:pt x="39922648" y="42890952"/>
                    <a:pt x="39939580" y="42886002"/>
                    <a:pt x="39982240" y="42891724"/>
                  </a:cubicBezTo>
                  <a:cubicBezTo>
                    <a:pt x="40011848" y="42895696"/>
                    <a:pt x="40047566" y="42911828"/>
                    <a:pt x="40066860" y="42929948"/>
                  </a:cubicBezTo>
                  <a:cubicBezTo>
                    <a:pt x="40085226" y="42947190"/>
                    <a:pt x="40115840" y="42967990"/>
                    <a:pt x="40134896" y="42976168"/>
                  </a:cubicBezTo>
                  <a:cubicBezTo>
                    <a:pt x="40158848" y="42986446"/>
                    <a:pt x="40174168" y="43006478"/>
                    <a:pt x="40184532" y="43041066"/>
                  </a:cubicBezTo>
                  <a:cubicBezTo>
                    <a:pt x="40192776" y="43068588"/>
                    <a:pt x="40201660" y="43091102"/>
                    <a:pt x="40204268" y="43091102"/>
                  </a:cubicBezTo>
                  <a:cubicBezTo>
                    <a:pt x="40233664" y="43091102"/>
                    <a:pt x="40299824" y="43047490"/>
                    <a:pt x="40309656" y="43021638"/>
                  </a:cubicBezTo>
                  <a:cubicBezTo>
                    <a:pt x="40316470" y="43003710"/>
                    <a:pt x="40336312" y="42983622"/>
                    <a:pt x="40353746" y="42976994"/>
                  </a:cubicBezTo>
                  <a:cubicBezTo>
                    <a:pt x="40371184" y="42970364"/>
                    <a:pt x="40463056" y="42888134"/>
                    <a:pt x="40557912" y="42794262"/>
                  </a:cubicBezTo>
                  <a:cubicBezTo>
                    <a:pt x="40652766" y="42700390"/>
                    <a:pt x="40742904" y="42616922"/>
                    <a:pt x="40758214" y="42608782"/>
                  </a:cubicBezTo>
                  <a:cubicBezTo>
                    <a:pt x="40773524" y="42600642"/>
                    <a:pt x="40804300" y="42580102"/>
                    <a:pt x="40826610" y="42563138"/>
                  </a:cubicBezTo>
                  <a:cubicBezTo>
                    <a:pt x="40848918" y="42546178"/>
                    <a:pt x="40875918" y="42532302"/>
                    <a:pt x="40886608" y="42532302"/>
                  </a:cubicBezTo>
                  <a:cubicBezTo>
                    <a:pt x="40897300" y="42532302"/>
                    <a:pt x="40915042" y="42514910"/>
                    <a:pt x="40926032" y="42493654"/>
                  </a:cubicBezTo>
                  <a:cubicBezTo>
                    <a:pt x="40937024" y="42472402"/>
                    <a:pt x="40960102" y="42449654"/>
                    <a:pt x="40977316" y="42443110"/>
                  </a:cubicBezTo>
                  <a:cubicBezTo>
                    <a:pt x="40994528" y="42436564"/>
                    <a:pt x="41014888" y="42417440"/>
                    <a:pt x="41022556" y="42400606"/>
                  </a:cubicBezTo>
                  <a:cubicBezTo>
                    <a:pt x="41030228" y="42383774"/>
                    <a:pt x="41050244" y="42363742"/>
                    <a:pt x="41067040" y="42356090"/>
                  </a:cubicBezTo>
                  <a:cubicBezTo>
                    <a:pt x="41083834" y="42348436"/>
                    <a:pt x="41104124" y="42327806"/>
                    <a:pt x="41112128" y="42310238"/>
                  </a:cubicBezTo>
                  <a:cubicBezTo>
                    <a:pt x="41120130" y="42292672"/>
                    <a:pt x="41131428" y="42278302"/>
                    <a:pt x="41137236" y="42278302"/>
                  </a:cubicBezTo>
                  <a:cubicBezTo>
                    <a:pt x="41143040" y="42278302"/>
                    <a:pt x="41187384" y="42234010"/>
                    <a:pt x="41235780" y="42179876"/>
                  </a:cubicBezTo>
                  <a:cubicBezTo>
                    <a:pt x="41318864" y="42086934"/>
                    <a:pt x="41479188" y="41948906"/>
                    <a:pt x="41563886" y="41897400"/>
                  </a:cubicBezTo>
                  <a:cubicBezTo>
                    <a:pt x="41584980" y="41884574"/>
                    <a:pt x="41607238" y="41860730"/>
                    <a:pt x="41613352" y="41844414"/>
                  </a:cubicBezTo>
                  <a:cubicBezTo>
                    <a:pt x="41619468" y="41828098"/>
                    <a:pt x="41641564" y="41805986"/>
                    <a:pt x="41662460" y="41795276"/>
                  </a:cubicBezTo>
                  <a:cubicBezTo>
                    <a:pt x="41699198" y="41776442"/>
                    <a:pt x="41700660" y="41772262"/>
                    <a:pt x="41706800" y="41668320"/>
                  </a:cubicBezTo>
                  <a:lnTo>
                    <a:pt x="41713152" y="41560838"/>
                  </a:lnTo>
                  <a:lnTo>
                    <a:pt x="41765108" y="41545770"/>
                  </a:lnTo>
                  <a:cubicBezTo>
                    <a:pt x="41795592" y="41536930"/>
                    <a:pt x="41825896" y="41517228"/>
                    <a:pt x="41838428" y="41498102"/>
                  </a:cubicBezTo>
                  <a:cubicBezTo>
                    <a:pt x="41861198" y="41463350"/>
                    <a:pt x="41895500" y="41456846"/>
                    <a:pt x="41937500" y="41479322"/>
                  </a:cubicBezTo>
                  <a:cubicBezTo>
                    <a:pt x="41960444" y="41491606"/>
                    <a:pt x="41969222" y="41484902"/>
                    <a:pt x="42016040" y="41419336"/>
                  </a:cubicBezTo>
                  <a:cubicBezTo>
                    <a:pt x="42045032" y="41378740"/>
                    <a:pt x="42090182" y="41330040"/>
                    <a:pt x="42116376" y="41311118"/>
                  </a:cubicBezTo>
                  <a:cubicBezTo>
                    <a:pt x="42142570" y="41292190"/>
                    <a:pt x="42164000" y="41270868"/>
                    <a:pt x="42164000" y="41263730"/>
                  </a:cubicBezTo>
                  <a:cubicBezTo>
                    <a:pt x="42164000" y="41256594"/>
                    <a:pt x="42139712" y="41243934"/>
                    <a:pt x="42110026" y="41235598"/>
                  </a:cubicBezTo>
                  <a:cubicBezTo>
                    <a:pt x="42080340" y="41227264"/>
                    <a:pt x="42041764" y="41209538"/>
                    <a:pt x="42024300" y="41196210"/>
                  </a:cubicBezTo>
                  <a:cubicBezTo>
                    <a:pt x="42006840" y="41182876"/>
                    <a:pt x="41972548" y="41159214"/>
                    <a:pt x="41948100" y="41143620"/>
                  </a:cubicBezTo>
                  <a:cubicBezTo>
                    <a:pt x="41897364" y="41111256"/>
                    <a:pt x="41888044" y="41071678"/>
                    <a:pt x="41902988" y="40952058"/>
                  </a:cubicBezTo>
                  <a:cubicBezTo>
                    <a:pt x="41913762" y="40865838"/>
                    <a:pt x="41933426" y="40840562"/>
                    <a:pt x="42025936" y="40794042"/>
                  </a:cubicBezTo>
                  <a:cubicBezTo>
                    <a:pt x="42152830" y="40730228"/>
                    <a:pt x="42216788" y="40732662"/>
                    <a:pt x="42298520" y="40804422"/>
                  </a:cubicBezTo>
                  <a:cubicBezTo>
                    <a:pt x="42322810" y="40825750"/>
                    <a:pt x="42350734" y="40843202"/>
                    <a:pt x="42360572" y="40843202"/>
                  </a:cubicBezTo>
                  <a:cubicBezTo>
                    <a:pt x="42387842" y="40843202"/>
                    <a:pt x="42418000" y="40894708"/>
                    <a:pt x="42418000" y="40941276"/>
                  </a:cubicBezTo>
                  <a:cubicBezTo>
                    <a:pt x="42418000" y="40964170"/>
                    <a:pt x="42419430" y="40980018"/>
                    <a:pt x="42421176" y="40976490"/>
                  </a:cubicBezTo>
                  <a:cubicBezTo>
                    <a:pt x="42422922" y="40972964"/>
                    <a:pt x="42448640" y="40953254"/>
                    <a:pt x="42478326" y="40932686"/>
                  </a:cubicBezTo>
                  <a:cubicBezTo>
                    <a:pt x="42508012" y="40912122"/>
                    <a:pt x="42532300" y="40889480"/>
                    <a:pt x="42532300" y="40882370"/>
                  </a:cubicBezTo>
                  <a:cubicBezTo>
                    <a:pt x="42532300" y="40875264"/>
                    <a:pt x="42552304" y="40849446"/>
                    <a:pt x="42576752" y="40824998"/>
                  </a:cubicBezTo>
                  <a:cubicBezTo>
                    <a:pt x="42601200" y="40800550"/>
                    <a:pt x="42621200" y="40775558"/>
                    <a:pt x="42621200" y="40769462"/>
                  </a:cubicBezTo>
                  <a:cubicBezTo>
                    <a:pt x="42621200" y="40763366"/>
                    <a:pt x="42635604" y="40751818"/>
                    <a:pt x="42653204" y="40743796"/>
                  </a:cubicBezTo>
                  <a:cubicBezTo>
                    <a:pt x="42670808" y="40735774"/>
                    <a:pt x="42690788" y="40714548"/>
                    <a:pt x="42697604" y="40696624"/>
                  </a:cubicBezTo>
                  <a:cubicBezTo>
                    <a:pt x="42710552" y="40662564"/>
                    <a:pt x="42816348" y="40551102"/>
                    <a:pt x="42835728" y="40551102"/>
                  </a:cubicBezTo>
                  <a:cubicBezTo>
                    <a:pt x="42841876" y="40551102"/>
                    <a:pt x="42853884" y="40526810"/>
                    <a:pt x="42862412" y="40497126"/>
                  </a:cubicBezTo>
                  <a:cubicBezTo>
                    <a:pt x="42877416" y="40444890"/>
                    <a:pt x="42892792" y="40424602"/>
                    <a:pt x="42999604" y="40316150"/>
                  </a:cubicBezTo>
                  <a:cubicBezTo>
                    <a:pt x="43027120" y="40288212"/>
                    <a:pt x="43056332" y="40255860"/>
                    <a:pt x="43064512" y="40244262"/>
                  </a:cubicBezTo>
                  <a:cubicBezTo>
                    <a:pt x="43072696" y="40232666"/>
                    <a:pt x="43093456" y="40213958"/>
                    <a:pt x="43110648" y="40202694"/>
                  </a:cubicBezTo>
                  <a:cubicBezTo>
                    <a:pt x="43127836" y="40191430"/>
                    <a:pt x="43141900" y="40173914"/>
                    <a:pt x="43141900" y="40163766"/>
                  </a:cubicBezTo>
                  <a:cubicBezTo>
                    <a:pt x="43141900" y="40153618"/>
                    <a:pt x="43161904" y="40127114"/>
                    <a:pt x="43186352" y="40104868"/>
                  </a:cubicBezTo>
                  <a:cubicBezTo>
                    <a:pt x="43210800" y="40082622"/>
                    <a:pt x="43230800" y="40056344"/>
                    <a:pt x="43230800" y="40046478"/>
                  </a:cubicBezTo>
                  <a:cubicBezTo>
                    <a:pt x="43230800" y="40016734"/>
                    <a:pt x="43309784" y="39916662"/>
                    <a:pt x="43367328" y="39873490"/>
                  </a:cubicBezTo>
                  <a:cubicBezTo>
                    <a:pt x="43397012" y="39851218"/>
                    <a:pt x="43421300" y="39823508"/>
                    <a:pt x="43421300" y="39811912"/>
                  </a:cubicBezTo>
                  <a:cubicBezTo>
                    <a:pt x="43421300" y="39800318"/>
                    <a:pt x="43438008" y="39778934"/>
                    <a:pt x="43458432" y="39764392"/>
                  </a:cubicBezTo>
                  <a:cubicBezTo>
                    <a:pt x="43479064" y="39749702"/>
                    <a:pt x="43499304" y="39720914"/>
                    <a:pt x="43503984" y="39699596"/>
                  </a:cubicBezTo>
                  <a:cubicBezTo>
                    <a:pt x="43508616" y="39678500"/>
                    <a:pt x="43525712" y="39652520"/>
                    <a:pt x="43541980" y="39641866"/>
                  </a:cubicBezTo>
                  <a:cubicBezTo>
                    <a:pt x="43558240" y="39631210"/>
                    <a:pt x="43580392" y="39600384"/>
                    <a:pt x="43591204" y="39573366"/>
                  </a:cubicBezTo>
                  <a:cubicBezTo>
                    <a:pt x="43602016" y="39546344"/>
                    <a:pt x="43623928" y="39513770"/>
                    <a:pt x="43639904" y="39500976"/>
                  </a:cubicBezTo>
                  <a:cubicBezTo>
                    <a:pt x="43655880" y="39488180"/>
                    <a:pt x="43670856" y="39463482"/>
                    <a:pt x="43673180" y="39446082"/>
                  </a:cubicBezTo>
                  <a:cubicBezTo>
                    <a:pt x="43675504" y="39428686"/>
                    <a:pt x="43693684" y="39397306"/>
                    <a:pt x="43713576" y="39376350"/>
                  </a:cubicBezTo>
                  <a:cubicBezTo>
                    <a:pt x="43733468" y="39355398"/>
                    <a:pt x="43756408" y="39325646"/>
                    <a:pt x="43764560" y="39310240"/>
                  </a:cubicBezTo>
                  <a:cubicBezTo>
                    <a:pt x="43772704" y="39294838"/>
                    <a:pt x="43798820" y="39267400"/>
                    <a:pt x="43822584" y="39249270"/>
                  </a:cubicBezTo>
                  <a:cubicBezTo>
                    <a:pt x="43846352" y="39231142"/>
                    <a:pt x="43865800" y="39207704"/>
                    <a:pt x="43865800" y="39197190"/>
                  </a:cubicBezTo>
                  <a:cubicBezTo>
                    <a:pt x="43865800" y="39186674"/>
                    <a:pt x="43879680" y="39159818"/>
                    <a:pt x="43896640" y="39137510"/>
                  </a:cubicBezTo>
                  <a:cubicBezTo>
                    <a:pt x="43913604" y="39115202"/>
                    <a:pt x="43934248" y="39084002"/>
                    <a:pt x="43942520" y="39068174"/>
                  </a:cubicBezTo>
                  <a:cubicBezTo>
                    <a:pt x="43950788" y="39052350"/>
                    <a:pt x="43970296" y="39029380"/>
                    <a:pt x="43985864" y="39017134"/>
                  </a:cubicBezTo>
                  <a:cubicBezTo>
                    <a:pt x="44029352" y="38982922"/>
                    <a:pt x="44046232" y="38942330"/>
                    <a:pt x="44036076" y="38896380"/>
                  </a:cubicBezTo>
                  <a:cubicBezTo>
                    <a:pt x="44018724" y="38817898"/>
                    <a:pt x="44050992" y="38743450"/>
                    <a:pt x="44142920" y="38649868"/>
                  </a:cubicBezTo>
                  <a:cubicBezTo>
                    <a:pt x="44167776" y="38624566"/>
                    <a:pt x="44218296" y="38600322"/>
                    <a:pt x="44273792" y="38587058"/>
                  </a:cubicBezTo>
                  <a:cubicBezTo>
                    <a:pt x="44286504" y="38584018"/>
                    <a:pt x="44297440" y="38563312"/>
                    <a:pt x="44302260" y="38533146"/>
                  </a:cubicBezTo>
                  <a:cubicBezTo>
                    <a:pt x="44308020" y="38497142"/>
                    <a:pt x="44321892" y="38475174"/>
                    <a:pt x="44354648" y="38450190"/>
                  </a:cubicBezTo>
                  <a:cubicBezTo>
                    <a:pt x="44379152" y="38431500"/>
                    <a:pt x="44399200" y="38405854"/>
                    <a:pt x="44399200" y="38393202"/>
                  </a:cubicBezTo>
                  <a:cubicBezTo>
                    <a:pt x="44399200" y="38380548"/>
                    <a:pt x="44415956" y="38349108"/>
                    <a:pt x="44436436" y="38323338"/>
                  </a:cubicBezTo>
                  <a:cubicBezTo>
                    <a:pt x="44456916" y="38297566"/>
                    <a:pt x="44477416" y="38259442"/>
                    <a:pt x="44481992" y="38238614"/>
                  </a:cubicBezTo>
                  <a:cubicBezTo>
                    <a:pt x="44486568" y="38217782"/>
                    <a:pt x="44502672" y="38188206"/>
                    <a:pt x="44517780" y="38172890"/>
                  </a:cubicBezTo>
                  <a:cubicBezTo>
                    <a:pt x="44558272" y="38131834"/>
                    <a:pt x="44563268" y="38122958"/>
                    <a:pt x="44570456" y="38079282"/>
                  </a:cubicBezTo>
                  <a:cubicBezTo>
                    <a:pt x="44574712" y="38053414"/>
                    <a:pt x="44592536" y="38027666"/>
                    <a:pt x="44621452" y="38005614"/>
                  </a:cubicBezTo>
                  <a:cubicBezTo>
                    <a:pt x="44653952" y="37980824"/>
                    <a:pt x="44665900" y="37961962"/>
                    <a:pt x="44665900" y="37935456"/>
                  </a:cubicBezTo>
                  <a:cubicBezTo>
                    <a:pt x="44665900" y="37912626"/>
                    <a:pt x="44682360" y="37879506"/>
                    <a:pt x="44710352" y="37846002"/>
                  </a:cubicBezTo>
                  <a:cubicBezTo>
                    <a:pt x="44734800" y="37816742"/>
                    <a:pt x="44754800" y="37782296"/>
                    <a:pt x="44754800" y="37769462"/>
                  </a:cubicBezTo>
                  <a:cubicBezTo>
                    <a:pt x="44754800" y="37756630"/>
                    <a:pt x="44771172" y="37734474"/>
                    <a:pt x="44791180" y="37720226"/>
                  </a:cubicBezTo>
                  <a:cubicBezTo>
                    <a:pt x="44822224" y="37698122"/>
                    <a:pt x="44827688" y="37685418"/>
                    <a:pt x="44828452" y="37633636"/>
                  </a:cubicBezTo>
                  <a:cubicBezTo>
                    <a:pt x="44829368" y="37571658"/>
                    <a:pt x="44830152" y="37570578"/>
                    <a:pt x="44902912" y="37531676"/>
                  </a:cubicBezTo>
                  <a:cubicBezTo>
                    <a:pt x="44925776" y="37519450"/>
                    <a:pt x="44932600" y="37505058"/>
                    <a:pt x="44932600" y="37469078"/>
                  </a:cubicBezTo>
                  <a:cubicBezTo>
                    <a:pt x="44932600" y="37431902"/>
                    <a:pt x="44941684" y="37414038"/>
                    <a:pt x="44977052" y="37381638"/>
                  </a:cubicBezTo>
                  <a:cubicBezTo>
                    <a:pt x="45015612" y="37346318"/>
                    <a:pt x="45021500" y="37333122"/>
                    <a:pt x="45021500" y="37281998"/>
                  </a:cubicBezTo>
                  <a:cubicBezTo>
                    <a:pt x="45021500" y="37231220"/>
                    <a:pt x="45025788" y="37221444"/>
                    <a:pt x="45052480" y="37211296"/>
                  </a:cubicBezTo>
                  <a:cubicBezTo>
                    <a:pt x="45091188" y="37196578"/>
                    <a:pt x="45110400" y="37161722"/>
                    <a:pt x="45110400" y="37106222"/>
                  </a:cubicBezTo>
                  <a:cubicBezTo>
                    <a:pt x="45110400" y="37073102"/>
                    <a:pt x="45120572" y="37054270"/>
                    <a:pt x="45154852" y="37023922"/>
                  </a:cubicBezTo>
                  <a:cubicBezTo>
                    <a:pt x="45189964" y="36992838"/>
                    <a:pt x="45199300" y="36975068"/>
                    <a:pt x="45199300" y="36939342"/>
                  </a:cubicBezTo>
                  <a:cubicBezTo>
                    <a:pt x="45199300" y="36903826"/>
                    <a:pt x="45208844" y="36885434"/>
                    <a:pt x="45243752" y="36853668"/>
                  </a:cubicBezTo>
                  <a:cubicBezTo>
                    <a:pt x="45282796" y="36818142"/>
                    <a:pt x="45288200" y="36805782"/>
                    <a:pt x="45288200" y="36752086"/>
                  </a:cubicBezTo>
                  <a:cubicBezTo>
                    <a:pt x="45288200" y="36697578"/>
                    <a:pt x="45292164" y="36688906"/>
                    <a:pt x="45324764" y="36672048"/>
                  </a:cubicBezTo>
                  <a:cubicBezTo>
                    <a:pt x="45373060" y="36647074"/>
                    <a:pt x="45377100" y="36633142"/>
                    <a:pt x="45377100" y="36491696"/>
                  </a:cubicBezTo>
                  <a:cubicBezTo>
                    <a:pt x="45377100" y="36374450"/>
                    <a:pt x="45378068" y="36370488"/>
                    <a:pt x="45414848" y="36336894"/>
                  </a:cubicBezTo>
                  <a:cubicBezTo>
                    <a:pt x="45435608" y="36317930"/>
                    <a:pt x="45458608" y="36285162"/>
                    <a:pt x="45465960" y="36264077"/>
                  </a:cubicBezTo>
                  <a:cubicBezTo>
                    <a:pt x="45474452" y="36239725"/>
                    <a:pt x="45493116" y="36220528"/>
                    <a:pt x="45517116" y="36211471"/>
                  </a:cubicBezTo>
                  <a:cubicBezTo>
                    <a:pt x="45547660" y="36199940"/>
                    <a:pt x="45554900" y="36189780"/>
                    <a:pt x="45554900" y="36158447"/>
                  </a:cubicBezTo>
                  <a:cubicBezTo>
                    <a:pt x="45554900" y="36133256"/>
                    <a:pt x="45568608" y="36104070"/>
                    <a:pt x="45594056" y="36075090"/>
                  </a:cubicBezTo>
                  <a:cubicBezTo>
                    <a:pt x="45622684" y="36042480"/>
                    <a:pt x="45635716" y="36012021"/>
                    <a:pt x="45642540" y="35961760"/>
                  </a:cubicBezTo>
                  <a:cubicBezTo>
                    <a:pt x="45648840" y="35915338"/>
                    <a:pt x="45662924" y="35879882"/>
                    <a:pt x="45685936" y="35852538"/>
                  </a:cubicBezTo>
                  <a:cubicBezTo>
                    <a:pt x="45704672" y="35830270"/>
                    <a:pt x="45717176" y="35805347"/>
                    <a:pt x="45713724" y="35797152"/>
                  </a:cubicBezTo>
                  <a:cubicBezTo>
                    <a:pt x="45700440" y="35765610"/>
                    <a:pt x="45744556" y="35647180"/>
                    <a:pt x="45782956" y="35611310"/>
                  </a:cubicBezTo>
                  <a:cubicBezTo>
                    <a:pt x="45815100" y="35581287"/>
                    <a:pt x="45821600" y="35565454"/>
                    <a:pt x="45821600" y="35517246"/>
                  </a:cubicBezTo>
                  <a:cubicBezTo>
                    <a:pt x="45821600" y="35471066"/>
                    <a:pt x="45829276" y="35450542"/>
                    <a:pt x="45859368" y="35416270"/>
                  </a:cubicBezTo>
                  <a:cubicBezTo>
                    <a:pt x="45892168" y="35378915"/>
                    <a:pt x="45897392" y="35362562"/>
                    <a:pt x="45899064" y="35292002"/>
                  </a:cubicBezTo>
                  <a:cubicBezTo>
                    <a:pt x="45900880" y="35215434"/>
                    <a:pt x="45903476" y="35208870"/>
                    <a:pt x="45944140" y="35178093"/>
                  </a:cubicBezTo>
                  <a:cubicBezTo>
                    <a:pt x="45983212" y="35148518"/>
                    <a:pt x="45987764" y="35138300"/>
                    <a:pt x="45992252" y="35070138"/>
                  </a:cubicBezTo>
                  <a:cubicBezTo>
                    <a:pt x="45996228" y="35009695"/>
                    <a:pt x="46006184" y="34981454"/>
                    <a:pt x="46042752" y="34926886"/>
                  </a:cubicBezTo>
                  <a:cubicBezTo>
                    <a:pt x="46081884" y="34868498"/>
                    <a:pt x="46088300" y="34848612"/>
                    <a:pt x="46088300" y="34785744"/>
                  </a:cubicBezTo>
                  <a:cubicBezTo>
                    <a:pt x="46088300" y="34724288"/>
                    <a:pt x="46093476" y="34707390"/>
                    <a:pt x="46120596" y="34680270"/>
                  </a:cubicBezTo>
                  <a:cubicBezTo>
                    <a:pt x="46157304" y="34643562"/>
                    <a:pt x="46177200" y="34585426"/>
                    <a:pt x="46177200" y="34514880"/>
                  </a:cubicBezTo>
                  <a:cubicBezTo>
                    <a:pt x="46177200" y="34465579"/>
                    <a:pt x="46207068" y="34391602"/>
                    <a:pt x="46226968" y="34391602"/>
                  </a:cubicBezTo>
                  <a:cubicBezTo>
                    <a:pt x="46233028" y="34391602"/>
                    <a:pt x="46239096" y="34378742"/>
                    <a:pt x="46240456" y="34363026"/>
                  </a:cubicBezTo>
                  <a:cubicBezTo>
                    <a:pt x="46241816" y="34347310"/>
                    <a:pt x="46250256" y="34289539"/>
                    <a:pt x="46259216" y="34234642"/>
                  </a:cubicBezTo>
                  <a:cubicBezTo>
                    <a:pt x="46273032" y="34149960"/>
                    <a:pt x="46281040" y="34130420"/>
                    <a:pt x="46312068" y="34105679"/>
                  </a:cubicBezTo>
                  <a:cubicBezTo>
                    <a:pt x="46347952" y="34077066"/>
                    <a:pt x="46348608" y="34074282"/>
                    <a:pt x="46346892" y="33957832"/>
                  </a:cubicBezTo>
                  <a:lnTo>
                    <a:pt x="46345140" y="33839150"/>
                  </a:lnTo>
                  <a:lnTo>
                    <a:pt x="46395288" y="33796990"/>
                  </a:lnTo>
                  <a:cubicBezTo>
                    <a:pt x="46439136" y="33760127"/>
                    <a:pt x="46444144" y="33750552"/>
                    <a:pt x="46435140" y="33720790"/>
                  </a:cubicBezTo>
                  <a:cubicBezTo>
                    <a:pt x="46425056" y="33687434"/>
                    <a:pt x="46422312" y="33686624"/>
                    <a:pt x="46297852" y="33680402"/>
                  </a:cubicBezTo>
                  <a:cubicBezTo>
                    <a:pt x="46228000" y="33676911"/>
                    <a:pt x="46160908" y="33669594"/>
                    <a:pt x="46148756" y="33664151"/>
                  </a:cubicBezTo>
                  <a:cubicBezTo>
                    <a:pt x="46107948" y="33645858"/>
                    <a:pt x="46088300" y="33585415"/>
                    <a:pt x="46088300" y="33478127"/>
                  </a:cubicBezTo>
                  <a:cubicBezTo>
                    <a:pt x="46088300" y="33389228"/>
                    <a:pt x="46091956" y="33372582"/>
                    <a:pt x="46116876" y="33348002"/>
                  </a:cubicBezTo>
                  <a:cubicBezTo>
                    <a:pt x="46132592" y="33332502"/>
                    <a:pt x="46157764" y="33305224"/>
                    <a:pt x="46172812" y="33287386"/>
                  </a:cubicBezTo>
                  <a:cubicBezTo>
                    <a:pt x="46198900" y="33256465"/>
                    <a:pt x="46205864" y="33255042"/>
                    <a:pt x="46322108" y="33256863"/>
                  </a:cubicBezTo>
                  <a:cubicBezTo>
                    <a:pt x="46440728" y="33258714"/>
                    <a:pt x="46445032" y="33259826"/>
                    <a:pt x="46480400" y="33297690"/>
                  </a:cubicBezTo>
                  <a:cubicBezTo>
                    <a:pt x="46500396" y="33319096"/>
                    <a:pt x="46520368" y="33332999"/>
                    <a:pt x="46524780" y="33328590"/>
                  </a:cubicBezTo>
                  <a:cubicBezTo>
                    <a:pt x="46529192" y="33324180"/>
                    <a:pt x="46532800" y="33289904"/>
                    <a:pt x="46532800" y="33252426"/>
                  </a:cubicBezTo>
                  <a:cubicBezTo>
                    <a:pt x="46532800" y="33181815"/>
                    <a:pt x="46560020" y="33096203"/>
                    <a:pt x="46582464" y="33096203"/>
                  </a:cubicBezTo>
                  <a:cubicBezTo>
                    <a:pt x="46589536" y="33096203"/>
                    <a:pt x="46601804" y="33072123"/>
                    <a:pt x="46609732" y="33042696"/>
                  </a:cubicBezTo>
                  <a:cubicBezTo>
                    <a:pt x="46622820" y="32994078"/>
                    <a:pt x="46621688" y="32987206"/>
                    <a:pt x="46597348" y="32967496"/>
                  </a:cubicBezTo>
                  <a:cubicBezTo>
                    <a:pt x="46582616" y="32955567"/>
                    <a:pt x="46560636" y="32940591"/>
                    <a:pt x="46548504" y="32934214"/>
                  </a:cubicBezTo>
                  <a:cubicBezTo>
                    <a:pt x="46530828" y="32924926"/>
                    <a:pt x="46527956" y="32912039"/>
                    <a:pt x="46534028" y="32869266"/>
                  </a:cubicBezTo>
                  <a:cubicBezTo>
                    <a:pt x="46544268" y="32797190"/>
                    <a:pt x="46592652" y="32728482"/>
                    <a:pt x="46643332" y="32714048"/>
                  </a:cubicBezTo>
                  <a:cubicBezTo>
                    <a:pt x="46689400" y="32700930"/>
                    <a:pt x="46692444" y="32689222"/>
                    <a:pt x="46704180" y="32480168"/>
                  </a:cubicBezTo>
                  <a:cubicBezTo>
                    <a:pt x="46711860" y="32343342"/>
                    <a:pt x="46725768" y="32289580"/>
                    <a:pt x="46764012" y="32248872"/>
                  </a:cubicBezTo>
                  <a:cubicBezTo>
                    <a:pt x="46790612" y="32220558"/>
                    <a:pt x="46793116" y="32203740"/>
                    <a:pt x="46799500" y="32010352"/>
                  </a:cubicBezTo>
                  <a:cubicBezTo>
                    <a:pt x="46805980" y="31814144"/>
                    <a:pt x="46808076" y="31800481"/>
                    <a:pt x="46836272" y="31770468"/>
                  </a:cubicBezTo>
                  <a:cubicBezTo>
                    <a:pt x="46871196" y="31733292"/>
                    <a:pt x="46874220" y="31705734"/>
                    <a:pt x="46875452" y="31413452"/>
                  </a:cubicBezTo>
                  <a:cubicBezTo>
                    <a:pt x="46876360" y="31197312"/>
                    <a:pt x="46885444" y="31153172"/>
                    <a:pt x="46941228" y="31093796"/>
                  </a:cubicBezTo>
                  <a:cubicBezTo>
                    <a:pt x="46969452" y="31063748"/>
                    <a:pt x="46970776" y="31053780"/>
                    <a:pt x="46970860" y="30870464"/>
                  </a:cubicBezTo>
                  <a:cubicBezTo>
                    <a:pt x="46970912" y="30764933"/>
                    <a:pt x="46965732" y="30673380"/>
                    <a:pt x="46959348" y="30667022"/>
                  </a:cubicBezTo>
                  <a:cubicBezTo>
                    <a:pt x="46952964" y="30660664"/>
                    <a:pt x="46932060" y="30658596"/>
                    <a:pt x="46912892" y="30662428"/>
                  </a:cubicBezTo>
                  <a:cubicBezTo>
                    <a:pt x="46861260" y="30672756"/>
                    <a:pt x="46800196" y="30650756"/>
                    <a:pt x="46752700" y="30604722"/>
                  </a:cubicBezTo>
                  <a:cubicBezTo>
                    <a:pt x="46711996" y="30565272"/>
                    <a:pt x="46710600" y="30560572"/>
                    <a:pt x="46710600" y="30463112"/>
                  </a:cubicBezTo>
                  <a:lnTo>
                    <a:pt x="46710600" y="30362306"/>
                  </a:lnTo>
                  <a:lnTo>
                    <a:pt x="46773388" y="30300504"/>
                  </a:lnTo>
                  <a:cubicBezTo>
                    <a:pt x="46834376" y="30240468"/>
                    <a:pt x="46838340" y="30238700"/>
                    <a:pt x="46912048" y="30238700"/>
                  </a:cubicBezTo>
                  <a:cubicBezTo>
                    <a:pt x="47024048" y="30238700"/>
                    <a:pt x="47029156" y="30234956"/>
                    <a:pt x="47022196" y="30157968"/>
                  </a:cubicBezTo>
                  <a:cubicBezTo>
                    <a:pt x="47018952" y="30122045"/>
                    <a:pt x="47024464" y="30055504"/>
                    <a:pt x="47034452" y="30010100"/>
                  </a:cubicBezTo>
                  <a:cubicBezTo>
                    <a:pt x="47048968" y="29944108"/>
                    <a:pt x="47053972" y="29729916"/>
                    <a:pt x="47059404" y="28942644"/>
                  </a:cubicBezTo>
                  <a:cubicBezTo>
                    <a:pt x="47065428" y="28069602"/>
                    <a:pt x="47063852" y="27944342"/>
                    <a:pt x="47045616" y="27844096"/>
                  </a:cubicBezTo>
                  <a:cubicBezTo>
                    <a:pt x="47034296" y="27781868"/>
                    <a:pt x="47014908" y="27710952"/>
                    <a:pt x="47002532" y="27686502"/>
                  </a:cubicBezTo>
                  <a:cubicBezTo>
                    <a:pt x="46972320" y="27626820"/>
                    <a:pt x="46951508" y="27283166"/>
                    <a:pt x="46968036" y="27116872"/>
                  </a:cubicBezTo>
                  <a:cubicBezTo>
                    <a:pt x="46983300" y="26963282"/>
                    <a:pt x="46963252" y="26815483"/>
                    <a:pt x="46916176" y="26734558"/>
                  </a:cubicBezTo>
                  <a:cubicBezTo>
                    <a:pt x="46885160" y="26681243"/>
                    <a:pt x="46882856" y="26667244"/>
                    <a:pt x="46885920" y="26550572"/>
                  </a:cubicBezTo>
                  <a:cubicBezTo>
                    <a:pt x="46887744" y="26481119"/>
                    <a:pt x="46886372" y="26416825"/>
                    <a:pt x="46882868" y="26407697"/>
                  </a:cubicBezTo>
                  <a:cubicBezTo>
                    <a:pt x="46878988" y="26397589"/>
                    <a:pt x="46855104" y="26391103"/>
                    <a:pt x="46821776" y="26391103"/>
                  </a:cubicBezTo>
                  <a:cubicBezTo>
                    <a:pt x="46728660" y="26391103"/>
                    <a:pt x="46711592" y="26369300"/>
                    <a:pt x="46704424" y="26241159"/>
                  </a:cubicBezTo>
                  <a:cubicBezTo>
                    <a:pt x="46697180" y="26111706"/>
                    <a:pt x="46705148" y="26093183"/>
                    <a:pt x="46782252" y="26060131"/>
                  </a:cubicBezTo>
                  <a:cubicBezTo>
                    <a:pt x="46812692" y="26047081"/>
                    <a:pt x="46837600" y="26031581"/>
                    <a:pt x="46837600" y="26025680"/>
                  </a:cubicBezTo>
                  <a:cubicBezTo>
                    <a:pt x="46837600" y="26019783"/>
                    <a:pt x="46826352" y="26001006"/>
                    <a:pt x="46812604" y="25983955"/>
                  </a:cubicBezTo>
                  <a:cubicBezTo>
                    <a:pt x="46791940" y="25958323"/>
                    <a:pt x="46788640" y="25939310"/>
                    <a:pt x="46793556" y="25874203"/>
                  </a:cubicBezTo>
                  <a:cubicBezTo>
                    <a:pt x="46799532" y="25795051"/>
                    <a:pt x="46779912" y="25697854"/>
                    <a:pt x="46738980" y="25603841"/>
                  </a:cubicBezTo>
                  <a:cubicBezTo>
                    <a:pt x="46728368" y="25579469"/>
                    <a:pt x="46715332" y="25496086"/>
                    <a:pt x="46710008" y="25418548"/>
                  </a:cubicBezTo>
                  <a:cubicBezTo>
                    <a:pt x="46701812" y="25299117"/>
                    <a:pt x="46693936" y="25263184"/>
                    <a:pt x="46658472" y="25183460"/>
                  </a:cubicBezTo>
                  <a:cubicBezTo>
                    <a:pt x="46624448" y="25106980"/>
                    <a:pt x="46615300" y="25067542"/>
                    <a:pt x="46609628" y="24972909"/>
                  </a:cubicBezTo>
                  <a:cubicBezTo>
                    <a:pt x="46604772" y="24891883"/>
                    <a:pt x="46595892" y="24846650"/>
                    <a:pt x="46580428" y="24824199"/>
                  </a:cubicBezTo>
                  <a:cubicBezTo>
                    <a:pt x="46568204" y="24806451"/>
                    <a:pt x="46558200" y="24778555"/>
                    <a:pt x="46558200" y="24762207"/>
                  </a:cubicBezTo>
                  <a:cubicBezTo>
                    <a:pt x="46558200" y="24716011"/>
                    <a:pt x="46533876" y="24702004"/>
                    <a:pt x="46453652" y="24702004"/>
                  </a:cubicBezTo>
                  <a:cubicBezTo>
                    <a:pt x="46360968" y="24702004"/>
                    <a:pt x="46295372" y="24675730"/>
                    <a:pt x="46278720" y="24631941"/>
                  </a:cubicBezTo>
                  <a:cubicBezTo>
                    <a:pt x="46271780" y="24613686"/>
                    <a:pt x="46266100" y="24536388"/>
                    <a:pt x="46266100" y="24460170"/>
                  </a:cubicBezTo>
                  <a:cubicBezTo>
                    <a:pt x="46266100" y="24305819"/>
                    <a:pt x="46263984" y="24310342"/>
                    <a:pt x="46377228" y="24222935"/>
                  </a:cubicBezTo>
                  <a:cubicBezTo>
                    <a:pt x="46439904" y="24174556"/>
                    <a:pt x="46443864" y="24151461"/>
                    <a:pt x="46397736" y="24103314"/>
                  </a:cubicBezTo>
                  <a:cubicBezTo>
                    <a:pt x="46369356" y="24073693"/>
                    <a:pt x="46362804" y="24052260"/>
                    <a:pt x="46354600" y="23962256"/>
                  </a:cubicBezTo>
                  <a:cubicBezTo>
                    <a:pt x="46346652" y="23875036"/>
                    <a:pt x="46337844" y="23844958"/>
                    <a:pt x="46305180" y="23793451"/>
                  </a:cubicBezTo>
                  <a:cubicBezTo>
                    <a:pt x="46282688" y="23757988"/>
                    <a:pt x="46244900" y="23719556"/>
                    <a:pt x="46218140" y="23704932"/>
                  </a:cubicBezTo>
                  <a:lnTo>
                    <a:pt x="46170852" y="23679087"/>
                  </a:lnTo>
                  <a:lnTo>
                    <a:pt x="46169820" y="23546021"/>
                  </a:lnTo>
                  <a:cubicBezTo>
                    <a:pt x="46169252" y="23472834"/>
                    <a:pt x="46170680" y="23382384"/>
                    <a:pt x="46172996" y="23345024"/>
                  </a:cubicBezTo>
                  <a:cubicBezTo>
                    <a:pt x="46176844" y="23282840"/>
                    <a:pt x="46173860" y="23273973"/>
                    <a:pt x="46137692" y="23240188"/>
                  </a:cubicBezTo>
                  <a:cubicBezTo>
                    <a:pt x="46102964" y="23207745"/>
                    <a:pt x="46096864" y="23191517"/>
                    <a:pt x="46087276" y="23106012"/>
                  </a:cubicBezTo>
                  <a:cubicBezTo>
                    <a:pt x="46078004" y="23023326"/>
                    <a:pt x="46070712" y="23002868"/>
                    <a:pt x="46038628" y="22969548"/>
                  </a:cubicBezTo>
                  <a:cubicBezTo>
                    <a:pt x="46009616" y="22939417"/>
                    <a:pt x="45997808" y="22911266"/>
                    <a:pt x="45987540" y="22847803"/>
                  </a:cubicBezTo>
                  <a:cubicBezTo>
                    <a:pt x="45980200" y="22802401"/>
                    <a:pt x="45977008" y="22764610"/>
                    <a:pt x="45980448" y="22763824"/>
                  </a:cubicBezTo>
                  <a:cubicBezTo>
                    <a:pt x="45983884" y="22763039"/>
                    <a:pt x="45970372" y="22741845"/>
                    <a:pt x="45950408" y="22716727"/>
                  </a:cubicBezTo>
                  <a:cubicBezTo>
                    <a:pt x="45922084" y="22681083"/>
                    <a:pt x="45912200" y="22652354"/>
                    <a:pt x="45905384" y="22585830"/>
                  </a:cubicBezTo>
                  <a:cubicBezTo>
                    <a:pt x="45898300" y="22516692"/>
                    <a:pt x="45889564" y="22492530"/>
                    <a:pt x="45859128" y="22457860"/>
                  </a:cubicBezTo>
                  <a:cubicBezTo>
                    <a:pt x="45829284" y="22423869"/>
                    <a:pt x="45821600" y="22403254"/>
                    <a:pt x="45821600" y="22357158"/>
                  </a:cubicBezTo>
                  <a:cubicBezTo>
                    <a:pt x="45821600" y="22309092"/>
                    <a:pt x="45815076" y="22293100"/>
                    <a:pt x="45783388" y="22263501"/>
                  </a:cubicBezTo>
                  <a:cubicBezTo>
                    <a:pt x="45756140" y="22238043"/>
                    <a:pt x="45741568" y="22208766"/>
                    <a:pt x="45732588" y="22161423"/>
                  </a:cubicBezTo>
                  <a:cubicBezTo>
                    <a:pt x="45725668" y="22124909"/>
                    <a:pt x="45720000" y="22093058"/>
                    <a:pt x="45720000" y="22090641"/>
                  </a:cubicBezTo>
                  <a:cubicBezTo>
                    <a:pt x="45720000" y="22088225"/>
                    <a:pt x="45682216" y="22049742"/>
                    <a:pt x="45636036" y="22005123"/>
                  </a:cubicBezTo>
                  <a:lnTo>
                    <a:pt x="45552068" y="21924000"/>
                  </a:lnTo>
                  <a:lnTo>
                    <a:pt x="45542484" y="21792177"/>
                  </a:lnTo>
                  <a:cubicBezTo>
                    <a:pt x="45537216" y="21719673"/>
                    <a:pt x="45534992" y="21656852"/>
                    <a:pt x="45537548" y="21652574"/>
                  </a:cubicBezTo>
                  <a:cubicBezTo>
                    <a:pt x="45540108" y="21648296"/>
                    <a:pt x="45525812" y="21624174"/>
                    <a:pt x="45505784" y="21598972"/>
                  </a:cubicBezTo>
                  <a:cubicBezTo>
                    <a:pt x="45485756" y="21573767"/>
                    <a:pt x="45465752" y="21530559"/>
                    <a:pt x="45461340" y="21502956"/>
                  </a:cubicBezTo>
                  <a:cubicBezTo>
                    <a:pt x="45456924" y="21475353"/>
                    <a:pt x="45437060" y="21433753"/>
                    <a:pt x="45417196" y="21410511"/>
                  </a:cubicBezTo>
                  <a:cubicBezTo>
                    <a:pt x="45397324" y="21387269"/>
                    <a:pt x="45374440" y="21342880"/>
                    <a:pt x="45366336" y="21311867"/>
                  </a:cubicBezTo>
                  <a:cubicBezTo>
                    <a:pt x="45358232" y="21280857"/>
                    <a:pt x="45338040" y="21240851"/>
                    <a:pt x="45321464" y="21222967"/>
                  </a:cubicBezTo>
                  <a:cubicBezTo>
                    <a:pt x="45304892" y="21205085"/>
                    <a:pt x="45284296" y="21167593"/>
                    <a:pt x="45275700" y="21139654"/>
                  </a:cubicBezTo>
                  <a:cubicBezTo>
                    <a:pt x="45267104" y="21111715"/>
                    <a:pt x="45247684" y="21068852"/>
                    <a:pt x="45232544" y="21044403"/>
                  </a:cubicBezTo>
                  <a:cubicBezTo>
                    <a:pt x="45217404" y="21019955"/>
                    <a:pt x="45201688" y="20991391"/>
                    <a:pt x="45197612" y="20980926"/>
                  </a:cubicBezTo>
                  <a:cubicBezTo>
                    <a:pt x="45193544" y="20970460"/>
                    <a:pt x="45165112" y="20952833"/>
                    <a:pt x="45134432" y="20941755"/>
                  </a:cubicBezTo>
                  <a:cubicBezTo>
                    <a:pt x="45096748" y="20928147"/>
                    <a:pt x="45067284" y="20905478"/>
                    <a:pt x="45043620" y="20871883"/>
                  </a:cubicBezTo>
                  <a:cubicBezTo>
                    <a:pt x="45012780" y="20828100"/>
                    <a:pt x="45008456" y="20810003"/>
                    <a:pt x="45007488" y="20720554"/>
                  </a:cubicBezTo>
                  <a:cubicBezTo>
                    <a:pt x="45005948" y="20578292"/>
                    <a:pt x="44999796" y="20543680"/>
                    <a:pt x="44971472" y="20518052"/>
                  </a:cubicBezTo>
                  <a:cubicBezTo>
                    <a:pt x="44957872" y="20505741"/>
                    <a:pt x="44943352" y="20480235"/>
                    <a:pt x="44939208" y="20461368"/>
                  </a:cubicBezTo>
                  <a:cubicBezTo>
                    <a:pt x="44935064" y="20442502"/>
                    <a:pt x="44911880" y="20399227"/>
                    <a:pt x="44887688" y="20365199"/>
                  </a:cubicBezTo>
                  <a:cubicBezTo>
                    <a:pt x="44863496" y="20331172"/>
                    <a:pt x="44843700" y="20292236"/>
                    <a:pt x="44843700" y="20278673"/>
                  </a:cubicBezTo>
                  <a:cubicBezTo>
                    <a:pt x="44843700" y="20265111"/>
                    <a:pt x="44821512" y="20231829"/>
                    <a:pt x="44794396" y="20204709"/>
                  </a:cubicBezTo>
                  <a:cubicBezTo>
                    <a:pt x="44749848" y="20160164"/>
                    <a:pt x="44738756" y="20155403"/>
                    <a:pt x="44679504" y="20155403"/>
                  </a:cubicBezTo>
                  <a:cubicBezTo>
                    <a:pt x="44617708" y="20155403"/>
                    <a:pt x="44612300" y="20152740"/>
                    <a:pt x="44585936" y="20109302"/>
                  </a:cubicBezTo>
                  <a:cubicBezTo>
                    <a:pt x="44570544" y="20083947"/>
                    <a:pt x="44542232" y="20048741"/>
                    <a:pt x="44523024" y="20031062"/>
                  </a:cubicBezTo>
                  <a:cubicBezTo>
                    <a:pt x="44493568" y="20003952"/>
                    <a:pt x="44488100" y="19988638"/>
                    <a:pt x="44488100" y="19933212"/>
                  </a:cubicBezTo>
                  <a:cubicBezTo>
                    <a:pt x="44488100" y="19876212"/>
                    <a:pt x="44493152" y="19863002"/>
                    <a:pt x="44526200" y="19833554"/>
                  </a:cubicBezTo>
                  <a:cubicBezTo>
                    <a:pt x="44547156" y="19814883"/>
                    <a:pt x="44564300" y="19791027"/>
                    <a:pt x="44564300" y="19780539"/>
                  </a:cubicBezTo>
                  <a:cubicBezTo>
                    <a:pt x="44564300" y="19770053"/>
                    <a:pt x="44547156" y="19743530"/>
                    <a:pt x="44526200" y="19721603"/>
                  </a:cubicBezTo>
                  <a:cubicBezTo>
                    <a:pt x="44505248" y="19699676"/>
                    <a:pt x="44488100" y="19671939"/>
                    <a:pt x="44488100" y="19659965"/>
                  </a:cubicBezTo>
                  <a:cubicBezTo>
                    <a:pt x="44488100" y="19647992"/>
                    <a:pt x="44469528" y="19614679"/>
                    <a:pt x="44446824" y="19585937"/>
                  </a:cubicBezTo>
                  <a:cubicBezTo>
                    <a:pt x="44424124" y="19557195"/>
                    <a:pt x="44395804" y="19520691"/>
                    <a:pt x="44383888" y="19504326"/>
                  </a:cubicBezTo>
                  <a:cubicBezTo>
                    <a:pt x="44362320" y="19475571"/>
                    <a:pt x="44362256" y="19475641"/>
                    <a:pt x="44368016" y="19522170"/>
                  </a:cubicBezTo>
                  <a:cubicBezTo>
                    <a:pt x="44372008" y="19554071"/>
                    <a:pt x="44366912" y="19576896"/>
                    <a:pt x="44351568" y="19595848"/>
                  </a:cubicBezTo>
                  <a:cubicBezTo>
                    <a:pt x="44330848" y="19621432"/>
                    <a:pt x="44322832" y="19622612"/>
                    <a:pt x="44234212" y="19613131"/>
                  </a:cubicBezTo>
                  <a:cubicBezTo>
                    <a:pt x="44125916" y="19601544"/>
                    <a:pt x="44113056" y="19587565"/>
                    <a:pt x="44132284" y="19501827"/>
                  </a:cubicBezTo>
                  <a:cubicBezTo>
                    <a:pt x="44145404" y="19443653"/>
                    <a:pt x="44178672" y="19407110"/>
                    <a:pt x="44242724" y="19380519"/>
                  </a:cubicBezTo>
                  <a:cubicBezTo>
                    <a:pt x="44314140" y="19350872"/>
                    <a:pt x="44315476" y="19346171"/>
                    <a:pt x="44266792" y="19296051"/>
                  </a:cubicBezTo>
                  <a:cubicBezTo>
                    <a:pt x="44241492" y="19270004"/>
                    <a:pt x="44221400" y="19236403"/>
                    <a:pt x="44221400" y="19220156"/>
                  </a:cubicBezTo>
                  <a:cubicBezTo>
                    <a:pt x="44221400" y="19202030"/>
                    <a:pt x="44205360" y="19178773"/>
                    <a:pt x="44178972" y="19158635"/>
                  </a:cubicBezTo>
                  <a:cubicBezTo>
                    <a:pt x="44152956" y="19138788"/>
                    <a:pt x="44130704" y="19106788"/>
                    <a:pt x="44121452" y="19075901"/>
                  </a:cubicBezTo>
                  <a:cubicBezTo>
                    <a:pt x="44113148" y="19048190"/>
                    <a:pt x="44095500" y="19017923"/>
                    <a:pt x="44082224" y="19008629"/>
                  </a:cubicBezTo>
                  <a:cubicBezTo>
                    <a:pt x="44068952" y="18999335"/>
                    <a:pt x="44054156" y="18976034"/>
                    <a:pt x="44049344" y="18956864"/>
                  </a:cubicBezTo>
                  <a:cubicBezTo>
                    <a:pt x="44044536" y="18937694"/>
                    <a:pt x="44022180" y="18907965"/>
                    <a:pt x="43999668" y="18890788"/>
                  </a:cubicBezTo>
                  <a:cubicBezTo>
                    <a:pt x="43975000" y="18871972"/>
                    <a:pt x="43952716" y="18839472"/>
                    <a:pt x="43943572" y="18808952"/>
                  </a:cubicBezTo>
                  <a:cubicBezTo>
                    <a:pt x="43935232" y="18781102"/>
                    <a:pt x="43917168" y="18752309"/>
                    <a:pt x="43903432" y="18744970"/>
                  </a:cubicBezTo>
                  <a:cubicBezTo>
                    <a:pt x="43889696" y="18737612"/>
                    <a:pt x="43870536" y="18712628"/>
                    <a:pt x="43860852" y="18689447"/>
                  </a:cubicBezTo>
                  <a:cubicBezTo>
                    <a:pt x="43844216" y="18649633"/>
                    <a:pt x="43818544" y="18616962"/>
                    <a:pt x="43734560" y="18528717"/>
                  </a:cubicBezTo>
                  <a:cubicBezTo>
                    <a:pt x="43714764" y="18507915"/>
                    <a:pt x="43692776" y="18469923"/>
                    <a:pt x="43685696" y="18444281"/>
                  </a:cubicBezTo>
                  <a:cubicBezTo>
                    <a:pt x="43673392" y="18399722"/>
                    <a:pt x="43628648" y="18337701"/>
                    <a:pt x="43538776" y="18240637"/>
                  </a:cubicBezTo>
                  <a:cubicBezTo>
                    <a:pt x="43516072" y="18216102"/>
                    <a:pt x="43497500" y="18188663"/>
                    <a:pt x="43497500" y="18179654"/>
                  </a:cubicBezTo>
                  <a:cubicBezTo>
                    <a:pt x="43497500" y="18170651"/>
                    <a:pt x="43478824" y="18147040"/>
                    <a:pt x="43455992" y="18127212"/>
                  </a:cubicBezTo>
                  <a:cubicBezTo>
                    <a:pt x="43433164" y="18107384"/>
                    <a:pt x="43403164" y="18073302"/>
                    <a:pt x="43389320" y="18051494"/>
                  </a:cubicBezTo>
                  <a:cubicBezTo>
                    <a:pt x="43375476" y="18029667"/>
                    <a:pt x="43351532" y="17991580"/>
                    <a:pt x="43336104" y="17966849"/>
                  </a:cubicBezTo>
                  <a:cubicBezTo>
                    <a:pt x="43320680" y="17942118"/>
                    <a:pt x="43296504" y="17913793"/>
                    <a:pt x="43282384" y="17903911"/>
                  </a:cubicBezTo>
                  <a:cubicBezTo>
                    <a:pt x="43268264" y="17894016"/>
                    <a:pt x="43248164" y="17865470"/>
                    <a:pt x="43237724" y="17840486"/>
                  </a:cubicBezTo>
                  <a:cubicBezTo>
                    <a:pt x="43227280" y="17815508"/>
                    <a:pt x="43205084" y="17784311"/>
                    <a:pt x="43188392" y="17771183"/>
                  </a:cubicBezTo>
                  <a:cubicBezTo>
                    <a:pt x="43171704" y="17758049"/>
                    <a:pt x="43148912" y="17729642"/>
                    <a:pt x="43137744" y="17708049"/>
                  </a:cubicBezTo>
                  <a:cubicBezTo>
                    <a:pt x="43126576" y="17686456"/>
                    <a:pt x="43108656" y="17665426"/>
                    <a:pt x="43097920" y="17661301"/>
                  </a:cubicBezTo>
                  <a:cubicBezTo>
                    <a:pt x="43087184" y="17657176"/>
                    <a:pt x="43078400" y="17644611"/>
                    <a:pt x="43078400" y="17633356"/>
                  </a:cubicBezTo>
                  <a:cubicBezTo>
                    <a:pt x="43078400" y="17622126"/>
                    <a:pt x="43054112" y="17588196"/>
                    <a:pt x="43024426" y="17557967"/>
                  </a:cubicBezTo>
                  <a:cubicBezTo>
                    <a:pt x="42994740" y="17527757"/>
                    <a:pt x="42944736" y="17473183"/>
                    <a:pt x="42913300" y="17436722"/>
                  </a:cubicBezTo>
                  <a:cubicBezTo>
                    <a:pt x="42881868" y="17400236"/>
                    <a:pt x="42836148" y="17347218"/>
                    <a:pt x="42811700" y="17318887"/>
                  </a:cubicBezTo>
                  <a:cubicBezTo>
                    <a:pt x="42787252" y="17290556"/>
                    <a:pt x="42749908" y="17249844"/>
                    <a:pt x="42728716" y="17228428"/>
                  </a:cubicBezTo>
                  <a:cubicBezTo>
                    <a:pt x="42679718" y="17178890"/>
                    <a:pt x="42624440" y="17094669"/>
                    <a:pt x="42621392" y="17064946"/>
                  </a:cubicBezTo>
                  <a:cubicBezTo>
                    <a:pt x="42620104" y="17052318"/>
                    <a:pt x="42609530" y="17041379"/>
                    <a:pt x="42597896" y="17040601"/>
                  </a:cubicBezTo>
                  <a:cubicBezTo>
                    <a:pt x="42580620" y="17039443"/>
                    <a:pt x="42576714" y="17051780"/>
                    <a:pt x="42576544" y="17107974"/>
                  </a:cubicBezTo>
                  <a:cubicBezTo>
                    <a:pt x="42576364" y="17166787"/>
                    <a:pt x="42570844" y="17182534"/>
                    <a:pt x="42538444" y="17216616"/>
                  </a:cubicBezTo>
                  <a:cubicBezTo>
                    <a:pt x="42517600" y="17238538"/>
                    <a:pt x="42496040" y="17268552"/>
                    <a:pt x="42490528" y="17283293"/>
                  </a:cubicBezTo>
                  <a:cubicBezTo>
                    <a:pt x="42480960" y="17308872"/>
                    <a:pt x="42474246" y="17309821"/>
                    <a:pt x="42344476" y="17303583"/>
                  </a:cubicBezTo>
                  <a:lnTo>
                    <a:pt x="42187410" y="17296073"/>
                  </a:lnTo>
                  <a:cubicBezTo>
                    <a:pt x="42175836" y="17295510"/>
                    <a:pt x="42147900" y="17272076"/>
                    <a:pt x="42125324" y="17243998"/>
                  </a:cubicBezTo>
                  <a:cubicBezTo>
                    <a:pt x="42087674" y="17197136"/>
                    <a:pt x="42084324" y="17185577"/>
                    <a:pt x="42084834" y="17104235"/>
                  </a:cubicBezTo>
                  <a:cubicBezTo>
                    <a:pt x="42085244" y="17038684"/>
                    <a:pt x="42091922" y="17005127"/>
                    <a:pt x="42110444" y="16975512"/>
                  </a:cubicBezTo>
                  <a:cubicBezTo>
                    <a:pt x="42148004" y="16915465"/>
                    <a:pt x="42174782" y="16891006"/>
                    <a:pt x="42202972" y="16891006"/>
                  </a:cubicBezTo>
                  <a:cubicBezTo>
                    <a:pt x="42217448" y="16891006"/>
                    <a:pt x="42243760" y="16870552"/>
                    <a:pt x="42264234" y="16843385"/>
                  </a:cubicBezTo>
                  <a:cubicBezTo>
                    <a:pt x="42283972" y="16817186"/>
                    <a:pt x="42313304" y="16792588"/>
                    <a:pt x="42329420" y="16788697"/>
                  </a:cubicBezTo>
                  <a:cubicBezTo>
                    <a:pt x="42357068" y="16782035"/>
                    <a:pt x="42355224" y="16778454"/>
                    <a:pt x="42296640" y="16725196"/>
                  </a:cubicBezTo>
                  <a:cubicBezTo>
                    <a:pt x="42262500" y="16694157"/>
                    <a:pt x="42218512" y="16651610"/>
                    <a:pt x="42198892" y="16630656"/>
                  </a:cubicBezTo>
                  <a:cubicBezTo>
                    <a:pt x="42029444" y="16449687"/>
                    <a:pt x="41979268" y="16391032"/>
                    <a:pt x="41975620" y="16369673"/>
                  </a:cubicBezTo>
                  <a:cubicBezTo>
                    <a:pt x="41973290" y="16356058"/>
                    <a:pt x="41966512" y="16344904"/>
                    <a:pt x="41960556" y="16344904"/>
                  </a:cubicBezTo>
                  <a:cubicBezTo>
                    <a:pt x="41954604" y="16344904"/>
                    <a:pt x="41892488" y="16286325"/>
                    <a:pt x="41822532" y="16214732"/>
                  </a:cubicBezTo>
                  <a:cubicBezTo>
                    <a:pt x="41609002" y="15996208"/>
                    <a:pt x="41624364" y="16007185"/>
                    <a:pt x="41611840" y="16064201"/>
                  </a:cubicBezTo>
                  <a:cubicBezTo>
                    <a:pt x="41600596" y="16115384"/>
                    <a:pt x="41556894" y="16134301"/>
                    <a:pt x="41432812" y="16141659"/>
                  </a:cubicBezTo>
                  <a:cubicBezTo>
                    <a:pt x="41301954" y="16149447"/>
                    <a:pt x="41288566" y="16139704"/>
                    <a:pt x="41278568" y="16029436"/>
                  </a:cubicBezTo>
                  <a:lnTo>
                    <a:pt x="41271538" y="15951921"/>
                  </a:lnTo>
                  <a:lnTo>
                    <a:pt x="41338784" y="15889774"/>
                  </a:lnTo>
                  <a:cubicBezTo>
                    <a:pt x="41407608" y="15826159"/>
                    <a:pt x="41416230" y="15793184"/>
                    <a:pt x="41367476" y="15779993"/>
                  </a:cubicBezTo>
                  <a:close/>
                  <a:moveTo>
                    <a:pt x="17936272" y="15648973"/>
                  </a:moveTo>
                  <a:cubicBezTo>
                    <a:pt x="17993436" y="15643450"/>
                    <a:pt x="18073928" y="15682954"/>
                    <a:pt x="18112608" y="15745544"/>
                  </a:cubicBezTo>
                  <a:cubicBezTo>
                    <a:pt x="18127212" y="15769174"/>
                    <a:pt x="18152648" y="15801991"/>
                    <a:pt x="18169132" y="15818478"/>
                  </a:cubicBezTo>
                  <a:cubicBezTo>
                    <a:pt x="18194944" y="15844291"/>
                    <a:pt x="18199104" y="15860842"/>
                    <a:pt x="18199104" y="15937768"/>
                  </a:cubicBezTo>
                  <a:lnTo>
                    <a:pt x="18199104" y="16027082"/>
                  </a:lnTo>
                  <a:lnTo>
                    <a:pt x="18149312" y="16058526"/>
                  </a:lnTo>
                  <a:cubicBezTo>
                    <a:pt x="18121924" y="16075804"/>
                    <a:pt x="18096040" y="16100915"/>
                    <a:pt x="18091784" y="16114315"/>
                  </a:cubicBezTo>
                  <a:cubicBezTo>
                    <a:pt x="18082748" y="16142785"/>
                    <a:pt x="18036352" y="16154401"/>
                    <a:pt x="17931644" y="16154401"/>
                  </a:cubicBezTo>
                  <a:cubicBezTo>
                    <a:pt x="17829712" y="16154401"/>
                    <a:pt x="17800704" y="16140324"/>
                    <a:pt x="17770088" y="16076032"/>
                  </a:cubicBezTo>
                  <a:cubicBezTo>
                    <a:pt x="17755696" y="16045784"/>
                    <a:pt x="17732036" y="16004224"/>
                    <a:pt x="17717512" y="15983662"/>
                  </a:cubicBezTo>
                  <a:cubicBezTo>
                    <a:pt x="17656808" y="15897714"/>
                    <a:pt x="17707928" y="15755230"/>
                    <a:pt x="17814000" y="15714733"/>
                  </a:cubicBezTo>
                  <a:cubicBezTo>
                    <a:pt x="17843512" y="15703446"/>
                    <a:pt x="17877400" y="15683479"/>
                    <a:pt x="17889300" y="15670313"/>
                  </a:cubicBezTo>
                  <a:cubicBezTo>
                    <a:pt x="17900760" y="15657660"/>
                    <a:pt x="17917220" y="15650827"/>
                    <a:pt x="17936272" y="15648973"/>
                  </a:cubicBezTo>
                  <a:close/>
                  <a:moveTo>
                    <a:pt x="18964156" y="15646411"/>
                  </a:moveTo>
                  <a:cubicBezTo>
                    <a:pt x="19042276" y="15646411"/>
                    <a:pt x="19074692" y="15662272"/>
                    <a:pt x="19145252" y="15734991"/>
                  </a:cubicBezTo>
                  <a:cubicBezTo>
                    <a:pt x="19159224" y="15749378"/>
                    <a:pt x="19192084" y="15782125"/>
                    <a:pt x="19218276" y="15807723"/>
                  </a:cubicBezTo>
                  <a:cubicBezTo>
                    <a:pt x="19263732" y="15852168"/>
                    <a:pt x="19265904" y="15858077"/>
                    <a:pt x="19265904" y="15937528"/>
                  </a:cubicBezTo>
                  <a:cubicBezTo>
                    <a:pt x="19265904" y="16015283"/>
                    <a:pt x="19263444" y="16022470"/>
                    <a:pt x="19228748" y="16046328"/>
                  </a:cubicBezTo>
                  <a:cubicBezTo>
                    <a:pt x="19208312" y="16060367"/>
                    <a:pt x="19179512" y="16090925"/>
                    <a:pt x="19164744" y="16114207"/>
                  </a:cubicBezTo>
                  <a:lnTo>
                    <a:pt x="19137896" y="16156571"/>
                  </a:lnTo>
                  <a:lnTo>
                    <a:pt x="18986796" y="16145961"/>
                  </a:lnTo>
                  <a:cubicBezTo>
                    <a:pt x="18843056" y="16135870"/>
                    <a:pt x="18833724" y="16133510"/>
                    <a:pt x="18795148" y="16097258"/>
                  </a:cubicBezTo>
                  <a:cubicBezTo>
                    <a:pt x="18772848" y="16076304"/>
                    <a:pt x="18744208" y="16036294"/>
                    <a:pt x="18731504" y="16008355"/>
                  </a:cubicBezTo>
                  <a:cubicBezTo>
                    <a:pt x="18718804" y="15980423"/>
                    <a:pt x="18699544" y="15953218"/>
                    <a:pt x="18688704" y="15947929"/>
                  </a:cubicBezTo>
                  <a:cubicBezTo>
                    <a:pt x="18675992" y="15941716"/>
                    <a:pt x="18669000" y="15920990"/>
                    <a:pt x="18669000" y="15889502"/>
                  </a:cubicBezTo>
                  <a:cubicBezTo>
                    <a:pt x="18669000" y="15823217"/>
                    <a:pt x="18729052" y="15741324"/>
                    <a:pt x="18799944" y="15710937"/>
                  </a:cubicBezTo>
                  <a:cubicBezTo>
                    <a:pt x="18829408" y="15698309"/>
                    <a:pt x="18861272" y="15678620"/>
                    <a:pt x="18870760" y="15667188"/>
                  </a:cubicBezTo>
                  <a:cubicBezTo>
                    <a:pt x="18883224" y="15652168"/>
                    <a:pt x="18909140" y="15646411"/>
                    <a:pt x="18964156" y="15646411"/>
                  </a:cubicBezTo>
                  <a:close/>
                  <a:moveTo>
                    <a:pt x="22610556" y="15639205"/>
                  </a:moveTo>
                  <a:cubicBezTo>
                    <a:pt x="22619312" y="15638800"/>
                    <a:pt x="22629220" y="15639483"/>
                    <a:pt x="22641520" y="15640755"/>
                  </a:cubicBezTo>
                  <a:cubicBezTo>
                    <a:pt x="22685456" y="15645310"/>
                    <a:pt x="22700220" y="15653617"/>
                    <a:pt x="22717320" y="15683403"/>
                  </a:cubicBezTo>
                  <a:cubicBezTo>
                    <a:pt x="22729000" y="15703756"/>
                    <a:pt x="22753020" y="15725191"/>
                    <a:pt x="22770704" y="15731037"/>
                  </a:cubicBezTo>
                  <a:cubicBezTo>
                    <a:pt x="22796792" y="15739654"/>
                    <a:pt x="22806196" y="15755515"/>
                    <a:pt x="22820592" y="15815163"/>
                  </a:cubicBezTo>
                  <a:cubicBezTo>
                    <a:pt x="22836568" y="15881353"/>
                    <a:pt x="22836184" y="15892741"/>
                    <a:pt x="22816744" y="15929461"/>
                  </a:cubicBezTo>
                  <a:cubicBezTo>
                    <a:pt x="22804872" y="15951902"/>
                    <a:pt x="22774464" y="15987401"/>
                    <a:pt x="22749176" y="16008355"/>
                  </a:cubicBezTo>
                  <a:cubicBezTo>
                    <a:pt x="22706260" y="16043924"/>
                    <a:pt x="22696192" y="16046461"/>
                    <a:pt x="22598060" y="16046461"/>
                  </a:cubicBezTo>
                  <a:cubicBezTo>
                    <a:pt x="22495348" y="16046461"/>
                    <a:pt x="22491888" y="16045455"/>
                    <a:pt x="22447864" y="16002598"/>
                  </a:cubicBezTo>
                  <a:cubicBezTo>
                    <a:pt x="22406556" y="15962417"/>
                    <a:pt x="22402800" y="15952661"/>
                    <a:pt x="22402800" y="15885731"/>
                  </a:cubicBezTo>
                  <a:cubicBezTo>
                    <a:pt x="22402800" y="15805224"/>
                    <a:pt x="22421184" y="15751953"/>
                    <a:pt x="22452376" y="15742058"/>
                  </a:cubicBezTo>
                  <a:cubicBezTo>
                    <a:pt x="22463548" y="15738496"/>
                    <a:pt x="22498400" y="15712987"/>
                    <a:pt x="22529820" y="15685352"/>
                  </a:cubicBezTo>
                  <a:cubicBezTo>
                    <a:pt x="22568452" y="15651390"/>
                    <a:pt x="22584296" y="15640413"/>
                    <a:pt x="22610556" y="15639205"/>
                  </a:cubicBezTo>
                  <a:close/>
                  <a:moveTo>
                    <a:pt x="49194244" y="15521528"/>
                  </a:moveTo>
                  <a:cubicBezTo>
                    <a:pt x="49203615" y="15521952"/>
                    <a:pt x="49214852" y="15523192"/>
                    <a:pt x="49228839" y="15525046"/>
                  </a:cubicBezTo>
                  <a:cubicBezTo>
                    <a:pt x="49314806" y="15536440"/>
                    <a:pt x="49335843" y="15549644"/>
                    <a:pt x="49346218" y="15598695"/>
                  </a:cubicBezTo>
                  <a:cubicBezTo>
                    <a:pt x="49351033" y="15621433"/>
                    <a:pt x="49374350" y="15664012"/>
                    <a:pt x="49398035" y="15693292"/>
                  </a:cubicBezTo>
                  <a:cubicBezTo>
                    <a:pt x="49421720" y="15722559"/>
                    <a:pt x="49438274" y="15748277"/>
                    <a:pt x="49434820" y="15750441"/>
                  </a:cubicBezTo>
                  <a:cubicBezTo>
                    <a:pt x="49422592" y="15758071"/>
                    <a:pt x="49467175" y="15859336"/>
                    <a:pt x="49496872" y="15891368"/>
                  </a:cubicBezTo>
                  <a:cubicBezTo>
                    <a:pt x="49513445" y="15909260"/>
                    <a:pt x="49533881" y="15952560"/>
                    <a:pt x="49542290" y="15987591"/>
                  </a:cubicBezTo>
                  <a:cubicBezTo>
                    <a:pt x="49552447" y="16029942"/>
                    <a:pt x="49567820" y="16058020"/>
                    <a:pt x="49588119" y="16071325"/>
                  </a:cubicBezTo>
                  <a:cubicBezTo>
                    <a:pt x="49610391" y="16085914"/>
                    <a:pt x="49619271" y="16104192"/>
                    <a:pt x="49620890" y="16138742"/>
                  </a:cubicBezTo>
                  <a:cubicBezTo>
                    <a:pt x="49622561" y="16174368"/>
                    <a:pt x="49633667" y="16196138"/>
                    <a:pt x="49665538" y="16226247"/>
                  </a:cubicBezTo>
                  <a:cubicBezTo>
                    <a:pt x="49688870" y="16248308"/>
                    <a:pt x="49711582" y="16284440"/>
                    <a:pt x="49716003" y="16306558"/>
                  </a:cubicBezTo>
                  <a:cubicBezTo>
                    <a:pt x="49720632" y="16329701"/>
                    <a:pt x="49739475" y="16358171"/>
                    <a:pt x="49760373" y="16373621"/>
                  </a:cubicBezTo>
                  <a:cubicBezTo>
                    <a:pt x="49800014" y="16402939"/>
                    <a:pt x="49809666" y="16458032"/>
                    <a:pt x="49779543" y="16483035"/>
                  </a:cubicBezTo>
                  <a:cubicBezTo>
                    <a:pt x="49756943" y="16501800"/>
                    <a:pt x="49654695" y="16515377"/>
                    <a:pt x="49613644" y="16505071"/>
                  </a:cubicBezTo>
                  <a:cubicBezTo>
                    <a:pt x="49593493" y="16500003"/>
                    <a:pt x="49578232" y="16485148"/>
                    <a:pt x="49573398" y="16465877"/>
                  </a:cubicBezTo>
                  <a:cubicBezTo>
                    <a:pt x="49560357" y="16413941"/>
                    <a:pt x="49537772" y="16405476"/>
                    <a:pt x="49415321" y="16406621"/>
                  </a:cubicBezTo>
                  <a:cubicBezTo>
                    <a:pt x="49281903" y="16407880"/>
                    <a:pt x="49204642" y="16427322"/>
                    <a:pt x="49179295" y="16465991"/>
                  </a:cubicBezTo>
                  <a:cubicBezTo>
                    <a:pt x="49169423" y="16481061"/>
                    <a:pt x="49138240" y="16500313"/>
                    <a:pt x="49110006" y="16508772"/>
                  </a:cubicBezTo>
                  <a:cubicBezTo>
                    <a:pt x="49081772" y="16517231"/>
                    <a:pt x="49046993" y="16537584"/>
                    <a:pt x="49032718" y="16554008"/>
                  </a:cubicBezTo>
                  <a:cubicBezTo>
                    <a:pt x="49018443" y="16570432"/>
                    <a:pt x="48987108" y="16587546"/>
                    <a:pt x="48963082" y="16592044"/>
                  </a:cubicBezTo>
                  <a:cubicBezTo>
                    <a:pt x="48938094" y="16596732"/>
                    <a:pt x="48905070" y="16616326"/>
                    <a:pt x="48885908" y="16637843"/>
                  </a:cubicBezTo>
                  <a:cubicBezTo>
                    <a:pt x="48867484" y="16658525"/>
                    <a:pt x="48830640" y="16681953"/>
                    <a:pt x="48804034" y="16689931"/>
                  </a:cubicBezTo>
                  <a:cubicBezTo>
                    <a:pt x="48777425" y="16697896"/>
                    <a:pt x="48747575" y="16716756"/>
                    <a:pt x="48737703" y="16731820"/>
                  </a:cubicBezTo>
                  <a:cubicBezTo>
                    <a:pt x="48727828" y="16746890"/>
                    <a:pt x="48696341" y="16766231"/>
                    <a:pt x="48667732" y="16774810"/>
                  </a:cubicBezTo>
                  <a:cubicBezTo>
                    <a:pt x="48639120" y="16783376"/>
                    <a:pt x="48599972" y="16800667"/>
                    <a:pt x="48580730" y="16813200"/>
                  </a:cubicBezTo>
                  <a:cubicBezTo>
                    <a:pt x="48561491" y="16825746"/>
                    <a:pt x="48525322" y="16845460"/>
                    <a:pt x="48500356" y="16857000"/>
                  </a:cubicBezTo>
                  <a:cubicBezTo>
                    <a:pt x="48475387" y="16868540"/>
                    <a:pt x="48447225" y="16892442"/>
                    <a:pt x="48437771" y="16910119"/>
                  </a:cubicBezTo>
                  <a:cubicBezTo>
                    <a:pt x="48423530" y="16936729"/>
                    <a:pt x="48410619" y="16942556"/>
                    <a:pt x="48362514" y="16944125"/>
                  </a:cubicBezTo>
                  <a:cubicBezTo>
                    <a:pt x="48311670" y="16945789"/>
                    <a:pt x="48301103" y="16951230"/>
                    <a:pt x="48277539" y="16987931"/>
                  </a:cubicBezTo>
                  <a:cubicBezTo>
                    <a:pt x="48257469" y="17019185"/>
                    <a:pt x="48236782" y="17032939"/>
                    <a:pt x="48196186" y="17042056"/>
                  </a:cubicBezTo>
                  <a:cubicBezTo>
                    <a:pt x="48166247" y="17048794"/>
                    <a:pt x="48126922" y="17065642"/>
                    <a:pt x="48108799" y="17079510"/>
                  </a:cubicBezTo>
                  <a:cubicBezTo>
                    <a:pt x="48090676" y="17093372"/>
                    <a:pt x="48065964" y="17111270"/>
                    <a:pt x="48053884" y="17119286"/>
                  </a:cubicBezTo>
                  <a:cubicBezTo>
                    <a:pt x="48041805" y="17127302"/>
                    <a:pt x="48022001" y="17150654"/>
                    <a:pt x="48009872" y="17171184"/>
                  </a:cubicBezTo>
                  <a:cubicBezTo>
                    <a:pt x="47996210" y="17194302"/>
                    <a:pt x="47980410" y="17206177"/>
                    <a:pt x="47968336" y="17202381"/>
                  </a:cubicBezTo>
                  <a:cubicBezTo>
                    <a:pt x="47943845" y="17194656"/>
                    <a:pt x="47840899" y="17311833"/>
                    <a:pt x="47840899" y="17347427"/>
                  </a:cubicBezTo>
                  <a:cubicBezTo>
                    <a:pt x="47840899" y="17361352"/>
                    <a:pt x="47823753" y="17390265"/>
                    <a:pt x="47802799" y="17411700"/>
                  </a:cubicBezTo>
                  <a:cubicBezTo>
                    <a:pt x="47766004" y="17449350"/>
                    <a:pt x="47764699" y="17454715"/>
                    <a:pt x="47764699" y="17568520"/>
                  </a:cubicBezTo>
                  <a:cubicBezTo>
                    <a:pt x="47764699" y="17682875"/>
                    <a:pt x="47765825" y="17687430"/>
                    <a:pt x="47802799" y="17722866"/>
                  </a:cubicBezTo>
                  <a:cubicBezTo>
                    <a:pt x="47827033" y="17746085"/>
                    <a:pt x="47840899" y="17772056"/>
                    <a:pt x="47840899" y="17794250"/>
                  </a:cubicBezTo>
                  <a:cubicBezTo>
                    <a:pt x="47840899" y="17841675"/>
                    <a:pt x="47860811" y="17890473"/>
                    <a:pt x="47898406" y="17935146"/>
                  </a:cubicBezTo>
                  <a:cubicBezTo>
                    <a:pt x="47915673" y="17955676"/>
                    <a:pt x="47927089" y="17979167"/>
                    <a:pt x="47923775" y="17987354"/>
                  </a:cubicBezTo>
                  <a:cubicBezTo>
                    <a:pt x="47917406" y="18003120"/>
                    <a:pt x="48044620" y="18135601"/>
                    <a:pt x="48066116" y="18135601"/>
                  </a:cubicBezTo>
                  <a:cubicBezTo>
                    <a:pt x="48073040" y="18135601"/>
                    <a:pt x="48100282" y="18152753"/>
                    <a:pt x="48126649" y="18173707"/>
                  </a:cubicBezTo>
                  <a:cubicBezTo>
                    <a:pt x="48174503" y="18211743"/>
                    <a:pt x="48174907" y="18211800"/>
                    <a:pt x="48343854" y="18211800"/>
                  </a:cubicBezTo>
                  <a:cubicBezTo>
                    <a:pt x="48512706" y="18211800"/>
                    <a:pt x="48513218" y="18211724"/>
                    <a:pt x="48555268" y="18174795"/>
                  </a:cubicBezTo>
                  <a:cubicBezTo>
                    <a:pt x="48578451" y="18154442"/>
                    <a:pt x="48619323" y="18133678"/>
                    <a:pt x="48646096" y="18128648"/>
                  </a:cubicBezTo>
                  <a:cubicBezTo>
                    <a:pt x="48678715" y="18122530"/>
                    <a:pt x="48705798" y="18106011"/>
                    <a:pt x="48728209" y="18078572"/>
                  </a:cubicBezTo>
                  <a:cubicBezTo>
                    <a:pt x="48755454" y="18045218"/>
                    <a:pt x="48771701" y="18037183"/>
                    <a:pt x="48815897" y="18035190"/>
                  </a:cubicBezTo>
                  <a:cubicBezTo>
                    <a:pt x="48860409" y="18033191"/>
                    <a:pt x="48876361" y="18025175"/>
                    <a:pt x="48904797" y="17990549"/>
                  </a:cubicBezTo>
                  <a:cubicBezTo>
                    <a:pt x="48931725" y="17957751"/>
                    <a:pt x="48950286" y="17947717"/>
                    <a:pt x="48988069" y="17945509"/>
                  </a:cubicBezTo>
                  <a:cubicBezTo>
                    <a:pt x="49023537" y="17943415"/>
                    <a:pt x="49045579" y="17932672"/>
                    <a:pt x="49069543" y="17905790"/>
                  </a:cubicBezTo>
                  <a:cubicBezTo>
                    <a:pt x="49091765" y="17880844"/>
                    <a:pt x="49114524" y="17868918"/>
                    <a:pt x="49139862" y="17868918"/>
                  </a:cubicBezTo>
                  <a:cubicBezTo>
                    <a:pt x="49166452" y="17868918"/>
                    <a:pt x="49189136" y="17856005"/>
                    <a:pt x="49218037" y="17824454"/>
                  </a:cubicBezTo>
                  <a:cubicBezTo>
                    <a:pt x="49248540" y="17791150"/>
                    <a:pt x="49269088" y="17780009"/>
                    <a:pt x="49299960" y="17780009"/>
                  </a:cubicBezTo>
                  <a:cubicBezTo>
                    <a:pt x="49353517" y="17780009"/>
                    <a:pt x="49388699" y="17760472"/>
                    <a:pt x="49403033" y="17722765"/>
                  </a:cubicBezTo>
                  <a:cubicBezTo>
                    <a:pt x="49414831" y="17691745"/>
                    <a:pt x="49474781" y="17663104"/>
                    <a:pt x="49526173" y="17663952"/>
                  </a:cubicBezTo>
                  <a:cubicBezTo>
                    <a:pt x="49542643" y="17664224"/>
                    <a:pt x="49557216" y="17654601"/>
                    <a:pt x="49561693" y="17640486"/>
                  </a:cubicBezTo>
                  <a:cubicBezTo>
                    <a:pt x="49566267" y="17626074"/>
                    <a:pt x="49593583" y="17608492"/>
                    <a:pt x="49630368" y="17596275"/>
                  </a:cubicBezTo>
                  <a:cubicBezTo>
                    <a:pt x="49663963" y="17585102"/>
                    <a:pt x="49704698" y="17561877"/>
                    <a:pt x="49720890" y="17544643"/>
                  </a:cubicBezTo>
                  <a:cubicBezTo>
                    <a:pt x="49737081" y="17527409"/>
                    <a:pt x="49760540" y="17513313"/>
                    <a:pt x="49773023" y="17513313"/>
                  </a:cubicBezTo>
                  <a:cubicBezTo>
                    <a:pt x="49785506" y="17513313"/>
                    <a:pt x="49815693" y="17489012"/>
                    <a:pt x="49840107" y="17459340"/>
                  </a:cubicBezTo>
                  <a:cubicBezTo>
                    <a:pt x="49864524" y="17429655"/>
                    <a:pt x="49913910" y="17383679"/>
                    <a:pt x="49949859" y="17357189"/>
                  </a:cubicBezTo>
                  <a:cubicBezTo>
                    <a:pt x="50011489" y="17311757"/>
                    <a:pt x="50014757" y="17306531"/>
                    <a:pt x="50007086" y="17265648"/>
                  </a:cubicBezTo>
                  <a:cubicBezTo>
                    <a:pt x="50002612" y="17241809"/>
                    <a:pt x="49987087" y="17195472"/>
                    <a:pt x="49972586" y="17162687"/>
                  </a:cubicBezTo>
                  <a:cubicBezTo>
                    <a:pt x="49950240" y="17112175"/>
                    <a:pt x="49948361" y="17095953"/>
                    <a:pt x="49960243" y="17056285"/>
                  </a:cubicBezTo>
                  <a:cubicBezTo>
                    <a:pt x="49969160" y="17026543"/>
                    <a:pt x="49986086" y="17004102"/>
                    <a:pt x="50006730" y="16994707"/>
                  </a:cubicBezTo>
                  <a:cubicBezTo>
                    <a:pt x="50092696" y="16955532"/>
                    <a:pt x="50126707" y="16968116"/>
                    <a:pt x="50156203" y="17050015"/>
                  </a:cubicBezTo>
                  <a:cubicBezTo>
                    <a:pt x="50166214" y="17077808"/>
                    <a:pt x="50189435" y="17114307"/>
                    <a:pt x="50207803" y="17131098"/>
                  </a:cubicBezTo>
                  <a:cubicBezTo>
                    <a:pt x="50226170" y="17147908"/>
                    <a:pt x="50241199" y="17172943"/>
                    <a:pt x="50241199" y="17186754"/>
                  </a:cubicBezTo>
                  <a:cubicBezTo>
                    <a:pt x="50241199" y="17200559"/>
                    <a:pt x="50261055" y="17230579"/>
                    <a:pt x="50285323" y="17253469"/>
                  </a:cubicBezTo>
                  <a:cubicBezTo>
                    <a:pt x="50316556" y="17282920"/>
                    <a:pt x="50331209" y="17309340"/>
                    <a:pt x="50335469" y="17343884"/>
                  </a:cubicBezTo>
                  <a:cubicBezTo>
                    <a:pt x="50339717" y="17378295"/>
                    <a:pt x="50352895" y="17402140"/>
                    <a:pt x="50380242" y="17424891"/>
                  </a:cubicBezTo>
                  <a:cubicBezTo>
                    <a:pt x="50401558" y="17442606"/>
                    <a:pt x="50418999" y="17464028"/>
                    <a:pt x="50418999" y="17472468"/>
                  </a:cubicBezTo>
                  <a:cubicBezTo>
                    <a:pt x="50418999" y="17480914"/>
                    <a:pt x="50439221" y="17510213"/>
                    <a:pt x="50463936" y="17537576"/>
                  </a:cubicBezTo>
                  <a:cubicBezTo>
                    <a:pt x="50498098" y="17575397"/>
                    <a:pt x="50511651" y="17604367"/>
                    <a:pt x="50520450" y="17658441"/>
                  </a:cubicBezTo>
                  <a:cubicBezTo>
                    <a:pt x="50526819" y="17697559"/>
                    <a:pt x="50535708" y="17735526"/>
                    <a:pt x="50540210" y="17742808"/>
                  </a:cubicBezTo>
                  <a:cubicBezTo>
                    <a:pt x="50567722" y="17787329"/>
                    <a:pt x="50506867" y="17843510"/>
                    <a:pt x="50431132" y="17843510"/>
                  </a:cubicBezTo>
                  <a:cubicBezTo>
                    <a:pt x="50384784" y="17843510"/>
                    <a:pt x="50292101" y="17760105"/>
                    <a:pt x="50271854" y="17700185"/>
                  </a:cubicBezTo>
                  <a:lnTo>
                    <a:pt x="50258060" y="17659365"/>
                  </a:lnTo>
                  <a:lnTo>
                    <a:pt x="50166800" y="17661997"/>
                  </a:lnTo>
                  <a:cubicBezTo>
                    <a:pt x="50086715" y="17664300"/>
                    <a:pt x="50072071" y="17668583"/>
                    <a:pt x="50047242" y="17696876"/>
                  </a:cubicBezTo>
                  <a:cubicBezTo>
                    <a:pt x="50031680" y="17714616"/>
                    <a:pt x="49998947" y="17735684"/>
                    <a:pt x="49974499" y="17743681"/>
                  </a:cubicBezTo>
                  <a:cubicBezTo>
                    <a:pt x="49950051" y="17751684"/>
                    <a:pt x="49914134" y="17777421"/>
                    <a:pt x="49894681" y="17800868"/>
                  </a:cubicBezTo>
                  <a:cubicBezTo>
                    <a:pt x="49872297" y="17827864"/>
                    <a:pt x="49847983" y="17843510"/>
                    <a:pt x="49828449" y="17843510"/>
                  </a:cubicBezTo>
                  <a:cubicBezTo>
                    <a:pt x="49811473" y="17843510"/>
                    <a:pt x="49778716" y="17860067"/>
                    <a:pt x="49755657" y="17880325"/>
                  </a:cubicBezTo>
                  <a:cubicBezTo>
                    <a:pt x="49732597" y="17900564"/>
                    <a:pt x="49690526" y="17923378"/>
                    <a:pt x="49662165" y="17931021"/>
                  </a:cubicBezTo>
                  <a:cubicBezTo>
                    <a:pt x="49629633" y="17939777"/>
                    <a:pt x="49604522" y="17956258"/>
                    <a:pt x="49594125" y="17975681"/>
                  </a:cubicBezTo>
                  <a:cubicBezTo>
                    <a:pt x="49583394" y="17995743"/>
                    <a:pt x="49566025" y="18006777"/>
                    <a:pt x="49544302" y="18007359"/>
                  </a:cubicBezTo>
                  <a:cubicBezTo>
                    <a:pt x="49483868" y="18008985"/>
                    <a:pt x="49452984" y="18020879"/>
                    <a:pt x="49424632" y="18053455"/>
                  </a:cubicBezTo>
                  <a:cubicBezTo>
                    <a:pt x="49409240" y="18071151"/>
                    <a:pt x="49375689" y="18094560"/>
                    <a:pt x="49350069" y="18105505"/>
                  </a:cubicBezTo>
                  <a:cubicBezTo>
                    <a:pt x="49324449" y="18116444"/>
                    <a:pt x="49290531" y="18139182"/>
                    <a:pt x="49274697" y="18156049"/>
                  </a:cubicBezTo>
                  <a:cubicBezTo>
                    <a:pt x="49258859" y="18172897"/>
                    <a:pt x="49222765" y="18192921"/>
                    <a:pt x="49194485" y="18200532"/>
                  </a:cubicBezTo>
                  <a:cubicBezTo>
                    <a:pt x="49166207" y="18208162"/>
                    <a:pt x="49124201" y="18230951"/>
                    <a:pt x="49101141" y="18251190"/>
                  </a:cubicBezTo>
                  <a:cubicBezTo>
                    <a:pt x="49078082" y="18271448"/>
                    <a:pt x="49046828" y="18288005"/>
                    <a:pt x="49031685" y="18288005"/>
                  </a:cubicBezTo>
                  <a:cubicBezTo>
                    <a:pt x="49016545" y="18288005"/>
                    <a:pt x="48986559" y="18305062"/>
                    <a:pt x="48965054" y="18325921"/>
                  </a:cubicBezTo>
                  <a:cubicBezTo>
                    <a:pt x="48937989" y="18352139"/>
                    <a:pt x="48904763" y="18367829"/>
                    <a:pt x="48857159" y="18376851"/>
                  </a:cubicBezTo>
                  <a:cubicBezTo>
                    <a:pt x="48784187" y="18390700"/>
                    <a:pt x="48737117" y="18411439"/>
                    <a:pt x="48702158" y="18445173"/>
                  </a:cubicBezTo>
                  <a:cubicBezTo>
                    <a:pt x="48684906" y="18461812"/>
                    <a:pt x="48652139" y="18465817"/>
                    <a:pt x="48532739" y="18465817"/>
                  </a:cubicBezTo>
                  <a:lnTo>
                    <a:pt x="48384708" y="18465817"/>
                  </a:lnTo>
                  <a:lnTo>
                    <a:pt x="48351274" y="18503910"/>
                  </a:lnTo>
                  <a:cubicBezTo>
                    <a:pt x="48307757" y="18553505"/>
                    <a:pt x="48271546" y="18552417"/>
                    <a:pt x="48191262" y="18499108"/>
                  </a:cubicBezTo>
                  <a:cubicBezTo>
                    <a:pt x="48155723" y="18475503"/>
                    <a:pt x="48109503" y="18452240"/>
                    <a:pt x="48088549" y="18447400"/>
                  </a:cubicBezTo>
                  <a:cubicBezTo>
                    <a:pt x="48067595" y="18442560"/>
                    <a:pt x="48036162" y="18425402"/>
                    <a:pt x="48018699" y="18409288"/>
                  </a:cubicBezTo>
                  <a:cubicBezTo>
                    <a:pt x="48001237" y="18393155"/>
                    <a:pt x="47968277" y="18375940"/>
                    <a:pt x="47945454" y="18371024"/>
                  </a:cubicBezTo>
                  <a:cubicBezTo>
                    <a:pt x="47917620" y="18365039"/>
                    <a:pt x="47897683" y="18349956"/>
                    <a:pt x="47884896" y="18325244"/>
                  </a:cubicBezTo>
                  <a:cubicBezTo>
                    <a:pt x="47874413" y="18304954"/>
                    <a:pt x="47851956" y="18284886"/>
                    <a:pt x="47834986" y="18280628"/>
                  </a:cubicBezTo>
                  <a:cubicBezTo>
                    <a:pt x="47818020" y="18276370"/>
                    <a:pt x="47794961" y="18258883"/>
                    <a:pt x="47783746" y="18241763"/>
                  </a:cubicBezTo>
                  <a:cubicBezTo>
                    <a:pt x="47772531" y="18224662"/>
                    <a:pt x="47749757" y="18204461"/>
                    <a:pt x="47733135" y="18196875"/>
                  </a:cubicBezTo>
                  <a:cubicBezTo>
                    <a:pt x="47716516" y="18189302"/>
                    <a:pt x="47696030" y="18166488"/>
                    <a:pt x="47687615" y="18146173"/>
                  </a:cubicBezTo>
                  <a:cubicBezTo>
                    <a:pt x="47679200" y="18125858"/>
                    <a:pt x="47661729" y="18103569"/>
                    <a:pt x="47648790" y="18096654"/>
                  </a:cubicBezTo>
                  <a:cubicBezTo>
                    <a:pt x="47635848" y="18089720"/>
                    <a:pt x="47613090" y="18062787"/>
                    <a:pt x="47598213" y="18036816"/>
                  </a:cubicBezTo>
                  <a:cubicBezTo>
                    <a:pt x="47583340" y="18010813"/>
                    <a:pt x="47557540" y="17978123"/>
                    <a:pt x="47540880" y="17964154"/>
                  </a:cubicBezTo>
                  <a:cubicBezTo>
                    <a:pt x="47519632" y="17946338"/>
                    <a:pt x="47509115" y="17922157"/>
                    <a:pt x="47505633" y="17883153"/>
                  </a:cubicBezTo>
                  <a:cubicBezTo>
                    <a:pt x="47501664" y="17838708"/>
                    <a:pt x="47492114" y="17820468"/>
                    <a:pt x="47458057" y="17792289"/>
                  </a:cubicBezTo>
                  <a:lnTo>
                    <a:pt x="47415449" y="17757043"/>
                  </a:lnTo>
                  <a:lnTo>
                    <a:pt x="47418022" y="17431806"/>
                  </a:lnTo>
                  <a:cubicBezTo>
                    <a:pt x="47420577" y="17108904"/>
                    <a:pt x="47420816" y="17106291"/>
                    <a:pt x="47451490" y="17065465"/>
                  </a:cubicBezTo>
                  <a:cubicBezTo>
                    <a:pt x="47468481" y="17042853"/>
                    <a:pt x="47486638" y="17010068"/>
                    <a:pt x="47491838" y="16992600"/>
                  </a:cubicBezTo>
                  <a:cubicBezTo>
                    <a:pt x="47504095" y="16951445"/>
                    <a:pt x="47577321" y="16865212"/>
                    <a:pt x="47653574" y="16802141"/>
                  </a:cubicBezTo>
                  <a:cubicBezTo>
                    <a:pt x="47686753" y="16774702"/>
                    <a:pt x="47713899" y="16746795"/>
                    <a:pt x="47713899" y="16740127"/>
                  </a:cubicBezTo>
                  <a:cubicBezTo>
                    <a:pt x="47713899" y="16733465"/>
                    <a:pt x="47739085" y="16718401"/>
                    <a:pt x="47769868" y="16706627"/>
                  </a:cubicBezTo>
                  <a:cubicBezTo>
                    <a:pt x="47800647" y="16694872"/>
                    <a:pt x="47837262" y="16672115"/>
                    <a:pt x="47851227" y="16656064"/>
                  </a:cubicBezTo>
                  <a:cubicBezTo>
                    <a:pt x="47865195" y="16639988"/>
                    <a:pt x="47894403" y="16622950"/>
                    <a:pt x="47916132" y="16618167"/>
                  </a:cubicBezTo>
                  <a:cubicBezTo>
                    <a:pt x="47941736" y="16612549"/>
                    <a:pt x="47962296" y="16596612"/>
                    <a:pt x="47974556" y="16572912"/>
                  </a:cubicBezTo>
                  <a:cubicBezTo>
                    <a:pt x="47987470" y="16547947"/>
                    <a:pt x="48008777" y="16532225"/>
                    <a:pt x="48041749" y="16523336"/>
                  </a:cubicBezTo>
                  <a:cubicBezTo>
                    <a:pt x="48068302" y="16516187"/>
                    <a:pt x="48102021" y="16496549"/>
                    <a:pt x="48116678" y="16479688"/>
                  </a:cubicBezTo>
                  <a:cubicBezTo>
                    <a:pt x="48131331" y="16462834"/>
                    <a:pt x="48161199" y="16445119"/>
                    <a:pt x="48183049" y="16440317"/>
                  </a:cubicBezTo>
                  <a:cubicBezTo>
                    <a:pt x="48204895" y="16435528"/>
                    <a:pt x="48234580" y="16415624"/>
                    <a:pt x="48249011" y="16396106"/>
                  </a:cubicBezTo>
                  <a:cubicBezTo>
                    <a:pt x="48269236" y="16368756"/>
                    <a:pt x="48288735" y="16359101"/>
                    <a:pt x="48334146" y="16353983"/>
                  </a:cubicBezTo>
                  <a:cubicBezTo>
                    <a:pt x="48382168" y="16348567"/>
                    <a:pt x="48394248" y="16342057"/>
                    <a:pt x="48399547" y="16318661"/>
                  </a:cubicBezTo>
                  <a:cubicBezTo>
                    <a:pt x="48407947" y="16281612"/>
                    <a:pt x="48451776" y="16256014"/>
                    <a:pt x="48506784" y="16256014"/>
                  </a:cubicBezTo>
                  <a:cubicBezTo>
                    <a:pt x="48540463" y="16256014"/>
                    <a:pt x="48556378" y="16247568"/>
                    <a:pt x="48576808" y="16218870"/>
                  </a:cubicBezTo>
                  <a:cubicBezTo>
                    <a:pt x="48591349" y="16198460"/>
                    <a:pt x="48619509" y="16178183"/>
                    <a:pt x="48639387" y="16173805"/>
                  </a:cubicBezTo>
                  <a:cubicBezTo>
                    <a:pt x="48659265" y="16169452"/>
                    <a:pt x="48691322" y="16149390"/>
                    <a:pt x="48710623" y="16129246"/>
                  </a:cubicBezTo>
                  <a:cubicBezTo>
                    <a:pt x="48731722" y="16107216"/>
                    <a:pt x="48764967" y="16089356"/>
                    <a:pt x="48793991" y="16084453"/>
                  </a:cubicBezTo>
                  <a:cubicBezTo>
                    <a:pt x="48824256" y="16079341"/>
                    <a:pt x="48858973" y="16060076"/>
                    <a:pt x="48887052" y="16032808"/>
                  </a:cubicBezTo>
                  <a:cubicBezTo>
                    <a:pt x="48911686" y="16008874"/>
                    <a:pt x="48941533" y="15989312"/>
                    <a:pt x="48953380" y="15989312"/>
                  </a:cubicBezTo>
                  <a:cubicBezTo>
                    <a:pt x="48988559" y="15989312"/>
                    <a:pt x="49108468" y="15902636"/>
                    <a:pt x="49142423" y="15852674"/>
                  </a:cubicBezTo>
                  <a:lnTo>
                    <a:pt x="49173934" y="15806293"/>
                  </a:lnTo>
                  <a:lnTo>
                    <a:pt x="49145970" y="15776532"/>
                  </a:lnTo>
                  <a:cubicBezTo>
                    <a:pt x="49124188" y="15753345"/>
                    <a:pt x="49116923" y="15727557"/>
                    <a:pt x="49113097" y="15659849"/>
                  </a:cubicBezTo>
                  <a:cubicBezTo>
                    <a:pt x="49108772" y="15583277"/>
                    <a:pt x="49111547" y="15569554"/>
                    <a:pt x="49136386" y="15544722"/>
                  </a:cubicBezTo>
                  <a:cubicBezTo>
                    <a:pt x="49154803" y="15526305"/>
                    <a:pt x="49166129" y="15520263"/>
                    <a:pt x="49194244" y="15521528"/>
                  </a:cubicBezTo>
                  <a:close/>
                  <a:moveTo>
                    <a:pt x="21087736" y="15468618"/>
                  </a:moveTo>
                  <a:cubicBezTo>
                    <a:pt x="21149256" y="15468618"/>
                    <a:pt x="21156344" y="15472256"/>
                    <a:pt x="21227576" y="15540717"/>
                  </a:cubicBezTo>
                  <a:cubicBezTo>
                    <a:pt x="21308856" y="15618814"/>
                    <a:pt x="21308220" y="15616840"/>
                    <a:pt x="21307544" y="15788281"/>
                  </a:cubicBezTo>
                  <a:cubicBezTo>
                    <a:pt x="21307272" y="15856116"/>
                    <a:pt x="21304112" y="15863385"/>
                    <a:pt x="21253092" y="15913461"/>
                  </a:cubicBezTo>
                  <a:cubicBezTo>
                    <a:pt x="21203232" y="15962398"/>
                    <a:pt x="21192360" y="15967143"/>
                    <a:pt x="21116352" y="15973242"/>
                  </a:cubicBezTo>
                  <a:cubicBezTo>
                    <a:pt x="21070936" y="15976899"/>
                    <a:pt x="21007604" y="15975950"/>
                    <a:pt x="20975608" y="15971148"/>
                  </a:cubicBezTo>
                  <a:cubicBezTo>
                    <a:pt x="20922108" y="15963132"/>
                    <a:pt x="20915024" y="15957653"/>
                    <a:pt x="20887384" y="15902845"/>
                  </a:cubicBezTo>
                  <a:cubicBezTo>
                    <a:pt x="20870852" y="15870066"/>
                    <a:pt x="20845012" y="15823881"/>
                    <a:pt x="20829964" y="15800213"/>
                  </a:cubicBezTo>
                  <a:cubicBezTo>
                    <a:pt x="20814912" y="15776532"/>
                    <a:pt x="20802600" y="15740584"/>
                    <a:pt x="20802600" y="15720326"/>
                  </a:cubicBezTo>
                  <a:cubicBezTo>
                    <a:pt x="20802600" y="15645310"/>
                    <a:pt x="20886320" y="15532100"/>
                    <a:pt x="20941800" y="15532100"/>
                  </a:cubicBezTo>
                  <a:cubicBezTo>
                    <a:pt x="20953612" y="15532100"/>
                    <a:pt x="20976696" y="15517827"/>
                    <a:pt x="20993104" y="15500359"/>
                  </a:cubicBezTo>
                  <a:cubicBezTo>
                    <a:pt x="21017360" y="15474546"/>
                    <a:pt x="21035032" y="15468618"/>
                    <a:pt x="21087736" y="15468618"/>
                  </a:cubicBezTo>
                  <a:close/>
                  <a:moveTo>
                    <a:pt x="37611688" y="15449853"/>
                  </a:moveTo>
                  <a:cubicBezTo>
                    <a:pt x="37685832" y="15458584"/>
                    <a:pt x="37694684" y="15472648"/>
                    <a:pt x="37687058" y="15569567"/>
                  </a:cubicBezTo>
                  <a:cubicBezTo>
                    <a:pt x="37676196" y="15707628"/>
                    <a:pt x="37682380" y="15699340"/>
                    <a:pt x="37590608" y="15698872"/>
                  </a:cubicBezTo>
                  <a:cubicBezTo>
                    <a:pt x="37479840" y="15698309"/>
                    <a:pt x="37445218" y="15678677"/>
                    <a:pt x="37448432" y="15618251"/>
                  </a:cubicBezTo>
                  <a:cubicBezTo>
                    <a:pt x="37451590" y="15558919"/>
                    <a:pt x="37479356" y="15505199"/>
                    <a:pt x="37524668" y="15470807"/>
                  </a:cubicBezTo>
                  <a:cubicBezTo>
                    <a:pt x="37551850" y="15450163"/>
                    <a:pt x="37572400" y="15445209"/>
                    <a:pt x="37611688" y="15449853"/>
                  </a:cubicBezTo>
                  <a:close/>
                  <a:moveTo>
                    <a:pt x="19603764" y="15447797"/>
                  </a:moveTo>
                  <a:cubicBezTo>
                    <a:pt x="19617520" y="15446987"/>
                    <a:pt x="19638584" y="15449258"/>
                    <a:pt x="19672060" y="15454307"/>
                  </a:cubicBezTo>
                  <a:cubicBezTo>
                    <a:pt x="19777552" y="15470225"/>
                    <a:pt x="19799304" y="15494355"/>
                    <a:pt x="19799304" y="15595462"/>
                  </a:cubicBezTo>
                  <a:cubicBezTo>
                    <a:pt x="19799304" y="15686902"/>
                    <a:pt x="19784272" y="15700884"/>
                    <a:pt x="19678712" y="15707603"/>
                  </a:cubicBezTo>
                  <a:cubicBezTo>
                    <a:pt x="19610400" y="15711949"/>
                    <a:pt x="19595016" y="15708824"/>
                    <a:pt x="19572092" y="15685896"/>
                  </a:cubicBezTo>
                  <a:cubicBezTo>
                    <a:pt x="19525344" y="15639148"/>
                    <a:pt x="19528288" y="15546949"/>
                    <a:pt x="19579308" y="15459748"/>
                  </a:cubicBezTo>
                  <a:cubicBezTo>
                    <a:pt x="19583556" y="15452485"/>
                    <a:pt x="19590008" y="15448594"/>
                    <a:pt x="19603764" y="15447797"/>
                  </a:cubicBezTo>
                  <a:close/>
                  <a:moveTo>
                    <a:pt x="34993284" y="15379709"/>
                  </a:moveTo>
                  <a:cubicBezTo>
                    <a:pt x="35056538" y="15379709"/>
                    <a:pt x="35064244" y="15383062"/>
                    <a:pt x="35095592" y="15424154"/>
                  </a:cubicBezTo>
                  <a:cubicBezTo>
                    <a:pt x="35114240" y="15448613"/>
                    <a:pt x="35135900" y="15468618"/>
                    <a:pt x="35143728" y="15468618"/>
                  </a:cubicBezTo>
                  <a:cubicBezTo>
                    <a:pt x="35151552" y="15468618"/>
                    <a:pt x="35168408" y="15478070"/>
                    <a:pt x="35181180" y="15489629"/>
                  </a:cubicBezTo>
                  <a:cubicBezTo>
                    <a:pt x="35201348" y="15507875"/>
                    <a:pt x="35204404" y="15531790"/>
                    <a:pt x="35204404" y="15671351"/>
                  </a:cubicBezTo>
                  <a:cubicBezTo>
                    <a:pt x="35204404" y="15814986"/>
                    <a:pt x="35201816" y="15834004"/>
                    <a:pt x="35180024" y="15850352"/>
                  </a:cubicBezTo>
                  <a:cubicBezTo>
                    <a:pt x="35147336" y="15874887"/>
                    <a:pt x="34553794" y="15877538"/>
                    <a:pt x="34529510" y="15853256"/>
                  </a:cubicBezTo>
                  <a:cubicBezTo>
                    <a:pt x="34521042" y="15844791"/>
                    <a:pt x="34510838" y="15797176"/>
                    <a:pt x="34506836" y="15747461"/>
                  </a:cubicBezTo>
                  <a:cubicBezTo>
                    <a:pt x="34496924" y="15624394"/>
                    <a:pt x="34509792" y="15614322"/>
                    <a:pt x="34656260" y="15630575"/>
                  </a:cubicBezTo>
                  <a:cubicBezTo>
                    <a:pt x="34776480" y="15643931"/>
                    <a:pt x="34802744" y="15632682"/>
                    <a:pt x="34791848" y="15572477"/>
                  </a:cubicBezTo>
                  <a:cubicBezTo>
                    <a:pt x="34786864" y="15544956"/>
                    <a:pt x="34798968" y="15523306"/>
                    <a:pt x="34855282" y="15459090"/>
                  </a:cubicBezTo>
                  <a:cubicBezTo>
                    <a:pt x="34924484" y="15380158"/>
                    <a:pt x="34925260" y="15379709"/>
                    <a:pt x="34993284" y="15379709"/>
                  </a:cubicBezTo>
                  <a:close/>
                  <a:moveTo>
                    <a:pt x="34006460" y="15361874"/>
                  </a:moveTo>
                  <a:cubicBezTo>
                    <a:pt x="34042822" y="15363190"/>
                    <a:pt x="34086682" y="15369972"/>
                    <a:pt x="34121384" y="15381126"/>
                  </a:cubicBezTo>
                  <a:cubicBezTo>
                    <a:pt x="34143896" y="15388351"/>
                    <a:pt x="34177352" y="15412146"/>
                    <a:pt x="34195726" y="15433979"/>
                  </a:cubicBezTo>
                  <a:cubicBezTo>
                    <a:pt x="34225742" y="15469649"/>
                    <a:pt x="34228616" y="15481847"/>
                    <a:pt x="34224022" y="15554041"/>
                  </a:cubicBezTo>
                  <a:cubicBezTo>
                    <a:pt x="34219854" y="15619478"/>
                    <a:pt x="34212832" y="15640445"/>
                    <a:pt x="34186152" y="15667131"/>
                  </a:cubicBezTo>
                  <a:cubicBezTo>
                    <a:pt x="34157304" y="15695987"/>
                    <a:pt x="34142996" y="15699878"/>
                    <a:pt x="34066124" y="15699878"/>
                  </a:cubicBezTo>
                  <a:cubicBezTo>
                    <a:pt x="33897496" y="15699884"/>
                    <a:pt x="33874552" y="15683384"/>
                    <a:pt x="33861356" y="15552662"/>
                  </a:cubicBezTo>
                  <a:cubicBezTo>
                    <a:pt x="33855848" y="15498132"/>
                    <a:pt x="33860044" y="15479114"/>
                    <a:pt x="33887366" y="15434675"/>
                  </a:cubicBezTo>
                  <a:cubicBezTo>
                    <a:pt x="33905284" y="15405547"/>
                    <a:pt x="33930340" y="15376109"/>
                    <a:pt x="33943046" y="15369276"/>
                  </a:cubicBezTo>
                  <a:cubicBezTo>
                    <a:pt x="33949550" y="15365771"/>
                    <a:pt x="33960092" y="15363525"/>
                    <a:pt x="33973210" y="15362437"/>
                  </a:cubicBezTo>
                  <a:cubicBezTo>
                    <a:pt x="33983048" y="15361608"/>
                    <a:pt x="33994338" y="15361450"/>
                    <a:pt x="34006460" y="15361874"/>
                  </a:cubicBezTo>
                  <a:close/>
                  <a:moveTo>
                    <a:pt x="25617888" y="15359919"/>
                  </a:moveTo>
                  <a:cubicBezTo>
                    <a:pt x="25629740" y="15359957"/>
                    <a:pt x="25643268" y="15360482"/>
                    <a:pt x="25658672" y="15361469"/>
                  </a:cubicBezTo>
                  <a:cubicBezTo>
                    <a:pt x="25739580" y="15366600"/>
                    <a:pt x="25749396" y="15370510"/>
                    <a:pt x="25794372" y="15415499"/>
                  </a:cubicBezTo>
                  <a:cubicBezTo>
                    <a:pt x="25846888" y="15468017"/>
                    <a:pt x="25864564" y="15513740"/>
                    <a:pt x="25851872" y="15564303"/>
                  </a:cubicBezTo>
                  <a:cubicBezTo>
                    <a:pt x="25841788" y="15604484"/>
                    <a:pt x="25805128" y="15611861"/>
                    <a:pt x="25644000" y="15606148"/>
                  </a:cubicBezTo>
                  <a:cubicBezTo>
                    <a:pt x="25511216" y="15601428"/>
                    <a:pt x="25498104" y="15592906"/>
                    <a:pt x="25508144" y="15517827"/>
                  </a:cubicBezTo>
                  <a:cubicBezTo>
                    <a:pt x="25520496" y="15425438"/>
                    <a:pt x="25531028" y="15389895"/>
                    <a:pt x="25551028" y="15373091"/>
                  </a:cubicBezTo>
                  <a:cubicBezTo>
                    <a:pt x="25561848" y="15363987"/>
                    <a:pt x="25582328" y="15359805"/>
                    <a:pt x="25617888" y="15359919"/>
                  </a:cubicBezTo>
                  <a:close/>
                  <a:moveTo>
                    <a:pt x="24219472" y="15290806"/>
                  </a:moveTo>
                  <a:cubicBezTo>
                    <a:pt x="24279792" y="15290806"/>
                    <a:pt x="24286576" y="15294425"/>
                    <a:pt x="24355680" y="15363538"/>
                  </a:cubicBezTo>
                  <a:lnTo>
                    <a:pt x="24428404" y="15436257"/>
                  </a:lnTo>
                  <a:lnTo>
                    <a:pt x="24422080" y="15513221"/>
                  </a:lnTo>
                  <a:cubicBezTo>
                    <a:pt x="24417428" y="15569782"/>
                    <a:pt x="24407332" y="15600764"/>
                    <a:pt x="24384000" y="15630069"/>
                  </a:cubicBezTo>
                  <a:cubicBezTo>
                    <a:pt x="24322000" y="15707913"/>
                    <a:pt x="24307032" y="15713455"/>
                    <a:pt x="24174368" y="15707666"/>
                  </a:cubicBezTo>
                  <a:cubicBezTo>
                    <a:pt x="24070232" y="15703098"/>
                    <a:pt x="24049592" y="15698448"/>
                    <a:pt x="24025088" y="15673951"/>
                  </a:cubicBezTo>
                  <a:cubicBezTo>
                    <a:pt x="23999996" y="15648853"/>
                    <a:pt x="23996872" y="15633574"/>
                    <a:pt x="23998512" y="15544102"/>
                  </a:cubicBezTo>
                  <a:cubicBezTo>
                    <a:pt x="24001156" y="15400201"/>
                    <a:pt x="24006324" y="15386529"/>
                    <a:pt x="24064816" y="15369023"/>
                  </a:cubicBezTo>
                  <a:cubicBezTo>
                    <a:pt x="24092140" y="15360830"/>
                    <a:pt x="24123832" y="15339876"/>
                    <a:pt x="24135244" y="15322465"/>
                  </a:cubicBezTo>
                  <a:cubicBezTo>
                    <a:pt x="24152776" y="15295703"/>
                    <a:pt x="24165816" y="15290806"/>
                    <a:pt x="24219472" y="15290806"/>
                  </a:cubicBezTo>
                  <a:close/>
                  <a:moveTo>
                    <a:pt x="23559116" y="15279089"/>
                  </a:moveTo>
                  <a:cubicBezTo>
                    <a:pt x="23570068" y="15279323"/>
                    <a:pt x="23583332" y="15280291"/>
                    <a:pt x="23599888" y="15281784"/>
                  </a:cubicBezTo>
                  <a:cubicBezTo>
                    <a:pt x="23701504" y="15290996"/>
                    <a:pt x="23716212" y="15307325"/>
                    <a:pt x="23709704" y="15403668"/>
                  </a:cubicBezTo>
                  <a:cubicBezTo>
                    <a:pt x="23701820" y="15520383"/>
                    <a:pt x="23698460" y="15524198"/>
                    <a:pt x="23598584" y="15529835"/>
                  </a:cubicBezTo>
                  <a:cubicBezTo>
                    <a:pt x="23484956" y="15536263"/>
                    <a:pt x="23469600" y="15522066"/>
                    <a:pt x="23469600" y="15410545"/>
                  </a:cubicBezTo>
                  <a:cubicBezTo>
                    <a:pt x="23469600" y="15344216"/>
                    <a:pt x="23474668" y="15323844"/>
                    <a:pt x="23496620" y="15301884"/>
                  </a:cubicBezTo>
                  <a:cubicBezTo>
                    <a:pt x="23514220" y="15284296"/>
                    <a:pt x="23526260" y="15278412"/>
                    <a:pt x="23559116" y="15279089"/>
                  </a:cubicBezTo>
                  <a:close/>
                  <a:moveTo>
                    <a:pt x="23114744" y="15190610"/>
                  </a:moveTo>
                  <a:cubicBezTo>
                    <a:pt x="23125840" y="15191034"/>
                    <a:pt x="23139364" y="15192217"/>
                    <a:pt x="23156360" y="15193995"/>
                  </a:cubicBezTo>
                  <a:cubicBezTo>
                    <a:pt x="23198808" y="15198430"/>
                    <a:pt x="23238760" y="15207281"/>
                    <a:pt x="23245140" y="15213658"/>
                  </a:cubicBezTo>
                  <a:cubicBezTo>
                    <a:pt x="23257684" y="15226204"/>
                    <a:pt x="23265860" y="15293596"/>
                    <a:pt x="23264244" y="15371098"/>
                  </a:cubicBezTo>
                  <a:cubicBezTo>
                    <a:pt x="23263032" y="15429190"/>
                    <a:pt x="23237540" y="15443210"/>
                    <a:pt x="23133132" y="15443210"/>
                  </a:cubicBezTo>
                  <a:cubicBezTo>
                    <a:pt x="23040916" y="15443210"/>
                    <a:pt x="23025104" y="15425413"/>
                    <a:pt x="23025104" y="15321655"/>
                  </a:cubicBezTo>
                  <a:cubicBezTo>
                    <a:pt x="23025104" y="15255288"/>
                    <a:pt x="23030164" y="15234941"/>
                    <a:pt x="23052140" y="15212975"/>
                  </a:cubicBezTo>
                  <a:cubicBezTo>
                    <a:pt x="23070004" y="15195102"/>
                    <a:pt x="23081456" y="15189370"/>
                    <a:pt x="23114744" y="15190610"/>
                  </a:cubicBezTo>
                  <a:close/>
                  <a:moveTo>
                    <a:pt x="36900716" y="15181955"/>
                  </a:moveTo>
                  <a:cubicBezTo>
                    <a:pt x="36942532" y="15182569"/>
                    <a:pt x="37005310" y="15194874"/>
                    <a:pt x="37029124" y="15209837"/>
                  </a:cubicBezTo>
                  <a:cubicBezTo>
                    <a:pt x="37066500" y="15233328"/>
                    <a:pt x="37089504" y="15344640"/>
                    <a:pt x="37075356" y="15433530"/>
                  </a:cubicBezTo>
                  <a:cubicBezTo>
                    <a:pt x="37065912" y="15492862"/>
                    <a:pt x="37060910" y="15500669"/>
                    <a:pt x="37026792" y="15509349"/>
                  </a:cubicBezTo>
                  <a:cubicBezTo>
                    <a:pt x="36982524" y="15520617"/>
                    <a:pt x="36854664" y="15522319"/>
                    <a:pt x="36795180" y="15512424"/>
                  </a:cubicBezTo>
                  <a:cubicBezTo>
                    <a:pt x="36745208" y="15504098"/>
                    <a:pt x="36724056" y="15458274"/>
                    <a:pt x="36722856" y="15355718"/>
                  </a:cubicBezTo>
                  <a:cubicBezTo>
                    <a:pt x="36722220" y="15301283"/>
                    <a:pt x="36727012" y="15284378"/>
                    <a:pt x="36746240" y="15273161"/>
                  </a:cubicBezTo>
                  <a:cubicBezTo>
                    <a:pt x="36759542" y="15265398"/>
                    <a:pt x="36788116" y="15244178"/>
                    <a:pt x="36809740" y="15226008"/>
                  </a:cubicBezTo>
                  <a:cubicBezTo>
                    <a:pt x="36831364" y="15207825"/>
                    <a:pt x="36857628" y="15189623"/>
                    <a:pt x="36868106" y="15185593"/>
                  </a:cubicBezTo>
                  <a:cubicBezTo>
                    <a:pt x="36875168" y="15182847"/>
                    <a:pt x="36886778" y="15181759"/>
                    <a:pt x="36900716" y="15181955"/>
                  </a:cubicBezTo>
                  <a:close/>
                  <a:moveTo>
                    <a:pt x="18825720" y="15108850"/>
                  </a:moveTo>
                  <a:cubicBezTo>
                    <a:pt x="18857832" y="15105655"/>
                    <a:pt x="18888256" y="15120175"/>
                    <a:pt x="18898548" y="15147247"/>
                  </a:cubicBezTo>
                  <a:cubicBezTo>
                    <a:pt x="18905012" y="15164253"/>
                    <a:pt x="18910304" y="15211874"/>
                    <a:pt x="18910304" y="15253080"/>
                  </a:cubicBezTo>
                  <a:cubicBezTo>
                    <a:pt x="18910304" y="15334669"/>
                    <a:pt x="18894448" y="15354301"/>
                    <a:pt x="18828588" y="15354301"/>
                  </a:cubicBezTo>
                  <a:cubicBezTo>
                    <a:pt x="18779136" y="15354301"/>
                    <a:pt x="18745972" y="15312646"/>
                    <a:pt x="18740120" y="15243185"/>
                  </a:cubicBezTo>
                  <a:cubicBezTo>
                    <a:pt x="18734516" y="15176704"/>
                    <a:pt x="18750360" y="15139737"/>
                    <a:pt x="18793728" y="15118106"/>
                  </a:cubicBezTo>
                  <a:cubicBezTo>
                    <a:pt x="18804124" y="15112931"/>
                    <a:pt x="18815016" y="15109913"/>
                    <a:pt x="18825720" y="15108850"/>
                  </a:cubicBezTo>
                  <a:close/>
                  <a:moveTo>
                    <a:pt x="33040150" y="15100309"/>
                  </a:moveTo>
                  <a:cubicBezTo>
                    <a:pt x="33124980" y="15100309"/>
                    <a:pt x="33125412" y="15100486"/>
                    <a:pt x="33186916" y="15161988"/>
                  </a:cubicBezTo>
                  <a:cubicBezTo>
                    <a:pt x="33247164" y="15222237"/>
                    <a:pt x="33248602" y="15225483"/>
                    <a:pt x="33248602" y="15300859"/>
                  </a:cubicBezTo>
                  <a:cubicBezTo>
                    <a:pt x="33248602" y="15348632"/>
                    <a:pt x="33241672" y="15386839"/>
                    <a:pt x="33230424" y="15401112"/>
                  </a:cubicBezTo>
                  <a:cubicBezTo>
                    <a:pt x="33220428" y="15413778"/>
                    <a:pt x="33195000" y="15448442"/>
                    <a:pt x="33173920" y="15478127"/>
                  </a:cubicBezTo>
                  <a:lnTo>
                    <a:pt x="33135598" y="15532100"/>
                  </a:lnTo>
                  <a:lnTo>
                    <a:pt x="33030176" y="15525748"/>
                  </a:lnTo>
                  <a:cubicBezTo>
                    <a:pt x="32844092" y="15514493"/>
                    <a:pt x="32800052" y="15469219"/>
                    <a:pt x="32811168" y="15300625"/>
                  </a:cubicBezTo>
                  <a:cubicBezTo>
                    <a:pt x="32817162" y="15209723"/>
                    <a:pt x="32827492" y="15192622"/>
                    <a:pt x="32914512" y="15129652"/>
                  </a:cubicBezTo>
                  <a:cubicBezTo>
                    <a:pt x="32947276" y="15105940"/>
                    <a:pt x="32971422" y="15100309"/>
                    <a:pt x="33040150" y="15100309"/>
                  </a:cubicBezTo>
                  <a:close/>
                  <a:moveTo>
                    <a:pt x="21565544" y="15092173"/>
                  </a:moveTo>
                  <a:cubicBezTo>
                    <a:pt x="21582764" y="15091192"/>
                    <a:pt x="21609224" y="15092780"/>
                    <a:pt x="21649460" y="15096684"/>
                  </a:cubicBezTo>
                  <a:cubicBezTo>
                    <a:pt x="21747024" y="15106155"/>
                    <a:pt x="21755716" y="15109489"/>
                    <a:pt x="21791808" y="15151163"/>
                  </a:cubicBezTo>
                  <a:cubicBezTo>
                    <a:pt x="21825360" y="15189914"/>
                    <a:pt x="21831120" y="15207945"/>
                    <a:pt x="21837124" y="15293071"/>
                  </a:cubicBezTo>
                  <a:cubicBezTo>
                    <a:pt x="21842548" y="15369953"/>
                    <a:pt x="21839940" y="15394659"/>
                    <a:pt x="21824800" y="15409805"/>
                  </a:cubicBezTo>
                  <a:cubicBezTo>
                    <a:pt x="21799400" y="15435194"/>
                    <a:pt x="21712688" y="15447259"/>
                    <a:pt x="21600924" y="15440945"/>
                  </a:cubicBezTo>
                  <a:cubicBezTo>
                    <a:pt x="21516124" y="15436162"/>
                    <a:pt x="21507808" y="15433005"/>
                    <a:pt x="21474444" y="15393052"/>
                  </a:cubicBezTo>
                  <a:cubicBezTo>
                    <a:pt x="21410896" y="15316929"/>
                    <a:pt x="21411168" y="15241635"/>
                    <a:pt x="21475116" y="15208559"/>
                  </a:cubicBezTo>
                  <a:cubicBezTo>
                    <a:pt x="21495600" y="15197968"/>
                    <a:pt x="21514600" y="15175078"/>
                    <a:pt x="21519672" y="15154858"/>
                  </a:cubicBezTo>
                  <a:cubicBezTo>
                    <a:pt x="21524536" y="15135473"/>
                    <a:pt x="21532352" y="15112184"/>
                    <a:pt x="21537036" y="15103118"/>
                  </a:cubicBezTo>
                  <a:cubicBezTo>
                    <a:pt x="21540336" y="15096722"/>
                    <a:pt x="21548320" y="15093160"/>
                    <a:pt x="21565544" y="15092173"/>
                  </a:cubicBezTo>
                  <a:close/>
                  <a:moveTo>
                    <a:pt x="25327084" y="14935100"/>
                  </a:moveTo>
                  <a:cubicBezTo>
                    <a:pt x="25349356" y="14938548"/>
                    <a:pt x="25372964" y="14953656"/>
                    <a:pt x="25392792" y="14979659"/>
                  </a:cubicBezTo>
                  <a:cubicBezTo>
                    <a:pt x="25411440" y="15004099"/>
                    <a:pt x="25434652" y="15024104"/>
                    <a:pt x="25444376" y="15024104"/>
                  </a:cubicBezTo>
                  <a:cubicBezTo>
                    <a:pt x="25475136" y="15024104"/>
                    <a:pt x="25501600" y="15078001"/>
                    <a:pt x="25501600" y="15140629"/>
                  </a:cubicBezTo>
                  <a:cubicBezTo>
                    <a:pt x="25501600" y="15198335"/>
                    <a:pt x="25481252" y="15265417"/>
                    <a:pt x="25463752" y="15265417"/>
                  </a:cubicBezTo>
                  <a:cubicBezTo>
                    <a:pt x="25459144" y="15265417"/>
                    <a:pt x="25436864" y="15281936"/>
                    <a:pt x="25414236" y="15302137"/>
                  </a:cubicBezTo>
                  <a:cubicBezTo>
                    <a:pt x="25384184" y="15328975"/>
                    <a:pt x="25354428" y="15341198"/>
                    <a:pt x="25303840" y="15347525"/>
                  </a:cubicBezTo>
                  <a:cubicBezTo>
                    <a:pt x="25215272" y="15358584"/>
                    <a:pt x="25158200" y="15339800"/>
                    <a:pt x="25108536" y="15283252"/>
                  </a:cubicBezTo>
                  <a:cubicBezTo>
                    <a:pt x="25076824" y="15247120"/>
                    <a:pt x="25069800" y="15228039"/>
                    <a:pt x="25069800" y="15177963"/>
                  </a:cubicBezTo>
                  <a:cubicBezTo>
                    <a:pt x="25069800" y="15059002"/>
                    <a:pt x="25106464" y="15007800"/>
                    <a:pt x="25201984" y="14993413"/>
                  </a:cubicBezTo>
                  <a:cubicBezTo>
                    <a:pt x="25230748" y="14989073"/>
                    <a:pt x="25259084" y="14975268"/>
                    <a:pt x="25269380" y="14960565"/>
                  </a:cubicBezTo>
                  <a:cubicBezTo>
                    <a:pt x="25283872" y="14939883"/>
                    <a:pt x="25304808" y="14931652"/>
                    <a:pt x="25327084" y="14935100"/>
                  </a:cubicBezTo>
                  <a:close/>
                  <a:moveTo>
                    <a:pt x="27695936" y="14916955"/>
                  </a:moveTo>
                  <a:cubicBezTo>
                    <a:pt x="27859584" y="14933651"/>
                    <a:pt x="27938082" y="15043533"/>
                    <a:pt x="27888318" y="15186289"/>
                  </a:cubicBezTo>
                  <a:cubicBezTo>
                    <a:pt x="27870378" y="15237744"/>
                    <a:pt x="27801078" y="15265417"/>
                    <a:pt x="27690078" y="15265417"/>
                  </a:cubicBezTo>
                  <a:cubicBezTo>
                    <a:pt x="27605766" y="15265417"/>
                    <a:pt x="27605762" y="15265398"/>
                    <a:pt x="27550536" y="15205250"/>
                  </a:cubicBezTo>
                  <a:cubicBezTo>
                    <a:pt x="27520160" y="15172174"/>
                    <a:pt x="27491976" y="15134606"/>
                    <a:pt x="27487908" y="15121782"/>
                  </a:cubicBezTo>
                  <a:cubicBezTo>
                    <a:pt x="27475152" y="15081601"/>
                    <a:pt x="27493692" y="15040642"/>
                    <a:pt x="27531792" y="15024857"/>
                  </a:cubicBezTo>
                  <a:cubicBezTo>
                    <a:pt x="27551932" y="15016512"/>
                    <a:pt x="27574820" y="14995621"/>
                    <a:pt x="27582650" y="14978425"/>
                  </a:cubicBezTo>
                  <a:cubicBezTo>
                    <a:pt x="27590486" y="14961229"/>
                    <a:pt x="27606946" y="14939130"/>
                    <a:pt x="27619226" y="14929292"/>
                  </a:cubicBezTo>
                  <a:cubicBezTo>
                    <a:pt x="27633634" y="14917752"/>
                    <a:pt x="27660838" y="14913393"/>
                    <a:pt x="27695936" y="14916955"/>
                  </a:cubicBezTo>
                  <a:close/>
                  <a:moveTo>
                    <a:pt x="38443150" y="14839073"/>
                  </a:moveTo>
                  <a:cubicBezTo>
                    <a:pt x="38500546" y="14839345"/>
                    <a:pt x="38565270" y="14877508"/>
                    <a:pt x="38575404" y="14937719"/>
                  </a:cubicBezTo>
                  <a:cubicBezTo>
                    <a:pt x="38591160" y="15031348"/>
                    <a:pt x="38594628" y="15125831"/>
                    <a:pt x="38583392" y="15155383"/>
                  </a:cubicBezTo>
                  <a:cubicBezTo>
                    <a:pt x="38551256" y="15239914"/>
                    <a:pt x="38456366" y="15278760"/>
                    <a:pt x="38348444" y="15251587"/>
                  </a:cubicBezTo>
                  <a:cubicBezTo>
                    <a:pt x="38273490" y="15232708"/>
                    <a:pt x="38255224" y="15197234"/>
                    <a:pt x="38246248" y="15053093"/>
                  </a:cubicBezTo>
                  <a:cubicBezTo>
                    <a:pt x="38239676" y="14947576"/>
                    <a:pt x="38240962" y="14944938"/>
                    <a:pt x="38306948" y="14928381"/>
                  </a:cubicBezTo>
                  <a:cubicBezTo>
                    <a:pt x="38327460" y="14923231"/>
                    <a:pt x="38350102" y="14904232"/>
                    <a:pt x="38361122" y="14882917"/>
                  </a:cubicBezTo>
                  <a:cubicBezTo>
                    <a:pt x="38376912" y="14852391"/>
                    <a:pt x="38408712" y="14838915"/>
                    <a:pt x="38443150" y="14839073"/>
                  </a:cubicBezTo>
                  <a:close/>
                  <a:moveTo>
                    <a:pt x="35802556" y="14828008"/>
                  </a:moveTo>
                  <a:cubicBezTo>
                    <a:pt x="35853922" y="14831323"/>
                    <a:pt x="35920456" y="14867790"/>
                    <a:pt x="35981452" y="14928868"/>
                  </a:cubicBezTo>
                  <a:cubicBezTo>
                    <a:pt x="36091088" y="15038630"/>
                    <a:pt x="36093402" y="15042078"/>
                    <a:pt x="36093402" y="15095526"/>
                  </a:cubicBezTo>
                  <a:cubicBezTo>
                    <a:pt x="36093402" y="15154301"/>
                    <a:pt x="36057568" y="15207629"/>
                    <a:pt x="35960898" y="15292723"/>
                  </a:cubicBezTo>
                  <a:cubicBezTo>
                    <a:pt x="35897824" y="15348240"/>
                    <a:pt x="35847376" y="15362190"/>
                    <a:pt x="35758168" y="15348822"/>
                  </a:cubicBezTo>
                  <a:cubicBezTo>
                    <a:pt x="35711714" y="15341850"/>
                    <a:pt x="35696080" y="15332404"/>
                    <a:pt x="35675226" y="15298645"/>
                  </a:cubicBezTo>
                  <a:cubicBezTo>
                    <a:pt x="35661090" y="15275780"/>
                    <a:pt x="35635098" y="15250492"/>
                    <a:pt x="35617464" y="15242470"/>
                  </a:cubicBezTo>
                  <a:cubicBezTo>
                    <a:pt x="35586656" y="15228431"/>
                    <a:pt x="35585402" y="15223414"/>
                    <a:pt x="35585402" y="15114082"/>
                  </a:cubicBezTo>
                  <a:lnTo>
                    <a:pt x="35585402" y="15000322"/>
                  </a:lnTo>
                  <a:lnTo>
                    <a:pt x="35658588" y="14924591"/>
                  </a:lnTo>
                  <a:cubicBezTo>
                    <a:pt x="35698840" y="14882936"/>
                    <a:pt x="35743132" y="14843116"/>
                    <a:pt x="35757012" y="14836068"/>
                  </a:cubicBezTo>
                  <a:cubicBezTo>
                    <a:pt x="35769998" y="14829482"/>
                    <a:pt x="35785434" y="14826907"/>
                    <a:pt x="35802556" y="14828008"/>
                  </a:cubicBezTo>
                  <a:close/>
                  <a:moveTo>
                    <a:pt x="9213428" y="14827818"/>
                  </a:moveTo>
                  <a:cubicBezTo>
                    <a:pt x="9259608" y="14821719"/>
                    <a:pt x="9325016" y="14841604"/>
                    <a:pt x="9352832" y="14876660"/>
                  </a:cubicBezTo>
                  <a:cubicBezTo>
                    <a:pt x="9367944" y="14895710"/>
                    <a:pt x="9397688" y="14913007"/>
                    <a:pt x="9423400" y="14917695"/>
                  </a:cubicBezTo>
                  <a:cubicBezTo>
                    <a:pt x="9447848" y="14922168"/>
                    <a:pt x="9484996" y="14941528"/>
                    <a:pt x="9505952" y="14960761"/>
                  </a:cubicBezTo>
                  <a:cubicBezTo>
                    <a:pt x="9526908" y="14979969"/>
                    <a:pt x="9567648" y="15005168"/>
                    <a:pt x="9596492" y="15016727"/>
                  </a:cubicBezTo>
                  <a:cubicBezTo>
                    <a:pt x="9625332" y="15028292"/>
                    <a:pt x="9658868" y="15048740"/>
                    <a:pt x="9671008" y="15062159"/>
                  </a:cubicBezTo>
                  <a:cubicBezTo>
                    <a:pt x="9683152" y="15075578"/>
                    <a:pt x="9720440" y="15095640"/>
                    <a:pt x="9753872" y="15106756"/>
                  </a:cubicBezTo>
                  <a:cubicBezTo>
                    <a:pt x="9823264" y="15129798"/>
                    <a:pt x="9836288" y="15156332"/>
                    <a:pt x="9822704" y="15246924"/>
                  </a:cubicBezTo>
                  <a:cubicBezTo>
                    <a:pt x="9813100" y="15310963"/>
                    <a:pt x="9792144" y="15324698"/>
                    <a:pt x="9696452" y="15329734"/>
                  </a:cubicBezTo>
                  <a:cubicBezTo>
                    <a:pt x="9661528" y="15331569"/>
                    <a:pt x="9611744" y="15334998"/>
                    <a:pt x="9585824" y="15337339"/>
                  </a:cubicBezTo>
                  <a:cubicBezTo>
                    <a:pt x="9549416" y="15340635"/>
                    <a:pt x="9532080" y="15334770"/>
                    <a:pt x="9509624" y="15311583"/>
                  </a:cubicBezTo>
                  <a:cubicBezTo>
                    <a:pt x="9452064" y="15252118"/>
                    <a:pt x="9387496" y="15248904"/>
                    <a:pt x="9339220" y="15303086"/>
                  </a:cubicBezTo>
                  <a:cubicBezTo>
                    <a:pt x="9320752" y="15323825"/>
                    <a:pt x="9286688" y="15347044"/>
                    <a:pt x="9263528" y="15354674"/>
                  </a:cubicBezTo>
                  <a:cubicBezTo>
                    <a:pt x="9240368" y="15362323"/>
                    <a:pt x="9218052" y="15379171"/>
                    <a:pt x="9213940" y="15392122"/>
                  </a:cubicBezTo>
                  <a:cubicBezTo>
                    <a:pt x="9209828" y="15405079"/>
                    <a:pt x="9189920" y="15421446"/>
                    <a:pt x="9169696" y="15428494"/>
                  </a:cubicBezTo>
                  <a:cubicBezTo>
                    <a:pt x="9149476" y="15435561"/>
                    <a:pt x="9124420" y="15457774"/>
                    <a:pt x="9114020" y="15477893"/>
                  </a:cubicBezTo>
                  <a:cubicBezTo>
                    <a:pt x="9103616" y="15497999"/>
                    <a:pt x="9080392" y="15521161"/>
                    <a:pt x="9062404" y="15529367"/>
                  </a:cubicBezTo>
                  <a:cubicBezTo>
                    <a:pt x="9038000" y="15540483"/>
                    <a:pt x="9029704" y="15553788"/>
                    <a:pt x="9029704" y="15581809"/>
                  </a:cubicBezTo>
                  <a:cubicBezTo>
                    <a:pt x="9029704" y="15602453"/>
                    <a:pt x="9023612" y="15635371"/>
                    <a:pt x="9016168" y="15654952"/>
                  </a:cubicBezTo>
                  <a:cubicBezTo>
                    <a:pt x="9004544" y="15685529"/>
                    <a:pt x="9006532" y="15693703"/>
                    <a:pt x="9030276" y="15712930"/>
                  </a:cubicBezTo>
                  <a:cubicBezTo>
                    <a:pt x="9045480" y="15725229"/>
                    <a:pt x="9068056" y="15735301"/>
                    <a:pt x="9080448" y="15735301"/>
                  </a:cubicBezTo>
                  <a:cubicBezTo>
                    <a:pt x="9092840" y="15735301"/>
                    <a:pt x="9112016" y="15749106"/>
                    <a:pt x="9123060" y="15765954"/>
                  </a:cubicBezTo>
                  <a:cubicBezTo>
                    <a:pt x="9134104" y="15782821"/>
                    <a:pt x="9161336" y="15800599"/>
                    <a:pt x="9183572" y="15805477"/>
                  </a:cubicBezTo>
                  <a:cubicBezTo>
                    <a:pt x="9205812" y="15810361"/>
                    <a:pt x="9245784" y="15836579"/>
                    <a:pt x="9272400" y="15863727"/>
                  </a:cubicBezTo>
                  <a:cubicBezTo>
                    <a:pt x="9304684" y="15896670"/>
                    <a:pt x="9332076" y="15913113"/>
                    <a:pt x="9354680" y="15913113"/>
                  </a:cubicBezTo>
                  <a:cubicBezTo>
                    <a:pt x="9389824" y="15913113"/>
                    <a:pt x="9434892" y="15944734"/>
                    <a:pt x="9531148" y="16036933"/>
                  </a:cubicBezTo>
                  <a:cubicBezTo>
                    <a:pt x="9568664" y="16072862"/>
                    <a:pt x="9598824" y="16090906"/>
                    <a:pt x="9621384" y="16090906"/>
                  </a:cubicBezTo>
                  <a:cubicBezTo>
                    <a:pt x="9642276" y="16090906"/>
                    <a:pt x="9674144" y="16107950"/>
                    <a:pt x="9704472" y="16135351"/>
                  </a:cubicBezTo>
                  <a:cubicBezTo>
                    <a:pt x="9731536" y="16159804"/>
                    <a:pt x="9761840" y="16179809"/>
                    <a:pt x="9771824" y="16179809"/>
                  </a:cubicBezTo>
                  <a:cubicBezTo>
                    <a:pt x="9781808" y="16179809"/>
                    <a:pt x="9801644" y="16196195"/>
                    <a:pt x="9815908" y="16216238"/>
                  </a:cubicBezTo>
                  <a:cubicBezTo>
                    <a:pt x="9834264" y="16242013"/>
                    <a:pt x="9856724" y="16255046"/>
                    <a:pt x="9892756" y="16260797"/>
                  </a:cubicBezTo>
                  <a:cubicBezTo>
                    <a:pt x="9927832" y="16266415"/>
                    <a:pt x="9950304" y="16279062"/>
                    <a:pt x="9965004" y="16301503"/>
                  </a:cubicBezTo>
                  <a:cubicBezTo>
                    <a:pt x="9976744" y="16319414"/>
                    <a:pt x="10008440" y="16342905"/>
                    <a:pt x="10035444" y="16353711"/>
                  </a:cubicBezTo>
                  <a:cubicBezTo>
                    <a:pt x="10062448" y="16364517"/>
                    <a:pt x="10090184" y="16383902"/>
                    <a:pt x="10097080" y="16396783"/>
                  </a:cubicBezTo>
                  <a:cubicBezTo>
                    <a:pt x="10103976" y="16409664"/>
                    <a:pt x="10132956" y="16427202"/>
                    <a:pt x="10161484" y="16435749"/>
                  </a:cubicBezTo>
                  <a:cubicBezTo>
                    <a:pt x="10190012" y="16444303"/>
                    <a:pt x="10221628" y="16463922"/>
                    <a:pt x="10231744" y="16479359"/>
                  </a:cubicBezTo>
                  <a:cubicBezTo>
                    <a:pt x="10241864" y="16494809"/>
                    <a:pt x="10265576" y="16511809"/>
                    <a:pt x="10284448" y="16517155"/>
                  </a:cubicBezTo>
                  <a:cubicBezTo>
                    <a:pt x="10303312" y="16522501"/>
                    <a:pt x="10336236" y="16545100"/>
                    <a:pt x="10357604" y="16567370"/>
                  </a:cubicBezTo>
                  <a:cubicBezTo>
                    <a:pt x="10381744" y="16592531"/>
                    <a:pt x="10415180" y="16611385"/>
                    <a:pt x="10445904" y="16617142"/>
                  </a:cubicBezTo>
                  <a:cubicBezTo>
                    <a:pt x="10473096" y="16622254"/>
                    <a:pt x="10515620" y="16639874"/>
                    <a:pt x="10540400" y="16656336"/>
                  </a:cubicBezTo>
                  <a:cubicBezTo>
                    <a:pt x="10565176" y="16672779"/>
                    <a:pt x="10622132" y="16695144"/>
                    <a:pt x="10666960" y="16706032"/>
                  </a:cubicBezTo>
                  <a:cubicBezTo>
                    <a:pt x="10711792" y="16716927"/>
                    <a:pt x="10757960" y="16734420"/>
                    <a:pt x="10769560" y="16744916"/>
                  </a:cubicBezTo>
                  <a:cubicBezTo>
                    <a:pt x="10797368" y="16770090"/>
                    <a:pt x="10797448" y="16770065"/>
                    <a:pt x="10863376" y="16725569"/>
                  </a:cubicBezTo>
                  <a:cubicBezTo>
                    <a:pt x="10909272" y="16694600"/>
                    <a:pt x="10919872" y="16680485"/>
                    <a:pt x="10917988" y="16652812"/>
                  </a:cubicBezTo>
                  <a:cubicBezTo>
                    <a:pt x="10915968" y="16623102"/>
                    <a:pt x="10921224" y="16617667"/>
                    <a:pt x="10956928" y="16612587"/>
                  </a:cubicBezTo>
                  <a:cubicBezTo>
                    <a:pt x="11046392" y="16599832"/>
                    <a:pt x="11054312" y="16607804"/>
                    <a:pt x="11065388" y="16721672"/>
                  </a:cubicBezTo>
                  <a:cubicBezTo>
                    <a:pt x="11075060" y="16821134"/>
                    <a:pt x="11074324" y="16825721"/>
                    <a:pt x="11044988" y="16848794"/>
                  </a:cubicBezTo>
                  <a:cubicBezTo>
                    <a:pt x="11028248" y="16861973"/>
                    <a:pt x="11000220" y="16895422"/>
                    <a:pt x="10982704" y="16923152"/>
                  </a:cubicBezTo>
                  <a:cubicBezTo>
                    <a:pt x="10965184" y="16950869"/>
                    <a:pt x="10938648" y="16990272"/>
                    <a:pt x="10923728" y="17010701"/>
                  </a:cubicBezTo>
                  <a:cubicBezTo>
                    <a:pt x="10908808" y="17031117"/>
                    <a:pt x="10896600" y="17058069"/>
                    <a:pt x="10896600" y="17070577"/>
                  </a:cubicBezTo>
                  <a:cubicBezTo>
                    <a:pt x="10896600" y="17083091"/>
                    <a:pt x="10877636" y="17109233"/>
                    <a:pt x="10854456" y="17128694"/>
                  </a:cubicBezTo>
                  <a:cubicBezTo>
                    <a:pt x="10827932" y="17150945"/>
                    <a:pt x="10808808" y="17181041"/>
                    <a:pt x="10802864" y="17209878"/>
                  </a:cubicBezTo>
                  <a:cubicBezTo>
                    <a:pt x="10797056" y="17238038"/>
                    <a:pt x="10779736" y="17265819"/>
                    <a:pt x="10757924" y="17281939"/>
                  </a:cubicBezTo>
                  <a:cubicBezTo>
                    <a:pt x="10734320" y="17299401"/>
                    <a:pt x="10719864" y="17324056"/>
                    <a:pt x="10714748" y="17355582"/>
                  </a:cubicBezTo>
                  <a:cubicBezTo>
                    <a:pt x="10710516" y="17381648"/>
                    <a:pt x="10692688" y="17417976"/>
                    <a:pt x="10675132" y="17436292"/>
                  </a:cubicBezTo>
                  <a:cubicBezTo>
                    <a:pt x="10657576" y="17454614"/>
                    <a:pt x="10632568" y="17489455"/>
                    <a:pt x="10619560" y="17513680"/>
                  </a:cubicBezTo>
                  <a:cubicBezTo>
                    <a:pt x="10586676" y="17574973"/>
                    <a:pt x="10545260" y="17604848"/>
                    <a:pt x="10483528" y="17611801"/>
                  </a:cubicBezTo>
                  <a:cubicBezTo>
                    <a:pt x="10435816" y="17617185"/>
                    <a:pt x="10427428" y="17613680"/>
                    <a:pt x="10395640" y="17575049"/>
                  </a:cubicBezTo>
                  <a:cubicBezTo>
                    <a:pt x="10362100" y="17534305"/>
                    <a:pt x="10361096" y="17529193"/>
                    <a:pt x="10373592" y="17462959"/>
                  </a:cubicBezTo>
                  <a:cubicBezTo>
                    <a:pt x="10381036" y="17423512"/>
                    <a:pt x="10400336" y="17376922"/>
                    <a:pt x="10418312" y="17355019"/>
                  </a:cubicBezTo>
                  <a:cubicBezTo>
                    <a:pt x="10470340" y="17291575"/>
                    <a:pt x="10482448" y="17253368"/>
                    <a:pt x="10458208" y="17229124"/>
                  </a:cubicBezTo>
                  <a:cubicBezTo>
                    <a:pt x="10446868" y="17217780"/>
                    <a:pt x="10425976" y="17208505"/>
                    <a:pt x="10411784" y="17208505"/>
                  </a:cubicBezTo>
                  <a:cubicBezTo>
                    <a:pt x="10397588" y="17208505"/>
                    <a:pt x="10340652" y="17168495"/>
                    <a:pt x="10285256" y="17119615"/>
                  </a:cubicBezTo>
                  <a:cubicBezTo>
                    <a:pt x="10229856" y="17070716"/>
                    <a:pt x="10174000" y="17030706"/>
                    <a:pt x="10161120" y="17030706"/>
                  </a:cubicBezTo>
                  <a:cubicBezTo>
                    <a:pt x="10148248" y="17030706"/>
                    <a:pt x="10130228" y="17021684"/>
                    <a:pt x="10121080" y="17010663"/>
                  </a:cubicBezTo>
                  <a:cubicBezTo>
                    <a:pt x="10111932" y="16999642"/>
                    <a:pt x="10077044" y="16976733"/>
                    <a:pt x="10043552" y="16959771"/>
                  </a:cubicBezTo>
                  <a:cubicBezTo>
                    <a:pt x="10010064" y="16942790"/>
                    <a:pt x="9973564" y="16915022"/>
                    <a:pt x="9962448" y="16898073"/>
                  </a:cubicBezTo>
                  <a:cubicBezTo>
                    <a:pt x="9951328" y="16881092"/>
                    <a:pt x="9921224" y="16860543"/>
                    <a:pt x="9895544" y="16852369"/>
                  </a:cubicBezTo>
                  <a:cubicBezTo>
                    <a:pt x="9869864" y="16844201"/>
                    <a:pt x="9834564" y="16824373"/>
                    <a:pt x="9817104" y="16808297"/>
                  </a:cubicBezTo>
                  <a:cubicBezTo>
                    <a:pt x="9799640" y="16792221"/>
                    <a:pt x="9767224" y="16773304"/>
                    <a:pt x="9745064" y="16766250"/>
                  </a:cubicBezTo>
                  <a:cubicBezTo>
                    <a:pt x="9722908" y="16759202"/>
                    <a:pt x="9695560" y="16739355"/>
                    <a:pt x="9684296" y="16722178"/>
                  </a:cubicBezTo>
                  <a:cubicBezTo>
                    <a:pt x="9670896" y="16701711"/>
                    <a:pt x="9647320" y="16688267"/>
                    <a:pt x="9616096" y="16683275"/>
                  </a:cubicBezTo>
                  <a:cubicBezTo>
                    <a:pt x="9586864" y="16678606"/>
                    <a:pt x="9554512" y="16661176"/>
                    <a:pt x="9532596" y="16638305"/>
                  </a:cubicBezTo>
                  <a:cubicBezTo>
                    <a:pt x="9512920" y="16617762"/>
                    <a:pt x="9482040" y="16597251"/>
                    <a:pt x="9463976" y="16592721"/>
                  </a:cubicBezTo>
                  <a:cubicBezTo>
                    <a:pt x="9445912" y="16588191"/>
                    <a:pt x="9412048" y="16567718"/>
                    <a:pt x="9388728" y="16547251"/>
                  </a:cubicBezTo>
                  <a:cubicBezTo>
                    <a:pt x="9365400" y="16526759"/>
                    <a:pt x="9334860" y="16510012"/>
                    <a:pt x="9320856" y="16510012"/>
                  </a:cubicBezTo>
                  <a:cubicBezTo>
                    <a:pt x="9306852" y="16510012"/>
                    <a:pt x="9272988" y="16487141"/>
                    <a:pt x="9245600" y="16459215"/>
                  </a:cubicBezTo>
                  <a:cubicBezTo>
                    <a:pt x="9218216" y="16431270"/>
                    <a:pt x="9184984" y="16408405"/>
                    <a:pt x="9171760" y="16408405"/>
                  </a:cubicBezTo>
                  <a:cubicBezTo>
                    <a:pt x="9158532" y="16408405"/>
                    <a:pt x="9132204" y="16394031"/>
                    <a:pt x="9113248" y="16376468"/>
                  </a:cubicBezTo>
                  <a:cubicBezTo>
                    <a:pt x="9094296" y="16358899"/>
                    <a:pt x="9059616" y="16336515"/>
                    <a:pt x="9036184" y="16326734"/>
                  </a:cubicBezTo>
                  <a:cubicBezTo>
                    <a:pt x="9012752" y="16316940"/>
                    <a:pt x="8984288" y="16294746"/>
                    <a:pt x="8972928" y="16277411"/>
                  </a:cubicBezTo>
                  <a:cubicBezTo>
                    <a:pt x="8960744" y="16258823"/>
                    <a:pt x="8930408" y="16239767"/>
                    <a:pt x="8898920" y="16230935"/>
                  </a:cubicBezTo>
                  <a:cubicBezTo>
                    <a:pt x="8869568" y="16222704"/>
                    <a:pt x="8830780" y="16201908"/>
                    <a:pt x="8812724" y="16184731"/>
                  </a:cubicBezTo>
                  <a:cubicBezTo>
                    <a:pt x="8794672" y="16167554"/>
                    <a:pt x="8759232" y="16150130"/>
                    <a:pt x="8733968" y="16146037"/>
                  </a:cubicBezTo>
                  <a:cubicBezTo>
                    <a:pt x="8692780" y="16139356"/>
                    <a:pt x="8683284" y="16143639"/>
                    <a:pt x="8641944" y="16187458"/>
                  </a:cubicBezTo>
                  <a:cubicBezTo>
                    <a:pt x="8616592" y="16214340"/>
                    <a:pt x="8588520" y="16253882"/>
                    <a:pt x="8579560" y="16275323"/>
                  </a:cubicBezTo>
                  <a:cubicBezTo>
                    <a:pt x="8570600" y="16296764"/>
                    <a:pt x="8548200" y="16324184"/>
                    <a:pt x="8529784" y="16336249"/>
                  </a:cubicBezTo>
                  <a:cubicBezTo>
                    <a:pt x="8496432" y="16358108"/>
                    <a:pt x="8496304" y="16358842"/>
                    <a:pt x="8496304" y="16524266"/>
                  </a:cubicBezTo>
                  <a:lnTo>
                    <a:pt x="8496304" y="16690361"/>
                  </a:lnTo>
                  <a:lnTo>
                    <a:pt x="8543928" y="16738172"/>
                  </a:lnTo>
                  <a:cubicBezTo>
                    <a:pt x="8572212" y="16766560"/>
                    <a:pt x="8613720" y="16792126"/>
                    <a:pt x="8646132" y="16801091"/>
                  </a:cubicBezTo>
                  <a:cubicBezTo>
                    <a:pt x="8709564" y="16818635"/>
                    <a:pt x="8734228" y="16854539"/>
                    <a:pt x="8743904" y="16943429"/>
                  </a:cubicBezTo>
                  <a:cubicBezTo>
                    <a:pt x="8749192" y="16992018"/>
                    <a:pt x="8746456" y="17003191"/>
                    <a:pt x="8728076" y="17007911"/>
                  </a:cubicBezTo>
                  <a:cubicBezTo>
                    <a:pt x="8715852" y="17011055"/>
                    <a:pt x="8681332" y="17026606"/>
                    <a:pt x="8651360" y="17042461"/>
                  </a:cubicBezTo>
                  <a:cubicBezTo>
                    <a:pt x="8583432" y="17078409"/>
                    <a:pt x="8553604" y="17071766"/>
                    <a:pt x="8485316" y="17005494"/>
                  </a:cubicBezTo>
                  <a:cubicBezTo>
                    <a:pt x="8456416" y="16977454"/>
                    <a:pt x="8426840" y="16954501"/>
                    <a:pt x="8419584" y="16954501"/>
                  </a:cubicBezTo>
                  <a:cubicBezTo>
                    <a:pt x="8412332" y="16954501"/>
                    <a:pt x="8383988" y="16931655"/>
                    <a:pt x="8356600" y="16903710"/>
                  </a:cubicBezTo>
                  <a:cubicBezTo>
                    <a:pt x="8329216" y="16875765"/>
                    <a:pt x="8295476" y="16852913"/>
                    <a:pt x="8281624" y="16852913"/>
                  </a:cubicBezTo>
                  <a:cubicBezTo>
                    <a:pt x="8267776" y="16852913"/>
                    <a:pt x="8248764" y="16841936"/>
                    <a:pt x="8239376" y="16828536"/>
                  </a:cubicBezTo>
                  <a:cubicBezTo>
                    <a:pt x="8229992" y="16815136"/>
                    <a:pt x="8190508" y="16790108"/>
                    <a:pt x="8151640" y="16772918"/>
                  </a:cubicBezTo>
                  <a:cubicBezTo>
                    <a:pt x="8069128" y="16736432"/>
                    <a:pt x="8048868" y="16700737"/>
                    <a:pt x="8058328" y="16608525"/>
                  </a:cubicBezTo>
                  <a:cubicBezTo>
                    <a:pt x="8063092" y="16562043"/>
                    <a:pt x="8073220" y="16540532"/>
                    <a:pt x="8102704" y="16514270"/>
                  </a:cubicBezTo>
                  <a:cubicBezTo>
                    <a:pt x="8123712" y="16495543"/>
                    <a:pt x="8146780" y="16458386"/>
                    <a:pt x="8153968" y="16431700"/>
                  </a:cubicBezTo>
                  <a:cubicBezTo>
                    <a:pt x="8162972" y="16398270"/>
                    <a:pt x="8178564" y="16377208"/>
                    <a:pt x="8204100" y="16364017"/>
                  </a:cubicBezTo>
                  <a:cubicBezTo>
                    <a:pt x="8235448" y="16347808"/>
                    <a:pt x="8241528" y="16336521"/>
                    <a:pt x="8243516" y="16290912"/>
                  </a:cubicBezTo>
                  <a:cubicBezTo>
                    <a:pt x="8245508" y="16245265"/>
                    <a:pt x="8253424" y="16230587"/>
                    <a:pt x="8294888" y="16195638"/>
                  </a:cubicBezTo>
                  <a:cubicBezTo>
                    <a:pt x="8327496" y="16168155"/>
                    <a:pt x="8341804" y="16146910"/>
                    <a:pt x="8337632" y="16132150"/>
                  </a:cubicBezTo>
                  <a:cubicBezTo>
                    <a:pt x="8332996" y="16115732"/>
                    <a:pt x="8342712" y="16106090"/>
                    <a:pt x="8374964" y="16095107"/>
                  </a:cubicBezTo>
                  <a:cubicBezTo>
                    <a:pt x="8415028" y="16081473"/>
                    <a:pt x="8418748" y="16075804"/>
                    <a:pt x="8420848" y="16025260"/>
                  </a:cubicBezTo>
                  <a:cubicBezTo>
                    <a:pt x="8422524" y="15984820"/>
                    <a:pt x="8432444" y="15960171"/>
                    <a:pt x="8458316" y="15932150"/>
                  </a:cubicBezTo>
                  <a:cubicBezTo>
                    <a:pt x="8477668" y="15911196"/>
                    <a:pt x="8500252" y="15883985"/>
                    <a:pt x="8508500" y="15871686"/>
                  </a:cubicBezTo>
                  <a:cubicBezTo>
                    <a:pt x="8516752" y="15859393"/>
                    <a:pt x="8540192" y="15840704"/>
                    <a:pt x="8560596" y="15830151"/>
                  </a:cubicBezTo>
                  <a:cubicBezTo>
                    <a:pt x="8588900" y="15815511"/>
                    <a:pt x="8599572" y="15799182"/>
                    <a:pt x="8605640" y="15761247"/>
                  </a:cubicBezTo>
                  <a:cubicBezTo>
                    <a:pt x="8610012" y="15733903"/>
                    <a:pt x="8624848" y="15695443"/>
                    <a:pt x="8638604" y="15675786"/>
                  </a:cubicBezTo>
                  <a:cubicBezTo>
                    <a:pt x="8652364" y="15656135"/>
                    <a:pt x="8674272" y="15624299"/>
                    <a:pt x="8687296" y="15605047"/>
                  </a:cubicBezTo>
                  <a:cubicBezTo>
                    <a:pt x="8700320" y="15585795"/>
                    <a:pt x="8724760" y="15564803"/>
                    <a:pt x="8741608" y="15558394"/>
                  </a:cubicBezTo>
                  <a:cubicBezTo>
                    <a:pt x="8776960" y="15544956"/>
                    <a:pt x="8788400" y="15521560"/>
                    <a:pt x="8788400" y="15462677"/>
                  </a:cubicBezTo>
                  <a:cubicBezTo>
                    <a:pt x="8788400" y="15431588"/>
                    <a:pt x="8796892" y="15415170"/>
                    <a:pt x="8821212" y="15399233"/>
                  </a:cubicBezTo>
                  <a:cubicBezTo>
                    <a:pt x="8839260" y="15387402"/>
                    <a:pt x="8861848" y="15359008"/>
                    <a:pt x="8871408" y="15336124"/>
                  </a:cubicBezTo>
                  <a:cubicBezTo>
                    <a:pt x="8880968" y="15313247"/>
                    <a:pt x="8903352" y="15284979"/>
                    <a:pt x="8921148" y="15273319"/>
                  </a:cubicBezTo>
                  <a:cubicBezTo>
                    <a:pt x="8941688" y="15259856"/>
                    <a:pt x="8953504" y="15240401"/>
                    <a:pt x="8953504" y="15220029"/>
                  </a:cubicBezTo>
                  <a:cubicBezTo>
                    <a:pt x="8953504" y="15200600"/>
                    <a:pt x="8970888" y="15170042"/>
                    <a:pt x="8997600" y="15142546"/>
                  </a:cubicBezTo>
                  <a:cubicBezTo>
                    <a:pt x="9023356" y="15116018"/>
                    <a:pt x="9042296" y="15083265"/>
                    <a:pt x="9043144" y="15063804"/>
                  </a:cubicBezTo>
                  <a:cubicBezTo>
                    <a:pt x="9044164" y="15040294"/>
                    <a:pt x="9056432" y="15023971"/>
                    <a:pt x="9084720" y="15008439"/>
                  </a:cubicBezTo>
                  <a:cubicBezTo>
                    <a:pt x="9116712" y="14990895"/>
                    <a:pt x="9127436" y="14974218"/>
                    <a:pt x="9137612" y="14926255"/>
                  </a:cubicBezTo>
                  <a:cubicBezTo>
                    <a:pt x="9144632" y="14893173"/>
                    <a:pt x="9161800" y="14855687"/>
                    <a:pt x="9175764" y="14842983"/>
                  </a:cubicBezTo>
                  <a:cubicBezTo>
                    <a:pt x="9184780" y="14834771"/>
                    <a:pt x="9198036" y="14829849"/>
                    <a:pt x="9213428" y="14827818"/>
                  </a:cubicBezTo>
                  <a:close/>
                  <a:moveTo>
                    <a:pt x="31298226" y="14759224"/>
                  </a:moveTo>
                  <a:cubicBezTo>
                    <a:pt x="31312284" y="14758895"/>
                    <a:pt x="31325432" y="14768948"/>
                    <a:pt x="31341432" y="14789282"/>
                  </a:cubicBezTo>
                  <a:cubicBezTo>
                    <a:pt x="31355224" y="14806826"/>
                    <a:pt x="31386380" y="14829463"/>
                    <a:pt x="31410666" y="14839611"/>
                  </a:cubicBezTo>
                  <a:cubicBezTo>
                    <a:pt x="31465146" y="14862368"/>
                    <a:pt x="31472328" y="14880051"/>
                    <a:pt x="31464112" y="14971181"/>
                  </a:cubicBezTo>
                  <a:cubicBezTo>
                    <a:pt x="31460544" y="15010761"/>
                    <a:pt x="31456992" y="15067132"/>
                    <a:pt x="31456216" y="15096437"/>
                  </a:cubicBezTo>
                  <a:cubicBezTo>
                    <a:pt x="31454964" y="15143780"/>
                    <a:pt x="31450536" y="15151201"/>
                    <a:pt x="31416360" y="15163108"/>
                  </a:cubicBezTo>
                  <a:cubicBezTo>
                    <a:pt x="31347868" y="15186985"/>
                    <a:pt x="31276052" y="15179184"/>
                    <a:pt x="31209076" y="15140610"/>
                  </a:cubicBezTo>
                  <a:cubicBezTo>
                    <a:pt x="31126832" y="15093242"/>
                    <a:pt x="31114150" y="15065493"/>
                    <a:pt x="31118110" y="14941553"/>
                  </a:cubicBezTo>
                  <a:lnTo>
                    <a:pt x="31121352" y="14839959"/>
                  </a:lnTo>
                  <a:lnTo>
                    <a:pt x="31169654" y="14832753"/>
                  </a:lnTo>
                  <a:cubicBezTo>
                    <a:pt x="31199106" y="14828362"/>
                    <a:pt x="31230286" y="14812248"/>
                    <a:pt x="31249544" y="14791471"/>
                  </a:cubicBezTo>
                  <a:cubicBezTo>
                    <a:pt x="31269194" y="14770283"/>
                    <a:pt x="31284166" y="14759559"/>
                    <a:pt x="31298226" y="14759224"/>
                  </a:cubicBezTo>
                  <a:close/>
                  <a:moveTo>
                    <a:pt x="18213008" y="14757402"/>
                  </a:moveTo>
                  <a:cubicBezTo>
                    <a:pt x="18247208" y="14757402"/>
                    <a:pt x="18348696" y="14817322"/>
                    <a:pt x="18364492" y="14846855"/>
                  </a:cubicBezTo>
                  <a:cubicBezTo>
                    <a:pt x="18371320" y="14859597"/>
                    <a:pt x="18376904" y="14916411"/>
                    <a:pt x="18376904" y="14973098"/>
                  </a:cubicBezTo>
                  <a:cubicBezTo>
                    <a:pt x="18376904" y="15102308"/>
                    <a:pt x="18356248" y="15149284"/>
                    <a:pt x="18297296" y="15154105"/>
                  </a:cubicBezTo>
                  <a:cubicBezTo>
                    <a:pt x="18085528" y="15171421"/>
                    <a:pt x="18071192" y="15167524"/>
                    <a:pt x="18040980" y="15084277"/>
                  </a:cubicBezTo>
                  <a:cubicBezTo>
                    <a:pt x="18022200" y="15032550"/>
                    <a:pt x="18022720" y="14928596"/>
                    <a:pt x="18042008" y="14878324"/>
                  </a:cubicBezTo>
                  <a:cubicBezTo>
                    <a:pt x="18046404" y="14866860"/>
                    <a:pt x="18071784" y="14848772"/>
                    <a:pt x="18098400" y="14838118"/>
                  </a:cubicBezTo>
                  <a:cubicBezTo>
                    <a:pt x="18125016" y="14827470"/>
                    <a:pt x="18155836" y="14804947"/>
                    <a:pt x="18166892" y="14788080"/>
                  </a:cubicBezTo>
                  <a:cubicBezTo>
                    <a:pt x="18177944" y="14771213"/>
                    <a:pt x="18198696" y="14757402"/>
                    <a:pt x="18213008" y="14757402"/>
                  </a:cubicBezTo>
                  <a:close/>
                  <a:moveTo>
                    <a:pt x="19933840" y="14756111"/>
                  </a:moveTo>
                  <a:cubicBezTo>
                    <a:pt x="19970012" y="14757326"/>
                    <a:pt x="20006764" y="14766873"/>
                    <a:pt x="20022512" y="14784012"/>
                  </a:cubicBezTo>
                  <a:cubicBezTo>
                    <a:pt x="20035952" y="14798652"/>
                    <a:pt x="20064096" y="14819454"/>
                    <a:pt x="20085052" y="14830235"/>
                  </a:cubicBezTo>
                  <a:cubicBezTo>
                    <a:pt x="20106008" y="14841022"/>
                    <a:pt x="20127348" y="14856193"/>
                    <a:pt x="20132480" y="14863950"/>
                  </a:cubicBezTo>
                  <a:cubicBezTo>
                    <a:pt x="20137616" y="14871719"/>
                    <a:pt x="20144756" y="14939345"/>
                    <a:pt x="20148356" y="15014253"/>
                  </a:cubicBezTo>
                  <a:lnTo>
                    <a:pt x="20154900" y="15150448"/>
                  </a:lnTo>
                  <a:lnTo>
                    <a:pt x="20119272" y="15168878"/>
                  </a:lnTo>
                  <a:cubicBezTo>
                    <a:pt x="20099680" y="15179007"/>
                    <a:pt x="20077012" y="15201859"/>
                    <a:pt x="20068904" y="15219656"/>
                  </a:cubicBezTo>
                  <a:cubicBezTo>
                    <a:pt x="20050128" y="15260868"/>
                    <a:pt x="20011608" y="15270143"/>
                    <a:pt x="19891304" y="15262437"/>
                  </a:cubicBezTo>
                  <a:cubicBezTo>
                    <a:pt x="19802520" y="15256724"/>
                    <a:pt x="19792016" y="15253061"/>
                    <a:pt x="19762056" y="15217277"/>
                  </a:cubicBezTo>
                  <a:cubicBezTo>
                    <a:pt x="19688404" y="15129317"/>
                    <a:pt x="19655148" y="15070352"/>
                    <a:pt x="19643828" y="15007661"/>
                  </a:cubicBezTo>
                  <a:cubicBezTo>
                    <a:pt x="19632052" y="14942439"/>
                    <a:pt x="19632512" y="14940908"/>
                    <a:pt x="19678084" y="14893236"/>
                  </a:cubicBezTo>
                  <a:cubicBezTo>
                    <a:pt x="19703492" y="14866645"/>
                    <a:pt x="19748384" y="14834562"/>
                    <a:pt x="19777844" y="14821934"/>
                  </a:cubicBezTo>
                  <a:cubicBezTo>
                    <a:pt x="19807308" y="14809306"/>
                    <a:pt x="19839172" y="14789630"/>
                    <a:pt x="19848660" y="14778204"/>
                  </a:cubicBezTo>
                  <a:cubicBezTo>
                    <a:pt x="19862080" y="14762033"/>
                    <a:pt x="19897668" y="14754909"/>
                    <a:pt x="19933840" y="14756111"/>
                  </a:cubicBezTo>
                  <a:close/>
                  <a:moveTo>
                    <a:pt x="34134920" y="14746501"/>
                  </a:moveTo>
                  <a:cubicBezTo>
                    <a:pt x="34184548" y="14741484"/>
                    <a:pt x="34244830" y="14762729"/>
                    <a:pt x="34277216" y="14801752"/>
                  </a:cubicBezTo>
                  <a:cubicBezTo>
                    <a:pt x="34286630" y="14813102"/>
                    <a:pt x="34314588" y="14830836"/>
                    <a:pt x="34339346" y="14841180"/>
                  </a:cubicBezTo>
                  <a:cubicBezTo>
                    <a:pt x="34392564" y="14863431"/>
                    <a:pt x="34389512" y="14857332"/>
                    <a:pt x="34397758" y="14957857"/>
                  </a:cubicBezTo>
                  <a:lnTo>
                    <a:pt x="34404304" y="15037662"/>
                  </a:lnTo>
                  <a:lnTo>
                    <a:pt x="34361204" y="15063089"/>
                  </a:lnTo>
                  <a:cubicBezTo>
                    <a:pt x="34337500" y="15077090"/>
                    <a:pt x="34311146" y="15105326"/>
                    <a:pt x="34302640" y="15125850"/>
                  </a:cubicBezTo>
                  <a:cubicBezTo>
                    <a:pt x="34284476" y="15169713"/>
                    <a:pt x="34233234" y="15184220"/>
                    <a:pt x="34143786" y="15170795"/>
                  </a:cubicBezTo>
                  <a:cubicBezTo>
                    <a:pt x="34098080" y="15163943"/>
                    <a:pt x="34082868" y="15154940"/>
                    <a:pt x="34067808" y="15125812"/>
                  </a:cubicBezTo>
                  <a:cubicBezTo>
                    <a:pt x="34057452" y="15105788"/>
                    <a:pt x="34037164" y="15085650"/>
                    <a:pt x="34022714" y="15081076"/>
                  </a:cubicBezTo>
                  <a:cubicBezTo>
                    <a:pt x="33959444" y="15060982"/>
                    <a:pt x="33960824" y="14915892"/>
                    <a:pt x="34024732" y="14868638"/>
                  </a:cubicBezTo>
                  <a:cubicBezTo>
                    <a:pt x="34046992" y="14852182"/>
                    <a:pt x="34061780" y="14829039"/>
                    <a:pt x="34062776" y="14809091"/>
                  </a:cubicBezTo>
                  <a:cubicBezTo>
                    <a:pt x="34063672" y="14791142"/>
                    <a:pt x="34076048" y="14769315"/>
                    <a:pt x="34090272" y="14760578"/>
                  </a:cubicBezTo>
                  <a:cubicBezTo>
                    <a:pt x="34103020" y="14752758"/>
                    <a:pt x="34118378" y="14748165"/>
                    <a:pt x="34134920" y="14746501"/>
                  </a:cubicBezTo>
                  <a:close/>
                  <a:moveTo>
                    <a:pt x="30721488" y="14744704"/>
                  </a:moveTo>
                  <a:cubicBezTo>
                    <a:pt x="30829512" y="14744704"/>
                    <a:pt x="30848302" y="14763950"/>
                    <a:pt x="30848302" y="14874528"/>
                  </a:cubicBezTo>
                  <a:cubicBezTo>
                    <a:pt x="30848302" y="14975458"/>
                    <a:pt x="30824376" y="14998702"/>
                    <a:pt x="30720468" y="14998702"/>
                  </a:cubicBezTo>
                  <a:cubicBezTo>
                    <a:pt x="30603210" y="14998702"/>
                    <a:pt x="30594302" y="14990218"/>
                    <a:pt x="30594302" y="14878514"/>
                  </a:cubicBezTo>
                  <a:cubicBezTo>
                    <a:pt x="30594302" y="14810084"/>
                    <a:pt x="30599716" y="14779210"/>
                    <a:pt x="30614260" y="14764665"/>
                  </a:cubicBezTo>
                  <a:cubicBezTo>
                    <a:pt x="30628528" y="14750392"/>
                    <a:pt x="30659084" y="14744704"/>
                    <a:pt x="30721488" y="14744704"/>
                  </a:cubicBezTo>
                  <a:close/>
                  <a:moveTo>
                    <a:pt x="26979404" y="14744704"/>
                  </a:moveTo>
                  <a:cubicBezTo>
                    <a:pt x="27086616" y="14744704"/>
                    <a:pt x="27101800" y="14761432"/>
                    <a:pt x="27101800" y="14879583"/>
                  </a:cubicBezTo>
                  <a:cubicBezTo>
                    <a:pt x="27101800" y="14990085"/>
                    <a:pt x="27092676" y="14998702"/>
                    <a:pt x="26975636" y="14998702"/>
                  </a:cubicBezTo>
                  <a:cubicBezTo>
                    <a:pt x="26865388" y="14998702"/>
                    <a:pt x="26843944" y="14974806"/>
                    <a:pt x="26845928" y="14854156"/>
                  </a:cubicBezTo>
                  <a:cubicBezTo>
                    <a:pt x="26847264" y="14772953"/>
                    <a:pt x="26850260" y="14762786"/>
                    <a:pt x="26875432" y="14754226"/>
                  </a:cubicBezTo>
                  <a:cubicBezTo>
                    <a:pt x="26890848" y="14749000"/>
                    <a:pt x="26937632" y="14744704"/>
                    <a:pt x="26979404" y="14744704"/>
                  </a:cubicBezTo>
                  <a:close/>
                  <a:moveTo>
                    <a:pt x="26413484" y="14736897"/>
                  </a:moveTo>
                  <a:cubicBezTo>
                    <a:pt x="26425080" y="14737169"/>
                    <a:pt x="26437428" y="14737713"/>
                    <a:pt x="26449952" y="14738548"/>
                  </a:cubicBezTo>
                  <a:cubicBezTo>
                    <a:pt x="26522940" y="14743483"/>
                    <a:pt x="26548520" y="14750993"/>
                    <a:pt x="26578608" y="14776306"/>
                  </a:cubicBezTo>
                  <a:cubicBezTo>
                    <a:pt x="26634408" y="14823269"/>
                    <a:pt x="26657304" y="14882240"/>
                    <a:pt x="26657304" y="14979026"/>
                  </a:cubicBezTo>
                  <a:cubicBezTo>
                    <a:pt x="26657304" y="15155446"/>
                    <a:pt x="26591144" y="15194849"/>
                    <a:pt x="26357820" y="15157376"/>
                  </a:cubicBezTo>
                  <a:cubicBezTo>
                    <a:pt x="26332780" y="15153371"/>
                    <a:pt x="26311180" y="15138516"/>
                    <a:pt x="26297840" y="15116189"/>
                  </a:cubicBezTo>
                  <a:cubicBezTo>
                    <a:pt x="26271960" y="15072832"/>
                    <a:pt x="26236256" y="14974414"/>
                    <a:pt x="26235724" y="14944963"/>
                  </a:cubicBezTo>
                  <a:cubicBezTo>
                    <a:pt x="26234312" y="14866411"/>
                    <a:pt x="26238472" y="14852081"/>
                    <a:pt x="26266192" y="14839959"/>
                  </a:cubicBezTo>
                  <a:cubicBezTo>
                    <a:pt x="26282168" y="14832968"/>
                    <a:pt x="26303288" y="14810116"/>
                    <a:pt x="26313132" y="14789162"/>
                  </a:cubicBezTo>
                  <a:cubicBezTo>
                    <a:pt x="26322972" y="14768208"/>
                    <a:pt x="26337284" y="14746855"/>
                    <a:pt x="26344936" y="14741724"/>
                  </a:cubicBezTo>
                  <a:cubicBezTo>
                    <a:pt x="26350680" y="14737884"/>
                    <a:pt x="26378696" y="14736125"/>
                    <a:pt x="26413484" y="14736897"/>
                  </a:cubicBezTo>
                  <a:close/>
                  <a:moveTo>
                    <a:pt x="20762368" y="14736239"/>
                  </a:moveTo>
                  <a:cubicBezTo>
                    <a:pt x="20804040" y="14736568"/>
                    <a:pt x="20821496" y="14746077"/>
                    <a:pt x="20859752" y="14776135"/>
                  </a:cubicBezTo>
                  <a:cubicBezTo>
                    <a:pt x="20873724" y="14787112"/>
                    <a:pt x="20899440" y="14806889"/>
                    <a:pt x="20916904" y="14820093"/>
                  </a:cubicBezTo>
                  <a:cubicBezTo>
                    <a:pt x="20946168" y="14842186"/>
                    <a:pt x="20948656" y="14852087"/>
                    <a:pt x="20948656" y="14946602"/>
                  </a:cubicBezTo>
                  <a:cubicBezTo>
                    <a:pt x="20948656" y="15045697"/>
                    <a:pt x="20947072" y="15051138"/>
                    <a:pt x="20901472" y="15109021"/>
                  </a:cubicBezTo>
                  <a:cubicBezTo>
                    <a:pt x="20855112" y="15167853"/>
                    <a:pt x="20852848" y="15168998"/>
                    <a:pt x="20771472" y="15174167"/>
                  </a:cubicBezTo>
                  <a:cubicBezTo>
                    <a:pt x="20640860" y="15182480"/>
                    <a:pt x="20578404" y="15168821"/>
                    <a:pt x="20553384" y="15126470"/>
                  </a:cubicBezTo>
                  <a:cubicBezTo>
                    <a:pt x="20541728" y="15106737"/>
                    <a:pt x="20511596" y="15079918"/>
                    <a:pt x="20486424" y="15066885"/>
                  </a:cubicBezTo>
                  <a:cubicBezTo>
                    <a:pt x="20441388" y="15043533"/>
                    <a:pt x="20440696" y="15041996"/>
                    <a:pt x="20443240" y="14970719"/>
                  </a:cubicBezTo>
                  <a:cubicBezTo>
                    <a:pt x="20446448" y="14880709"/>
                    <a:pt x="20460100" y="14858743"/>
                    <a:pt x="20552200" y="14795305"/>
                  </a:cubicBezTo>
                  <a:cubicBezTo>
                    <a:pt x="20615448" y="14751733"/>
                    <a:pt x="20637504" y="14743850"/>
                    <a:pt x="20710952" y="14738548"/>
                  </a:cubicBezTo>
                  <a:cubicBezTo>
                    <a:pt x="20731892" y="14737036"/>
                    <a:pt x="20748476" y="14736125"/>
                    <a:pt x="20762368" y="14736239"/>
                  </a:cubicBezTo>
                  <a:close/>
                  <a:moveTo>
                    <a:pt x="35039054" y="14656592"/>
                  </a:moveTo>
                  <a:cubicBezTo>
                    <a:pt x="35058902" y="14657402"/>
                    <a:pt x="35078328" y="14664203"/>
                    <a:pt x="35092272" y="14676825"/>
                  </a:cubicBezTo>
                  <a:cubicBezTo>
                    <a:pt x="35127212" y="14708446"/>
                    <a:pt x="35126184" y="14877799"/>
                    <a:pt x="35090932" y="14896659"/>
                  </a:cubicBezTo>
                  <a:cubicBezTo>
                    <a:pt x="35051642" y="14917689"/>
                    <a:pt x="35003344" y="14911957"/>
                    <a:pt x="34974190" y="14882797"/>
                  </a:cubicBezTo>
                  <a:cubicBezTo>
                    <a:pt x="34950464" y="14859072"/>
                    <a:pt x="34947992" y="14845653"/>
                    <a:pt x="34953872" y="14772434"/>
                  </a:cubicBezTo>
                  <a:cubicBezTo>
                    <a:pt x="34958684" y="14712463"/>
                    <a:pt x="34966948" y="14684398"/>
                    <a:pt x="34983308" y="14672434"/>
                  </a:cubicBezTo>
                  <a:cubicBezTo>
                    <a:pt x="34998936" y="14661008"/>
                    <a:pt x="35019206" y="14655795"/>
                    <a:pt x="35039054" y="14656592"/>
                  </a:cubicBezTo>
                  <a:close/>
                  <a:moveTo>
                    <a:pt x="19360560" y="14567449"/>
                  </a:moveTo>
                  <a:cubicBezTo>
                    <a:pt x="19387672" y="14566949"/>
                    <a:pt x="19415120" y="14571112"/>
                    <a:pt x="19432024" y="14580153"/>
                  </a:cubicBezTo>
                  <a:cubicBezTo>
                    <a:pt x="19445636" y="14587435"/>
                    <a:pt x="19471300" y="14616405"/>
                    <a:pt x="19489052" y="14644527"/>
                  </a:cubicBezTo>
                  <a:cubicBezTo>
                    <a:pt x="19554844" y="14748747"/>
                    <a:pt x="19494560" y="14810059"/>
                    <a:pt x="19325612" y="14810736"/>
                  </a:cubicBezTo>
                  <a:cubicBezTo>
                    <a:pt x="19242132" y="14811071"/>
                    <a:pt x="19202400" y="14786612"/>
                    <a:pt x="19202400" y="14734885"/>
                  </a:cubicBezTo>
                  <a:cubicBezTo>
                    <a:pt x="19202400" y="14696596"/>
                    <a:pt x="19256136" y="14604435"/>
                    <a:pt x="19291084" y="14582785"/>
                  </a:cubicBezTo>
                  <a:cubicBezTo>
                    <a:pt x="19306660" y="14573124"/>
                    <a:pt x="19333444" y="14567955"/>
                    <a:pt x="19360560" y="14567449"/>
                  </a:cubicBezTo>
                  <a:close/>
                  <a:moveTo>
                    <a:pt x="22815328" y="14559066"/>
                  </a:moveTo>
                  <a:cubicBezTo>
                    <a:pt x="22833124" y="14560053"/>
                    <a:pt x="22849320" y="14563071"/>
                    <a:pt x="22862380" y="14568360"/>
                  </a:cubicBezTo>
                  <a:cubicBezTo>
                    <a:pt x="22907432" y="14586568"/>
                    <a:pt x="22923504" y="14636764"/>
                    <a:pt x="22923504" y="14759300"/>
                  </a:cubicBezTo>
                  <a:cubicBezTo>
                    <a:pt x="22923504" y="14896235"/>
                    <a:pt x="22907632" y="14912248"/>
                    <a:pt x="22780628" y="14903384"/>
                  </a:cubicBezTo>
                  <a:cubicBezTo>
                    <a:pt x="22588696" y="14889997"/>
                    <a:pt x="22580600" y="14883765"/>
                    <a:pt x="22580600" y="14749392"/>
                  </a:cubicBezTo>
                  <a:cubicBezTo>
                    <a:pt x="22580600" y="14664918"/>
                    <a:pt x="22592444" y="14640535"/>
                    <a:pt x="22653716" y="14598899"/>
                  </a:cubicBezTo>
                  <a:cubicBezTo>
                    <a:pt x="22694188" y="14571403"/>
                    <a:pt x="22761940" y="14556080"/>
                    <a:pt x="22815328" y="14559066"/>
                  </a:cubicBezTo>
                  <a:close/>
                  <a:moveTo>
                    <a:pt x="32135348" y="14504770"/>
                  </a:moveTo>
                  <a:cubicBezTo>
                    <a:pt x="32162900" y="14506814"/>
                    <a:pt x="32202360" y="14515222"/>
                    <a:pt x="32256460" y="14530172"/>
                  </a:cubicBezTo>
                  <a:cubicBezTo>
                    <a:pt x="32438192" y="14580425"/>
                    <a:pt x="32448502" y="14593009"/>
                    <a:pt x="32448502" y="14764576"/>
                  </a:cubicBezTo>
                  <a:cubicBezTo>
                    <a:pt x="32448502" y="14866531"/>
                    <a:pt x="32446948" y="14872472"/>
                    <a:pt x="32416386" y="14887580"/>
                  </a:cubicBezTo>
                  <a:cubicBezTo>
                    <a:pt x="32398720" y="14896311"/>
                    <a:pt x="32367120" y="14920599"/>
                    <a:pt x="32346160" y="14941553"/>
                  </a:cubicBezTo>
                  <a:cubicBezTo>
                    <a:pt x="32310690" y="14977027"/>
                    <a:pt x="32300086" y="14980089"/>
                    <a:pt x="32192768" y="14985821"/>
                  </a:cubicBezTo>
                  <a:lnTo>
                    <a:pt x="32077484" y="14991964"/>
                  </a:lnTo>
                  <a:lnTo>
                    <a:pt x="32041690" y="14947709"/>
                  </a:lnTo>
                  <a:cubicBezTo>
                    <a:pt x="32000926" y="14897304"/>
                    <a:pt x="31994508" y="14890946"/>
                    <a:pt x="31959868" y="14866664"/>
                  </a:cubicBezTo>
                  <a:cubicBezTo>
                    <a:pt x="31939522" y="14852391"/>
                    <a:pt x="31933864" y="14830817"/>
                    <a:pt x="31929908" y="14752467"/>
                  </a:cubicBezTo>
                  <a:cubicBezTo>
                    <a:pt x="31922832" y="14612337"/>
                    <a:pt x="31929200" y="14596982"/>
                    <a:pt x="32009044" y="14561679"/>
                  </a:cubicBezTo>
                  <a:cubicBezTo>
                    <a:pt x="32046392" y="14545160"/>
                    <a:pt x="32080878" y="14525294"/>
                    <a:pt x="32085676" y="14517525"/>
                  </a:cubicBezTo>
                  <a:cubicBezTo>
                    <a:pt x="32092150" y="14507048"/>
                    <a:pt x="32107796" y="14502733"/>
                    <a:pt x="32135348" y="14504770"/>
                  </a:cubicBezTo>
                  <a:close/>
                  <a:moveTo>
                    <a:pt x="23757524" y="14490706"/>
                  </a:moveTo>
                  <a:cubicBezTo>
                    <a:pt x="23821236" y="14490706"/>
                    <a:pt x="23827048" y="14493724"/>
                    <a:pt x="23902372" y="14565842"/>
                  </a:cubicBezTo>
                  <a:lnTo>
                    <a:pt x="23980844" y="14640978"/>
                  </a:lnTo>
                  <a:lnTo>
                    <a:pt x="23987152" y="14729153"/>
                  </a:lnTo>
                  <a:cubicBezTo>
                    <a:pt x="23994228" y="14828008"/>
                    <a:pt x="23983380" y="14856421"/>
                    <a:pt x="23906668" y="14939845"/>
                  </a:cubicBezTo>
                  <a:lnTo>
                    <a:pt x="23861536" y="14988921"/>
                  </a:lnTo>
                  <a:lnTo>
                    <a:pt x="23751296" y="14988725"/>
                  </a:lnTo>
                  <a:cubicBezTo>
                    <a:pt x="23605468" y="14988472"/>
                    <a:pt x="23588284" y="14982974"/>
                    <a:pt x="23565864" y="14929311"/>
                  </a:cubicBezTo>
                  <a:cubicBezTo>
                    <a:pt x="23555548" y="14904618"/>
                    <a:pt x="23532012" y="14864633"/>
                    <a:pt x="23513568" y="14840446"/>
                  </a:cubicBezTo>
                  <a:cubicBezTo>
                    <a:pt x="23468528" y="14781399"/>
                    <a:pt x="23467016" y="14701714"/>
                    <a:pt x="23509384" y="14620334"/>
                  </a:cubicBezTo>
                  <a:cubicBezTo>
                    <a:pt x="23536236" y="14568752"/>
                    <a:pt x="23547024" y="14559572"/>
                    <a:pt x="23588032" y="14553429"/>
                  </a:cubicBezTo>
                  <a:cubicBezTo>
                    <a:pt x="23614172" y="14549500"/>
                    <a:pt x="23648064" y="14533791"/>
                    <a:pt x="23663352" y="14518499"/>
                  </a:cubicBezTo>
                  <a:cubicBezTo>
                    <a:pt x="23684856" y="14497001"/>
                    <a:pt x="23706176" y="14490706"/>
                    <a:pt x="23757524" y="14490706"/>
                  </a:cubicBezTo>
                  <a:close/>
                  <a:moveTo>
                    <a:pt x="28715500" y="14479938"/>
                  </a:moveTo>
                  <a:cubicBezTo>
                    <a:pt x="28739350" y="14478078"/>
                    <a:pt x="28763476" y="14485094"/>
                    <a:pt x="28797736" y="14500234"/>
                  </a:cubicBezTo>
                  <a:cubicBezTo>
                    <a:pt x="28865266" y="14530058"/>
                    <a:pt x="28896072" y="14601942"/>
                    <a:pt x="28884284" y="14702195"/>
                  </a:cubicBezTo>
                  <a:cubicBezTo>
                    <a:pt x="28879774" y="14740598"/>
                    <a:pt x="28868278" y="14779811"/>
                    <a:pt x="28858742" y="14789358"/>
                  </a:cubicBezTo>
                  <a:cubicBezTo>
                    <a:pt x="28816246" y="14831848"/>
                    <a:pt x="28608892" y="14827261"/>
                    <a:pt x="28568782" y="14782949"/>
                  </a:cubicBezTo>
                  <a:cubicBezTo>
                    <a:pt x="28555058" y="14767784"/>
                    <a:pt x="28544264" y="14726110"/>
                    <a:pt x="28538920" y="14667670"/>
                  </a:cubicBezTo>
                  <a:cubicBezTo>
                    <a:pt x="28531498" y="14586505"/>
                    <a:pt x="28533246" y="14574541"/>
                    <a:pt x="28554358" y="14562008"/>
                  </a:cubicBezTo>
                  <a:cubicBezTo>
                    <a:pt x="28567446" y="14554226"/>
                    <a:pt x="28603706" y="14532133"/>
                    <a:pt x="28634934" y="14512938"/>
                  </a:cubicBezTo>
                  <a:cubicBezTo>
                    <a:pt x="28668084" y="14492547"/>
                    <a:pt x="28691654" y="14481798"/>
                    <a:pt x="28715500" y="14479938"/>
                  </a:cubicBezTo>
                  <a:close/>
                  <a:moveTo>
                    <a:pt x="27464320" y="14478660"/>
                  </a:moveTo>
                  <a:cubicBezTo>
                    <a:pt x="27488584" y="14478584"/>
                    <a:pt x="27513380" y="14484993"/>
                    <a:pt x="27526344" y="14497969"/>
                  </a:cubicBezTo>
                  <a:cubicBezTo>
                    <a:pt x="27540888" y="14512508"/>
                    <a:pt x="27546304" y="14543395"/>
                    <a:pt x="27546304" y="14611818"/>
                  </a:cubicBezTo>
                  <a:cubicBezTo>
                    <a:pt x="27546304" y="14691661"/>
                    <a:pt x="27542626" y="14707680"/>
                    <a:pt x="27521736" y="14718866"/>
                  </a:cubicBezTo>
                  <a:cubicBezTo>
                    <a:pt x="27482536" y="14739839"/>
                    <a:pt x="27434172" y="14734170"/>
                    <a:pt x="27405208" y="14705213"/>
                  </a:cubicBezTo>
                  <a:cubicBezTo>
                    <a:pt x="27382284" y="14682285"/>
                    <a:pt x="27379152" y="14666911"/>
                    <a:pt x="27383504" y="14598589"/>
                  </a:cubicBezTo>
                  <a:cubicBezTo>
                    <a:pt x="27386300" y="14554688"/>
                    <a:pt x="27396196" y="14509591"/>
                    <a:pt x="27405496" y="14498393"/>
                  </a:cubicBezTo>
                  <a:cubicBezTo>
                    <a:pt x="27416328" y="14485341"/>
                    <a:pt x="27440056" y="14478755"/>
                    <a:pt x="27464320" y="14478660"/>
                  </a:cubicBezTo>
                  <a:close/>
                  <a:moveTo>
                    <a:pt x="29362288" y="14475136"/>
                  </a:moveTo>
                  <a:lnTo>
                    <a:pt x="29452772" y="14480248"/>
                  </a:lnTo>
                  <a:cubicBezTo>
                    <a:pt x="29527232" y="14484449"/>
                    <a:pt x="29547296" y="14490358"/>
                    <a:pt x="29566056" y="14513520"/>
                  </a:cubicBezTo>
                  <a:cubicBezTo>
                    <a:pt x="29611484" y="14569619"/>
                    <a:pt x="29616250" y="14866360"/>
                    <a:pt x="29571986" y="14883050"/>
                  </a:cubicBezTo>
                  <a:cubicBezTo>
                    <a:pt x="29560724" y="14887289"/>
                    <a:pt x="29497002" y="14893584"/>
                    <a:pt x="29430380" y="14897051"/>
                  </a:cubicBezTo>
                  <a:cubicBezTo>
                    <a:pt x="29314772" y="14903036"/>
                    <a:pt x="29308144" y="14901967"/>
                    <a:pt x="29285028" y="14873402"/>
                  </a:cubicBezTo>
                  <a:cubicBezTo>
                    <a:pt x="29264628" y="14848215"/>
                    <a:pt x="29260802" y="14822415"/>
                    <a:pt x="29260802" y="14710059"/>
                  </a:cubicBezTo>
                  <a:lnTo>
                    <a:pt x="29260802" y="14576629"/>
                  </a:lnTo>
                  <a:lnTo>
                    <a:pt x="29311544" y="14525876"/>
                  </a:lnTo>
                  <a:close/>
                  <a:moveTo>
                    <a:pt x="24711516" y="14475016"/>
                  </a:moveTo>
                  <a:cubicBezTo>
                    <a:pt x="24735352" y="14477882"/>
                    <a:pt x="24767512" y="14487454"/>
                    <a:pt x="24811424" y="14504150"/>
                  </a:cubicBezTo>
                  <a:cubicBezTo>
                    <a:pt x="24848904" y="14518417"/>
                    <a:pt x="24881744" y="14590706"/>
                    <a:pt x="24872904" y="14639529"/>
                  </a:cubicBezTo>
                  <a:cubicBezTo>
                    <a:pt x="24856280" y="14731361"/>
                    <a:pt x="24832440" y="14766506"/>
                    <a:pt x="24770820" y="14790035"/>
                  </a:cubicBezTo>
                  <a:cubicBezTo>
                    <a:pt x="24717616" y="14810350"/>
                    <a:pt x="24707356" y="14810856"/>
                    <a:pt x="24678200" y="14794476"/>
                  </a:cubicBezTo>
                  <a:cubicBezTo>
                    <a:pt x="24660164" y="14784360"/>
                    <a:pt x="24638596" y="14759015"/>
                    <a:pt x="24630272" y="14738175"/>
                  </a:cubicBezTo>
                  <a:cubicBezTo>
                    <a:pt x="24605984" y="14677350"/>
                    <a:pt x="24625432" y="14520644"/>
                    <a:pt x="24661544" y="14486151"/>
                  </a:cubicBezTo>
                  <a:cubicBezTo>
                    <a:pt x="24672168" y="14476009"/>
                    <a:pt x="24687680" y="14472156"/>
                    <a:pt x="24711516" y="14475016"/>
                  </a:cubicBezTo>
                  <a:close/>
                  <a:moveTo>
                    <a:pt x="36806082" y="14473586"/>
                  </a:moveTo>
                  <a:cubicBezTo>
                    <a:pt x="36834934" y="14477964"/>
                    <a:pt x="36863460" y="14497501"/>
                    <a:pt x="36912428" y="14537821"/>
                  </a:cubicBezTo>
                  <a:lnTo>
                    <a:pt x="36985072" y="14597621"/>
                  </a:lnTo>
                  <a:lnTo>
                    <a:pt x="36979612" y="14673073"/>
                  </a:lnTo>
                  <a:cubicBezTo>
                    <a:pt x="36975104" y="14735423"/>
                    <a:pt x="36968242" y="14753631"/>
                    <a:pt x="36940128" y="14777818"/>
                  </a:cubicBezTo>
                  <a:cubicBezTo>
                    <a:pt x="36872874" y="14835663"/>
                    <a:pt x="36757582" y="14832955"/>
                    <a:pt x="36692336" y="14772004"/>
                  </a:cubicBezTo>
                  <a:cubicBezTo>
                    <a:pt x="36644452" y="14727274"/>
                    <a:pt x="36629012" y="14643635"/>
                    <a:pt x="36654028" y="14564469"/>
                  </a:cubicBezTo>
                  <a:cubicBezTo>
                    <a:pt x="36668988" y="14517139"/>
                    <a:pt x="36678764" y="14507130"/>
                    <a:pt x="36728402" y="14488327"/>
                  </a:cubicBezTo>
                  <a:cubicBezTo>
                    <a:pt x="36747034" y="14481273"/>
                    <a:pt x="36762410" y="14476357"/>
                    <a:pt x="36776354" y="14474073"/>
                  </a:cubicBezTo>
                  <a:cubicBezTo>
                    <a:pt x="36786812" y="14472365"/>
                    <a:pt x="36796466" y="14472131"/>
                    <a:pt x="36806082" y="14473586"/>
                  </a:cubicBezTo>
                  <a:close/>
                  <a:moveTo>
                    <a:pt x="21969104" y="14419866"/>
                  </a:moveTo>
                  <a:cubicBezTo>
                    <a:pt x="21996928" y="14424655"/>
                    <a:pt x="22018776" y="14490434"/>
                    <a:pt x="22027440" y="14595476"/>
                  </a:cubicBezTo>
                  <a:cubicBezTo>
                    <a:pt x="22036928" y="14710597"/>
                    <a:pt x="22017504" y="14732000"/>
                    <a:pt x="21903584" y="14732000"/>
                  </a:cubicBezTo>
                  <a:cubicBezTo>
                    <a:pt x="21790988" y="14732000"/>
                    <a:pt x="21779376" y="14720359"/>
                    <a:pt x="21779020" y="14607111"/>
                  </a:cubicBezTo>
                  <a:cubicBezTo>
                    <a:pt x="21778704" y="14507592"/>
                    <a:pt x="21791932" y="14478002"/>
                    <a:pt x="21836744" y="14478002"/>
                  </a:cubicBezTo>
                  <a:cubicBezTo>
                    <a:pt x="21851992" y="14478002"/>
                    <a:pt x="21883296" y="14464115"/>
                    <a:pt x="21906312" y="14447134"/>
                  </a:cubicBezTo>
                  <a:cubicBezTo>
                    <a:pt x="21929324" y="14430153"/>
                    <a:pt x="21957580" y="14417892"/>
                    <a:pt x="21969104" y="14419866"/>
                  </a:cubicBezTo>
                  <a:close/>
                  <a:moveTo>
                    <a:pt x="30238286" y="14384253"/>
                  </a:moveTo>
                  <a:cubicBezTo>
                    <a:pt x="30301660" y="14384968"/>
                    <a:pt x="30309750" y="14391807"/>
                    <a:pt x="30339460" y="14420024"/>
                  </a:cubicBezTo>
                  <a:cubicBezTo>
                    <a:pt x="30384746" y="14463071"/>
                    <a:pt x="30393512" y="14501025"/>
                    <a:pt x="30394742" y="14659452"/>
                  </a:cubicBezTo>
                  <a:cubicBezTo>
                    <a:pt x="30395816" y="14797779"/>
                    <a:pt x="30395760" y="14797823"/>
                    <a:pt x="30190896" y="14812520"/>
                  </a:cubicBezTo>
                  <a:cubicBezTo>
                    <a:pt x="30018860" y="14824857"/>
                    <a:pt x="29969420" y="14814867"/>
                    <a:pt x="29914092" y="14756630"/>
                  </a:cubicBezTo>
                  <a:cubicBezTo>
                    <a:pt x="29878664" y="14719334"/>
                    <a:pt x="29876752" y="14711685"/>
                    <a:pt x="29876752" y="14607187"/>
                  </a:cubicBezTo>
                  <a:lnTo>
                    <a:pt x="29876752" y="14497058"/>
                  </a:lnTo>
                  <a:lnTo>
                    <a:pt x="29916432" y="14478002"/>
                  </a:lnTo>
                  <a:cubicBezTo>
                    <a:pt x="29938256" y="14467525"/>
                    <a:pt x="29971488" y="14442756"/>
                    <a:pt x="29990276" y="14422966"/>
                  </a:cubicBezTo>
                  <a:cubicBezTo>
                    <a:pt x="30023404" y="14388068"/>
                    <a:pt x="30028632" y="14386904"/>
                    <a:pt x="30162336" y="14384854"/>
                  </a:cubicBezTo>
                  <a:cubicBezTo>
                    <a:pt x="30179386" y="14384601"/>
                    <a:pt x="30194334" y="14384373"/>
                    <a:pt x="30207516" y="14384259"/>
                  </a:cubicBezTo>
                  <a:cubicBezTo>
                    <a:pt x="30219050" y="14384158"/>
                    <a:pt x="30229232" y="14384139"/>
                    <a:pt x="30238286" y="14384253"/>
                  </a:cubicBezTo>
                  <a:close/>
                  <a:moveTo>
                    <a:pt x="37801434" y="14381716"/>
                  </a:moveTo>
                  <a:cubicBezTo>
                    <a:pt x="37841092" y="14376667"/>
                    <a:pt x="37894544" y="14395812"/>
                    <a:pt x="37924700" y="14430716"/>
                  </a:cubicBezTo>
                  <a:cubicBezTo>
                    <a:pt x="37943536" y="14452537"/>
                    <a:pt x="37974820" y="14476376"/>
                    <a:pt x="37994216" y="14483715"/>
                  </a:cubicBezTo>
                  <a:cubicBezTo>
                    <a:pt x="38036040" y="14499538"/>
                    <a:pt x="38051258" y="14559085"/>
                    <a:pt x="38049288" y="14699234"/>
                  </a:cubicBezTo>
                  <a:cubicBezTo>
                    <a:pt x="38048098" y="14783860"/>
                    <a:pt x="38046356" y="14788561"/>
                    <a:pt x="38002222" y="14826230"/>
                  </a:cubicBezTo>
                  <a:cubicBezTo>
                    <a:pt x="37932500" y="14885745"/>
                    <a:pt x="37909732" y="14895634"/>
                    <a:pt x="37825364" y="14903011"/>
                  </a:cubicBezTo>
                  <a:cubicBezTo>
                    <a:pt x="37715736" y="14912583"/>
                    <a:pt x="37670080" y="14900803"/>
                    <a:pt x="37642762" y="14855883"/>
                  </a:cubicBezTo>
                  <a:cubicBezTo>
                    <a:pt x="37630212" y="14835252"/>
                    <a:pt x="37602228" y="14807585"/>
                    <a:pt x="37580572" y="14794432"/>
                  </a:cubicBezTo>
                  <a:cubicBezTo>
                    <a:pt x="37542692" y="14771384"/>
                    <a:pt x="37541202" y="14767170"/>
                    <a:pt x="37541202" y="14683297"/>
                  </a:cubicBezTo>
                  <a:cubicBezTo>
                    <a:pt x="37541202" y="14607231"/>
                    <a:pt x="37545902" y="14589624"/>
                    <a:pt x="37578064" y="14545236"/>
                  </a:cubicBezTo>
                  <a:cubicBezTo>
                    <a:pt x="37606380" y="14506143"/>
                    <a:pt x="37628264" y="14490997"/>
                    <a:pt x="37672448" y="14479862"/>
                  </a:cubicBezTo>
                  <a:cubicBezTo>
                    <a:pt x="37711784" y="14469967"/>
                    <a:pt x="37732600" y="14457073"/>
                    <a:pt x="37738304" y="14439118"/>
                  </a:cubicBezTo>
                  <a:cubicBezTo>
                    <a:pt x="37742886" y="14424674"/>
                    <a:pt x="37756136" y="14404897"/>
                    <a:pt x="37767744" y="14395141"/>
                  </a:cubicBezTo>
                  <a:cubicBezTo>
                    <a:pt x="37776526" y="14387777"/>
                    <a:pt x="37788214" y="14383405"/>
                    <a:pt x="37801434" y="14381716"/>
                  </a:cubicBezTo>
                  <a:close/>
                  <a:moveTo>
                    <a:pt x="33301830" y="14300209"/>
                  </a:moveTo>
                  <a:cubicBezTo>
                    <a:pt x="33404500" y="14300209"/>
                    <a:pt x="33426402" y="14323523"/>
                    <a:pt x="33426402" y="14432842"/>
                  </a:cubicBezTo>
                  <a:cubicBezTo>
                    <a:pt x="33426402" y="14502999"/>
                    <a:pt x="33422376" y="14517487"/>
                    <a:pt x="33398176" y="14534430"/>
                  </a:cubicBezTo>
                  <a:cubicBezTo>
                    <a:pt x="33359820" y="14561312"/>
                    <a:pt x="33238164" y="14560730"/>
                    <a:pt x="33199288" y="14533500"/>
                  </a:cubicBezTo>
                  <a:cubicBezTo>
                    <a:pt x="33172172" y="14514507"/>
                    <a:pt x="33170140" y="14505447"/>
                    <a:pt x="33174732" y="14424168"/>
                  </a:cubicBezTo>
                  <a:cubicBezTo>
                    <a:pt x="33178608" y="14355517"/>
                    <a:pt x="33185184" y="14331558"/>
                    <a:pt x="33203898" y="14317867"/>
                  </a:cubicBezTo>
                  <a:cubicBezTo>
                    <a:pt x="33217964" y="14307586"/>
                    <a:pt x="33258868" y="14300209"/>
                    <a:pt x="33301830" y="14300209"/>
                  </a:cubicBezTo>
                  <a:close/>
                  <a:moveTo>
                    <a:pt x="18807364" y="14293680"/>
                  </a:moveTo>
                  <a:cubicBezTo>
                    <a:pt x="18822088" y="14294129"/>
                    <a:pt x="18835748" y="14295793"/>
                    <a:pt x="18846804" y="14298855"/>
                  </a:cubicBezTo>
                  <a:cubicBezTo>
                    <a:pt x="18912128" y="14317000"/>
                    <a:pt x="18930380" y="14497678"/>
                    <a:pt x="18870144" y="14529906"/>
                  </a:cubicBezTo>
                  <a:cubicBezTo>
                    <a:pt x="18824904" y="14554125"/>
                    <a:pt x="18698656" y="14550835"/>
                    <a:pt x="18672600" y="14524788"/>
                  </a:cubicBezTo>
                  <a:cubicBezTo>
                    <a:pt x="18641072" y="14493243"/>
                    <a:pt x="18652200" y="14343895"/>
                    <a:pt x="18688036" y="14317696"/>
                  </a:cubicBezTo>
                  <a:cubicBezTo>
                    <a:pt x="18709504" y="14302006"/>
                    <a:pt x="18763200" y="14292345"/>
                    <a:pt x="18807364" y="14293680"/>
                  </a:cubicBezTo>
                  <a:close/>
                  <a:moveTo>
                    <a:pt x="28147892" y="14211300"/>
                  </a:moveTo>
                  <a:cubicBezTo>
                    <a:pt x="28208584" y="14211300"/>
                    <a:pt x="28223250" y="14217013"/>
                    <a:pt x="28281244" y="14263185"/>
                  </a:cubicBezTo>
                  <a:lnTo>
                    <a:pt x="28346402" y="14315064"/>
                  </a:lnTo>
                  <a:lnTo>
                    <a:pt x="28339858" y="14406061"/>
                  </a:lnTo>
                  <a:cubicBezTo>
                    <a:pt x="28336256" y="14456118"/>
                    <a:pt x="28327890" y="14505637"/>
                    <a:pt x="28321256" y="14516114"/>
                  </a:cubicBezTo>
                  <a:cubicBezTo>
                    <a:pt x="28311514" y="14531494"/>
                    <a:pt x="28276422" y="14535151"/>
                    <a:pt x="28138624" y="14535151"/>
                  </a:cubicBezTo>
                  <a:cubicBezTo>
                    <a:pt x="27930130" y="14535151"/>
                    <a:pt x="27927302" y="14533538"/>
                    <a:pt x="27927302" y="14414463"/>
                  </a:cubicBezTo>
                  <a:lnTo>
                    <a:pt x="27927302" y="14329470"/>
                  </a:lnTo>
                  <a:lnTo>
                    <a:pt x="27978102" y="14306561"/>
                  </a:lnTo>
                  <a:cubicBezTo>
                    <a:pt x="28006042" y="14293952"/>
                    <a:pt x="28028904" y="14278806"/>
                    <a:pt x="28028904" y="14272884"/>
                  </a:cubicBezTo>
                  <a:cubicBezTo>
                    <a:pt x="28028904" y="14266956"/>
                    <a:pt x="28040332" y="14250671"/>
                    <a:pt x="28054302" y="14236708"/>
                  </a:cubicBezTo>
                  <a:cubicBezTo>
                    <a:pt x="28073396" y="14217614"/>
                    <a:pt x="28096634" y="14211300"/>
                    <a:pt x="28147892" y="14211300"/>
                  </a:cubicBezTo>
                  <a:close/>
                  <a:moveTo>
                    <a:pt x="25868436" y="14211300"/>
                  </a:moveTo>
                  <a:cubicBezTo>
                    <a:pt x="25953720" y="14211300"/>
                    <a:pt x="25975032" y="14215444"/>
                    <a:pt x="25991992" y="14235259"/>
                  </a:cubicBezTo>
                  <a:cubicBezTo>
                    <a:pt x="26037988" y="14289036"/>
                    <a:pt x="26056968" y="14307491"/>
                    <a:pt x="26085800" y="14326522"/>
                  </a:cubicBezTo>
                  <a:cubicBezTo>
                    <a:pt x="26112308" y="14344009"/>
                    <a:pt x="26115908" y="14355808"/>
                    <a:pt x="26114860" y="14421764"/>
                  </a:cubicBezTo>
                  <a:cubicBezTo>
                    <a:pt x="26113756" y="14491111"/>
                    <a:pt x="26109104" y="14502828"/>
                    <a:pt x="26055996" y="14570081"/>
                  </a:cubicBezTo>
                  <a:lnTo>
                    <a:pt x="25998332" y="14643110"/>
                  </a:lnTo>
                  <a:lnTo>
                    <a:pt x="25892840" y="14636448"/>
                  </a:lnTo>
                  <a:cubicBezTo>
                    <a:pt x="25711232" y="14625003"/>
                    <a:pt x="25712168" y="14625275"/>
                    <a:pt x="25656104" y="14565475"/>
                  </a:cubicBezTo>
                  <a:cubicBezTo>
                    <a:pt x="25605436" y="14511407"/>
                    <a:pt x="25604064" y="14507655"/>
                    <a:pt x="25609892" y="14439061"/>
                  </a:cubicBezTo>
                  <a:cubicBezTo>
                    <a:pt x="25616328" y="14363318"/>
                    <a:pt x="25649056" y="14308269"/>
                    <a:pt x="25725560" y="14244496"/>
                  </a:cubicBezTo>
                  <a:cubicBezTo>
                    <a:pt x="25761292" y="14214710"/>
                    <a:pt x="25775936" y="14211300"/>
                    <a:pt x="25868436" y="14211300"/>
                  </a:cubicBezTo>
                  <a:close/>
                  <a:moveTo>
                    <a:pt x="32815324" y="14209193"/>
                  </a:moveTo>
                  <a:cubicBezTo>
                    <a:pt x="32879350" y="14208472"/>
                    <a:pt x="32943298" y="14215678"/>
                    <a:pt x="32957454" y="14231330"/>
                  </a:cubicBezTo>
                  <a:cubicBezTo>
                    <a:pt x="32967410" y="14242364"/>
                    <a:pt x="32994124" y="14269341"/>
                    <a:pt x="33016828" y="14291320"/>
                  </a:cubicBezTo>
                  <a:cubicBezTo>
                    <a:pt x="33054324" y="14327610"/>
                    <a:pt x="33057504" y="14336518"/>
                    <a:pt x="33051566" y="14388764"/>
                  </a:cubicBezTo>
                  <a:cubicBezTo>
                    <a:pt x="33042308" y="14470176"/>
                    <a:pt x="33019664" y="14507459"/>
                    <a:pt x="32968870" y="14524921"/>
                  </a:cubicBezTo>
                  <a:cubicBezTo>
                    <a:pt x="32908952" y="14545495"/>
                    <a:pt x="32699028" y="14557092"/>
                    <a:pt x="32659342" y="14541990"/>
                  </a:cubicBezTo>
                  <a:cubicBezTo>
                    <a:pt x="32627048" y="14529723"/>
                    <a:pt x="32562802" y="14423314"/>
                    <a:pt x="32562802" y="14382089"/>
                  </a:cubicBezTo>
                  <a:cubicBezTo>
                    <a:pt x="32562802" y="14370796"/>
                    <a:pt x="32582804" y="14343838"/>
                    <a:pt x="32607252" y="14322188"/>
                  </a:cubicBezTo>
                  <a:cubicBezTo>
                    <a:pt x="32631700" y="14300538"/>
                    <a:pt x="32651702" y="14277186"/>
                    <a:pt x="32651702" y="14270290"/>
                  </a:cubicBezTo>
                  <a:cubicBezTo>
                    <a:pt x="32651702" y="14263394"/>
                    <a:pt x="32661160" y="14247299"/>
                    <a:pt x="32672720" y="14234525"/>
                  </a:cubicBezTo>
                  <a:cubicBezTo>
                    <a:pt x="32687192" y="14218544"/>
                    <a:pt x="32751296" y="14209908"/>
                    <a:pt x="32815324" y="14209193"/>
                  </a:cubicBezTo>
                  <a:close/>
                  <a:moveTo>
                    <a:pt x="34362364" y="14205897"/>
                  </a:moveTo>
                  <a:cubicBezTo>
                    <a:pt x="34390414" y="14207061"/>
                    <a:pt x="34421244" y="14213780"/>
                    <a:pt x="34447648" y="14225826"/>
                  </a:cubicBezTo>
                  <a:cubicBezTo>
                    <a:pt x="34507818" y="14253227"/>
                    <a:pt x="34505636" y="14395774"/>
                    <a:pt x="34444304" y="14444306"/>
                  </a:cubicBezTo>
                  <a:cubicBezTo>
                    <a:pt x="34419888" y="14463615"/>
                    <a:pt x="34402122" y="14466380"/>
                    <a:pt x="34346764" y="14459452"/>
                  </a:cubicBezTo>
                  <a:cubicBezTo>
                    <a:pt x="34309540" y="14454802"/>
                    <a:pt x="34271996" y="14442465"/>
                    <a:pt x="34263340" y="14432032"/>
                  </a:cubicBezTo>
                  <a:cubicBezTo>
                    <a:pt x="34247392" y="14412818"/>
                    <a:pt x="34244124" y="14306618"/>
                    <a:pt x="34258124" y="14262508"/>
                  </a:cubicBezTo>
                  <a:cubicBezTo>
                    <a:pt x="34262326" y="14249279"/>
                    <a:pt x="34278362" y="14229932"/>
                    <a:pt x="34293760" y="14219518"/>
                  </a:cubicBezTo>
                  <a:cubicBezTo>
                    <a:pt x="34309044" y="14209193"/>
                    <a:pt x="34334314" y="14204758"/>
                    <a:pt x="34362364" y="14205897"/>
                  </a:cubicBezTo>
                  <a:close/>
                  <a:moveTo>
                    <a:pt x="31797308" y="14114065"/>
                  </a:moveTo>
                  <a:cubicBezTo>
                    <a:pt x="31810082" y="14114204"/>
                    <a:pt x="31825772" y="14115058"/>
                    <a:pt x="31845604" y="14116393"/>
                  </a:cubicBezTo>
                  <a:cubicBezTo>
                    <a:pt x="31952328" y="14123580"/>
                    <a:pt x="31991304" y="14146021"/>
                    <a:pt x="31991304" y="14200241"/>
                  </a:cubicBezTo>
                  <a:cubicBezTo>
                    <a:pt x="31991304" y="14250747"/>
                    <a:pt x="31932284" y="14349937"/>
                    <a:pt x="31893436" y="14364697"/>
                  </a:cubicBezTo>
                  <a:cubicBezTo>
                    <a:pt x="31864818" y="14375579"/>
                    <a:pt x="31815968" y="14373428"/>
                    <a:pt x="31715568" y="14356833"/>
                  </a:cubicBezTo>
                  <a:cubicBezTo>
                    <a:pt x="31681592" y="14351202"/>
                    <a:pt x="31673484" y="14343180"/>
                    <a:pt x="31667012" y="14308668"/>
                  </a:cubicBezTo>
                  <a:cubicBezTo>
                    <a:pt x="31657816" y="14259655"/>
                    <a:pt x="31686754" y="14178831"/>
                    <a:pt x="31728044" y="14138220"/>
                  </a:cubicBezTo>
                  <a:cubicBezTo>
                    <a:pt x="31746916" y="14119664"/>
                    <a:pt x="31758986" y="14113660"/>
                    <a:pt x="31797308" y="14114065"/>
                  </a:cubicBezTo>
                  <a:close/>
                  <a:moveTo>
                    <a:pt x="20604740" y="13952139"/>
                  </a:moveTo>
                  <a:cubicBezTo>
                    <a:pt x="20618976" y="13953645"/>
                    <a:pt x="20633780" y="13965128"/>
                    <a:pt x="20656004" y="13987360"/>
                  </a:cubicBezTo>
                  <a:cubicBezTo>
                    <a:pt x="20712344" y="14043693"/>
                    <a:pt x="20714928" y="14246957"/>
                    <a:pt x="20659680" y="14276528"/>
                  </a:cubicBezTo>
                  <a:cubicBezTo>
                    <a:pt x="20618832" y="14298387"/>
                    <a:pt x="20464728" y="14283285"/>
                    <a:pt x="20432672" y="14254290"/>
                  </a:cubicBezTo>
                  <a:cubicBezTo>
                    <a:pt x="20394280" y="14219531"/>
                    <a:pt x="20370800" y="14167924"/>
                    <a:pt x="20370800" y="14118253"/>
                  </a:cubicBezTo>
                  <a:cubicBezTo>
                    <a:pt x="20370800" y="14052348"/>
                    <a:pt x="20383944" y="14037499"/>
                    <a:pt x="20455272" y="14022764"/>
                  </a:cubicBezTo>
                  <a:cubicBezTo>
                    <a:pt x="20492200" y="14015147"/>
                    <a:pt x="20536448" y="13995205"/>
                    <a:pt x="20556872" y="13976978"/>
                  </a:cubicBezTo>
                  <a:cubicBezTo>
                    <a:pt x="20576832" y="13959168"/>
                    <a:pt x="20590504" y="13950665"/>
                    <a:pt x="20604740" y="13952139"/>
                  </a:cubicBezTo>
                  <a:close/>
                  <a:moveTo>
                    <a:pt x="22756744" y="13944604"/>
                  </a:moveTo>
                  <a:cubicBezTo>
                    <a:pt x="22869200" y="13944604"/>
                    <a:pt x="22869488" y="13944699"/>
                    <a:pt x="22933680" y="13995806"/>
                  </a:cubicBezTo>
                  <a:cubicBezTo>
                    <a:pt x="22992892" y="14042940"/>
                    <a:pt x="22998644" y="14052367"/>
                    <a:pt x="23006488" y="14115134"/>
                  </a:cubicBezTo>
                  <a:cubicBezTo>
                    <a:pt x="23017968" y="14207042"/>
                    <a:pt x="23004824" y="14260781"/>
                    <a:pt x="22967384" y="14275016"/>
                  </a:cubicBezTo>
                  <a:cubicBezTo>
                    <a:pt x="22950904" y="14281286"/>
                    <a:pt x="22928468" y="14303733"/>
                    <a:pt x="22917528" y="14324877"/>
                  </a:cubicBezTo>
                  <a:cubicBezTo>
                    <a:pt x="22891320" y="14375560"/>
                    <a:pt x="22855440" y="14382861"/>
                    <a:pt x="22715544" y="14365950"/>
                  </a:cubicBezTo>
                  <a:cubicBezTo>
                    <a:pt x="22619408" y="14354334"/>
                    <a:pt x="22595812" y="14346995"/>
                    <a:pt x="22577124" y="14322890"/>
                  </a:cubicBezTo>
                  <a:cubicBezTo>
                    <a:pt x="22564732" y="14306928"/>
                    <a:pt x="22543300" y="14281944"/>
                    <a:pt x="22529496" y="14267405"/>
                  </a:cubicBezTo>
                  <a:cubicBezTo>
                    <a:pt x="22510408" y="14247267"/>
                    <a:pt x="22504400" y="14223251"/>
                    <a:pt x="22504400" y="14167032"/>
                  </a:cubicBezTo>
                  <a:cubicBezTo>
                    <a:pt x="22504400" y="14103208"/>
                    <a:pt x="22510044" y="14085696"/>
                    <a:pt x="22545676" y="14038910"/>
                  </a:cubicBezTo>
                  <a:cubicBezTo>
                    <a:pt x="22568376" y="14009105"/>
                    <a:pt x="22599808" y="13975700"/>
                    <a:pt x="22615528" y="13964666"/>
                  </a:cubicBezTo>
                  <a:cubicBezTo>
                    <a:pt x="22636356" y="13950045"/>
                    <a:pt x="22674632" y="13944604"/>
                    <a:pt x="22756744" y="13944604"/>
                  </a:cubicBezTo>
                  <a:close/>
                  <a:moveTo>
                    <a:pt x="38132500" y="13938758"/>
                  </a:moveTo>
                  <a:cubicBezTo>
                    <a:pt x="38217412" y="13948381"/>
                    <a:pt x="38220686" y="13953898"/>
                    <a:pt x="38220364" y="14086455"/>
                  </a:cubicBezTo>
                  <a:cubicBezTo>
                    <a:pt x="38220206" y="14151639"/>
                    <a:pt x="38215720" y="14220676"/>
                    <a:pt x="38210392" y="14239884"/>
                  </a:cubicBezTo>
                  <a:cubicBezTo>
                    <a:pt x="38200804" y="14274453"/>
                    <a:pt x="38199856" y="14274744"/>
                    <a:pt x="38115432" y="14268259"/>
                  </a:cubicBezTo>
                  <a:cubicBezTo>
                    <a:pt x="37994020" y="14258940"/>
                    <a:pt x="37985702" y="14250013"/>
                    <a:pt x="37985702" y="14128958"/>
                  </a:cubicBezTo>
                  <a:cubicBezTo>
                    <a:pt x="37985702" y="14052658"/>
                    <a:pt x="38006812" y="13998710"/>
                    <a:pt x="38052536" y="13958137"/>
                  </a:cubicBezTo>
                  <a:cubicBezTo>
                    <a:pt x="38074118" y="13938986"/>
                    <a:pt x="38093348" y="13934323"/>
                    <a:pt x="38132500" y="13938758"/>
                  </a:cubicBezTo>
                  <a:close/>
                  <a:moveTo>
                    <a:pt x="29017778" y="13938214"/>
                  </a:moveTo>
                  <a:cubicBezTo>
                    <a:pt x="29057430" y="13935095"/>
                    <a:pt x="29097558" y="13938290"/>
                    <a:pt x="29113254" y="13949773"/>
                  </a:cubicBezTo>
                  <a:cubicBezTo>
                    <a:pt x="29140544" y="13969702"/>
                    <a:pt x="29162268" y="14078496"/>
                    <a:pt x="29150608" y="14136803"/>
                  </a:cubicBezTo>
                  <a:cubicBezTo>
                    <a:pt x="29146504" y="14157327"/>
                    <a:pt x="29132848" y="14179622"/>
                    <a:pt x="29120260" y="14186360"/>
                  </a:cubicBezTo>
                  <a:cubicBezTo>
                    <a:pt x="29090620" y="14202221"/>
                    <a:pt x="28979640" y="14202139"/>
                    <a:pt x="28937780" y="14186221"/>
                  </a:cubicBezTo>
                  <a:cubicBezTo>
                    <a:pt x="28906832" y="14174453"/>
                    <a:pt x="28905204" y="14169101"/>
                    <a:pt x="28905204" y="14079173"/>
                  </a:cubicBezTo>
                  <a:cubicBezTo>
                    <a:pt x="28905204" y="14010054"/>
                    <a:pt x="28910588" y="13979135"/>
                    <a:pt x="28925160" y="13964565"/>
                  </a:cubicBezTo>
                  <a:cubicBezTo>
                    <a:pt x="28938950" y="13950779"/>
                    <a:pt x="28978126" y="13941346"/>
                    <a:pt x="29017778" y="13938214"/>
                  </a:cubicBezTo>
                  <a:close/>
                  <a:moveTo>
                    <a:pt x="36072314" y="13935285"/>
                  </a:moveTo>
                  <a:cubicBezTo>
                    <a:pt x="36077982" y="13934614"/>
                    <a:pt x="36084504" y="13934722"/>
                    <a:pt x="36092506" y="13935443"/>
                  </a:cubicBezTo>
                  <a:cubicBezTo>
                    <a:pt x="36103176" y="13936392"/>
                    <a:pt x="36116476" y="13938442"/>
                    <a:pt x="36133896" y="13941251"/>
                  </a:cubicBezTo>
                  <a:cubicBezTo>
                    <a:pt x="36198944" y="13951753"/>
                    <a:pt x="36213458" y="13960351"/>
                    <a:pt x="36279684" y="14027642"/>
                  </a:cubicBezTo>
                  <a:cubicBezTo>
                    <a:pt x="36352848" y="14101987"/>
                    <a:pt x="36353254" y="14102822"/>
                    <a:pt x="36358112" y="14188815"/>
                  </a:cubicBezTo>
                  <a:lnTo>
                    <a:pt x="36363000" y="14275250"/>
                  </a:lnTo>
                  <a:lnTo>
                    <a:pt x="36294876" y="14326085"/>
                  </a:lnTo>
                  <a:cubicBezTo>
                    <a:pt x="36257412" y="14354043"/>
                    <a:pt x="36213912" y="14394654"/>
                    <a:pt x="36198218" y="14416323"/>
                  </a:cubicBezTo>
                  <a:cubicBezTo>
                    <a:pt x="36164712" y="14462571"/>
                    <a:pt x="36093936" y="14476686"/>
                    <a:pt x="36009488" y="14453948"/>
                  </a:cubicBezTo>
                  <a:cubicBezTo>
                    <a:pt x="35966980" y="14442503"/>
                    <a:pt x="35952652" y="14430191"/>
                    <a:pt x="35930328" y="14385961"/>
                  </a:cubicBezTo>
                  <a:cubicBezTo>
                    <a:pt x="35915340" y="14356257"/>
                    <a:pt x="35891604" y="14315393"/>
                    <a:pt x="35877590" y="14295154"/>
                  </a:cubicBezTo>
                  <a:cubicBezTo>
                    <a:pt x="35848372" y="14252955"/>
                    <a:pt x="35842708" y="14144224"/>
                    <a:pt x="35866956" y="14091023"/>
                  </a:cubicBezTo>
                  <a:cubicBezTo>
                    <a:pt x="35875122" y="14073093"/>
                    <a:pt x="35906844" y="14045673"/>
                    <a:pt x="35937450" y="14030097"/>
                  </a:cubicBezTo>
                  <a:cubicBezTo>
                    <a:pt x="35968056" y="14014508"/>
                    <a:pt x="36008520" y="13985519"/>
                    <a:pt x="36027376" y="13965672"/>
                  </a:cubicBezTo>
                  <a:cubicBezTo>
                    <a:pt x="36045974" y="13946097"/>
                    <a:pt x="36055306" y="13937259"/>
                    <a:pt x="36072314" y="13935285"/>
                  </a:cubicBezTo>
                  <a:close/>
                  <a:moveTo>
                    <a:pt x="27057352" y="13929521"/>
                  </a:moveTo>
                  <a:lnTo>
                    <a:pt x="27138644" y="13941194"/>
                  </a:lnTo>
                  <a:cubicBezTo>
                    <a:pt x="27203180" y="13950450"/>
                    <a:pt x="27226084" y="13960016"/>
                    <a:pt x="27249768" y="13987537"/>
                  </a:cubicBezTo>
                  <a:cubicBezTo>
                    <a:pt x="27276540" y="14018658"/>
                    <a:pt x="27279600" y="14034570"/>
                    <a:pt x="27279600" y="14142478"/>
                  </a:cubicBezTo>
                  <a:cubicBezTo>
                    <a:pt x="27279600" y="14259889"/>
                    <a:pt x="27278832" y="14263027"/>
                    <a:pt x="27247024" y="14275130"/>
                  </a:cubicBezTo>
                  <a:cubicBezTo>
                    <a:pt x="27229108" y="14281931"/>
                    <a:pt x="27173384" y="14283981"/>
                    <a:pt x="27123200" y="14279660"/>
                  </a:cubicBezTo>
                  <a:cubicBezTo>
                    <a:pt x="27073012" y="14275345"/>
                    <a:pt x="27017672" y="14271005"/>
                    <a:pt x="27000216" y="14270018"/>
                  </a:cubicBezTo>
                  <a:cubicBezTo>
                    <a:pt x="26953680" y="14267386"/>
                    <a:pt x="26916968" y="14174428"/>
                    <a:pt x="26934464" y="14103512"/>
                  </a:cubicBezTo>
                  <a:cubicBezTo>
                    <a:pt x="26947160" y="14052057"/>
                    <a:pt x="26950380" y="14047046"/>
                    <a:pt x="27018696" y="13972005"/>
                  </a:cubicBezTo>
                  <a:close/>
                  <a:moveTo>
                    <a:pt x="23732156" y="13868418"/>
                  </a:moveTo>
                  <a:cubicBezTo>
                    <a:pt x="23769840" y="13868418"/>
                    <a:pt x="23778176" y="13874346"/>
                    <a:pt x="23794100" y="13912452"/>
                  </a:cubicBezTo>
                  <a:cubicBezTo>
                    <a:pt x="23812944" y="13957536"/>
                    <a:pt x="23818464" y="14041295"/>
                    <a:pt x="23804928" y="14076579"/>
                  </a:cubicBezTo>
                  <a:cubicBezTo>
                    <a:pt x="23794792" y="14102993"/>
                    <a:pt x="23725692" y="14114704"/>
                    <a:pt x="23680776" y="14097628"/>
                  </a:cubicBezTo>
                  <a:cubicBezTo>
                    <a:pt x="23645068" y="14084051"/>
                    <a:pt x="23644632" y="14082640"/>
                    <a:pt x="23649484" y="13996736"/>
                  </a:cubicBezTo>
                  <a:cubicBezTo>
                    <a:pt x="23652192" y="13948824"/>
                    <a:pt x="23662104" y="13900349"/>
                    <a:pt x="23671512" y="13889024"/>
                  </a:cubicBezTo>
                  <a:cubicBezTo>
                    <a:pt x="23681200" y="13877345"/>
                    <a:pt x="23707480" y="13868418"/>
                    <a:pt x="23732156" y="13868418"/>
                  </a:cubicBezTo>
                  <a:close/>
                  <a:moveTo>
                    <a:pt x="38697798" y="13862629"/>
                  </a:moveTo>
                  <a:cubicBezTo>
                    <a:pt x="38721950" y="13865261"/>
                    <a:pt x="38748070" y="13877503"/>
                    <a:pt x="38781984" y="13900020"/>
                  </a:cubicBezTo>
                  <a:cubicBezTo>
                    <a:pt x="38856116" y="13949229"/>
                    <a:pt x="38869920" y="13984804"/>
                    <a:pt x="38858996" y="14098463"/>
                  </a:cubicBezTo>
                  <a:cubicBezTo>
                    <a:pt x="38851840" y="14172941"/>
                    <a:pt x="38844420" y="14177705"/>
                    <a:pt x="38725552" y="14184051"/>
                  </a:cubicBezTo>
                  <a:cubicBezTo>
                    <a:pt x="38649540" y="14188106"/>
                    <a:pt x="38639020" y="14185639"/>
                    <a:pt x="38617436" y="14158649"/>
                  </a:cubicBezTo>
                  <a:cubicBezTo>
                    <a:pt x="38597152" y="14133298"/>
                    <a:pt x="38594140" y="14111218"/>
                    <a:pt x="38597588" y="14013198"/>
                  </a:cubicBezTo>
                  <a:cubicBezTo>
                    <a:pt x="38600986" y="13916640"/>
                    <a:pt x="38605564" y="13895243"/>
                    <a:pt x="38625436" y="13883039"/>
                  </a:cubicBezTo>
                  <a:cubicBezTo>
                    <a:pt x="38651468" y="13867026"/>
                    <a:pt x="38673648" y="13860016"/>
                    <a:pt x="38697798" y="13862629"/>
                  </a:cubicBezTo>
                  <a:close/>
                  <a:moveTo>
                    <a:pt x="29867518" y="13856410"/>
                  </a:moveTo>
                  <a:cubicBezTo>
                    <a:pt x="29888584" y="13855657"/>
                    <a:pt x="29910422" y="13860655"/>
                    <a:pt x="29925512" y="13871689"/>
                  </a:cubicBezTo>
                  <a:cubicBezTo>
                    <a:pt x="29952452" y="13891390"/>
                    <a:pt x="29962252" y="14061047"/>
                    <a:pt x="29937860" y="14085424"/>
                  </a:cubicBezTo>
                  <a:cubicBezTo>
                    <a:pt x="29921584" y="14101715"/>
                    <a:pt x="29831754" y="14106011"/>
                    <a:pt x="29808494" y="14091643"/>
                  </a:cubicBezTo>
                  <a:cubicBezTo>
                    <a:pt x="29785392" y="14077370"/>
                    <a:pt x="29790052" y="13899773"/>
                    <a:pt x="29814160" y="13875662"/>
                  </a:cubicBezTo>
                  <a:cubicBezTo>
                    <a:pt x="29826160" y="13863673"/>
                    <a:pt x="29846452" y="13857150"/>
                    <a:pt x="29867518" y="13856410"/>
                  </a:cubicBezTo>
                  <a:close/>
                  <a:moveTo>
                    <a:pt x="30732706" y="13855714"/>
                  </a:moveTo>
                  <a:cubicBezTo>
                    <a:pt x="30828276" y="13855714"/>
                    <a:pt x="30848302" y="13878199"/>
                    <a:pt x="30848302" y="13985538"/>
                  </a:cubicBezTo>
                  <a:cubicBezTo>
                    <a:pt x="30848302" y="14084089"/>
                    <a:pt x="30823578" y="14109712"/>
                    <a:pt x="30728480" y="14109712"/>
                  </a:cubicBezTo>
                  <a:cubicBezTo>
                    <a:pt x="30690516" y="14109712"/>
                    <a:pt x="30644796" y="14104132"/>
                    <a:pt x="30626880" y="14097318"/>
                  </a:cubicBezTo>
                  <a:cubicBezTo>
                    <a:pt x="30596472" y="14085759"/>
                    <a:pt x="30594302" y="14079382"/>
                    <a:pt x="30594302" y="14001494"/>
                  </a:cubicBezTo>
                  <a:cubicBezTo>
                    <a:pt x="30594302" y="13929831"/>
                    <a:pt x="30598704" y="13913654"/>
                    <a:pt x="30625476" y="13886873"/>
                  </a:cubicBezTo>
                  <a:cubicBezTo>
                    <a:pt x="30651632" y="13860731"/>
                    <a:pt x="30668888" y="13855714"/>
                    <a:pt x="30732706" y="13855714"/>
                  </a:cubicBezTo>
                  <a:close/>
                  <a:moveTo>
                    <a:pt x="21344224" y="13853310"/>
                  </a:moveTo>
                  <a:cubicBezTo>
                    <a:pt x="21371784" y="13856587"/>
                    <a:pt x="21400412" y="13875953"/>
                    <a:pt x="21434428" y="13911933"/>
                  </a:cubicBezTo>
                  <a:lnTo>
                    <a:pt x="21488400" y="13969019"/>
                  </a:lnTo>
                  <a:lnTo>
                    <a:pt x="21488400" y="14167924"/>
                  </a:lnTo>
                  <a:lnTo>
                    <a:pt x="21433216" y="14222074"/>
                  </a:lnTo>
                  <a:cubicBezTo>
                    <a:pt x="21381040" y="14273289"/>
                    <a:pt x="21373952" y="14276256"/>
                    <a:pt x="21303044" y="14276718"/>
                  </a:cubicBezTo>
                  <a:cubicBezTo>
                    <a:pt x="21194396" y="14277395"/>
                    <a:pt x="21175172" y="14269461"/>
                    <a:pt x="21145760" y="14211825"/>
                  </a:cubicBezTo>
                  <a:cubicBezTo>
                    <a:pt x="21131364" y="14183595"/>
                    <a:pt x="21114544" y="14160503"/>
                    <a:pt x="21108384" y="14160503"/>
                  </a:cubicBezTo>
                  <a:cubicBezTo>
                    <a:pt x="21093176" y="14160503"/>
                    <a:pt x="21069304" y="14089011"/>
                    <a:pt x="21069304" y="14043478"/>
                  </a:cubicBezTo>
                  <a:cubicBezTo>
                    <a:pt x="21069304" y="13983678"/>
                    <a:pt x="21089416" y="13961104"/>
                    <a:pt x="21157192" y="13944851"/>
                  </a:cubicBezTo>
                  <a:cubicBezTo>
                    <a:pt x="21195112" y="13935753"/>
                    <a:pt x="21236236" y="13914413"/>
                    <a:pt x="21260444" y="13891289"/>
                  </a:cubicBezTo>
                  <a:cubicBezTo>
                    <a:pt x="21290180" y="13862863"/>
                    <a:pt x="21316668" y="13850039"/>
                    <a:pt x="21344224" y="13853310"/>
                  </a:cubicBezTo>
                  <a:close/>
                  <a:moveTo>
                    <a:pt x="24337788" y="13767178"/>
                  </a:moveTo>
                  <a:cubicBezTo>
                    <a:pt x="24390324" y="13766482"/>
                    <a:pt x="24443000" y="13771088"/>
                    <a:pt x="24465588" y="13781375"/>
                  </a:cubicBezTo>
                  <a:cubicBezTo>
                    <a:pt x="24508836" y="13801083"/>
                    <a:pt x="24527508" y="13864470"/>
                    <a:pt x="24521480" y="13971132"/>
                  </a:cubicBezTo>
                  <a:cubicBezTo>
                    <a:pt x="24515320" y="14080179"/>
                    <a:pt x="24503720" y="14088372"/>
                    <a:pt x="24343968" y="14096565"/>
                  </a:cubicBezTo>
                  <a:cubicBezTo>
                    <a:pt x="24233636" y="14102221"/>
                    <a:pt x="24227564" y="14101152"/>
                    <a:pt x="24203568" y="14071505"/>
                  </a:cubicBezTo>
                  <a:cubicBezTo>
                    <a:pt x="24182996" y="14046097"/>
                    <a:pt x="24178124" y="14019158"/>
                    <a:pt x="24176468" y="13921594"/>
                  </a:cubicBezTo>
                  <a:lnTo>
                    <a:pt x="24174452" y="13802652"/>
                  </a:lnTo>
                  <a:lnTo>
                    <a:pt x="24210784" y="13784722"/>
                  </a:lnTo>
                  <a:cubicBezTo>
                    <a:pt x="24232840" y="13773859"/>
                    <a:pt x="24285248" y="13767874"/>
                    <a:pt x="24337788" y="13767178"/>
                  </a:cubicBezTo>
                  <a:close/>
                  <a:moveTo>
                    <a:pt x="35081138" y="13766805"/>
                  </a:moveTo>
                  <a:cubicBezTo>
                    <a:pt x="35139276" y="13766805"/>
                    <a:pt x="35193538" y="13771088"/>
                    <a:pt x="35201716" y="13776333"/>
                  </a:cubicBezTo>
                  <a:cubicBezTo>
                    <a:pt x="35209896" y="13781565"/>
                    <a:pt x="35233848" y="13808403"/>
                    <a:pt x="35254944" y="13835943"/>
                  </a:cubicBezTo>
                  <a:cubicBezTo>
                    <a:pt x="35288102" y="13879249"/>
                    <a:pt x="35293302" y="13896711"/>
                    <a:pt x="35293302" y="13964723"/>
                  </a:cubicBezTo>
                  <a:cubicBezTo>
                    <a:pt x="35293302" y="14022492"/>
                    <a:pt x="35287030" y="14051152"/>
                    <a:pt x="35269680" y="14072568"/>
                  </a:cubicBezTo>
                  <a:cubicBezTo>
                    <a:pt x="35247408" y="14100064"/>
                    <a:pt x="35239234" y="14101424"/>
                    <a:pt x="35126804" y="14096192"/>
                  </a:cubicBezTo>
                  <a:cubicBezTo>
                    <a:pt x="34975972" y="14089188"/>
                    <a:pt x="34952030" y="14081419"/>
                    <a:pt x="34909128" y="14025491"/>
                  </a:cubicBezTo>
                  <a:cubicBezTo>
                    <a:pt x="34864744" y="13967627"/>
                    <a:pt x="34860966" y="13891814"/>
                    <a:pt x="34901064" y="13863730"/>
                  </a:cubicBezTo>
                  <a:cubicBezTo>
                    <a:pt x="34915840" y="13853392"/>
                    <a:pt x="34938616" y="13827345"/>
                    <a:pt x="34951680" y="13805866"/>
                  </a:cubicBezTo>
                  <a:cubicBezTo>
                    <a:pt x="34975138" y="13767292"/>
                    <a:pt x="34976726" y="13766805"/>
                    <a:pt x="35081138" y="13766805"/>
                  </a:cubicBezTo>
                  <a:close/>
                  <a:moveTo>
                    <a:pt x="19546704" y="13764812"/>
                  </a:moveTo>
                  <a:cubicBezTo>
                    <a:pt x="19601568" y="13765489"/>
                    <a:pt x="19654848" y="13774751"/>
                    <a:pt x="19672304" y="13792200"/>
                  </a:cubicBezTo>
                  <a:cubicBezTo>
                    <a:pt x="19686272" y="13806176"/>
                    <a:pt x="19697704" y="13823277"/>
                    <a:pt x="19697704" y="13830211"/>
                  </a:cubicBezTo>
                  <a:cubicBezTo>
                    <a:pt x="19697704" y="13837145"/>
                    <a:pt x="19716276" y="13850039"/>
                    <a:pt x="19738976" y="13858871"/>
                  </a:cubicBezTo>
                  <a:cubicBezTo>
                    <a:pt x="19776580" y="13873511"/>
                    <a:pt x="19781068" y="13881160"/>
                    <a:pt x="19789412" y="13944699"/>
                  </a:cubicBezTo>
                  <a:cubicBezTo>
                    <a:pt x="19802828" y="14046831"/>
                    <a:pt x="19798864" y="14169278"/>
                    <a:pt x="19781960" y="14174820"/>
                  </a:cubicBezTo>
                  <a:cubicBezTo>
                    <a:pt x="19774036" y="14177433"/>
                    <a:pt x="19744828" y="14202297"/>
                    <a:pt x="19717052" y="14230084"/>
                  </a:cubicBezTo>
                  <a:lnTo>
                    <a:pt x="19666552" y="14280628"/>
                  </a:lnTo>
                  <a:lnTo>
                    <a:pt x="19534292" y="14274535"/>
                  </a:lnTo>
                  <a:cubicBezTo>
                    <a:pt x="19421244" y="14269341"/>
                    <a:pt x="19399984" y="14264925"/>
                    <a:pt x="19387940" y="14244167"/>
                  </a:cubicBezTo>
                  <a:cubicBezTo>
                    <a:pt x="19372264" y="14217152"/>
                    <a:pt x="19347352" y="14192326"/>
                    <a:pt x="19312728" y="14169259"/>
                  </a:cubicBezTo>
                  <a:cubicBezTo>
                    <a:pt x="19285084" y="14150823"/>
                    <a:pt x="19272084" y="14070436"/>
                    <a:pt x="19283948" y="13991314"/>
                  </a:cubicBezTo>
                  <a:cubicBezTo>
                    <a:pt x="19293044" y="13930660"/>
                    <a:pt x="19358576" y="13826826"/>
                    <a:pt x="19411608" y="13789037"/>
                  </a:cubicBezTo>
                  <a:cubicBezTo>
                    <a:pt x="19435396" y="13772075"/>
                    <a:pt x="19491844" y="13764141"/>
                    <a:pt x="19546704" y="13764812"/>
                  </a:cubicBezTo>
                  <a:close/>
                  <a:moveTo>
                    <a:pt x="23233160" y="13760124"/>
                  </a:moveTo>
                  <a:cubicBezTo>
                    <a:pt x="23275988" y="13757144"/>
                    <a:pt x="23319416" y="13760706"/>
                    <a:pt x="23335972" y="13772714"/>
                  </a:cubicBezTo>
                  <a:cubicBezTo>
                    <a:pt x="23357232" y="13788126"/>
                    <a:pt x="23360728" y="13804221"/>
                    <a:pt x="23358712" y="13877307"/>
                  </a:cubicBezTo>
                  <a:cubicBezTo>
                    <a:pt x="23355404" y="13997508"/>
                    <a:pt x="23350944" y="14001753"/>
                    <a:pt x="23228304" y="14001753"/>
                  </a:cubicBezTo>
                  <a:cubicBezTo>
                    <a:pt x="23150984" y="14001753"/>
                    <a:pt x="23122816" y="13997065"/>
                    <a:pt x="23113736" y="13982710"/>
                  </a:cubicBezTo>
                  <a:cubicBezTo>
                    <a:pt x="23095652" y="13954107"/>
                    <a:pt x="23110504" y="13810225"/>
                    <a:pt x="23133960" y="13786759"/>
                  </a:cubicBezTo>
                  <a:cubicBezTo>
                    <a:pt x="23148104" y="13772619"/>
                    <a:pt x="23190332" y="13763110"/>
                    <a:pt x="23233160" y="13760124"/>
                  </a:cubicBezTo>
                  <a:close/>
                  <a:moveTo>
                    <a:pt x="25414268" y="13610276"/>
                  </a:moveTo>
                  <a:cubicBezTo>
                    <a:pt x="25427512" y="13610029"/>
                    <a:pt x="25441648" y="13619551"/>
                    <a:pt x="25465272" y="13638689"/>
                  </a:cubicBezTo>
                  <a:cubicBezTo>
                    <a:pt x="25491852" y="13660206"/>
                    <a:pt x="25495768" y="13675561"/>
                    <a:pt x="25499816" y="13774106"/>
                  </a:cubicBezTo>
                  <a:cubicBezTo>
                    <a:pt x="25507940" y="13971948"/>
                    <a:pt x="25472832" y="14020088"/>
                    <a:pt x="25335488" y="13999349"/>
                  </a:cubicBezTo>
                  <a:cubicBezTo>
                    <a:pt x="25245808" y="13985816"/>
                    <a:pt x="25233124" y="13961857"/>
                    <a:pt x="25241440" y="13821689"/>
                  </a:cubicBezTo>
                  <a:cubicBezTo>
                    <a:pt x="25247808" y="13714350"/>
                    <a:pt x="25264984" y="13677902"/>
                    <a:pt x="25309192" y="13677902"/>
                  </a:cubicBezTo>
                  <a:cubicBezTo>
                    <a:pt x="25321116" y="13677902"/>
                    <a:pt x="25347856" y="13661054"/>
                    <a:pt x="25368612" y="13640429"/>
                  </a:cubicBezTo>
                  <a:cubicBezTo>
                    <a:pt x="25388672" y="13620506"/>
                    <a:pt x="25401024" y="13610510"/>
                    <a:pt x="25414268" y="13610276"/>
                  </a:cubicBezTo>
                  <a:close/>
                  <a:moveTo>
                    <a:pt x="28094814" y="13602589"/>
                  </a:moveTo>
                  <a:cubicBezTo>
                    <a:pt x="28119780" y="13600963"/>
                    <a:pt x="28149148" y="13605107"/>
                    <a:pt x="28178382" y="13615293"/>
                  </a:cubicBezTo>
                  <a:cubicBezTo>
                    <a:pt x="28223818" y="13631135"/>
                    <a:pt x="28257504" y="13691732"/>
                    <a:pt x="28257504" y="13757650"/>
                  </a:cubicBezTo>
                  <a:cubicBezTo>
                    <a:pt x="28257504" y="13816153"/>
                    <a:pt x="28238120" y="13829515"/>
                    <a:pt x="28139994" y="13838676"/>
                  </a:cubicBezTo>
                  <a:cubicBezTo>
                    <a:pt x="28065884" y="13845604"/>
                    <a:pt x="28054802" y="13843516"/>
                    <a:pt x="28029020" y="13817722"/>
                  </a:cubicBezTo>
                  <a:cubicBezTo>
                    <a:pt x="28003632" y="13792333"/>
                    <a:pt x="28001320" y="13781008"/>
                    <a:pt x="28008708" y="13718146"/>
                  </a:cubicBezTo>
                  <a:cubicBezTo>
                    <a:pt x="28013298" y="13679142"/>
                    <a:pt x="28026316" y="13636981"/>
                    <a:pt x="28037644" y="13624473"/>
                  </a:cubicBezTo>
                  <a:cubicBezTo>
                    <a:pt x="28049280" y="13611611"/>
                    <a:pt x="28069848" y="13604221"/>
                    <a:pt x="28094814" y="13602589"/>
                  </a:cubicBezTo>
                  <a:close/>
                  <a:moveTo>
                    <a:pt x="33678638" y="13594339"/>
                  </a:moveTo>
                  <a:cubicBezTo>
                    <a:pt x="33685636" y="13593485"/>
                    <a:pt x="33693374" y="13594244"/>
                    <a:pt x="33703132" y="13595655"/>
                  </a:cubicBezTo>
                  <a:cubicBezTo>
                    <a:pt x="33766572" y="13604841"/>
                    <a:pt x="33838706" y="13646534"/>
                    <a:pt x="33855700" y="13683830"/>
                  </a:cubicBezTo>
                  <a:cubicBezTo>
                    <a:pt x="33864062" y="13702184"/>
                    <a:pt x="33870902" y="13756916"/>
                    <a:pt x="33870902" y="13805461"/>
                  </a:cubicBezTo>
                  <a:cubicBezTo>
                    <a:pt x="33870902" y="13889467"/>
                    <a:pt x="33868620" y="13896268"/>
                    <a:pt x="33823770" y="13945901"/>
                  </a:cubicBezTo>
                  <a:cubicBezTo>
                    <a:pt x="33767916" y="14007732"/>
                    <a:pt x="33735906" y="14022043"/>
                    <a:pt x="33675408" y="14012211"/>
                  </a:cubicBezTo>
                  <a:cubicBezTo>
                    <a:pt x="33641580" y="14006726"/>
                    <a:pt x="33619466" y="13990732"/>
                    <a:pt x="33585614" y="13947293"/>
                  </a:cubicBezTo>
                  <a:cubicBezTo>
                    <a:pt x="33546826" y="13897502"/>
                    <a:pt x="33540702" y="13880255"/>
                    <a:pt x="33540702" y="13820879"/>
                  </a:cubicBezTo>
                  <a:cubicBezTo>
                    <a:pt x="33540702" y="13758732"/>
                    <a:pt x="33546494" y="13744326"/>
                    <a:pt x="33601028" y="13670854"/>
                  </a:cubicBezTo>
                  <a:cubicBezTo>
                    <a:pt x="33643290" y="13613939"/>
                    <a:pt x="33657638" y="13596914"/>
                    <a:pt x="33678638" y="13594339"/>
                  </a:cubicBezTo>
                  <a:close/>
                  <a:moveTo>
                    <a:pt x="29335896" y="13589012"/>
                  </a:moveTo>
                  <a:cubicBezTo>
                    <a:pt x="29362734" y="13589012"/>
                    <a:pt x="29387470" y="13593295"/>
                    <a:pt x="29390864" y="13598527"/>
                  </a:cubicBezTo>
                  <a:cubicBezTo>
                    <a:pt x="29399196" y="13611383"/>
                    <a:pt x="29410936" y="13738575"/>
                    <a:pt x="29408124" y="13785519"/>
                  </a:cubicBezTo>
                  <a:cubicBezTo>
                    <a:pt x="29406136" y="13818747"/>
                    <a:pt x="29400580" y="13823821"/>
                    <a:pt x="29361908" y="13827712"/>
                  </a:cubicBezTo>
                  <a:cubicBezTo>
                    <a:pt x="29269326" y="13837012"/>
                    <a:pt x="29260802" y="13828623"/>
                    <a:pt x="29260802" y="13728193"/>
                  </a:cubicBezTo>
                  <a:cubicBezTo>
                    <a:pt x="29260802" y="13678655"/>
                    <a:pt x="29266718" y="13627086"/>
                    <a:pt x="29273948" y="13613572"/>
                  </a:cubicBezTo>
                  <a:cubicBezTo>
                    <a:pt x="29283446" y="13595832"/>
                    <a:pt x="29300648" y="13589012"/>
                    <a:pt x="29335896" y="13589012"/>
                  </a:cubicBezTo>
                  <a:close/>
                  <a:moveTo>
                    <a:pt x="26277416" y="13589012"/>
                  </a:moveTo>
                  <a:cubicBezTo>
                    <a:pt x="26380048" y="13589012"/>
                    <a:pt x="26394876" y="13611959"/>
                    <a:pt x="26388740" y="13761351"/>
                  </a:cubicBezTo>
                  <a:cubicBezTo>
                    <a:pt x="26383136" y="13897755"/>
                    <a:pt x="26364432" y="13919215"/>
                    <a:pt x="26251052" y="13919215"/>
                  </a:cubicBezTo>
                  <a:cubicBezTo>
                    <a:pt x="26144300" y="13919215"/>
                    <a:pt x="26130252" y="13898919"/>
                    <a:pt x="26130252" y="13744693"/>
                  </a:cubicBezTo>
                  <a:cubicBezTo>
                    <a:pt x="26130252" y="13625485"/>
                    <a:pt x="26130440" y="13624764"/>
                    <a:pt x="26166584" y="13606929"/>
                  </a:cubicBezTo>
                  <a:cubicBezTo>
                    <a:pt x="26186568" y="13597072"/>
                    <a:pt x="26236440" y="13589012"/>
                    <a:pt x="26277416" y="13589012"/>
                  </a:cubicBezTo>
                  <a:close/>
                  <a:moveTo>
                    <a:pt x="32698394" y="13587177"/>
                  </a:moveTo>
                  <a:cubicBezTo>
                    <a:pt x="32741548" y="13587563"/>
                    <a:pt x="32781792" y="13596452"/>
                    <a:pt x="32790956" y="13613572"/>
                  </a:cubicBezTo>
                  <a:cubicBezTo>
                    <a:pt x="32805792" y="13641302"/>
                    <a:pt x="32797364" y="13775814"/>
                    <a:pt x="32778972" y="13804904"/>
                  </a:cubicBezTo>
                  <a:cubicBezTo>
                    <a:pt x="32764968" y="13827054"/>
                    <a:pt x="32590584" y="13832495"/>
                    <a:pt x="32563244" y="13811617"/>
                  </a:cubicBezTo>
                  <a:cubicBezTo>
                    <a:pt x="32551784" y="13802886"/>
                    <a:pt x="32549002" y="13775276"/>
                    <a:pt x="32553692" y="13716862"/>
                  </a:cubicBezTo>
                  <a:cubicBezTo>
                    <a:pt x="32558892" y="13652089"/>
                    <a:pt x="32566320" y="13629585"/>
                    <a:pt x="32588364" y="13611731"/>
                  </a:cubicBezTo>
                  <a:cubicBezTo>
                    <a:pt x="32609172" y="13594883"/>
                    <a:pt x="32655238" y="13586772"/>
                    <a:pt x="32698394" y="13587177"/>
                  </a:cubicBezTo>
                  <a:close/>
                  <a:moveTo>
                    <a:pt x="37303284" y="13496414"/>
                  </a:moveTo>
                  <a:cubicBezTo>
                    <a:pt x="37335872" y="13496819"/>
                    <a:pt x="37365884" y="13510567"/>
                    <a:pt x="37388802" y="13537620"/>
                  </a:cubicBezTo>
                  <a:cubicBezTo>
                    <a:pt x="37406264" y="13558226"/>
                    <a:pt x="37439174" y="13581711"/>
                    <a:pt x="37461940" y="13589809"/>
                  </a:cubicBezTo>
                  <a:cubicBezTo>
                    <a:pt x="37507692" y="13606075"/>
                    <a:pt x="37506424" y="13601798"/>
                    <a:pt x="37515348" y="13769981"/>
                  </a:cubicBezTo>
                  <a:cubicBezTo>
                    <a:pt x="37520164" y="13860731"/>
                    <a:pt x="37517492" y="13884861"/>
                    <a:pt x="37500784" y="13901570"/>
                  </a:cubicBezTo>
                  <a:cubicBezTo>
                    <a:pt x="37474852" y="13927503"/>
                    <a:pt x="37387918" y="13937493"/>
                    <a:pt x="37284542" y="13926415"/>
                  </a:cubicBezTo>
                  <a:cubicBezTo>
                    <a:pt x="37214934" y="13918962"/>
                    <a:pt x="37197088" y="13911313"/>
                    <a:pt x="37151872" y="13869563"/>
                  </a:cubicBezTo>
                  <a:cubicBezTo>
                    <a:pt x="37105516" y="13826763"/>
                    <a:pt x="37098648" y="13812882"/>
                    <a:pt x="37090932" y="13746414"/>
                  </a:cubicBezTo>
                  <a:cubicBezTo>
                    <a:pt x="37081436" y="13664597"/>
                    <a:pt x="37094612" y="13612642"/>
                    <a:pt x="37130898" y="13588822"/>
                  </a:cubicBezTo>
                  <a:cubicBezTo>
                    <a:pt x="37143524" y="13580534"/>
                    <a:pt x="37175656" y="13556461"/>
                    <a:pt x="37202308" y="13535317"/>
                  </a:cubicBezTo>
                  <a:cubicBezTo>
                    <a:pt x="37235532" y="13508960"/>
                    <a:pt x="37270696" y="13496022"/>
                    <a:pt x="37303284" y="13496414"/>
                  </a:cubicBezTo>
                  <a:close/>
                  <a:moveTo>
                    <a:pt x="22066256" y="13488936"/>
                  </a:moveTo>
                  <a:lnTo>
                    <a:pt x="22159168" y="13494516"/>
                  </a:lnTo>
                  <a:cubicBezTo>
                    <a:pt x="22210264" y="13497591"/>
                    <a:pt x="22261700" y="13503690"/>
                    <a:pt x="22273464" y="13508049"/>
                  </a:cubicBezTo>
                  <a:cubicBezTo>
                    <a:pt x="22314716" y="13523347"/>
                    <a:pt x="22365112" y="13581445"/>
                    <a:pt x="22377704" y="13628212"/>
                  </a:cubicBezTo>
                  <a:cubicBezTo>
                    <a:pt x="22391192" y="13678307"/>
                    <a:pt x="22392640" y="13674593"/>
                    <a:pt x="22317792" y="13781856"/>
                  </a:cubicBezTo>
                  <a:cubicBezTo>
                    <a:pt x="22278976" y="13837474"/>
                    <a:pt x="22230784" y="13849729"/>
                    <a:pt x="22104252" y="13836177"/>
                  </a:cubicBezTo>
                  <a:cubicBezTo>
                    <a:pt x="21990108" y="13823954"/>
                    <a:pt x="21968032" y="13803759"/>
                    <a:pt x="21960892" y="13705088"/>
                  </a:cubicBezTo>
                  <a:cubicBezTo>
                    <a:pt x="21955344" y="13628383"/>
                    <a:pt x="21956304" y="13625555"/>
                    <a:pt x="22010744" y="13557916"/>
                  </a:cubicBezTo>
                  <a:close/>
                  <a:moveTo>
                    <a:pt x="20642560" y="13411200"/>
                  </a:moveTo>
                  <a:cubicBezTo>
                    <a:pt x="20721996" y="13411200"/>
                    <a:pt x="20726392" y="13412883"/>
                    <a:pt x="20759048" y="13455702"/>
                  </a:cubicBezTo>
                  <a:cubicBezTo>
                    <a:pt x="20777716" y="13480180"/>
                    <a:pt x="20805152" y="13504525"/>
                    <a:pt x="20820020" y="13509808"/>
                  </a:cubicBezTo>
                  <a:cubicBezTo>
                    <a:pt x="20843424" y="13518121"/>
                    <a:pt x="20848408" y="13533590"/>
                    <a:pt x="20857128" y="13624998"/>
                  </a:cubicBezTo>
                  <a:lnTo>
                    <a:pt x="20867204" y="13730597"/>
                  </a:lnTo>
                  <a:lnTo>
                    <a:pt x="20818968" y="13778832"/>
                  </a:lnTo>
                  <a:cubicBezTo>
                    <a:pt x="20780088" y="13817703"/>
                    <a:pt x="20757856" y="13828832"/>
                    <a:pt x="20704364" y="13836196"/>
                  </a:cubicBezTo>
                  <a:cubicBezTo>
                    <a:pt x="20523856" y="13861022"/>
                    <a:pt x="20429620" y="13782286"/>
                    <a:pt x="20434872" y="13611054"/>
                  </a:cubicBezTo>
                  <a:cubicBezTo>
                    <a:pt x="20436704" y="13551273"/>
                    <a:pt x="20445728" y="13535950"/>
                    <a:pt x="20491344" y="13515160"/>
                  </a:cubicBezTo>
                  <a:cubicBezTo>
                    <a:pt x="20508480" y="13507353"/>
                    <a:pt x="20530940" y="13480781"/>
                    <a:pt x="20541256" y="13456088"/>
                  </a:cubicBezTo>
                  <a:cubicBezTo>
                    <a:pt x="20559992" y="13411238"/>
                    <a:pt x="20560068" y="13411200"/>
                    <a:pt x="20642560" y="13411200"/>
                  </a:cubicBezTo>
                  <a:close/>
                  <a:moveTo>
                    <a:pt x="36084272" y="13404772"/>
                  </a:moveTo>
                  <a:cubicBezTo>
                    <a:pt x="36143234" y="13405430"/>
                    <a:pt x="36222318" y="13435969"/>
                    <a:pt x="36250492" y="13476194"/>
                  </a:cubicBezTo>
                  <a:cubicBezTo>
                    <a:pt x="36263316" y="13494497"/>
                    <a:pt x="36271202" y="13531401"/>
                    <a:pt x="36271202" y="13573094"/>
                  </a:cubicBezTo>
                  <a:cubicBezTo>
                    <a:pt x="36271202" y="13633691"/>
                    <a:pt x="36267940" y="13641669"/>
                    <a:pt x="36238624" y="13652823"/>
                  </a:cubicBezTo>
                  <a:cubicBezTo>
                    <a:pt x="36208090" y="13664426"/>
                    <a:pt x="36101246" y="13661054"/>
                    <a:pt x="36007826" y="13645528"/>
                  </a:cubicBezTo>
                  <a:cubicBezTo>
                    <a:pt x="35959692" y="13637525"/>
                    <a:pt x="35935316" y="13600691"/>
                    <a:pt x="35947098" y="13553747"/>
                  </a:cubicBezTo>
                  <a:cubicBezTo>
                    <a:pt x="35959804" y="13503127"/>
                    <a:pt x="36004652" y="13431964"/>
                    <a:pt x="36034648" y="13414825"/>
                  </a:cubicBezTo>
                  <a:cubicBezTo>
                    <a:pt x="36047200" y="13407657"/>
                    <a:pt x="36064618" y="13404557"/>
                    <a:pt x="36084272" y="13404772"/>
                  </a:cubicBezTo>
                  <a:close/>
                  <a:moveTo>
                    <a:pt x="31169388" y="13368153"/>
                  </a:moveTo>
                  <a:cubicBezTo>
                    <a:pt x="31195478" y="13368982"/>
                    <a:pt x="31222578" y="13376903"/>
                    <a:pt x="31259092" y="13392150"/>
                  </a:cubicBezTo>
                  <a:cubicBezTo>
                    <a:pt x="31284170" y="13402627"/>
                    <a:pt x="31326640" y="13411200"/>
                    <a:pt x="31353468" y="13411200"/>
                  </a:cubicBezTo>
                  <a:cubicBezTo>
                    <a:pt x="31443340" y="13411200"/>
                    <a:pt x="31456758" y="13438354"/>
                    <a:pt x="31455158" y="13616938"/>
                  </a:cubicBezTo>
                  <a:cubicBezTo>
                    <a:pt x="31454718" y="13666204"/>
                    <a:pt x="31448296" y="13682261"/>
                    <a:pt x="31418370" y="13708928"/>
                  </a:cubicBezTo>
                  <a:cubicBezTo>
                    <a:pt x="31398430" y="13726700"/>
                    <a:pt x="31373916" y="13760864"/>
                    <a:pt x="31363896" y="13784836"/>
                  </a:cubicBezTo>
                  <a:cubicBezTo>
                    <a:pt x="31347876" y="13823182"/>
                    <a:pt x="31338520" y="13829515"/>
                    <a:pt x="31286296" y="13837341"/>
                  </a:cubicBezTo>
                  <a:cubicBezTo>
                    <a:pt x="31253636" y="13842238"/>
                    <a:pt x="31187176" y="13843402"/>
                    <a:pt x="31138610" y="13839929"/>
                  </a:cubicBezTo>
                  <a:cubicBezTo>
                    <a:pt x="31063424" y="13834545"/>
                    <a:pt x="31044560" y="13828174"/>
                    <a:pt x="31011596" y="13797034"/>
                  </a:cubicBezTo>
                  <a:cubicBezTo>
                    <a:pt x="30958368" y="13746730"/>
                    <a:pt x="30949902" y="13720139"/>
                    <a:pt x="30949902" y="13603171"/>
                  </a:cubicBezTo>
                  <a:cubicBezTo>
                    <a:pt x="30949902" y="13449059"/>
                    <a:pt x="30956600" y="13438392"/>
                    <a:pt x="31085760" y="13386551"/>
                  </a:cubicBezTo>
                  <a:cubicBezTo>
                    <a:pt x="31118224" y="13373537"/>
                    <a:pt x="31143300" y="13367299"/>
                    <a:pt x="31169388" y="13368153"/>
                  </a:cubicBezTo>
                  <a:close/>
                  <a:moveTo>
                    <a:pt x="31833900" y="13322316"/>
                  </a:moveTo>
                  <a:cubicBezTo>
                    <a:pt x="31955556" y="13322316"/>
                    <a:pt x="32013668" y="13400223"/>
                    <a:pt x="31997284" y="13541397"/>
                  </a:cubicBezTo>
                  <a:cubicBezTo>
                    <a:pt x="31989398" y="13609327"/>
                    <a:pt x="31985374" y="13616824"/>
                    <a:pt x="31949274" y="13630844"/>
                  </a:cubicBezTo>
                  <a:cubicBezTo>
                    <a:pt x="31891300" y="13653367"/>
                    <a:pt x="31687648" y="13651159"/>
                    <a:pt x="31672780" y="13627858"/>
                  </a:cubicBezTo>
                  <a:cubicBezTo>
                    <a:pt x="31666356" y="13617792"/>
                    <a:pt x="31661102" y="13571044"/>
                    <a:pt x="31661102" y="13523986"/>
                  </a:cubicBezTo>
                  <a:cubicBezTo>
                    <a:pt x="31661102" y="13438544"/>
                    <a:pt x="31678754" y="13398502"/>
                    <a:pt x="31716420" y="13398502"/>
                  </a:cubicBezTo>
                  <a:cubicBezTo>
                    <a:pt x="31724892" y="13398502"/>
                    <a:pt x="31741952" y="13381357"/>
                    <a:pt x="31754330" y="13360403"/>
                  </a:cubicBezTo>
                  <a:cubicBezTo>
                    <a:pt x="31774024" y="13327061"/>
                    <a:pt x="31783966" y="13322316"/>
                    <a:pt x="31833900" y="13322316"/>
                  </a:cubicBezTo>
                  <a:close/>
                  <a:moveTo>
                    <a:pt x="27087932" y="13322316"/>
                  </a:moveTo>
                  <a:cubicBezTo>
                    <a:pt x="27169800" y="13322316"/>
                    <a:pt x="27174576" y="13324075"/>
                    <a:pt x="27220864" y="13371481"/>
                  </a:cubicBezTo>
                  <a:cubicBezTo>
                    <a:pt x="27277360" y="13429332"/>
                    <a:pt x="27296164" y="13507138"/>
                    <a:pt x="27261928" y="13541378"/>
                  </a:cubicBezTo>
                  <a:cubicBezTo>
                    <a:pt x="27219248" y="13584039"/>
                    <a:pt x="26992152" y="13586108"/>
                    <a:pt x="26950376" y="13544200"/>
                  </a:cubicBezTo>
                  <a:cubicBezTo>
                    <a:pt x="26919384" y="13513104"/>
                    <a:pt x="26935792" y="13376751"/>
                    <a:pt x="26974272" y="13345592"/>
                  </a:cubicBezTo>
                  <a:cubicBezTo>
                    <a:pt x="26995736" y="13328200"/>
                    <a:pt x="27024524" y="13322316"/>
                    <a:pt x="27087932" y="13322316"/>
                  </a:cubicBezTo>
                  <a:close/>
                  <a:moveTo>
                    <a:pt x="35633780" y="13222234"/>
                  </a:moveTo>
                  <a:cubicBezTo>
                    <a:pt x="35661122" y="13221013"/>
                    <a:pt x="35687798" y="13226321"/>
                    <a:pt x="35704556" y="13238557"/>
                  </a:cubicBezTo>
                  <a:cubicBezTo>
                    <a:pt x="35730364" y="13257423"/>
                    <a:pt x="35739074" y="13317995"/>
                    <a:pt x="35736194" y="13458612"/>
                  </a:cubicBezTo>
                  <a:cubicBezTo>
                    <a:pt x="35734164" y="13557745"/>
                    <a:pt x="35722514" y="13568311"/>
                    <a:pt x="35623150" y="13561130"/>
                  </a:cubicBezTo>
                  <a:cubicBezTo>
                    <a:pt x="35522608" y="13553848"/>
                    <a:pt x="35505526" y="13535874"/>
                    <a:pt x="35498804" y="13430281"/>
                  </a:cubicBezTo>
                  <a:cubicBezTo>
                    <a:pt x="35492724" y="13334824"/>
                    <a:pt x="35510682" y="13279560"/>
                    <a:pt x="35559002" y="13245086"/>
                  </a:cubicBezTo>
                  <a:cubicBezTo>
                    <a:pt x="35578430" y="13231218"/>
                    <a:pt x="35606438" y="13223455"/>
                    <a:pt x="35633780" y="13222234"/>
                  </a:cubicBezTo>
                  <a:close/>
                  <a:moveTo>
                    <a:pt x="34312192" y="13151900"/>
                  </a:moveTo>
                  <a:cubicBezTo>
                    <a:pt x="34320904" y="13154823"/>
                    <a:pt x="34346620" y="13173392"/>
                    <a:pt x="34369340" y="13193188"/>
                  </a:cubicBezTo>
                  <a:cubicBezTo>
                    <a:pt x="34392062" y="13212978"/>
                    <a:pt x="34423598" y="13235691"/>
                    <a:pt x="34439416" y="13243669"/>
                  </a:cubicBezTo>
                  <a:cubicBezTo>
                    <a:pt x="34476168" y="13262187"/>
                    <a:pt x="34493204" y="13307543"/>
                    <a:pt x="34493204" y="13386918"/>
                  </a:cubicBezTo>
                  <a:cubicBezTo>
                    <a:pt x="34493204" y="13442745"/>
                    <a:pt x="34487432" y="13456126"/>
                    <a:pt x="34442260" y="13505145"/>
                  </a:cubicBezTo>
                  <a:cubicBezTo>
                    <a:pt x="34387724" y="13564306"/>
                    <a:pt x="34380388" y="13566090"/>
                    <a:pt x="34223484" y="13558435"/>
                  </a:cubicBezTo>
                  <a:cubicBezTo>
                    <a:pt x="34169976" y="13555822"/>
                    <a:pt x="34157732" y="13549274"/>
                    <a:pt x="34112888" y="13499236"/>
                  </a:cubicBezTo>
                  <a:cubicBezTo>
                    <a:pt x="34069084" y="13450343"/>
                    <a:pt x="34063226" y="13436804"/>
                    <a:pt x="34068284" y="13396060"/>
                  </a:cubicBezTo>
                  <a:cubicBezTo>
                    <a:pt x="34071904" y="13366856"/>
                    <a:pt x="34084604" y="13341796"/>
                    <a:pt x="34101928" y="13329655"/>
                  </a:cubicBezTo>
                  <a:cubicBezTo>
                    <a:pt x="34117228" y="13318944"/>
                    <a:pt x="34136036" y="13294795"/>
                    <a:pt x="34143716" y="13275998"/>
                  </a:cubicBezTo>
                  <a:cubicBezTo>
                    <a:pt x="34151398" y="13257208"/>
                    <a:pt x="34188884" y="13220399"/>
                    <a:pt x="34227018" y="13194213"/>
                  </a:cubicBezTo>
                  <a:cubicBezTo>
                    <a:pt x="34265152" y="13168033"/>
                    <a:pt x="34303480" y="13148977"/>
                    <a:pt x="34312192" y="13151900"/>
                  </a:cubicBezTo>
                  <a:close/>
                  <a:moveTo>
                    <a:pt x="22965812" y="13144504"/>
                  </a:moveTo>
                  <a:cubicBezTo>
                    <a:pt x="23053124" y="13144504"/>
                    <a:pt x="23063484" y="13147503"/>
                    <a:pt x="23116920" y="13188310"/>
                  </a:cubicBezTo>
                  <a:cubicBezTo>
                    <a:pt x="23186508" y="13241442"/>
                    <a:pt x="23190204" y="13250217"/>
                    <a:pt x="23190204" y="13362187"/>
                  </a:cubicBezTo>
                  <a:lnTo>
                    <a:pt x="23190204" y="13450786"/>
                  </a:lnTo>
                  <a:lnTo>
                    <a:pt x="23125508" y="13497673"/>
                  </a:lnTo>
                  <a:cubicBezTo>
                    <a:pt x="23001120" y="13587816"/>
                    <a:pt x="22886500" y="13593858"/>
                    <a:pt x="22842592" y="13512598"/>
                  </a:cubicBezTo>
                  <a:cubicBezTo>
                    <a:pt x="22829444" y="13488278"/>
                    <a:pt x="22805816" y="13454076"/>
                    <a:pt x="22790084" y="13436608"/>
                  </a:cubicBezTo>
                  <a:cubicBezTo>
                    <a:pt x="22738672" y="13379541"/>
                    <a:pt x="22749080" y="13283546"/>
                    <a:pt x="22810104" y="13252001"/>
                  </a:cubicBezTo>
                  <a:cubicBezTo>
                    <a:pt x="22830564" y="13241404"/>
                    <a:pt x="22847304" y="13227561"/>
                    <a:pt x="22847304" y="13221209"/>
                  </a:cubicBezTo>
                  <a:cubicBezTo>
                    <a:pt x="22847304" y="13214857"/>
                    <a:pt x="22852876" y="13195004"/>
                    <a:pt x="22859688" y="13177093"/>
                  </a:cubicBezTo>
                  <a:cubicBezTo>
                    <a:pt x="22871440" y="13146168"/>
                    <a:pt x="22876876" y="13144504"/>
                    <a:pt x="22965812" y="13144504"/>
                  </a:cubicBezTo>
                  <a:close/>
                  <a:moveTo>
                    <a:pt x="24602736" y="13134198"/>
                  </a:moveTo>
                  <a:cubicBezTo>
                    <a:pt x="24669828" y="13136001"/>
                    <a:pt x="24701504" y="13189373"/>
                    <a:pt x="24701504" y="13297433"/>
                  </a:cubicBezTo>
                  <a:cubicBezTo>
                    <a:pt x="24701504" y="13381085"/>
                    <a:pt x="24669524" y="13403842"/>
                    <a:pt x="24562784" y="13396117"/>
                  </a:cubicBezTo>
                  <a:cubicBezTo>
                    <a:pt x="24471508" y="13389512"/>
                    <a:pt x="24449392" y="13372917"/>
                    <a:pt x="24441176" y="13304886"/>
                  </a:cubicBezTo>
                  <a:cubicBezTo>
                    <a:pt x="24432432" y="13232477"/>
                    <a:pt x="24465592" y="13170026"/>
                    <a:pt x="24523704" y="13149458"/>
                  </a:cubicBezTo>
                  <a:cubicBezTo>
                    <a:pt x="24554076" y="13138715"/>
                    <a:pt x="24580372" y="13133597"/>
                    <a:pt x="24602736" y="13134198"/>
                  </a:cubicBezTo>
                  <a:close/>
                  <a:moveTo>
                    <a:pt x="21408376" y="13054785"/>
                  </a:moveTo>
                  <a:cubicBezTo>
                    <a:pt x="21418028" y="13053311"/>
                    <a:pt x="21427172" y="13053640"/>
                    <a:pt x="21435776" y="13055810"/>
                  </a:cubicBezTo>
                  <a:cubicBezTo>
                    <a:pt x="21447248" y="13058714"/>
                    <a:pt x="21457752" y="13064870"/>
                    <a:pt x="21467208" y="13074322"/>
                  </a:cubicBezTo>
                  <a:cubicBezTo>
                    <a:pt x="21495008" y="13102128"/>
                    <a:pt x="21506020" y="13210713"/>
                    <a:pt x="21488168" y="13281028"/>
                  </a:cubicBezTo>
                  <a:cubicBezTo>
                    <a:pt x="21460304" y="13390790"/>
                    <a:pt x="21464208" y="13385811"/>
                    <a:pt x="21406192" y="13385811"/>
                  </a:cubicBezTo>
                  <a:cubicBezTo>
                    <a:pt x="21315012" y="13385811"/>
                    <a:pt x="21275556" y="13364958"/>
                    <a:pt x="21253800" y="13305291"/>
                  </a:cubicBezTo>
                  <a:cubicBezTo>
                    <a:pt x="21226048" y="13229168"/>
                    <a:pt x="21238088" y="13187994"/>
                    <a:pt x="21308784" y="13117293"/>
                  </a:cubicBezTo>
                  <a:cubicBezTo>
                    <a:pt x="21345892" y="13080187"/>
                    <a:pt x="21379416" y="13059277"/>
                    <a:pt x="21408376" y="13054785"/>
                  </a:cubicBezTo>
                  <a:close/>
                  <a:moveTo>
                    <a:pt x="29757908" y="13049515"/>
                  </a:moveTo>
                  <a:cubicBezTo>
                    <a:pt x="29806776" y="13050717"/>
                    <a:pt x="29859740" y="13057006"/>
                    <a:pt x="29887852" y="13067698"/>
                  </a:cubicBezTo>
                  <a:cubicBezTo>
                    <a:pt x="29929436" y="13083502"/>
                    <a:pt x="29938488" y="13108309"/>
                    <a:pt x="29939088" y="13208005"/>
                  </a:cubicBezTo>
                  <a:cubicBezTo>
                    <a:pt x="29939896" y="13342378"/>
                    <a:pt x="29935686" y="13369703"/>
                    <a:pt x="29912838" y="13378472"/>
                  </a:cubicBezTo>
                  <a:cubicBezTo>
                    <a:pt x="29884288" y="13389436"/>
                    <a:pt x="29748572" y="13390619"/>
                    <a:pt x="29689644" y="13380433"/>
                  </a:cubicBezTo>
                  <a:cubicBezTo>
                    <a:pt x="29630928" y="13370285"/>
                    <a:pt x="29617100" y="13346136"/>
                    <a:pt x="29606856" y="13235887"/>
                  </a:cubicBezTo>
                  <a:cubicBezTo>
                    <a:pt x="29598568" y="13146668"/>
                    <a:pt x="29612024" y="13095409"/>
                    <a:pt x="29652524" y="13061909"/>
                  </a:cubicBezTo>
                  <a:cubicBezTo>
                    <a:pt x="29664262" y="13052204"/>
                    <a:pt x="29709038" y="13048300"/>
                    <a:pt x="29757908" y="13049515"/>
                  </a:cubicBezTo>
                  <a:close/>
                  <a:moveTo>
                    <a:pt x="27834984" y="12890506"/>
                  </a:moveTo>
                  <a:cubicBezTo>
                    <a:pt x="27881864" y="12890506"/>
                    <a:pt x="27977770" y="12951799"/>
                    <a:pt x="27981012" y="12983825"/>
                  </a:cubicBezTo>
                  <a:cubicBezTo>
                    <a:pt x="28007864" y="13249192"/>
                    <a:pt x="27985172" y="13296908"/>
                    <a:pt x="27832088" y="13296908"/>
                  </a:cubicBezTo>
                  <a:cubicBezTo>
                    <a:pt x="27769748" y="13296908"/>
                    <a:pt x="27761434" y="13293403"/>
                    <a:pt x="27734664" y="13255797"/>
                  </a:cubicBezTo>
                  <a:cubicBezTo>
                    <a:pt x="27718564" y="13233192"/>
                    <a:pt x="27695316" y="13204614"/>
                    <a:pt x="27683000" y="13192315"/>
                  </a:cubicBezTo>
                  <a:cubicBezTo>
                    <a:pt x="27666614" y="13175910"/>
                    <a:pt x="27660602" y="13149597"/>
                    <a:pt x="27660602" y="13094207"/>
                  </a:cubicBezTo>
                  <a:cubicBezTo>
                    <a:pt x="27660602" y="13004646"/>
                    <a:pt x="27670294" y="12986324"/>
                    <a:pt x="27746604" y="12931775"/>
                  </a:cubicBezTo>
                  <a:cubicBezTo>
                    <a:pt x="27778362" y="12909075"/>
                    <a:pt x="27818134" y="12890506"/>
                    <a:pt x="27834984" y="12890506"/>
                  </a:cubicBezTo>
                  <a:close/>
                  <a:moveTo>
                    <a:pt x="34989368" y="12877802"/>
                  </a:moveTo>
                  <a:cubicBezTo>
                    <a:pt x="35050964" y="12877802"/>
                    <a:pt x="35102802" y="12907120"/>
                    <a:pt x="35102802" y="12941961"/>
                  </a:cubicBezTo>
                  <a:cubicBezTo>
                    <a:pt x="35102802" y="12949300"/>
                    <a:pt x="35122112" y="12963377"/>
                    <a:pt x="35145712" y="12973234"/>
                  </a:cubicBezTo>
                  <a:cubicBezTo>
                    <a:pt x="35196088" y="12994283"/>
                    <a:pt x="35204402" y="13011289"/>
                    <a:pt x="35204402" y="13093340"/>
                  </a:cubicBezTo>
                  <a:cubicBezTo>
                    <a:pt x="35204402" y="13190613"/>
                    <a:pt x="35181104" y="13201653"/>
                    <a:pt x="34975824" y="13201653"/>
                  </a:cubicBezTo>
                  <a:cubicBezTo>
                    <a:pt x="34780396" y="13201653"/>
                    <a:pt x="34772602" y="13197256"/>
                    <a:pt x="34772602" y="13086988"/>
                  </a:cubicBezTo>
                  <a:cubicBezTo>
                    <a:pt x="34772602" y="12997813"/>
                    <a:pt x="34779612" y="12983249"/>
                    <a:pt x="34830660" y="12966401"/>
                  </a:cubicBezTo>
                  <a:cubicBezTo>
                    <a:pt x="34854374" y="12958575"/>
                    <a:pt x="34885690" y="12935438"/>
                    <a:pt x="34900252" y="12915003"/>
                  </a:cubicBezTo>
                  <a:cubicBezTo>
                    <a:pt x="34923402" y="12882490"/>
                    <a:pt x="34934612" y="12877802"/>
                    <a:pt x="34989368" y="12877802"/>
                  </a:cubicBezTo>
                  <a:close/>
                  <a:moveTo>
                    <a:pt x="32336184" y="12877802"/>
                  </a:moveTo>
                  <a:cubicBezTo>
                    <a:pt x="32438256" y="12877802"/>
                    <a:pt x="32448504" y="12888823"/>
                    <a:pt x="32448504" y="12998452"/>
                  </a:cubicBezTo>
                  <a:cubicBezTo>
                    <a:pt x="32448504" y="13109549"/>
                    <a:pt x="32439064" y="13119115"/>
                    <a:pt x="32329376" y="13119115"/>
                  </a:cubicBezTo>
                  <a:cubicBezTo>
                    <a:pt x="32206812" y="13119115"/>
                    <a:pt x="32189024" y="13101862"/>
                    <a:pt x="32197052" y="12990854"/>
                  </a:cubicBezTo>
                  <a:cubicBezTo>
                    <a:pt x="32201200" y="12933515"/>
                    <a:pt x="32209084" y="12907835"/>
                    <a:pt x="32226440" y="12895150"/>
                  </a:cubicBezTo>
                  <a:cubicBezTo>
                    <a:pt x="32240960" y="12884527"/>
                    <a:pt x="32283524" y="12877802"/>
                    <a:pt x="32336184" y="12877802"/>
                  </a:cubicBezTo>
                  <a:close/>
                  <a:moveTo>
                    <a:pt x="31164968" y="12877802"/>
                  </a:moveTo>
                  <a:cubicBezTo>
                    <a:pt x="31272088" y="12877802"/>
                    <a:pt x="31286060" y="12891031"/>
                    <a:pt x="31283748" y="12990259"/>
                  </a:cubicBezTo>
                  <a:cubicBezTo>
                    <a:pt x="31281288" y="13095915"/>
                    <a:pt x="31263740" y="13112763"/>
                    <a:pt x="31156080" y="13112763"/>
                  </a:cubicBezTo>
                  <a:cubicBezTo>
                    <a:pt x="31107696" y="13112763"/>
                    <a:pt x="31061516" y="13107765"/>
                    <a:pt x="31053456" y="13101685"/>
                  </a:cubicBezTo>
                  <a:cubicBezTo>
                    <a:pt x="31031172" y="13084837"/>
                    <a:pt x="31034968" y="12939734"/>
                    <a:pt x="31058572" y="12906038"/>
                  </a:cubicBezTo>
                  <a:cubicBezTo>
                    <a:pt x="31075720" y="12881560"/>
                    <a:pt x="31089848" y="12877802"/>
                    <a:pt x="31164968" y="12877802"/>
                  </a:cubicBezTo>
                  <a:close/>
                  <a:moveTo>
                    <a:pt x="23684424" y="12877802"/>
                  </a:moveTo>
                  <a:cubicBezTo>
                    <a:pt x="23763288" y="12877802"/>
                    <a:pt x="23775712" y="12881598"/>
                    <a:pt x="23828120" y="12921608"/>
                  </a:cubicBezTo>
                  <a:cubicBezTo>
                    <a:pt x="23897716" y="12974746"/>
                    <a:pt x="23901404" y="12983502"/>
                    <a:pt x="23901404" y="13095624"/>
                  </a:cubicBezTo>
                  <a:lnTo>
                    <a:pt x="23901404" y="13184356"/>
                  </a:lnTo>
                  <a:lnTo>
                    <a:pt x="23783924" y="13296908"/>
                  </a:lnTo>
                  <a:lnTo>
                    <a:pt x="23579552" y="13296908"/>
                  </a:lnTo>
                  <a:lnTo>
                    <a:pt x="23524576" y="13239531"/>
                  </a:lnTo>
                  <a:cubicBezTo>
                    <a:pt x="23473120" y="13185830"/>
                    <a:pt x="23469208" y="13176688"/>
                    <a:pt x="23463448" y="13096655"/>
                  </a:cubicBezTo>
                  <a:cubicBezTo>
                    <a:pt x="23456992" y="13006968"/>
                    <a:pt x="23456944" y="13007069"/>
                    <a:pt x="23521612" y="12974841"/>
                  </a:cubicBezTo>
                  <a:cubicBezTo>
                    <a:pt x="23538136" y="12966591"/>
                    <a:pt x="23554624" y="12945675"/>
                    <a:pt x="23558256" y="12928365"/>
                  </a:cubicBezTo>
                  <a:cubicBezTo>
                    <a:pt x="23561888" y="12911030"/>
                    <a:pt x="23572340" y="12892575"/>
                    <a:pt x="23581480" y="12887330"/>
                  </a:cubicBezTo>
                  <a:cubicBezTo>
                    <a:pt x="23590624" y="12882098"/>
                    <a:pt x="23636948" y="12877802"/>
                    <a:pt x="23684424" y="12877802"/>
                  </a:cubicBezTo>
                  <a:close/>
                  <a:moveTo>
                    <a:pt x="10803660" y="12872260"/>
                  </a:moveTo>
                  <a:cubicBezTo>
                    <a:pt x="10859120" y="12876929"/>
                    <a:pt x="10873740" y="12883806"/>
                    <a:pt x="10896600" y="12915914"/>
                  </a:cubicBezTo>
                  <a:cubicBezTo>
                    <a:pt x="10911524" y="12936868"/>
                    <a:pt x="10931568" y="12954001"/>
                    <a:pt x="10941144" y="12954001"/>
                  </a:cubicBezTo>
                  <a:cubicBezTo>
                    <a:pt x="10950720" y="12954001"/>
                    <a:pt x="10984468" y="12976429"/>
                    <a:pt x="11016136" y="13003849"/>
                  </a:cubicBezTo>
                  <a:cubicBezTo>
                    <a:pt x="11047808" y="13031250"/>
                    <a:pt x="11081016" y="13054083"/>
                    <a:pt x="11089936" y="13054570"/>
                  </a:cubicBezTo>
                  <a:cubicBezTo>
                    <a:pt x="11098856" y="13055057"/>
                    <a:pt x="11120284" y="13075195"/>
                    <a:pt x="11137556" y="13099319"/>
                  </a:cubicBezTo>
                  <a:cubicBezTo>
                    <a:pt x="11154828" y="13123436"/>
                    <a:pt x="11183348" y="13146788"/>
                    <a:pt x="11200928" y="13151204"/>
                  </a:cubicBezTo>
                  <a:cubicBezTo>
                    <a:pt x="11239284" y="13160827"/>
                    <a:pt x="11237512" y="13156664"/>
                    <a:pt x="11245656" y="13256474"/>
                  </a:cubicBezTo>
                  <a:cubicBezTo>
                    <a:pt x="11254792" y="13368425"/>
                    <a:pt x="11242816" y="13385811"/>
                    <a:pt x="11156540" y="13385811"/>
                  </a:cubicBezTo>
                  <a:cubicBezTo>
                    <a:pt x="11095104" y="13385811"/>
                    <a:pt x="11081552" y="13380724"/>
                    <a:pt x="11037972" y="13341353"/>
                  </a:cubicBezTo>
                  <a:cubicBezTo>
                    <a:pt x="10994208" y="13301824"/>
                    <a:pt x="10979120" y="13296212"/>
                    <a:pt x="10901412" y="13290613"/>
                  </a:cubicBezTo>
                  <a:cubicBezTo>
                    <a:pt x="10821624" y="13284843"/>
                    <a:pt x="10811024" y="13287032"/>
                    <a:pt x="10779128" y="13315812"/>
                  </a:cubicBezTo>
                  <a:cubicBezTo>
                    <a:pt x="10759916" y="13333160"/>
                    <a:pt x="10744200" y="13353418"/>
                    <a:pt x="10744200" y="13360871"/>
                  </a:cubicBezTo>
                  <a:cubicBezTo>
                    <a:pt x="10744200" y="13368311"/>
                    <a:pt x="10723996" y="13382850"/>
                    <a:pt x="10699300" y="13393169"/>
                  </a:cubicBezTo>
                  <a:cubicBezTo>
                    <a:pt x="10672256" y="13404462"/>
                    <a:pt x="10649280" y="13425397"/>
                    <a:pt x="10641528" y="13445769"/>
                  </a:cubicBezTo>
                  <a:cubicBezTo>
                    <a:pt x="10634452" y="13464395"/>
                    <a:pt x="10604652" y="13501273"/>
                    <a:pt x="10575304" y="13527744"/>
                  </a:cubicBezTo>
                  <a:cubicBezTo>
                    <a:pt x="10501052" y="13594712"/>
                    <a:pt x="10350500" y="13776605"/>
                    <a:pt x="10350500" y="13799343"/>
                  </a:cubicBezTo>
                  <a:cubicBezTo>
                    <a:pt x="10350500" y="13809687"/>
                    <a:pt x="10336600" y="13824498"/>
                    <a:pt x="10319608" y="13832223"/>
                  </a:cubicBezTo>
                  <a:cubicBezTo>
                    <a:pt x="10302620" y="13839967"/>
                    <a:pt x="10281924" y="13862705"/>
                    <a:pt x="10273620" y="13882754"/>
                  </a:cubicBezTo>
                  <a:cubicBezTo>
                    <a:pt x="10265312" y="13902797"/>
                    <a:pt x="10253904" y="13919215"/>
                    <a:pt x="10248268" y="13919215"/>
                  </a:cubicBezTo>
                  <a:cubicBezTo>
                    <a:pt x="10234484" y="13919215"/>
                    <a:pt x="10198100" y="13956296"/>
                    <a:pt x="10198100" y="13970341"/>
                  </a:cubicBezTo>
                  <a:cubicBezTo>
                    <a:pt x="10198100" y="13976516"/>
                    <a:pt x="10228104" y="14010383"/>
                    <a:pt x="10264776" y="14045591"/>
                  </a:cubicBezTo>
                  <a:lnTo>
                    <a:pt x="10371996" y="14148558"/>
                  </a:lnTo>
                  <a:cubicBezTo>
                    <a:pt x="10394296" y="14169980"/>
                    <a:pt x="10435324" y="14198520"/>
                    <a:pt x="10463172" y="14211964"/>
                  </a:cubicBezTo>
                  <a:cubicBezTo>
                    <a:pt x="10491016" y="14225421"/>
                    <a:pt x="10517256" y="14247305"/>
                    <a:pt x="10521472" y="14260604"/>
                  </a:cubicBezTo>
                  <a:cubicBezTo>
                    <a:pt x="10525692" y="14273896"/>
                    <a:pt x="10544672" y="14289283"/>
                    <a:pt x="10563648" y="14294806"/>
                  </a:cubicBezTo>
                  <a:cubicBezTo>
                    <a:pt x="10582624" y="14300304"/>
                    <a:pt x="10619780" y="14323776"/>
                    <a:pt x="10646216" y="14346957"/>
                  </a:cubicBezTo>
                  <a:cubicBezTo>
                    <a:pt x="10672656" y="14370138"/>
                    <a:pt x="10699336" y="14389112"/>
                    <a:pt x="10705504" y="14389112"/>
                  </a:cubicBezTo>
                  <a:cubicBezTo>
                    <a:pt x="10711676" y="14389112"/>
                    <a:pt x="10746856" y="14414830"/>
                    <a:pt x="10783680" y="14446261"/>
                  </a:cubicBezTo>
                  <a:cubicBezTo>
                    <a:pt x="10859976" y="14511388"/>
                    <a:pt x="10904628" y="14520100"/>
                    <a:pt x="10916644" y="14472232"/>
                  </a:cubicBezTo>
                  <a:cubicBezTo>
                    <a:pt x="10920948" y="14455074"/>
                    <a:pt x="10943916" y="14426218"/>
                    <a:pt x="10967688" y="14408073"/>
                  </a:cubicBezTo>
                  <a:cubicBezTo>
                    <a:pt x="10991456" y="14389947"/>
                    <a:pt x="11010900" y="14367019"/>
                    <a:pt x="11010900" y="14357143"/>
                  </a:cubicBezTo>
                  <a:cubicBezTo>
                    <a:pt x="11010900" y="14347248"/>
                    <a:pt x="11030904" y="14319151"/>
                    <a:pt x="11055352" y="14294705"/>
                  </a:cubicBezTo>
                  <a:cubicBezTo>
                    <a:pt x="11079800" y="14270252"/>
                    <a:pt x="11099800" y="14242864"/>
                    <a:pt x="11099800" y="14233842"/>
                  </a:cubicBezTo>
                  <a:cubicBezTo>
                    <a:pt x="11099800" y="14224801"/>
                    <a:pt x="11111052" y="14210389"/>
                    <a:pt x="11124800" y="14201810"/>
                  </a:cubicBezTo>
                  <a:cubicBezTo>
                    <a:pt x="11138552" y="14193212"/>
                    <a:pt x="11156276" y="14164691"/>
                    <a:pt x="11164184" y="14138429"/>
                  </a:cubicBezTo>
                  <a:cubicBezTo>
                    <a:pt x="11173872" y="14106264"/>
                    <a:pt x="11194744" y="14079464"/>
                    <a:pt x="11228084" y="14056378"/>
                  </a:cubicBezTo>
                  <a:lnTo>
                    <a:pt x="11277600" y="14022100"/>
                  </a:lnTo>
                  <a:lnTo>
                    <a:pt x="11277600" y="13933754"/>
                  </a:lnTo>
                  <a:cubicBezTo>
                    <a:pt x="11277600" y="13851842"/>
                    <a:pt x="11274452" y="13841637"/>
                    <a:pt x="11234296" y="13793573"/>
                  </a:cubicBezTo>
                  <a:cubicBezTo>
                    <a:pt x="11175704" y="13723448"/>
                    <a:pt x="11158124" y="13652380"/>
                    <a:pt x="11178984" y="13569956"/>
                  </a:cubicBezTo>
                  <a:lnTo>
                    <a:pt x="11195052" y="13506461"/>
                  </a:lnTo>
                  <a:lnTo>
                    <a:pt x="11249708" y="13508821"/>
                  </a:lnTo>
                  <a:cubicBezTo>
                    <a:pt x="11316908" y="13511731"/>
                    <a:pt x="11407804" y="13562655"/>
                    <a:pt x="11438476" y="13614578"/>
                  </a:cubicBezTo>
                  <a:cubicBezTo>
                    <a:pt x="11450796" y="13635437"/>
                    <a:pt x="11465488" y="13652513"/>
                    <a:pt x="11471124" y="13652513"/>
                  </a:cubicBezTo>
                  <a:cubicBezTo>
                    <a:pt x="11476760" y="13652513"/>
                    <a:pt x="11502672" y="13671740"/>
                    <a:pt x="11528712" y="13695250"/>
                  </a:cubicBezTo>
                  <a:cubicBezTo>
                    <a:pt x="11554748" y="13718766"/>
                    <a:pt x="11596256" y="13749710"/>
                    <a:pt x="11620952" y="13764021"/>
                  </a:cubicBezTo>
                  <a:cubicBezTo>
                    <a:pt x="11645644" y="13778332"/>
                    <a:pt x="11673420" y="13804183"/>
                    <a:pt x="11682672" y="13821474"/>
                  </a:cubicBezTo>
                  <a:cubicBezTo>
                    <a:pt x="11691928" y="13838771"/>
                    <a:pt x="11713060" y="13860168"/>
                    <a:pt x="11729640" y="13869038"/>
                  </a:cubicBezTo>
                  <a:cubicBezTo>
                    <a:pt x="11746216" y="13877927"/>
                    <a:pt x="11762840" y="13894832"/>
                    <a:pt x="11766584" y="13906606"/>
                  </a:cubicBezTo>
                  <a:cubicBezTo>
                    <a:pt x="11773804" y="13929363"/>
                    <a:pt x="11831480" y="13961509"/>
                    <a:pt x="11846524" y="13951165"/>
                  </a:cubicBezTo>
                  <a:cubicBezTo>
                    <a:pt x="11851432" y="13947799"/>
                    <a:pt x="11880080" y="13969987"/>
                    <a:pt x="11910184" y="14000488"/>
                  </a:cubicBezTo>
                  <a:cubicBezTo>
                    <a:pt x="11963192" y="14054189"/>
                    <a:pt x="11964592" y="14057681"/>
                    <a:pt x="11954632" y="14111395"/>
                  </a:cubicBezTo>
                  <a:cubicBezTo>
                    <a:pt x="11938936" y="14196078"/>
                    <a:pt x="11901500" y="14207915"/>
                    <a:pt x="11714288" y="14187385"/>
                  </a:cubicBezTo>
                  <a:cubicBezTo>
                    <a:pt x="11585736" y="14173270"/>
                    <a:pt x="11564480" y="14173713"/>
                    <a:pt x="11538112" y="14190985"/>
                  </a:cubicBezTo>
                  <a:cubicBezTo>
                    <a:pt x="11521620" y="14201791"/>
                    <a:pt x="11504708" y="14221410"/>
                    <a:pt x="11500528" y="14234563"/>
                  </a:cubicBezTo>
                  <a:cubicBezTo>
                    <a:pt x="11496352" y="14247729"/>
                    <a:pt x="11469252" y="14269183"/>
                    <a:pt x="11440312" y="14282235"/>
                  </a:cubicBezTo>
                  <a:cubicBezTo>
                    <a:pt x="11406376" y="14297533"/>
                    <a:pt x="11375592" y="14325054"/>
                    <a:pt x="11353612" y="14359699"/>
                  </a:cubicBezTo>
                  <a:cubicBezTo>
                    <a:pt x="11334872" y="14389251"/>
                    <a:pt x="11301528" y="14430267"/>
                    <a:pt x="11279520" y="14450810"/>
                  </a:cubicBezTo>
                  <a:cubicBezTo>
                    <a:pt x="11257508" y="14471378"/>
                    <a:pt x="11239500" y="14497950"/>
                    <a:pt x="11239500" y="14509857"/>
                  </a:cubicBezTo>
                  <a:cubicBezTo>
                    <a:pt x="11239500" y="14521764"/>
                    <a:pt x="11225552" y="14542471"/>
                    <a:pt x="11208500" y="14555890"/>
                  </a:cubicBezTo>
                  <a:cubicBezTo>
                    <a:pt x="11191452" y="14569290"/>
                    <a:pt x="11170792" y="14590124"/>
                    <a:pt x="11162592" y="14602170"/>
                  </a:cubicBezTo>
                  <a:cubicBezTo>
                    <a:pt x="11154396" y="14614203"/>
                    <a:pt x="11134096" y="14642275"/>
                    <a:pt x="11117484" y="14664526"/>
                  </a:cubicBezTo>
                  <a:cubicBezTo>
                    <a:pt x="11086828" y="14705624"/>
                    <a:pt x="11087972" y="14744704"/>
                    <a:pt x="11119828" y="14744704"/>
                  </a:cubicBezTo>
                  <a:cubicBezTo>
                    <a:pt x="11129352" y="14744704"/>
                    <a:pt x="11149776" y="14761799"/>
                    <a:pt x="11165216" y="14782677"/>
                  </a:cubicBezTo>
                  <a:cubicBezTo>
                    <a:pt x="11180656" y="14803574"/>
                    <a:pt x="11203688" y="14823946"/>
                    <a:pt x="11216400" y="14827989"/>
                  </a:cubicBezTo>
                  <a:cubicBezTo>
                    <a:pt x="11229112" y="14832019"/>
                    <a:pt x="11260444" y="14855067"/>
                    <a:pt x="11286028" y="14879191"/>
                  </a:cubicBezTo>
                  <a:cubicBezTo>
                    <a:pt x="11311612" y="14903321"/>
                    <a:pt x="11344880" y="14926154"/>
                    <a:pt x="11359960" y="14929950"/>
                  </a:cubicBezTo>
                  <a:cubicBezTo>
                    <a:pt x="11375040" y="14933727"/>
                    <a:pt x="11397512" y="14953985"/>
                    <a:pt x="11409896" y="14974933"/>
                  </a:cubicBezTo>
                  <a:cubicBezTo>
                    <a:pt x="11422276" y="14995893"/>
                    <a:pt x="11446044" y="15019264"/>
                    <a:pt x="11462708" y="15026856"/>
                  </a:cubicBezTo>
                  <a:cubicBezTo>
                    <a:pt x="11479376" y="15034448"/>
                    <a:pt x="11496528" y="15051739"/>
                    <a:pt x="11500820" y="15065259"/>
                  </a:cubicBezTo>
                  <a:cubicBezTo>
                    <a:pt x="11505112" y="15078779"/>
                    <a:pt x="11521272" y="15093628"/>
                    <a:pt x="11536728" y="15098253"/>
                  </a:cubicBezTo>
                  <a:cubicBezTo>
                    <a:pt x="11571248" y="15108578"/>
                    <a:pt x="11629912" y="15152865"/>
                    <a:pt x="11703480" y="15224129"/>
                  </a:cubicBezTo>
                  <a:cubicBezTo>
                    <a:pt x="11734124" y="15253814"/>
                    <a:pt x="11769016" y="15278102"/>
                    <a:pt x="11781020" y="15278102"/>
                  </a:cubicBezTo>
                  <a:cubicBezTo>
                    <a:pt x="11793024" y="15278102"/>
                    <a:pt x="11821168" y="15258116"/>
                    <a:pt x="11843560" y="15233657"/>
                  </a:cubicBezTo>
                  <a:cubicBezTo>
                    <a:pt x="11881952" y="15191749"/>
                    <a:pt x="11899160" y="15182183"/>
                    <a:pt x="11954840" y="15171788"/>
                  </a:cubicBezTo>
                  <a:cubicBezTo>
                    <a:pt x="11971440" y="15168707"/>
                    <a:pt x="11980064" y="15152270"/>
                    <a:pt x="11985204" y="15113962"/>
                  </a:cubicBezTo>
                  <a:cubicBezTo>
                    <a:pt x="11989152" y="15084524"/>
                    <a:pt x="12004436" y="15048120"/>
                    <a:pt x="12019168" y="15033050"/>
                  </a:cubicBezTo>
                  <a:cubicBezTo>
                    <a:pt x="12058468" y="14992850"/>
                    <a:pt x="12064568" y="14982354"/>
                    <a:pt x="12065028" y="14954251"/>
                  </a:cubicBezTo>
                  <a:cubicBezTo>
                    <a:pt x="12065436" y="14929488"/>
                    <a:pt x="12189528" y="14808205"/>
                    <a:pt x="12214464" y="14808205"/>
                  </a:cubicBezTo>
                  <a:cubicBezTo>
                    <a:pt x="12221200" y="14808205"/>
                    <a:pt x="12235880" y="14778204"/>
                    <a:pt x="12247080" y="14741528"/>
                  </a:cubicBezTo>
                  <a:cubicBezTo>
                    <a:pt x="12259268" y="14701613"/>
                    <a:pt x="12281512" y="14663153"/>
                    <a:pt x="12302496" y="14645685"/>
                  </a:cubicBezTo>
                  <a:cubicBezTo>
                    <a:pt x="12337192" y="14616810"/>
                    <a:pt x="12337600" y="14614703"/>
                    <a:pt x="12342416" y="14439308"/>
                  </a:cubicBezTo>
                  <a:cubicBezTo>
                    <a:pt x="12348652" y="14212230"/>
                    <a:pt x="12340448" y="14157637"/>
                    <a:pt x="12292760" y="14108858"/>
                  </a:cubicBezTo>
                  <a:cubicBezTo>
                    <a:pt x="12266352" y="14081830"/>
                    <a:pt x="12255500" y="14058181"/>
                    <a:pt x="12255500" y="14027623"/>
                  </a:cubicBezTo>
                  <a:cubicBezTo>
                    <a:pt x="12255500" y="13964179"/>
                    <a:pt x="12283224" y="13943959"/>
                    <a:pt x="12374432" y="13940884"/>
                  </a:cubicBezTo>
                  <a:lnTo>
                    <a:pt x="12452352" y="13938252"/>
                  </a:lnTo>
                  <a:lnTo>
                    <a:pt x="12484932" y="13999229"/>
                  </a:lnTo>
                  <a:cubicBezTo>
                    <a:pt x="12502852" y="14032773"/>
                    <a:pt x="12532804" y="14074390"/>
                    <a:pt x="12551492" y="14091719"/>
                  </a:cubicBezTo>
                  <a:cubicBezTo>
                    <a:pt x="12570180" y="14109054"/>
                    <a:pt x="12594240" y="14140194"/>
                    <a:pt x="12604960" y="14160914"/>
                  </a:cubicBezTo>
                  <a:cubicBezTo>
                    <a:pt x="12615680" y="14181653"/>
                    <a:pt x="12629576" y="14198602"/>
                    <a:pt x="12635840" y="14198602"/>
                  </a:cubicBezTo>
                  <a:cubicBezTo>
                    <a:pt x="12642104" y="14198602"/>
                    <a:pt x="12653996" y="14219107"/>
                    <a:pt x="12662264" y="14244167"/>
                  </a:cubicBezTo>
                  <a:cubicBezTo>
                    <a:pt x="12670536" y="14269221"/>
                    <a:pt x="12693860" y="14304467"/>
                    <a:pt x="12714100" y="14322517"/>
                  </a:cubicBezTo>
                  <a:cubicBezTo>
                    <a:pt x="12734340" y="14340548"/>
                    <a:pt x="12765888" y="14380868"/>
                    <a:pt x="12784212" y="14412141"/>
                  </a:cubicBezTo>
                  <a:cubicBezTo>
                    <a:pt x="12815808" y="14466051"/>
                    <a:pt x="12816732" y="14472504"/>
                    <a:pt x="12802192" y="14537473"/>
                  </a:cubicBezTo>
                  <a:cubicBezTo>
                    <a:pt x="12789192" y="14595571"/>
                    <a:pt x="12779544" y="14610597"/>
                    <a:pt x="12738672" y="14636391"/>
                  </a:cubicBezTo>
                  <a:cubicBezTo>
                    <a:pt x="12712164" y="14653125"/>
                    <a:pt x="12687060" y="14680444"/>
                    <a:pt x="12682880" y="14697083"/>
                  </a:cubicBezTo>
                  <a:cubicBezTo>
                    <a:pt x="12678704" y="14713735"/>
                    <a:pt x="12661356" y="14734803"/>
                    <a:pt x="12644332" y="14743913"/>
                  </a:cubicBezTo>
                  <a:cubicBezTo>
                    <a:pt x="12627308" y="14753030"/>
                    <a:pt x="12604292" y="14784284"/>
                    <a:pt x="12593184" y="14813355"/>
                  </a:cubicBezTo>
                  <a:cubicBezTo>
                    <a:pt x="12580908" y="14845495"/>
                    <a:pt x="12558048" y="14875066"/>
                    <a:pt x="12534896" y="14888738"/>
                  </a:cubicBezTo>
                  <a:cubicBezTo>
                    <a:pt x="12513944" y="14901113"/>
                    <a:pt x="12496800" y="14919650"/>
                    <a:pt x="12496800" y="14929931"/>
                  </a:cubicBezTo>
                  <a:cubicBezTo>
                    <a:pt x="12496800" y="14940212"/>
                    <a:pt x="12475368" y="14966069"/>
                    <a:pt x="12449176" y="14987390"/>
                  </a:cubicBezTo>
                  <a:cubicBezTo>
                    <a:pt x="12366216" y="15054921"/>
                    <a:pt x="12324488" y="15105345"/>
                    <a:pt x="12314572" y="15150018"/>
                  </a:cubicBezTo>
                  <a:cubicBezTo>
                    <a:pt x="12308772" y="15176141"/>
                    <a:pt x="12290240" y="15203896"/>
                    <a:pt x="12267944" y="15219871"/>
                  </a:cubicBezTo>
                  <a:cubicBezTo>
                    <a:pt x="12226488" y="15249537"/>
                    <a:pt x="12148460" y="15349518"/>
                    <a:pt x="12135920" y="15389028"/>
                  </a:cubicBezTo>
                  <a:cubicBezTo>
                    <a:pt x="12131416" y="15403225"/>
                    <a:pt x="12107936" y="15431227"/>
                    <a:pt x="12083744" y="15451251"/>
                  </a:cubicBezTo>
                  <a:cubicBezTo>
                    <a:pt x="12018436" y="15505300"/>
                    <a:pt x="11968092" y="15559849"/>
                    <a:pt x="11950508" y="15595601"/>
                  </a:cubicBezTo>
                  <a:cubicBezTo>
                    <a:pt x="11941920" y="15613069"/>
                    <a:pt x="11921696" y="15641647"/>
                    <a:pt x="11905564" y="15659115"/>
                  </a:cubicBezTo>
                  <a:cubicBezTo>
                    <a:pt x="11844548" y="15725172"/>
                    <a:pt x="11787196" y="15807084"/>
                    <a:pt x="11778940" y="15839970"/>
                  </a:cubicBezTo>
                  <a:cubicBezTo>
                    <a:pt x="11774232" y="15858735"/>
                    <a:pt x="11758992" y="15877709"/>
                    <a:pt x="11745080" y="15882125"/>
                  </a:cubicBezTo>
                  <a:cubicBezTo>
                    <a:pt x="11731168" y="15886541"/>
                    <a:pt x="11711740" y="15909399"/>
                    <a:pt x="11701912" y="15932922"/>
                  </a:cubicBezTo>
                  <a:cubicBezTo>
                    <a:pt x="11692084" y="15956451"/>
                    <a:pt x="11672836" y="15981682"/>
                    <a:pt x="11659140" y="15989021"/>
                  </a:cubicBezTo>
                  <a:cubicBezTo>
                    <a:pt x="11645448" y="15996341"/>
                    <a:pt x="11623112" y="16027500"/>
                    <a:pt x="11609516" y="16058235"/>
                  </a:cubicBezTo>
                  <a:cubicBezTo>
                    <a:pt x="11586592" y="16110057"/>
                    <a:pt x="11552508" y="16141703"/>
                    <a:pt x="11519620" y="16141703"/>
                  </a:cubicBezTo>
                  <a:cubicBezTo>
                    <a:pt x="11512112" y="16141703"/>
                    <a:pt x="11486448" y="16123128"/>
                    <a:pt x="11462592" y="16100434"/>
                  </a:cubicBezTo>
                  <a:cubicBezTo>
                    <a:pt x="11438736" y="16077734"/>
                    <a:pt x="11410212" y="16052079"/>
                    <a:pt x="11399208" y="16043405"/>
                  </a:cubicBezTo>
                  <a:cubicBezTo>
                    <a:pt x="11368180" y="16018984"/>
                    <a:pt x="11373848" y="15955293"/>
                    <a:pt x="11409108" y="15932207"/>
                  </a:cubicBezTo>
                  <a:cubicBezTo>
                    <a:pt x="11434688" y="15915435"/>
                    <a:pt x="11440204" y="15898568"/>
                    <a:pt x="11447212" y="15815631"/>
                  </a:cubicBezTo>
                  <a:cubicBezTo>
                    <a:pt x="11454932" y="15724318"/>
                    <a:pt x="11453472" y="15716125"/>
                    <a:pt x="11422184" y="15675109"/>
                  </a:cubicBezTo>
                  <a:cubicBezTo>
                    <a:pt x="11403912" y="15651156"/>
                    <a:pt x="11363904" y="15620807"/>
                    <a:pt x="11333280" y="15607679"/>
                  </a:cubicBezTo>
                  <a:cubicBezTo>
                    <a:pt x="11302656" y="15594551"/>
                    <a:pt x="11277600" y="15577798"/>
                    <a:pt x="11277600" y="15570459"/>
                  </a:cubicBezTo>
                  <a:cubicBezTo>
                    <a:pt x="11277600" y="15563101"/>
                    <a:pt x="11257656" y="15547588"/>
                    <a:pt x="11233280" y="15535972"/>
                  </a:cubicBezTo>
                  <a:cubicBezTo>
                    <a:pt x="11208904" y="15524331"/>
                    <a:pt x="11185524" y="15503997"/>
                    <a:pt x="11181324" y="15490774"/>
                  </a:cubicBezTo>
                  <a:cubicBezTo>
                    <a:pt x="11177124" y="15477545"/>
                    <a:pt x="11147064" y="15453510"/>
                    <a:pt x="11114520" y="15437364"/>
                  </a:cubicBezTo>
                  <a:cubicBezTo>
                    <a:pt x="11081976" y="15421231"/>
                    <a:pt x="11041424" y="15393077"/>
                    <a:pt x="11024400" y="15374812"/>
                  </a:cubicBezTo>
                  <a:cubicBezTo>
                    <a:pt x="11007376" y="15356553"/>
                    <a:pt x="10986268" y="15341603"/>
                    <a:pt x="10977492" y="15341603"/>
                  </a:cubicBezTo>
                  <a:cubicBezTo>
                    <a:pt x="10968720" y="15341603"/>
                    <a:pt x="10951504" y="15324622"/>
                    <a:pt x="10939244" y="15303877"/>
                  </a:cubicBezTo>
                  <a:cubicBezTo>
                    <a:pt x="10926984" y="15283119"/>
                    <a:pt x="10901368" y="15260697"/>
                    <a:pt x="10882316" y="15254054"/>
                  </a:cubicBezTo>
                  <a:cubicBezTo>
                    <a:pt x="10863268" y="15247411"/>
                    <a:pt x="10838028" y="15227248"/>
                    <a:pt x="10826232" y="15209242"/>
                  </a:cubicBezTo>
                  <a:cubicBezTo>
                    <a:pt x="10814432" y="15191249"/>
                    <a:pt x="10797156" y="15176508"/>
                    <a:pt x="10787836" y="15176508"/>
                  </a:cubicBezTo>
                  <a:cubicBezTo>
                    <a:pt x="10778520" y="15176508"/>
                    <a:pt x="10755636" y="15156503"/>
                    <a:pt x="10736992" y="15132069"/>
                  </a:cubicBezTo>
                  <a:cubicBezTo>
                    <a:pt x="10718344" y="15107610"/>
                    <a:pt x="10695776" y="15087605"/>
                    <a:pt x="10686848" y="15087605"/>
                  </a:cubicBezTo>
                  <a:cubicBezTo>
                    <a:pt x="10666972" y="15087605"/>
                    <a:pt x="10550644" y="14992306"/>
                    <a:pt x="10450956" y="14894343"/>
                  </a:cubicBezTo>
                  <a:cubicBezTo>
                    <a:pt x="10410312" y="14854403"/>
                    <a:pt x="10356796" y="14813260"/>
                    <a:pt x="10332028" y="14802916"/>
                  </a:cubicBezTo>
                  <a:cubicBezTo>
                    <a:pt x="10307264" y="14792572"/>
                    <a:pt x="10287000" y="14778242"/>
                    <a:pt x="10287000" y="14771080"/>
                  </a:cubicBezTo>
                  <a:cubicBezTo>
                    <a:pt x="10287000" y="14763931"/>
                    <a:pt x="10265568" y="14745609"/>
                    <a:pt x="10239376" y="14730412"/>
                  </a:cubicBezTo>
                  <a:cubicBezTo>
                    <a:pt x="10179272" y="14695495"/>
                    <a:pt x="10103980" y="14633240"/>
                    <a:pt x="9999428" y="14531994"/>
                  </a:cubicBezTo>
                  <a:lnTo>
                    <a:pt x="9917472" y="14452613"/>
                  </a:lnTo>
                  <a:lnTo>
                    <a:pt x="9841052" y="14452613"/>
                  </a:lnTo>
                  <a:cubicBezTo>
                    <a:pt x="9733656" y="14452613"/>
                    <a:pt x="9700408" y="14462938"/>
                    <a:pt x="9669292" y="14505985"/>
                  </a:cubicBezTo>
                  <a:cubicBezTo>
                    <a:pt x="9649416" y="14533468"/>
                    <a:pt x="9628532" y="14545375"/>
                    <a:pt x="9591392" y="14550348"/>
                  </a:cubicBezTo>
                  <a:cubicBezTo>
                    <a:pt x="9523592" y="14559452"/>
                    <a:pt x="9489228" y="14526129"/>
                    <a:pt x="9480724" y="14443085"/>
                  </a:cubicBezTo>
                  <a:cubicBezTo>
                    <a:pt x="9473652" y="14373991"/>
                    <a:pt x="9487200" y="14345369"/>
                    <a:pt x="9539860" y="14318139"/>
                  </a:cubicBezTo>
                  <a:cubicBezTo>
                    <a:pt x="9560228" y="14307605"/>
                    <a:pt x="9582248" y="14284911"/>
                    <a:pt x="9588792" y="14267690"/>
                  </a:cubicBezTo>
                  <a:cubicBezTo>
                    <a:pt x="9595336" y="14250475"/>
                    <a:pt x="9615232" y="14229774"/>
                    <a:pt x="9633000" y="14221682"/>
                  </a:cubicBezTo>
                  <a:cubicBezTo>
                    <a:pt x="9650772" y="14213571"/>
                    <a:pt x="9668664" y="14193579"/>
                    <a:pt x="9672768" y="14177237"/>
                  </a:cubicBezTo>
                  <a:cubicBezTo>
                    <a:pt x="9676868" y="14160895"/>
                    <a:pt x="9696100" y="14136221"/>
                    <a:pt x="9715500" y="14122416"/>
                  </a:cubicBezTo>
                  <a:cubicBezTo>
                    <a:pt x="9734904" y="14108586"/>
                    <a:pt x="9754336" y="14083102"/>
                    <a:pt x="9758688" y="14065773"/>
                  </a:cubicBezTo>
                  <a:cubicBezTo>
                    <a:pt x="9763040" y="14048419"/>
                    <a:pt x="9777944" y="14028167"/>
                    <a:pt x="9791808" y="14020746"/>
                  </a:cubicBezTo>
                  <a:cubicBezTo>
                    <a:pt x="9805676" y="14013331"/>
                    <a:pt x="9828340" y="13985057"/>
                    <a:pt x="9842180" y="13957941"/>
                  </a:cubicBezTo>
                  <a:cubicBezTo>
                    <a:pt x="9886616" y="13870841"/>
                    <a:pt x="10038468" y="13698641"/>
                    <a:pt x="10083432" y="13684368"/>
                  </a:cubicBezTo>
                  <a:cubicBezTo>
                    <a:pt x="10097572" y="13679882"/>
                    <a:pt x="10112648" y="13662256"/>
                    <a:pt x="10116936" y="13645174"/>
                  </a:cubicBezTo>
                  <a:cubicBezTo>
                    <a:pt x="10121220" y="13628092"/>
                    <a:pt x="10140600" y="13602823"/>
                    <a:pt x="10160000" y="13589012"/>
                  </a:cubicBezTo>
                  <a:cubicBezTo>
                    <a:pt x="10179404" y="13575188"/>
                    <a:pt x="10199088" y="13548698"/>
                    <a:pt x="10203744" y="13530142"/>
                  </a:cubicBezTo>
                  <a:cubicBezTo>
                    <a:pt x="10208404" y="13511592"/>
                    <a:pt x="10254760" y="13448578"/>
                    <a:pt x="10306760" y="13390132"/>
                  </a:cubicBezTo>
                  <a:cubicBezTo>
                    <a:pt x="10358756" y="13331686"/>
                    <a:pt x="10401300" y="13278624"/>
                    <a:pt x="10401300" y="13272196"/>
                  </a:cubicBezTo>
                  <a:cubicBezTo>
                    <a:pt x="10401300" y="13265768"/>
                    <a:pt x="10412792" y="13256879"/>
                    <a:pt x="10426840" y="13252406"/>
                  </a:cubicBezTo>
                  <a:cubicBezTo>
                    <a:pt x="10440888" y="13247952"/>
                    <a:pt x="10461164" y="13227327"/>
                    <a:pt x="10471900" y="13206550"/>
                  </a:cubicBezTo>
                  <a:cubicBezTo>
                    <a:pt x="10482640" y="13185792"/>
                    <a:pt x="10505048" y="13162592"/>
                    <a:pt x="10521704" y="13155019"/>
                  </a:cubicBezTo>
                  <a:cubicBezTo>
                    <a:pt x="10538360" y="13147427"/>
                    <a:pt x="10558664" y="13125081"/>
                    <a:pt x="10566828" y="13105386"/>
                  </a:cubicBezTo>
                  <a:cubicBezTo>
                    <a:pt x="10574992" y="13085672"/>
                    <a:pt x="10594680" y="13061017"/>
                    <a:pt x="10610576" y="13050603"/>
                  </a:cubicBezTo>
                  <a:cubicBezTo>
                    <a:pt x="10629788" y="13038013"/>
                    <a:pt x="10640292" y="13017578"/>
                    <a:pt x="10641900" y="12989658"/>
                  </a:cubicBezTo>
                  <a:cubicBezTo>
                    <a:pt x="10644132" y="12950964"/>
                    <a:pt x="10656896" y="12932895"/>
                    <a:pt x="10716368" y="12884274"/>
                  </a:cubicBezTo>
                  <a:cubicBezTo>
                    <a:pt x="10730844" y="12872443"/>
                    <a:pt x="10759320" y="12868527"/>
                    <a:pt x="10803660" y="12872260"/>
                  </a:cubicBezTo>
                  <a:close/>
                  <a:moveTo>
                    <a:pt x="28803280" y="12869008"/>
                  </a:moveTo>
                  <a:cubicBezTo>
                    <a:pt x="28847334" y="12868584"/>
                    <a:pt x="28863068" y="12875151"/>
                    <a:pt x="28894868" y="12896219"/>
                  </a:cubicBezTo>
                  <a:cubicBezTo>
                    <a:pt x="28955270" y="12936248"/>
                    <a:pt x="28960750" y="12951508"/>
                    <a:pt x="28961232" y="13081003"/>
                  </a:cubicBezTo>
                  <a:cubicBezTo>
                    <a:pt x="28961852" y="13245010"/>
                    <a:pt x="28958308" y="13269374"/>
                    <a:pt x="28931786" y="13283584"/>
                  </a:cubicBezTo>
                  <a:cubicBezTo>
                    <a:pt x="28861806" y="13321019"/>
                    <a:pt x="28616588" y="13313098"/>
                    <a:pt x="28575542" y="13272044"/>
                  </a:cubicBezTo>
                  <a:cubicBezTo>
                    <a:pt x="28547478" y="13243979"/>
                    <a:pt x="28531632" y="13127403"/>
                    <a:pt x="28543828" y="13038728"/>
                  </a:cubicBezTo>
                  <a:cubicBezTo>
                    <a:pt x="28551034" y="12986305"/>
                    <a:pt x="28562396" y="12963630"/>
                    <a:pt x="28600528" y="12925499"/>
                  </a:cubicBezTo>
                  <a:cubicBezTo>
                    <a:pt x="28645880" y="12880143"/>
                    <a:pt x="28653110" y="12877492"/>
                    <a:pt x="28748132" y="12871507"/>
                  </a:cubicBezTo>
                  <a:cubicBezTo>
                    <a:pt x="28770758" y="12870077"/>
                    <a:pt x="28788592" y="12869147"/>
                    <a:pt x="28803280" y="12869008"/>
                  </a:cubicBezTo>
                  <a:close/>
                  <a:moveTo>
                    <a:pt x="26464896" y="12707696"/>
                  </a:moveTo>
                  <a:cubicBezTo>
                    <a:pt x="26472208" y="12706538"/>
                    <a:pt x="26479776" y="12706791"/>
                    <a:pt x="26488636" y="12707848"/>
                  </a:cubicBezTo>
                  <a:cubicBezTo>
                    <a:pt x="26541484" y="12714124"/>
                    <a:pt x="26629080" y="12759904"/>
                    <a:pt x="26644936" y="12789532"/>
                  </a:cubicBezTo>
                  <a:cubicBezTo>
                    <a:pt x="26651736" y="12802236"/>
                    <a:pt x="26657304" y="12875189"/>
                    <a:pt x="26657304" y="12951622"/>
                  </a:cubicBezTo>
                  <a:cubicBezTo>
                    <a:pt x="26657304" y="13114199"/>
                    <a:pt x="26654708" y="13118299"/>
                    <a:pt x="26545328" y="13128213"/>
                  </a:cubicBezTo>
                  <a:cubicBezTo>
                    <a:pt x="26453608" y="13136526"/>
                    <a:pt x="26393480" y="13118147"/>
                    <a:pt x="26344844" y="13066926"/>
                  </a:cubicBezTo>
                  <a:cubicBezTo>
                    <a:pt x="26311136" y="13031408"/>
                    <a:pt x="26308052" y="13020368"/>
                    <a:pt x="26308052" y="12935236"/>
                  </a:cubicBezTo>
                  <a:lnTo>
                    <a:pt x="26308052" y="12842303"/>
                  </a:lnTo>
                  <a:lnTo>
                    <a:pt x="26377904" y="12772646"/>
                  </a:lnTo>
                  <a:cubicBezTo>
                    <a:pt x="26423324" y="12727353"/>
                    <a:pt x="26442964" y="12711182"/>
                    <a:pt x="26464896" y="12707696"/>
                  </a:cubicBezTo>
                  <a:close/>
                  <a:moveTo>
                    <a:pt x="30453652" y="12699022"/>
                  </a:moveTo>
                  <a:cubicBezTo>
                    <a:pt x="30499552" y="12698788"/>
                    <a:pt x="30544844" y="12705374"/>
                    <a:pt x="30556100" y="12718932"/>
                  </a:cubicBezTo>
                  <a:cubicBezTo>
                    <a:pt x="30578400" y="12745808"/>
                    <a:pt x="30575544" y="12878302"/>
                    <a:pt x="30551988" y="12909562"/>
                  </a:cubicBezTo>
                  <a:cubicBezTo>
                    <a:pt x="30536080" y="12930668"/>
                    <a:pt x="30518004" y="12934951"/>
                    <a:pt x="30444880" y="12934951"/>
                  </a:cubicBezTo>
                  <a:cubicBezTo>
                    <a:pt x="30396494" y="12934951"/>
                    <a:pt x="30350314" y="12929972"/>
                    <a:pt x="30342256" y="12923873"/>
                  </a:cubicBezTo>
                  <a:cubicBezTo>
                    <a:pt x="30319124" y="12906386"/>
                    <a:pt x="30323344" y="12744182"/>
                    <a:pt x="30347560" y="12719976"/>
                  </a:cubicBezTo>
                  <a:cubicBezTo>
                    <a:pt x="30361244" y="12706279"/>
                    <a:pt x="30407752" y="12699237"/>
                    <a:pt x="30453652" y="12699022"/>
                  </a:cubicBezTo>
                  <a:close/>
                  <a:moveTo>
                    <a:pt x="36510180" y="12698921"/>
                  </a:moveTo>
                  <a:cubicBezTo>
                    <a:pt x="36548754" y="12700819"/>
                    <a:pt x="36588708" y="12711321"/>
                    <a:pt x="36610484" y="12729447"/>
                  </a:cubicBezTo>
                  <a:cubicBezTo>
                    <a:pt x="36629936" y="12745650"/>
                    <a:pt x="36667632" y="12769356"/>
                    <a:pt x="36694248" y="12782117"/>
                  </a:cubicBezTo>
                  <a:cubicBezTo>
                    <a:pt x="36720872" y="12794878"/>
                    <a:pt x="36756588" y="12823601"/>
                    <a:pt x="36773624" y="12845947"/>
                  </a:cubicBezTo>
                  <a:cubicBezTo>
                    <a:pt x="36815342" y="12900635"/>
                    <a:pt x="36806780" y="12975290"/>
                    <a:pt x="36748956" y="13060960"/>
                  </a:cubicBezTo>
                  <a:lnTo>
                    <a:pt x="36706768" y="13123468"/>
                  </a:lnTo>
                  <a:lnTo>
                    <a:pt x="36597666" y="13129187"/>
                  </a:lnTo>
                  <a:cubicBezTo>
                    <a:pt x="36453088" y="13136773"/>
                    <a:pt x="36351688" y="13123392"/>
                    <a:pt x="36320956" y="13092657"/>
                  </a:cubicBezTo>
                  <a:cubicBezTo>
                    <a:pt x="36300988" y="13072696"/>
                    <a:pt x="36296602" y="13049920"/>
                    <a:pt x="36296602" y="12966224"/>
                  </a:cubicBezTo>
                  <a:cubicBezTo>
                    <a:pt x="36296602" y="12864383"/>
                    <a:pt x="36296732" y="12863991"/>
                    <a:pt x="36347402" y="12811264"/>
                  </a:cubicBezTo>
                  <a:cubicBezTo>
                    <a:pt x="36375340" y="12782180"/>
                    <a:pt x="36398202" y="12754229"/>
                    <a:pt x="36398202" y="12749155"/>
                  </a:cubicBezTo>
                  <a:cubicBezTo>
                    <a:pt x="36398202" y="12744081"/>
                    <a:pt x="36407180" y="12730940"/>
                    <a:pt x="36418160" y="12719976"/>
                  </a:cubicBezTo>
                  <a:cubicBezTo>
                    <a:pt x="36434414" y="12703710"/>
                    <a:pt x="36471606" y="12697023"/>
                    <a:pt x="36510180" y="12698921"/>
                  </a:cubicBezTo>
                  <a:close/>
                  <a:moveTo>
                    <a:pt x="25419052" y="12691177"/>
                  </a:moveTo>
                  <a:lnTo>
                    <a:pt x="25507952" y="12694568"/>
                  </a:lnTo>
                  <a:lnTo>
                    <a:pt x="25670012" y="12854526"/>
                  </a:lnTo>
                  <a:lnTo>
                    <a:pt x="25682684" y="13076783"/>
                  </a:lnTo>
                  <a:lnTo>
                    <a:pt x="25632316" y="13126644"/>
                  </a:lnTo>
                  <a:lnTo>
                    <a:pt x="25569280" y="13189082"/>
                  </a:lnTo>
                  <a:cubicBezTo>
                    <a:pt x="25562316" y="13195991"/>
                    <a:pt x="25492296" y="13201653"/>
                    <a:pt x="25413680" y="13201653"/>
                  </a:cubicBezTo>
                  <a:cubicBezTo>
                    <a:pt x="25256440" y="13201653"/>
                    <a:pt x="25275192" y="13209897"/>
                    <a:pt x="25201860" y="13108524"/>
                  </a:cubicBezTo>
                  <a:cubicBezTo>
                    <a:pt x="25172840" y="13068413"/>
                    <a:pt x="25156136" y="12971665"/>
                    <a:pt x="25169736" y="12922418"/>
                  </a:cubicBezTo>
                  <a:cubicBezTo>
                    <a:pt x="25184888" y="12867540"/>
                    <a:pt x="25283272" y="12708474"/>
                    <a:pt x="25309112" y="12697086"/>
                  </a:cubicBezTo>
                  <a:cubicBezTo>
                    <a:pt x="25320684" y="12691968"/>
                    <a:pt x="25370156" y="12689317"/>
                    <a:pt x="25419052" y="12691177"/>
                  </a:cubicBezTo>
                  <a:close/>
                  <a:moveTo>
                    <a:pt x="22334996" y="12622222"/>
                  </a:moveTo>
                  <a:cubicBezTo>
                    <a:pt x="22367792" y="12622640"/>
                    <a:pt x="22403984" y="12632756"/>
                    <a:pt x="22427824" y="12652388"/>
                  </a:cubicBezTo>
                  <a:cubicBezTo>
                    <a:pt x="22446924" y="12668091"/>
                    <a:pt x="22482968" y="12693309"/>
                    <a:pt x="22507928" y="12708392"/>
                  </a:cubicBezTo>
                  <a:cubicBezTo>
                    <a:pt x="22546344" y="12731630"/>
                    <a:pt x="22554676" y="12744973"/>
                    <a:pt x="22562240" y="12795403"/>
                  </a:cubicBezTo>
                  <a:cubicBezTo>
                    <a:pt x="22577488" y="12897092"/>
                    <a:pt x="22552140" y="13002938"/>
                    <a:pt x="22497632" y="13065142"/>
                  </a:cubicBezTo>
                  <a:cubicBezTo>
                    <a:pt x="22452084" y="13117116"/>
                    <a:pt x="22447932" y="13118957"/>
                    <a:pt x="22385292" y="13114933"/>
                  </a:cubicBezTo>
                  <a:cubicBezTo>
                    <a:pt x="22292268" y="13108986"/>
                    <a:pt x="22260648" y="13108853"/>
                    <a:pt x="22227528" y="13114313"/>
                  </a:cubicBezTo>
                  <a:cubicBezTo>
                    <a:pt x="22206600" y="13117736"/>
                    <a:pt x="22184972" y="13105304"/>
                    <a:pt x="22151328" y="13070488"/>
                  </a:cubicBezTo>
                  <a:cubicBezTo>
                    <a:pt x="22125492" y="13043745"/>
                    <a:pt x="22091496" y="13015041"/>
                    <a:pt x="22075776" y="13006696"/>
                  </a:cubicBezTo>
                  <a:cubicBezTo>
                    <a:pt x="22050592" y="12993315"/>
                    <a:pt x="22047200" y="12981636"/>
                    <a:pt x="22047200" y="12908265"/>
                  </a:cubicBezTo>
                  <a:cubicBezTo>
                    <a:pt x="22047200" y="12826967"/>
                    <a:pt x="22048504" y="12823696"/>
                    <a:pt x="22102336" y="12769862"/>
                  </a:cubicBezTo>
                  <a:cubicBezTo>
                    <a:pt x="22132664" y="12739538"/>
                    <a:pt x="22177920" y="12706184"/>
                    <a:pt x="22202916" y="12695745"/>
                  </a:cubicBezTo>
                  <a:cubicBezTo>
                    <a:pt x="22227908" y="12685312"/>
                    <a:pt x="22254736" y="12664839"/>
                    <a:pt x="22262528" y="12650275"/>
                  </a:cubicBezTo>
                  <a:cubicBezTo>
                    <a:pt x="22272796" y="12631092"/>
                    <a:pt x="22302200" y="12621811"/>
                    <a:pt x="22334996" y="12622222"/>
                  </a:cubicBezTo>
                  <a:close/>
                  <a:moveTo>
                    <a:pt x="34048204" y="12611100"/>
                  </a:moveTo>
                  <a:cubicBezTo>
                    <a:pt x="34191612" y="12611100"/>
                    <a:pt x="34214984" y="12626461"/>
                    <a:pt x="34215716" y="12721159"/>
                  </a:cubicBezTo>
                  <a:cubicBezTo>
                    <a:pt x="34216464" y="12817572"/>
                    <a:pt x="34206432" y="12839089"/>
                    <a:pt x="34158982" y="12842847"/>
                  </a:cubicBezTo>
                  <a:cubicBezTo>
                    <a:pt x="33958206" y="12858765"/>
                    <a:pt x="33934352" y="12857797"/>
                    <a:pt x="33909312" y="12832737"/>
                  </a:cubicBezTo>
                  <a:cubicBezTo>
                    <a:pt x="33869250" y="12792651"/>
                    <a:pt x="33873340" y="12673981"/>
                    <a:pt x="33916260" y="12631067"/>
                  </a:cubicBezTo>
                  <a:cubicBezTo>
                    <a:pt x="33931386" y="12615940"/>
                    <a:pt x="33963332" y="12611100"/>
                    <a:pt x="34048204" y="12611100"/>
                  </a:cubicBezTo>
                  <a:close/>
                  <a:moveTo>
                    <a:pt x="32942006" y="12603685"/>
                  </a:moveTo>
                  <a:cubicBezTo>
                    <a:pt x="32950866" y="12603628"/>
                    <a:pt x="32960708" y="12604166"/>
                    <a:pt x="32971880" y="12605254"/>
                  </a:cubicBezTo>
                  <a:cubicBezTo>
                    <a:pt x="33004780" y="12608468"/>
                    <a:pt x="33036212" y="12617376"/>
                    <a:pt x="33041728" y="12625025"/>
                  </a:cubicBezTo>
                  <a:cubicBezTo>
                    <a:pt x="33066834" y="12659847"/>
                    <a:pt x="33117826" y="12708936"/>
                    <a:pt x="33128676" y="12708702"/>
                  </a:cubicBezTo>
                  <a:cubicBezTo>
                    <a:pt x="33135602" y="12708569"/>
                    <a:pt x="33140652" y="12781073"/>
                    <a:pt x="33140652" y="12880668"/>
                  </a:cubicBezTo>
                  <a:cubicBezTo>
                    <a:pt x="33140652" y="13102748"/>
                    <a:pt x="33135242" y="13114269"/>
                    <a:pt x="33025332" y="13126030"/>
                  </a:cubicBezTo>
                  <a:cubicBezTo>
                    <a:pt x="32885656" y="13140993"/>
                    <a:pt x="32842560" y="13128118"/>
                    <a:pt x="32777860" y="13052071"/>
                  </a:cubicBezTo>
                  <a:cubicBezTo>
                    <a:pt x="32722892" y="12987469"/>
                    <a:pt x="32721740" y="12984293"/>
                    <a:pt x="32729332" y="12918280"/>
                  </a:cubicBezTo>
                  <a:cubicBezTo>
                    <a:pt x="32733616" y="12881054"/>
                    <a:pt x="32748696" y="12835002"/>
                    <a:pt x="32762884" y="12815813"/>
                  </a:cubicBezTo>
                  <a:cubicBezTo>
                    <a:pt x="32777060" y="12796643"/>
                    <a:pt x="32801708" y="12750610"/>
                    <a:pt x="32817662" y="12713523"/>
                  </a:cubicBezTo>
                  <a:cubicBezTo>
                    <a:pt x="32833614" y="12676442"/>
                    <a:pt x="32861376" y="12635597"/>
                    <a:pt x="32879360" y="12622760"/>
                  </a:cubicBezTo>
                  <a:cubicBezTo>
                    <a:pt x="32897674" y="12609670"/>
                    <a:pt x="32915424" y="12603919"/>
                    <a:pt x="32942006" y="12603685"/>
                  </a:cubicBezTo>
                  <a:close/>
                  <a:moveTo>
                    <a:pt x="35708866" y="12600003"/>
                  </a:moveTo>
                  <a:cubicBezTo>
                    <a:pt x="35734088" y="12598111"/>
                    <a:pt x="35759174" y="12600471"/>
                    <a:pt x="35769848" y="12608120"/>
                  </a:cubicBezTo>
                  <a:cubicBezTo>
                    <a:pt x="35776992" y="12613251"/>
                    <a:pt x="35795460" y="12635660"/>
                    <a:pt x="35810888" y="12657924"/>
                  </a:cubicBezTo>
                  <a:cubicBezTo>
                    <a:pt x="35826312" y="12680181"/>
                    <a:pt x="35851898" y="12703084"/>
                    <a:pt x="35867742" y="12708816"/>
                  </a:cubicBezTo>
                  <a:cubicBezTo>
                    <a:pt x="35900204" y="12720552"/>
                    <a:pt x="35910200" y="12771387"/>
                    <a:pt x="35897548" y="12860410"/>
                  </a:cubicBezTo>
                  <a:cubicBezTo>
                    <a:pt x="35890844" y="12907569"/>
                    <a:pt x="35885930" y="12913586"/>
                    <a:pt x="35848872" y="12919938"/>
                  </a:cubicBezTo>
                  <a:cubicBezTo>
                    <a:pt x="35826200" y="12923835"/>
                    <a:pt x="35792060" y="12933515"/>
                    <a:pt x="35773004" y="12941455"/>
                  </a:cubicBezTo>
                  <a:cubicBezTo>
                    <a:pt x="35751608" y="12950382"/>
                    <a:pt x="35711984" y="12952609"/>
                    <a:pt x="35669404" y="12947282"/>
                  </a:cubicBezTo>
                  <a:cubicBezTo>
                    <a:pt x="35605868" y="12939348"/>
                    <a:pt x="35596324" y="12933591"/>
                    <a:pt x="35547858" y="12874025"/>
                  </a:cubicBezTo>
                  <a:cubicBezTo>
                    <a:pt x="35511578" y="12829428"/>
                    <a:pt x="35494468" y="12795675"/>
                    <a:pt x="35492708" y="12765212"/>
                  </a:cubicBezTo>
                  <a:cubicBezTo>
                    <a:pt x="35490348" y="12724449"/>
                    <a:pt x="35494038" y="12719647"/>
                    <a:pt x="35540732" y="12702780"/>
                  </a:cubicBezTo>
                  <a:cubicBezTo>
                    <a:pt x="35568552" y="12692746"/>
                    <a:pt x="35599168" y="12673304"/>
                    <a:pt x="35608766" y="12659594"/>
                  </a:cubicBezTo>
                  <a:cubicBezTo>
                    <a:pt x="35618364" y="12645903"/>
                    <a:pt x="35635612" y="12626885"/>
                    <a:pt x="35647086" y="12617357"/>
                  </a:cubicBezTo>
                  <a:cubicBezTo>
                    <a:pt x="35658292" y="12608044"/>
                    <a:pt x="35683646" y="12601901"/>
                    <a:pt x="35708866" y="12600003"/>
                  </a:cubicBezTo>
                  <a:close/>
                  <a:moveTo>
                    <a:pt x="29338906" y="12433813"/>
                  </a:moveTo>
                  <a:cubicBezTo>
                    <a:pt x="29364898" y="12434395"/>
                    <a:pt x="29390534" y="12440342"/>
                    <a:pt x="29399634" y="12451319"/>
                  </a:cubicBezTo>
                  <a:cubicBezTo>
                    <a:pt x="29415624" y="12470571"/>
                    <a:pt x="29421988" y="12637419"/>
                    <a:pt x="29407624" y="12660657"/>
                  </a:cubicBezTo>
                  <a:cubicBezTo>
                    <a:pt x="29396008" y="12679447"/>
                    <a:pt x="29295136" y="12678454"/>
                    <a:pt x="29276040" y="12659379"/>
                  </a:cubicBezTo>
                  <a:cubicBezTo>
                    <a:pt x="29267050" y="12650376"/>
                    <a:pt x="29260802" y="12607152"/>
                    <a:pt x="29260802" y="12553951"/>
                  </a:cubicBezTo>
                  <a:cubicBezTo>
                    <a:pt x="29260802" y="12500756"/>
                    <a:pt x="29267050" y="12457532"/>
                    <a:pt x="29276040" y="12448548"/>
                  </a:cubicBezTo>
                  <a:cubicBezTo>
                    <a:pt x="29286568" y="12438033"/>
                    <a:pt x="29312916" y="12433231"/>
                    <a:pt x="29338906" y="12433813"/>
                  </a:cubicBezTo>
                  <a:close/>
                  <a:moveTo>
                    <a:pt x="33557248" y="12432902"/>
                  </a:moveTo>
                  <a:cubicBezTo>
                    <a:pt x="33600360" y="12432478"/>
                    <a:pt x="33644572" y="12438514"/>
                    <a:pt x="33662022" y="12451281"/>
                  </a:cubicBezTo>
                  <a:cubicBezTo>
                    <a:pt x="33683292" y="12466832"/>
                    <a:pt x="33685752" y="12480542"/>
                    <a:pt x="33680324" y="12553312"/>
                  </a:cubicBezTo>
                  <a:cubicBezTo>
                    <a:pt x="33672940" y="12652312"/>
                    <a:pt x="33665736" y="12659031"/>
                    <a:pt x="33557484" y="12668059"/>
                  </a:cubicBezTo>
                  <a:cubicBezTo>
                    <a:pt x="33454000" y="12676689"/>
                    <a:pt x="33439102" y="12662327"/>
                    <a:pt x="33439102" y="12553951"/>
                  </a:cubicBezTo>
                  <a:cubicBezTo>
                    <a:pt x="33439102" y="12497504"/>
                    <a:pt x="33445102" y="12467218"/>
                    <a:pt x="33459060" y="12453274"/>
                  </a:cubicBezTo>
                  <a:cubicBezTo>
                    <a:pt x="33472118" y="12440203"/>
                    <a:pt x="33514134" y="12433326"/>
                    <a:pt x="33557248" y="12432902"/>
                  </a:cubicBezTo>
                  <a:close/>
                  <a:moveTo>
                    <a:pt x="27386608" y="12358658"/>
                  </a:moveTo>
                  <a:cubicBezTo>
                    <a:pt x="27408464" y="12355925"/>
                    <a:pt x="27432836" y="12362505"/>
                    <a:pt x="27462256" y="12378100"/>
                  </a:cubicBezTo>
                  <a:cubicBezTo>
                    <a:pt x="27535404" y="12416889"/>
                    <a:pt x="27546304" y="12440203"/>
                    <a:pt x="27546304" y="12557886"/>
                  </a:cubicBezTo>
                  <a:lnTo>
                    <a:pt x="27546304" y="12664896"/>
                  </a:lnTo>
                  <a:lnTo>
                    <a:pt x="27447692" y="12763504"/>
                  </a:lnTo>
                  <a:lnTo>
                    <a:pt x="27347772" y="12756962"/>
                  </a:lnTo>
                  <a:cubicBezTo>
                    <a:pt x="27292816" y="12753362"/>
                    <a:pt x="27243152" y="12748478"/>
                    <a:pt x="27237408" y="12746118"/>
                  </a:cubicBezTo>
                  <a:cubicBezTo>
                    <a:pt x="27214512" y="12736691"/>
                    <a:pt x="27191484" y="12628043"/>
                    <a:pt x="27197356" y="12557127"/>
                  </a:cubicBezTo>
                  <a:cubicBezTo>
                    <a:pt x="27203560" y="12482206"/>
                    <a:pt x="27233488" y="12433307"/>
                    <a:pt x="27273152" y="12433307"/>
                  </a:cubicBezTo>
                  <a:cubicBezTo>
                    <a:pt x="27283576" y="12433307"/>
                    <a:pt x="27307384" y="12416155"/>
                    <a:pt x="27326052" y="12395201"/>
                  </a:cubicBezTo>
                  <a:cubicBezTo>
                    <a:pt x="27345412" y="12373488"/>
                    <a:pt x="27364752" y="12361404"/>
                    <a:pt x="27386608" y="12358658"/>
                  </a:cubicBezTo>
                  <a:close/>
                  <a:moveTo>
                    <a:pt x="23483480" y="12339735"/>
                  </a:moveTo>
                  <a:cubicBezTo>
                    <a:pt x="23518888" y="12336578"/>
                    <a:pt x="23569044" y="12344910"/>
                    <a:pt x="23588928" y="12360278"/>
                  </a:cubicBezTo>
                  <a:cubicBezTo>
                    <a:pt x="23618936" y="12383465"/>
                    <a:pt x="23630360" y="12520413"/>
                    <a:pt x="23605088" y="12553951"/>
                  </a:cubicBezTo>
                  <a:cubicBezTo>
                    <a:pt x="23588752" y="12575645"/>
                    <a:pt x="23571112" y="12579359"/>
                    <a:pt x="23484304" y="12579359"/>
                  </a:cubicBezTo>
                  <a:cubicBezTo>
                    <a:pt x="23400780" y="12579359"/>
                    <a:pt x="23376252" y="12574582"/>
                    <a:pt x="23346752" y="12552616"/>
                  </a:cubicBezTo>
                  <a:cubicBezTo>
                    <a:pt x="23327008" y="12537900"/>
                    <a:pt x="23312044" y="12520280"/>
                    <a:pt x="23313500" y="12513428"/>
                  </a:cubicBezTo>
                  <a:cubicBezTo>
                    <a:pt x="23317704" y="12493689"/>
                    <a:pt x="23431148" y="12359841"/>
                    <a:pt x="23454656" y="12346897"/>
                  </a:cubicBezTo>
                  <a:cubicBezTo>
                    <a:pt x="23461516" y="12343126"/>
                    <a:pt x="23471680" y="12340785"/>
                    <a:pt x="23483480" y="12339735"/>
                  </a:cubicBezTo>
                  <a:close/>
                  <a:moveTo>
                    <a:pt x="25590480" y="12200630"/>
                  </a:moveTo>
                  <a:cubicBezTo>
                    <a:pt x="25610288" y="12203268"/>
                    <a:pt x="25627036" y="12214694"/>
                    <a:pt x="25648232" y="12235876"/>
                  </a:cubicBezTo>
                  <a:cubicBezTo>
                    <a:pt x="25676080" y="12263726"/>
                    <a:pt x="25679404" y="12277771"/>
                    <a:pt x="25679404" y="12367680"/>
                  </a:cubicBezTo>
                  <a:cubicBezTo>
                    <a:pt x="25679404" y="12510771"/>
                    <a:pt x="25683376" y="12508772"/>
                    <a:pt x="25443464" y="12487103"/>
                  </a:cubicBezTo>
                  <a:cubicBezTo>
                    <a:pt x="25405452" y="12483674"/>
                    <a:pt x="25344640" y="12368705"/>
                    <a:pt x="25355256" y="12320369"/>
                  </a:cubicBezTo>
                  <a:cubicBezTo>
                    <a:pt x="25363328" y="12283592"/>
                    <a:pt x="25375528" y="12275753"/>
                    <a:pt x="25514348" y="12218022"/>
                  </a:cubicBezTo>
                  <a:cubicBezTo>
                    <a:pt x="25547796" y="12204116"/>
                    <a:pt x="25570668" y="12197979"/>
                    <a:pt x="25590480" y="12200630"/>
                  </a:cubicBezTo>
                  <a:close/>
                  <a:moveTo>
                    <a:pt x="22901360" y="12180087"/>
                  </a:moveTo>
                  <a:cubicBezTo>
                    <a:pt x="22966784" y="12174102"/>
                    <a:pt x="23004080" y="12215156"/>
                    <a:pt x="23002648" y="12297498"/>
                  </a:cubicBezTo>
                  <a:cubicBezTo>
                    <a:pt x="23001268" y="12376664"/>
                    <a:pt x="22977048" y="12400756"/>
                    <a:pt x="22893772" y="12405735"/>
                  </a:cubicBezTo>
                  <a:cubicBezTo>
                    <a:pt x="22781696" y="12412454"/>
                    <a:pt x="22753280" y="12382067"/>
                    <a:pt x="22769976" y="12273330"/>
                  </a:cubicBezTo>
                  <a:cubicBezTo>
                    <a:pt x="22776320" y="12232010"/>
                    <a:pt x="22784960" y="12221198"/>
                    <a:pt x="22826956" y="12201971"/>
                  </a:cubicBezTo>
                  <a:cubicBezTo>
                    <a:pt x="22854620" y="12189305"/>
                    <a:pt x="22879556" y="12182080"/>
                    <a:pt x="22901360" y="12180087"/>
                  </a:cubicBezTo>
                  <a:close/>
                  <a:moveTo>
                    <a:pt x="31730902" y="12166605"/>
                  </a:moveTo>
                  <a:cubicBezTo>
                    <a:pt x="31834292" y="12166605"/>
                    <a:pt x="31839388" y="12168003"/>
                    <a:pt x="31881224" y="12207880"/>
                  </a:cubicBezTo>
                  <a:cubicBezTo>
                    <a:pt x="31905040" y="12230593"/>
                    <a:pt x="31938124" y="12258494"/>
                    <a:pt x="31954740" y="12269907"/>
                  </a:cubicBezTo>
                  <a:cubicBezTo>
                    <a:pt x="31983526" y="12289691"/>
                    <a:pt x="31984952" y="12297384"/>
                    <a:pt x="31984952" y="12433136"/>
                  </a:cubicBezTo>
                  <a:lnTo>
                    <a:pt x="31984952" y="12575588"/>
                  </a:lnTo>
                  <a:lnTo>
                    <a:pt x="31934152" y="12618559"/>
                  </a:lnTo>
                  <a:cubicBezTo>
                    <a:pt x="31885572" y="12659651"/>
                    <a:pt x="31877848" y="12661821"/>
                    <a:pt x="31757352" y="12668072"/>
                  </a:cubicBezTo>
                  <a:cubicBezTo>
                    <a:pt x="31651720" y="12673557"/>
                    <a:pt x="31627596" y="12671210"/>
                    <a:pt x="31608128" y="12653590"/>
                  </a:cubicBezTo>
                  <a:cubicBezTo>
                    <a:pt x="31595354" y="12642025"/>
                    <a:pt x="31584902" y="12624696"/>
                    <a:pt x="31584902" y="12615054"/>
                  </a:cubicBezTo>
                  <a:cubicBezTo>
                    <a:pt x="31584902" y="12605425"/>
                    <a:pt x="31565514" y="12586122"/>
                    <a:pt x="31541816" y="12572140"/>
                  </a:cubicBezTo>
                  <a:cubicBezTo>
                    <a:pt x="31484048" y="12538039"/>
                    <a:pt x="31469704" y="12496517"/>
                    <a:pt x="31477126" y="12384857"/>
                  </a:cubicBezTo>
                  <a:cubicBezTo>
                    <a:pt x="31483428" y="12290026"/>
                    <a:pt x="31498796" y="12242810"/>
                    <a:pt x="31523346" y="12242810"/>
                  </a:cubicBezTo>
                  <a:cubicBezTo>
                    <a:pt x="31530912" y="12242810"/>
                    <a:pt x="31556624" y="12225658"/>
                    <a:pt x="31580492" y="12204704"/>
                  </a:cubicBezTo>
                  <a:cubicBezTo>
                    <a:pt x="31621364" y="12168819"/>
                    <a:pt x="31630104" y="12166605"/>
                    <a:pt x="31730902" y="12166605"/>
                  </a:cubicBezTo>
                  <a:close/>
                  <a:moveTo>
                    <a:pt x="26062400" y="12161746"/>
                  </a:moveTo>
                  <a:cubicBezTo>
                    <a:pt x="26137108" y="12161088"/>
                    <a:pt x="26143460" y="12165700"/>
                    <a:pt x="26169488" y="12196587"/>
                  </a:cubicBezTo>
                  <a:cubicBezTo>
                    <a:pt x="26193472" y="12225051"/>
                    <a:pt x="26200104" y="12247593"/>
                    <a:pt x="26200104" y="12300655"/>
                  </a:cubicBezTo>
                  <a:cubicBezTo>
                    <a:pt x="26200104" y="12394904"/>
                    <a:pt x="26179004" y="12407905"/>
                    <a:pt x="26026120" y="12407905"/>
                  </a:cubicBezTo>
                  <a:cubicBezTo>
                    <a:pt x="25914620" y="12407905"/>
                    <a:pt x="25907516" y="12406273"/>
                    <a:pt x="25887688" y="12376006"/>
                  </a:cubicBezTo>
                  <a:cubicBezTo>
                    <a:pt x="25862896" y="12338166"/>
                    <a:pt x="25867856" y="12218724"/>
                    <a:pt x="25895612" y="12185281"/>
                  </a:cubicBezTo>
                  <a:cubicBezTo>
                    <a:pt x="25909120" y="12169009"/>
                    <a:pt x="25938236" y="12163878"/>
                    <a:pt x="26025940" y="12162290"/>
                  </a:cubicBezTo>
                  <a:cubicBezTo>
                    <a:pt x="26039660" y="12162043"/>
                    <a:pt x="26051728" y="12161841"/>
                    <a:pt x="26062400" y="12161746"/>
                  </a:cubicBezTo>
                  <a:close/>
                  <a:moveTo>
                    <a:pt x="34404864" y="12077702"/>
                  </a:moveTo>
                  <a:cubicBezTo>
                    <a:pt x="34552604" y="12077702"/>
                    <a:pt x="34572256" y="12092475"/>
                    <a:pt x="34579680" y="12209095"/>
                  </a:cubicBezTo>
                  <a:cubicBezTo>
                    <a:pt x="34586756" y="12320198"/>
                    <a:pt x="34574820" y="12378714"/>
                    <a:pt x="34541430" y="12396593"/>
                  </a:cubicBezTo>
                  <a:cubicBezTo>
                    <a:pt x="34513906" y="12411309"/>
                    <a:pt x="34318786" y="12416117"/>
                    <a:pt x="34268248" y="12403312"/>
                  </a:cubicBezTo>
                  <a:cubicBezTo>
                    <a:pt x="34238140" y="12395682"/>
                    <a:pt x="34181982" y="12316687"/>
                    <a:pt x="34168510" y="12263030"/>
                  </a:cubicBezTo>
                  <a:cubicBezTo>
                    <a:pt x="34161778" y="12236192"/>
                    <a:pt x="34168522" y="12223058"/>
                    <a:pt x="34206104" y="12189786"/>
                  </a:cubicBezTo>
                  <a:cubicBezTo>
                    <a:pt x="34231292" y="12167478"/>
                    <a:pt x="34251904" y="12143588"/>
                    <a:pt x="34251904" y="12136692"/>
                  </a:cubicBezTo>
                  <a:cubicBezTo>
                    <a:pt x="34251904" y="12129796"/>
                    <a:pt x="34261360" y="12113701"/>
                    <a:pt x="34272922" y="12100940"/>
                  </a:cubicBezTo>
                  <a:cubicBezTo>
                    <a:pt x="34290226" y="12081808"/>
                    <a:pt x="34313530" y="12077702"/>
                    <a:pt x="34404864" y="12077702"/>
                  </a:cubicBezTo>
                  <a:close/>
                  <a:moveTo>
                    <a:pt x="28747414" y="12077702"/>
                  </a:moveTo>
                  <a:cubicBezTo>
                    <a:pt x="28799062" y="12077702"/>
                    <a:pt x="28845178" y="12083782"/>
                    <a:pt x="28850730" y="12091317"/>
                  </a:cubicBezTo>
                  <a:cubicBezTo>
                    <a:pt x="28866112" y="12112195"/>
                    <a:pt x="28895174" y="12139634"/>
                    <a:pt x="28935508" y="12171318"/>
                  </a:cubicBezTo>
                  <a:cubicBezTo>
                    <a:pt x="28971404" y="12199529"/>
                    <a:pt x="28972052" y="12202205"/>
                    <a:pt x="28966818" y="12300851"/>
                  </a:cubicBezTo>
                  <a:cubicBezTo>
                    <a:pt x="28956380" y="12497200"/>
                    <a:pt x="28960276" y="12483345"/>
                    <a:pt x="28914536" y="12487046"/>
                  </a:cubicBezTo>
                  <a:cubicBezTo>
                    <a:pt x="28833834" y="12493575"/>
                    <a:pt x="28606362" y="12488697"/>
                    <a:pt x="28585074" y="12479979"/>
                  </a:cubicBezTo>
                  <a:cubicBezTo>
                    <a:pt x="28553264" y="12466946"/>
                    <a:pt x="28530258" y="12376006"/>
                    <a:pt x="28533112" y="12274551"/>
                  </a:cubicBezTo>
                  <a:cubicBezTo>
                    <a:pt x="28535470" y="12190450"/>
                    <a:pt x="28537610" y="12184560"/>
                    <a:pt x="28572768" y="12165409"/>
                  </a:cubicBezTo>
                  <a:cubicBezTo>
                    <a:pt x="28593208" y="12154274"/>
                    <a:pt x="28619878" y="12129973"/>
                    <a:pt x="28632030" y="12111436"/>
                  </a:cubicBezTo>
                  <a:cubicBezTo>
                    <a:pt x="28652624" y="12079992"/>
                    <a:pt x="28660464" y="12077702"/>
                    <a:pt x="28747414" y="12077702"/>
                  </a:cubicBezTo>
                  <a:close/>
                  <a:moveTo>
                    <a:pt x="24390304" y="12077702"/>
                  </a:moveTo>
                  <a:cubicBezTo>
                    <a:pt x="24473852" y="12077702"/>
                    <a:pt x="24483340" y="12080492"/>
                    <a:pt x="24511840" y="12113410"/>
                  </a:cubicBezTo>
                  <a:cubicBezTo>
                    <a:pt x="24528840" y="12133067"/>
                    <a:pt x="24556904" y="12158298"/>
                    <a:pt x="24574200" y="12169515"/>
                  </a:cubicBezTo>
                  <a:cubicBezTo>
                    <a:pt x="24602172" y="12187622"/>
                    <a:pt x="24606180" y="12200421"/>
                    <a:pt x="24610456" y="12285047"/>
                  </a:cubicBezTo>
                  <a:lnTo>
                    <a:pt x="24615260" y="12380188"/>
                  </a:lnTo>
                  <a:lnTo>
                    <a:pt x="24507768" y="12496808"/>
                  </a:lnTo>
                  <a:lnTo>
                    <a:pt x="24402500" y="12496808"/>
                  </a:lnTo>
                  <a:cubicBezTo>
                    <a:pt x="24297404" y="12496808"/>
                    <a:pt x="24297144" y="12496732"/>
                    <a:pt x="24243276" y="12446498"/>
                  </a:cubicBezTo>
                  <a:cubicBezTo>
                    <a:pt x="24194992" y="12401471"/>
                    <a:pt x="24188712" y="12388849"/>
                    <a:pt x="24183536" y="12326430"/>
                  </a:cubicBezTo>
                  <a:cubicBezTo>
                    <a:pt x="24176264" y="12238761"/>
                    <a:pt x="24185992" y="12199472"/>
                    <a:pt x="24222152" y="12170439"/>
                  </a:cubicBezTo>
                  <a:cubicBezTo>
                    <a:pt x="24237828" y="12157855"/>
                    <a:pt x="24261684" y="12131846"/>
                    <a:pt x="24275168" y="12112638"/>
                  </a:cubicBezTo>
                  <a:cubicBezTo>
                    <a:pt x="24298016" y="12080081"/>
                    <a:pt x="24305856" y="12077702"/>
                    <a:pt x="24390304" y="12077702"/>
                  </a:cubicBezTo>
                  <a:close/>
                  <a:moveTo>
                    <a:pt x="31006944" y="12068585"/>
                  </a:moveTo>
                  <a:cubicBezTo>
                    <a:pt x="31020210" y="12068775"/>
                    <a:pt x="31036944" y="12069876"/>
                    <a:pt x="31059060" y="12071426"/>
                  </a:cubicBezTo>
                  <a:cubicBezTo>
                    <a:pt x="31179464" y="12079815"/>
                    <a:pt x="31184852" y="12087192"/>
                    <a:pt x="31184852" y="12243455"/>
                  </a:cubicBezTo>
                  <a:cubicBezTo>
                    <a:pt x="31184852" y="12312214"/>
                    <a:pt x="31181556" y="12377499"/>
                    <a:pt x="31177528" y="12388533"/>
                  </a:cubicBezTo>
                  <a:cubicBezTo>
                    <a:pt x="31162372" y="12430036"/>
                    <a:pt x="30921844" y="12428834"/>
                    <a:pt x="30880048" y="12387027"/>
                  </a:cubicBezTo>
                  <a:cubicBezTo>
                    <a:pt x="30856840" y="12363827"/>
                    <a:pt x="30853518" y="12204717"/>
                    <a:pt x="30875520" y="12170287"/>
                  </a:cubicBezTo>
                  <a:cubicBezTo>
                    <a:pt x="30883504" y="12157779"/>
                    <a:pt x="30907794" y="12129018"/>
                    <a:pt x="30929496" y="12106343"/>
                  </a:cubicBezTo>
                  <a:cubicBezTo>
                    <a:pt x="30958548" y="12076019"/>
                    <a:pt x="30967144" y="12068060"/>
                    <a:pt x="31006944" y="12068585"/>
                  </a:cubicBezTo>
                  <a:close/>
                  <a:moveTo>
                    <a:pt x="29927552" y="11989843"/>
                  </a:moveTo>
                  <a:lnTo>
                    <a:pt x="29992258" y="11995670"/>
                  </a:lnTo>
                  <a:cubicBezTo>
                    <a:pt x="30029614" y="11999042"/>
                    <a:pt x="30064508" y="12010152"/>
                    <a:pt x="30074808" y="12021951"/>
                  </a:cubicBezTo>
                  <a:cubicBezTo>
                    <a:pt x="30084620" y="12033200"/>
                    <a:pt x="30119798" y="12056691"/>
                    <a:pt x="30152976" y="12074159"/>
                  </a:cubicBezTo>
                  <a:lnTo>
                    <a:pt x="30213302" y="12105900"/>
                  </a:lnTo>
                  <a:lnTo>
                    <a:pt x="30213302" y="12200421"/>
                  </a:lnTo>
                  <a:cubicBezTo>
                    <a:pt x="30213302" y="12294733"/>
                    <a:pt x="30213220" y="12294961"/>
                    <a:pt x="30173836" y="12308690"/>
                  </a:cubicBezTo>
                  <a:cubicBezTo>
                    <a:pt x="30147610" y="12317832"/>
                    <a:pt x="30128380" y="12336774"/>
                    <a:pt x="30116514" y="12365181"/>
                  </a:cubicBezTo>
                  <a:lnTo>
                    <a:pt x="30098660" y="12407905"/>
                  </a:lnTo>
                  <a:lnTo>
                    <a:pt x="29919992" y="12407905"/>
                  </a:lnTo>
                  <a:lnTo>
                    <a:pt x="29855600" y="12343512"/>
                  </a:lnTo>
                  <a:cubicBezTo>
                    <a:pt x="29791996" y="12279916"/>
                    <a:pt x="29791272" y="12278290"/>
                    <a:pt x="29796738" y="12212385"/>
                  </a:cubicBezTo>
                  <a:cubicBezTo>
                    <a:pt x="29801456" y="12155476"/>
                    <a:pt x="29811496" y="12134174"/>
                    <a:pt x="29864914" y="12067750"/>
                  </a:cubicBezTo>
                  <a:close/>
                  <a:moveTo>
                    <a:pt x="32733616" y="11896676"/>
                  </a:moveTo>
                  <a:cubicBezTo>
                    <a:pt x="32786414" y="11897410"/>
                    <a:pt x="32856724" y="11909355"/>
                    <a:pt x="32870414" y="11923033"/>
                  </a:cubicBezTo>
                  <a:cubicBezTo>
                    <a:pt x="32878904" y="11931530"/>
                    <a:pt x="32888036" y="11977196"/>
                    <a:pt x="32890712" y="12024526"/>
                  </a:cubicBezTo>
                  <a:cubicBezTo>
                    <a:pt x="32895204" y="12104059"/>
                    <a:pt x="32893402" y="12111480"/>
                    <a:pt x="32866914" y="12122704"/>
                  </a:cubicBezTo>
                  <a:cubicBezTo>
                    <a:pt x="32833164" y="12137015"/>
                    <a:pt x="32617224" y="12138394"/>
                    <a:pt x="32585028" y="12124494"/>
                  </a:cubicBezTo>
                  <a:cubicBezTo>
                    <a:pt x="32570026" y="12118022"/>
                    <a:pt x="32562802" y="12100712"/>
                    <a:pt x="32562802" y="12071236"/>
                  </a:cubicBezTo>
                  <a:cubicBezTo>
                    <a:pt x="32562802" y="12036104"/>
                    <a:pt x="32569852" y="12023906"/>
                    <a:pt x="32598856" y="12008918"/>
                  </a:cubicBezTo>
                  <a:cubicBezTo>
                    <a:pt x="32621034" y="11997454"/>
                    <a:pt x="32639488" y="11974292"/>
                    <a:pt x="32646812" y="11948751"/>
                  </a:cubicBezTo>
                  <a:cubicBezTo>
                    <a:pt x="32654936" y="11920439"/>
                    <a:pt x="32668472" y="11904945"/>
                    <a:pt x="32689404" y="11900004"/>
                  </a:cubicBezTo>
                  <a:cubicBezTo>
                    <a:pt x="32700364" y="11897410"/>
                    <a:pt x="32716018" y="11896423"/>
                    <a:pt x="32733616" y="11896676"/>
                  </a:cubicBezTo>
                  <a:close/>
                  <a:moveTo>
                    <a:pt x="27698390" y="11881296"/>
                  </a:moveTo>
                  <a:cubicBezTo>
                    <a:pt x="27739074" y="11881454"/>
                    <a:pt x="27768892" y="11889223"/>
                    <a:pt x="27783312" y="11903914"/>
                  </a:cubicBezTo>
                  <a:cubicBezTo>
                    <a:pt x="27791432" y="11912183"/>
                    <a:pt x="27799514" y="11947530"/>
                    <a:pt x="27801272" y="11982460"/>
                  </a:cubicBezTo>
                  <a:cubicBezTo>
                    <a:pt x="27803032" y="12017377"/>
                    <a:pt x="27806392" y="12064669"/>
                    <a:pt x="27808736" y="12087559"/>
                  </a:cubicBezTo>
                  <a:cubicBezTo>
                    <a:pt x="27812656" y="12125747"/>
                    <a:pt x="27809628" y="12129714"/>
                    <a:pt x="27771728" y="12136167"/>
                  </a:cubicBezTo>
                  <a:cubicBezTo>
                    <a:pt x="27700698" y="12148232"/>
                    <a:pt x="27610792" y="12140387"/>
                    <a:pt x="27590748" y="12120344"/>
                  </a:cubicBezTo>
                  <a:cubicBezTo>
                    <a:pt x="27566918" y="12096505"/>
                    <a:pt x="27564706" y="11953591"/>
                    <a:pt x="27587576" y="11915517"/>
                  </a:cubicBezTo>
                  <a:cubicBezTo>
                    <a:pt x="27598218" y="11897796"/>
                    <a:pt x="27620200" y="11887306"/>
                    <a:pt x="27654254" y="11883719"/>
                  </a:cubicBezTo>
                  <a:cubicBezTo>
                    <a:pt x="27670062" y="11882055"/>
                    <a:pt x="27684830" y="11881245"/>
                    <a:pt x="27698390" y="11881296"/>
                  </a:cubicBezTo>
                  <a:close/>
                  <a:moveTo>
                    <a:pt x="26665680" y="11880372"/>
                  </a:moveTo>
                  <a:cubicBezTo>
                    <a:pt x="26683436" y="11879518"/>
                    <a:pt x="26709156" y="11881859"/>
                    <a:pt x="26750008" y="11887066"/>
                  </a:cubicBezTo>
                  <a:cubicBezTo>
                    <a:pt x="26911580" y="11907659"/>
                    <a:pt x="26924000" y="11922900"/>
                    <a:pt x="26924000" y="12100611"/>
                  </a:cubicBezTo>
                  <a:lnTo>
                    <a:pt x="26924000" y="12210759"/>
                  </a:lnTo>
                  <a:lnTo>
                    <a:pt x="26864208" y="12264884"/>
                  </a:lnTo>
                  <a:cubicBezTo>
                    <a:pt x="26805460" y="12318066"/>
                    <a:pt x="26802820" y="12319015"/>
                    <a:pt x="26712716" y="12319015"/>
                  </a:cubicBezTo>
                  <a:cubicBezTo>
                    <a:pt x="26621848" y="12319015"/>
                    <a:pt x="26581104" y="12302224"/>
                    <a:pt x="26581104" y="12264814"/>
                  </a:cubicBezTo>
                  <a:cubicBezTo>
                    <a:pt x="26581104" y="12256969"/>
                    <a:pt x="26566356" y="12235161"/>
                    <a:pt x="26548336" y="12216339"/>
                  </a:cubicBezTo>
                  <a:cubicBezTo>
                    <a:pt x="26492620" y="12158203"/>
                    <a:pt x="26489972" y="12024684"/>
                    <a:pt x="26544192" y="12007482"/>
                  </a:cubicBezTo>
                  <a:cubicBezTo>
                    <a:pt x="26558780" y="12002851"/>
                    <a:pt x="26578952" y="11979366"/>
                    <a:pt x="26589016" y="11955274"/>
                  </a:cubicBezTo>
                  <a:cubicBezTo>
                    <a:pt x="26599076" y="11931188"/>
                    <a:pt x="26617128" y="11903161"/>
                    <a:pt x="26629128" y="11892956"/>
                  </a:cubicBezTo>
                  <a:cubicBezTo>
                    <a:pt x="26638128" y="11885326"/>
                    <a:pt x="26647920" y="11881239"/>
                    <a:pt x="26665680" y="11880372"/>
                  </a:cubicBezTo>
                  <a:close/>
                  <a:moveTo>
                    <a:pt x="28226860" y="11811000"/>
                  </a:moveTo>
                  <a:cubicBezTo>
                    <a:pt x="28339550" y="11811000"/>
                    <a:pt x="28346402" y="11818997"/>
                    <a:pt x="28346402" y="11950276"/>
                  </a:cubicBezTo>
                  <a:cubicBezTo>
                    <a:pt x="28346402" y="12051984"/>
                    <a:pt x="28361120" y="12041121"/>
                    <a:pt x="28209532" y="12051326"/>
                  </a:cubicBezTo>
                  <a:cubicBezTo>
                    <a:pt x="28159346" y="12054717"/>
                    <a:pt x="28124382" y="12051269"/>
                    <a:pt x="28115154" y="12042032"/>
                  </a:cubicBezTo>
                  <a:cubicBezTo>
                    <a:pt x="28096098" y="12022995"/>
                    <a:pt x="28098954" y="11852775"/>
                    <a:pt x="28118728" y="11828936"/>
                  </a:cubicBezTo>
                  <a:cubicBezTo>
                    <a:pt x="28129072" y="11816479"/>
                    <a:pt x="28162050" y="11811000"/>
                    <a:pt x="28226860" y="11811000"/>
                  </a:cubicBezTo>
                  <a:close/>
                  <a:moveTo>
                    <a:pt x="44926172" y="11702870"/>
                  </a:moveTo>
                  <a:cubicBezTo>
                    <a:pt x="44916283" y="11703098"/>
                    <a:pt x="44901835" y="11714663"/>
                    <a:pt x="44880085" y="11739236"/>
                  </a:cubicBezTo>
                  <a:cubicBezTo>
                    <a:pt x="44845966" y="11777772"/>
                    <a:pt x="44830594" y="11785611"/>
                    <a:pt x="44789105" y="11785611"/>
                  </a:cubicBezTo>
                  <a:cubicBezTo>
                    <a:pt x="44748267" y="11785611"/>
                    <a:pt x="44731766" y="11793709"/>
                    <a:pt x="44698465" y="11830056"/>
                  </a:cubicBezTo>
                  <a:cubicBezTo>
                    <a:pt x="44665881" y="11865631"/>
                    <a:pt x="44648292" y="11874501"/>
                    <a:pt x="44610396" y="11874501"/>
                  </a:cubicBezTo>
                  <a:cubicBezTo>
                    <a:pt x="44573465" y="11874501"/>
                    <a:pt x="44552973" y="11884282"/>
                    <a:pt x="44517276" y="11918965"/>
                  </a:cubicBezTo>
                  <a:cubicBezTo>
                    <a:pt x="44486351" y="11948985"/>
                    <a:pt x="44459578" y="11963404"/>
                    <a:pt x="44434723" y="11963404"/>
                  </a:cubicBezTo>
                  <a:cubicBezTo>
                    <a:pt x="44367317" y="11963404"/>
                    <a:pt x="44317357" y="11985269"/>
                    <a:pt x="44292134" y="12025785"/>
                  </a:cubicBezTo>
                  <a:lnTo>
                    <a:pt x="44267614" y="12065175"/>
                  </a:lnTo>
                  <a:lnTo>
                    <a:pt x="44298484" y="12098017"/>
                  </a:lnTo>
                  <a:cubicBezTo>
                    <a:pt x="44315462" y="12116061"/>
                    <a:pt x="44353451" y="12144613"/>
                    <a:pt x="44382903" y="12161461"/>
                  </a:cubicBezTo>
                  <a:cubicBezTo>
                    <a:pt x="44412356" y="12178303"/>
                    <a:pt x="44442819" y="12203983"/>
                    <a:pt x="44450601" y="12218528"/>
                  </a:cubicBezTo>
                  <a:cubicBezTo>
                    <a:pt x="44458381" y="12233067"/>
                    <a:pt x="44484085" y="12253034"/>
                    <a:pt x="44507717" y="12262910"/>
                  </a:cubicBezTo>
                  <a:cubicBezTo>
                    <a:pt x="44531350" y="12272786"/>
                    <a:pt x="44556601" y="12291918"/>
                    <a:pt x="44563832" y="12305438"/>
                  </a:cubicBezTo>
                  <a:cubicBezTo>
                    <a:pt x="44571062" y="12318933"/>
                    <a:pt x="44588398" y="12333617"/>
                    <a:pt x="44602360" y="12338052"/>
                  </a:cubicBezTo>
                  <a:cubicBezTo>
                    <a:pt x="44616322" y="12342481"/>
                    <a:pt x="44631130" y="12359588"/>
                    <a:pt x="44635269" y="12376082"/>
                  </a:cubicBezTo>
                  <a:cubicBezTo>
                    <a:pt x="44643284" y="12408019"/>
                    <a:pt x="44668259" y="12423779"/>
                    <a:pt x="44694751" y="12413612"/>
                  </a:cubicBezTo>
                  <a:cubicBezTo>
                    <a:pt x="44728808" y="12400541"/>
                    <a:pt x="44745427" y="12350889"/>
                    <a:pt x="44745303" y="12262543"/>
                  </a:cubicBezTo>
                  <a:cubicBezTo>
                    <a:pt x="44745185" y="12178170"/>
                    <a:pt x="44747315" y="12171432"/>
                    <a:pt x="44781989" y="12146606"/>
                  </a:cubicBezTo>
                  <a:cubicBezTo>
                    <a:pt x="44821174" y="12118547"/>
                    <a:pt x="44843703" y="12061221"/>
                    <a:pt x="44843703" y="11989590"/>
                  </a:cubicBezTo>
                  <a:cubicBezTo>
                    <a:pt x="44843703" y="11960019"/>
                    <a:pt x="44854136" y="11934864"/>
                    <a:pt x="44875754" y="11912303"/>
                  </a:cubicBezTo>
                  <a:cubicBezTo>
                    <a:pt x="44914182" y="11872179"/>
                    <a:pt x="44955606" y="11727329"/>
                    <a:pt x="44934643" y="11706369"/>
                  </a:cubicBezTo>
                  <a:cubicBezTo>
                    <a:pt x="44932258" y="11703990"/>
                    <a:pt x="44929468" y="11702807"/>
                    <a:pt x="44926172" y="11702870"/>
                  </a:cubicBezTo>
                  <a:close/>
                  <a:moveTo>
                    <a:pt x="12447024" y="11698410"/>
                  </a:moveTo>
                  <a:cubicBezTo>
                    <a:pt x="12422568" y="11698707"/>
                    <a:pt x="12409592" y="11708558"/>
                    <a:pt x="12378424" y="11739736"/>
                  </a:cubicBezTo>
                  <a:cubicBezTo>
                    <a:pt x="12346332" y="11771825"/>
                    <a:pt x="12321224" y="11785611"/>
                    <a:pt x="12294852" y="11785611"/>
                  </a:cubicBezTo>
                  <a:cubicBezTo>
                    <a:pt x="12242776" y="11785611"/>
                    <a:pt x="12200688" y="11803471"/>
                    <a:pt x="12162268" y="11841893"/>
                  </a:cubicBezTo>
                  <a:cubicBezTo>
                    <a:pt x="12144076" y="11860095"/>
                    <a:pt x="12115144" y="11874501"/>
                    <a:pt x="12096832" y="11874501"/>
                  </a:cubicBezTo>
                  <a:cubicBezTo>
                    <a:pt x="12075668" y="11874501"/>
                    <a:pt x="12046144" y="11892203"/>
                    <a:pt x="12013708" y="11924311"/>
                  </a:cubicBezTo>
                  <a:cubicBezTo>
                    <a:pt x="11951884" y="11985522"/>
                    <a:pt x="11947548" y="12031188"/>
                    <a:pt x="11998328" y="12086357"/>
                  </a:cubicBezTo>
                  <a:cubicBezTo>
                    <a:pt x="12153800" y="12255299"/>
                    <a:pt x="12343664" y="12454767"/>
                    <a:pt x="12369800" y="12476607"/>
                  </a:cubicBezTo>
                  <a:cubicBezTo>
                    <a:pt x="12387264" y="12491209"/>
                    <a:pt x="12443808" y="12547447"/>
                    <a:pt x="12495456" y="12601578"/>
                  </a:cubicBezTo>
                  <a:cubicBezTo>
                    <a:pt x="12547100" y="12655716"/>
                    <a:pt x="12596784" y="12700009"/>
                    <a:pt x="12605864" y="12700009"/>
                  </a:cubicBezTo>
                  <a:cubicBezTo>
                    <a:pt x="12614940" y="12700009"/>
                    <a:pt x="12638408" y="12673557"/>
                    <a:pt x="12658008" y="12641234"/>
                  </a:cubicBezTo>
                  <a:cubicBezTo>
                    <a:pt x="12677612" y="12608917"/>
                    <a:pt x="12714608" y="12566345"/>
                    <a:pt x="12740220" y="12546618"/>
                  </a:cubicBezTo>
                  <a:cubicBezTo>
                    <a:pt x="12768752" y="12524652"/>
                    <a:pt x="12787184" y="12499459"/>
                    <a:pt x="12787812" y="12481567"/>
                  </a:cubicBezTo>
                  <a:cubicBezTo>
                    <a:pt x="12788572" y="12459898"/>
                    <a:pt x="12800528" y="12448295"/>
                    <a:pt x="12834156" y="12436584"/>
                  </a:cubicBezTo>
                  <a:lnTo>
                    <a:pt x="12879476" y="12420837"/>
                  </a:lnTo>
                  <a:lnTo>
                    <a:pt x="12869116" y="12200149"/>
                  </a:lnTo>
                  <a:cubicBezTo>
                    <a:pt x="12858844" y="11981454"/>
                    <a:pt x="12858440" y="11979170"/>
                    <a:pt x="12823828" y="11947296"/>
                  </a:cubicBezTo>
                  <a:cubicBezTo>
                    <a:pt x="12804616" y="11929594"/>
                    <a:pt x="12788904" y="11909956"/>
                    <a:pt x="12788904" y="11903648"/>
                  </a:cubicBezTo>
                  <a:cubicBezTo>
                    <a:pt x="12788904" y="11897334"/>
                    <a:pt x="12768880" y="11870319"/>
                    <a:pt x="12744404" y="11843595"/>
                  </a:cubicBezTo>
                  <a:cubicBezTo>
                    <a:pt x="12711340" y="11807495"/>
                    <a:pt x="12685148" y="11792254"/>
                    <a:pt x="12642472" y="11784276"/>
                  </a:cubicBezTo>
                  <a:cubicBezTo>
                    <a:pt x="12605584" y="11777386"/>
                    <a:pt x="12574928" y="11761791"/>
                    <a:pt x="12556776" y="11740685"/>
                  </a:cubicBezTo>
                  <a:cubicBezTo>
                    <a:pt x="12538084" y="11718959"/>
                    <a:pt x="12510864" y="11705464"/>
                    <a:pt x="12476404" y="11700852"/>
                  </a:cubicBezTo>
                  <a:cubicBezTo>
                    <a:pt x="12464604" y="11699264"/>
                    <a:pt x="12455176" y="11698315"/>
                    <a:pt x="12447024" y="11698410"/>
                  </a:cubicBezTo>
                  <a:close/>
                  <a:moveTo>
                    <a:pt x="33655472" y="11570775"/>
                  </a:moveTo>
                  <a:cubicBezTo>
                    <a:pt x="33683860" y="11572306"/>
                    <a:pt x="33710896" y="11580651"/>
                    <a:pt x="33731856" y="11595582"/>
                  </a:cubicBezTo>
                  <a:cubicBezTo>
                    <a:pt x="33751834" y="11609792"/>
                    <a:pt x="33785984" y="11627652"/>
                    <a:pt x="33807748" y="11635225"/>
                  </a:cubicBezTo>
                  <a:cubicBezTo>
                    <a:pt x="33859744" y="11653351"/>
                    <a:pt x="33870904" y="11687047"/>
                    <a:pt x="33870904" y="11825931"/>
                  </a:cubicBezTo>
                  <a:lnTo>
                    <a:pt x="33870904" y="11940805"/>
                  </a:lnTo>
                  <a:lnTo>
                    <a:pt x="33757804" y="12052313"/>
                  </a:lnTo>
                  <a:lnTo>
                    <a:pt x="33661524" y="12052313"/>
                  </a:lnTo>
                  <a:cubicBezTo>
                    <a:pt x="33565888" y="12052313"/>
                    <a:pt x="33565080" y="12052022"/>
                    <a:pt x="33540292" y="12010019"/>
                  </a:cubicBezTo>
                  <a:cubicBezTo>
                    <a:pt x="33526568" y="11986762"/>
                    <a:pt x="33501626" y="11960386"/>
                    <a:pt x="33484868" y="11951421"/>
                  </a:cubicBezTo>
                  <a:cubicBezTo>
                    <a:pt x="33467220" y="11941969"/>
                    <a:pt x="33451180" y="11919022"/>
                    <a:pt x="33446748" y="11896866"/>
                  </a:cubicBezTo>
                  <a:cubicBezTo>
                    <a:pt x="33436942" y="11847834"/>
                    <a:pt x="33436824" y="11692020"/>
                    <a:pt x="33446576" y="11666612"/>
                  </a:cubicBezTo>
                  <a:cubicBezTo>
                    <a:pt x="33453680" y="11648100"/>
                    <a:pt x="33489384" y="11625229"/>
                    <a:pt x="33570990" y="11586908"/>
                  </a:cubicBezTo>
                  <a:cubicBezTo>
                    <a:pt x="33597350" y="11574533"/>
                    <a:pt x="33627086" y="11569244"/>
                    <a:pt x="33655472" y="11570775"/>
                  </a:cubicBezTo>
                  <a:close/>
                  <a:moveTo>
                    <a:pt x="31799324" y="11561405"/>
                  </a:moveTo>
                  <a:cubicBezTo>
                    <a:pt x="31821340" y="11560494"/>
                    <a:pt x="31850520" y="11572148"/>
                    <a:pt x="31865740" y="11590489"/>
                  </a:cubicBezTo>
                  <a:cubicBezTo>
                    <a:pt x="31875228" y="11601934"/>
                    <a:pt x="31907364" y="11621724"/>
                    <a:pt x="31937148" y="11634485"/>
                  </a:cubicBezTo>
                  <a:lnTo>
                    <a:pt x="31991302" y="11657704"/>
                  </a:lnTo>
                  <a:lnTo>
                    <a:pt x="31991302" y="11746145"/>
                  </a:lnTo>
                  <a:cubicBezTo>
                    <a:pt x="31991302" y="11860639"/>
                    <a:pt x="31978270" y="11874501"/>
                    <a:pt x="31870652" y="11874501"/>
                  </a:cubicBezTo>
                  <a:cubicBezTo>
                    <a:pt x="31761722" y="11874501"/>
                    <a:pt x="31750002" y="11861392"/>
                    <a:pt x="31750002" y="11739413"/>
                  </a:cubicBezTo>
                  <a:cubicBezTo>
                    <a:pt x="31750002" y="11633960"/>
                    <a:pt x="31759380" y="11580809"/>
                    <a:pt x="31780478" y="11566726"/>
                  </a:cubicBezTo>
                  <a:cubicBezTo>
                    <a:pt x="31785442" y="11563417"/>
                    <a:pt x="31791986" y="11561709"/>
                    <a:pt x="31799324" y="11561405"/>
                  </a:cubicBezTo>
                  <a:close/>
                  <a:moveTo>
                    <a:pt x="26054124" y="11461152"/>
                  </a:moveTo>
                  <a:cubicBezTo>
                    <a:pt x="26080500" y="11459052"/>
                    <a:pt x="26110488" y="11467631"/>
                    <a:pt x="26140092" y="11487212"/>
                  </a:cubicBezTo>
                  <a:cubicBezTo>
                    <a:pt x="26197892" y="11525438"/>
                    <a:pt x="26203360" y="11544304"/>
                    <a:pt x="26197952" y="11686851"/>
                  </a:cubicBezTo>
                  <a:cubicBezTo>
                    <a:pt x="26192080" y="11841659"/>
                    <a:pt x="26175640" y="11865283"/>
                    <a:pt x="26069004" y="11872059"/>
                  </a:cubicBezTo>
                  <a:cubicBezTo>
                    <a:pt x="25990000" y="11877095"/>
                    <a:pt x="25987408" y="11876247"/>
                    <a:pt x="25954312" y="11834586"/>
                  </a:cubicBezTo>
                  <a:cubicBezTo>
                    <a:pt x="25935692" y="11811139"/>
                    <a:pt x="25911936" y="11781467"/>
                    <a:pt x="25901528" y="11768649"/>
                  </a:cubicBezTo>
                  <a:cubicBezTo>
                    <a:pt x="25889128" y="11753376"/>
                    <a:pt x="25882600" y="11717118"/>
                    <a:pt x="25882600" y="11663455"/>
                  </a:cubicBezTo>
                  <a:cubicBezTo>
                    <a:pt x="25882600" y="11583688"/>
                    <a:pt x="25883736" y="11580885"/>
                    <a:pt x="25926008" y="11555939"/>
                  </a:cubicBezTo>
                  <a:cubicBezTo>
                    <a:pt x="25949888" y="11541862"/>
                    <a:pt x="25978592" y="11516321"/>
                    <a:pt x="25989804" y="11499220"/>
                  </a:cubicBezTo>
                  <a:cubicBezTo>
                    <a:pt x="26004980" y="11476058"/>
                    <a:pt x="26027748" y="11463259"/>
                    <a:pt x="26054124" y="11461152"/>
                  </a:cubicBezTo>
                  <a:close/>
                  <a:moveTo>
                    <a:pt x="29380346" y="11455414"/>
                  </a:moveTo>
                  <a:cubicBezTo>
                    <a:pt x="29497046" y="11455414"/>
                    <a:pt x="29506478" y="11464828"/>
                    <a:pt x="29500326" y="11575153"/>
                  </a:cubicBezTo>
                  <a:cubicBezTo>
                    <a:pt x="29493378" y="11699764"/>
                    <a:pt x="29492852" y="11700346"/>
                    <a:pt x="29388152" y="11699688"/>
                  </a:cubicBezTo>
                  <a:cubicBezTo>
                    <a:pt x="29336856" y="11699365"/>
                    <a:pt x="29290052" y="11692463"/>
                    <a:pt x="29279438" y="11683656"/>
                  </a:cubicBezTo>
                  <a:cubicBezTo>
                    <a:pt x="29257312" y="11665296"/>
                    <a:pt x="29253356" y="11518453"/>
                    <a:pt x="29273948" y="11479968"/>
                  </a:cubicBezTo>
                  <a:cubicBezTo>
                    <a:pt x="29285116" y="11459115"/>
                    <a:pt x="29301152" y="11455414"/>
                    <a:pt x="29380346" y="11455414"/>
                  </a:cubicBezTo>
                  <a:close/>
                  <a:moveTo>
                    <a:pt x="25213924" y="11437288"/>
                  </a:moveTo>
                  <a:cubicBezTo>
                    <a:pt x="25284260" y="11434928"/>
                    <a:pt x="25364280" y="11450998"/>
                    <a:pt x="25406352" y="11479354"/>
                  </a:cubicBezTo>
                  <a:cubicBezTo>
                    <a:pt x="25462504" y="11517207"/>
                    <a:pt x="25483340" y="11562006"/>
                    <a:pt x="25494536" y="11668978"/>
                  </a:cubicBezTo>
                  <a:cubicBezTo>
                    <a:pt x="25502812" y="11748062"/>
                    <a:pt x="25494784" y="11766713"/>
                    <a:pt x="25429556" y="11819927"/>
                  </a:cubicBezTo>
                  <a:cubicBezTo>
                    <a:pt x="25356252" y="11879733"/>
                    <a:pt x="25312388" y="11891501"/>
                    <a:pt x="25201488" y="11881106"/>
                  </a:cubicBezTo>
                  <a:cubicBezTo>
                    <a:pt x="25118320" y="11873318"/>
                    <a:pt x="25099704" y="11866890"/>
                    <a:pt x="25065464" y="11834168"/>
                  </a:cubicBezTo>
                  <a:cubicBezTo>
                    <a:pt x="25043648" y="11813328"/>
                    <a:pt x="25017948" y="11791868"/>
                    <a:pt x="25008356" y="11786503"/>
                  </a:cubicBezTo>
                  <a:cubicBezTo>
                    <a:pt x="24987388" y="11774767"/>
                    <a:pt x="24974576" y="11677266"/>
                    <a:pt x="24986000" y="11616359"/>
                  </a:cubicBezTo>
                  <a:cubicBezTo>
                    <a:pt x="24992020" y="11584257"/>
                    <a:pt x="25003796" y="11568567"/>
                    <a:pt x="25029996" y="11557723"/>
                  </a:cubicBezTo>
                  <a:cubicBezTo>
                    <a:pt x="25049684" y="11549555"/>
                    <a:pt x="25074980" y="11523578"/>
                    <a:pt x="25086248" y="11499954"/>
                  </a:cubicBezTo>
                  <a:cubicBezTo>
                    <a:pt x="25100736" y="11469573"/>
                    <a:pt x="25118964" y="11453807"/>
                    <a:pt x="25148588" y="11446044"/>
                  </a:cubicBezTo>
                  <a:cubicBezTo>
                    <a:pt x="25168116" y="11440926"/>
                    <a:pt x="25190480" y="11438085"/>
                    <a:pt x="25213924" y="11437288"/>
                  </a:cubicBezTo>
                  <a:close/>
                  <a:moveTo>
                    <a:pt x="30180302" y="11366505"/>
                  </a:moveTo>
                  <a:cubicBezTo>
                    <a:pt x="30281574" y="11366505"/>
                    <a:pt x="30301672" y="11385352"/>
                    <a:pt x="30303272" y="11481771"/>
                  </a:cubicBezTo>
                  <a:cubicBezTo>
                    <a:pt x="30304908" y="11580284"/>
                    <a:pt x="30285996" y="11600093"/>
                    <a:pt x="30183680" y="11607103"/>
                  </a:cubicBezTo>
                  <a:cubicBezTo>
                    <a:pt x="30074604" y="11614581"/>
                    <a:pt x="30060902" y="11602750"/>
                    <a:pt x="30060902" y="11501137"/>
                  </a:cubicBezTo>
                  <a:cubicBezTo>
                    <a:pt x="30060902" y="11450941"/>
                    <a:pt x="30067978" y="11412854"/>
                    <a:pt x="30080672" y="11394728"/>
                  </a:cubicBezTo>
                  <a:cubicBezTo>
                    <a:pt x="30097540" y="11370649"/>
                    <a:pt x="30112172" y="11366505"/>
                    <a:pt x="30180302" y="11366505"/>
                  </a:cubicBezTo>
                  <a:close/>
                  <a:moveTo>
                    <a:pt x="31220046" y="11278279"/>
                  </a:moveTo>
                  <a:cubicBezTo>
                    <a:pt x="31247996" y="11281670"/>
                    <a:pt x="31279060" y="11293172"/>
                    <a:pt x="31303160" y="11311551"/>
                  </a:cubicBezTo>
                  <a:cubicBezTo>
                    <a:pt x="31327636" y="11330215"/>
                    <a:pt x="31365324" y="11349587"/>
                    <a:pt x="31386908" y="11354598"/>
                  </a:cubicBezTo>
                  <a:cubicBezTo>
                    <a:pt x="31436560" y="11366100"/>
                    <a:pt x="31457676" y="11406053"/>
                    <a:pt x="31456998" y="11487155"/>
                  </a:cubicBezTo>
                  <a:cubicBezTo>
                    <a:pt x="31456364" y="11563221"/>
                    <a:pt x="31436140" y="11625811"/>
                    <a:pt x="31398272" y="11668902"/>
                  </a:cubicBezTo>
                  <a:cubicBezTo>
                    <a:pt x="31372300" y="11698454"/>
                    <a:pt x="31362604" y="11700580"/>
                    <a:pt x="31256556" y="11699732"/>
                  </a:cubicBezTo>
                  <a:cubicBezTo>
                    <a:pt x="31133060" y="11698764"/>
                    <a:pt x="31102708" y="11688673"/>
                    <a:pt x="31064844" y="11635940"/>
                  </a:cubicBezTo>
                  <a:cubicBezTo>
                    <a:pt x="31025368" y="11580961"/>
                    <a:pt x="31028952" y="11516277"/>
                    <a:pt x="31074094" y="11469048"/>
                  </a:cubicBezTo>
                  <a:cubicBezTo>
                    <a:pt x="31095504" y="11446639"/>
                    <a:pt x="31118788" y="11402997"/>
                    <a:pt x="31127240" y="11369434"/>
                  </a:cubicBezTo>
                  <a:cubicBezTo>
                    <a:pt x="31135512" y="11336573"/>
                    <a:pt x="31148276" y="11302472"/>
                    <a:pt x="31155600" y="11293653"/>
                  </a:cubicBezTo>
                  <a:cubicBezTo>
                    <a:pt x="31167254" y="11279601"/>
                    <a:pt x="31192094" y="11274888"/>
                    <a:pt x="31220046" y="11278279"/>
                  </a:cubicBezTo>
                  <a:close/>
                  <a:moveTo>
                    <a:pt x="12676512" y="11270320"/>
                  </a:moveTo>
                  <a:cubicBezTo>
                    <a:pt x="12740104" y="11273901"/>
                    <a:pt x="12808392" y="11289920"/>
                    <a:pt x="12857256" y="11315986"/>
                  </a:cubicBezTo>
                  <a:cubicBezTo>
                    <a:pt x="12896816" y="11337111"/>
                    <a:pt x="12955448" y="11357970"/>
                    <a:pt x="12987552" y="11362367"/>
                  </a:cubicBezTo>
                  <a:cubicBezTo>
                    <a:pt x="13029900" y="11368175"/>
                    <a:pt x="13057196" y="11381651"/>
                    <a:pt x="13086988" y="11411437"/>
                  </a:cubicBezTo>
                  <a:cubicBezTo>
                    <a:pt x="13109576" y="11434036"/>
                    <a:pt x="13140036" y="11456306"/>
                    <a:pt x="13154680" y="11460950"/>
                  </a:cubicBezTo>
                  <a:cubicBezTo>
                    <a:pt x="13169324" y="11465600"/>
                    <a:pt x="13184908" y="11480765"/>
                    <a:pt x="13189312" y="11494627"/>
                  </a:cubicBezTo>
                  <a:cubicBezTo>
                    <a:pt x="13193712" y="11508514"/>
                    <a:pt x="13219724" y="11533998"/>
                    <a:pt x="13247112" y="11551295"/>
                  </a:cubicBezTo>
                  <a:cubicBezTo>
                    <a:pt x="13293968" y="11580866"/>
                    <a:pt x="13296904" y="11586383"/>
                    <a:pt x="13296904" y="11644867"/>
                  </a:cubicBezTo>
                  <a:cubicBezTo>
                    <a:pt x="13296904" y="11697290"/>
                    <a:pt x="13303860" y="11715334"/>
                    <a:pt x="13341352" y="11760203"/>
                  </a:cubicBezTo>
                  <a:cubicBezTo>
                    <a:pt x="13385488" y="11813037"/>
                    <a:pt x="13385804" y="11814296"/>
                    <a:pt x="13385804" y="11937458"/>
                  </a:cubicBezTo>
                  <a:cubicBezTo>
                    <a:pt x="13385804" y="12055065"/>
                    <a:pt x="13383900" y="12063916"/>
                    <a:pt x="13349180" y="12107602"/>
                  </a:cubicBezTo>
                  <a:cubicBezTo>
                    <a:pt x="13323828" y="12139495"/>
                    <a:pt x="13309936" y="12174684"/>
                    <a:pt x="13304032" y="12221919"/>
                  </a:cubicBezTo>
                  <a:cubicBezTo>
                    <a:pt x="13296952" y="12278619"/>
                    <a:pt x="13287936" y="12296865"/>
                    <a:pt x="13250832" y="12329720"/>
                  </a:cubicBezTo>
                  <a:cubicBezTo>
                    <a:pt x="13226268" y="12351471"/>
                    <a:pt x="13205152" y="12379397"/>
                    <a:pt x="13203908" y="12391766"/>
                  </a:cubicBezTo>
                  <a:cubicBezTo>
                    <a:pt x="13201892" y="12411853"/>
                    <a:pt x="13219292" y="12415200"/>
                    <a:pt x="13366752" y="12423026"/>
                  </a:cubicBezTo>
                  <a:cubicBezTo>
                    <a:pt x="13583528" y="12434553"/>
                    <a:pt x="13672380" y="12448820"/>
                    <a:pt x="13739400" y="12482826"/>
                  </a:cubicBezTo>
                  <a:cubicBezTo>
                    <a:pt x="13786472" y="12506722"/>
                    <a:pt x="13821800" y="12511758"/>
                    <a:pt x="13980696" y="12517123"/>
                  </a:cubicBezTo>
                  <a:cubicBezTo>
                    <a:pt x="14083084" y="12520590"/>
                    <a:pt x="14226860" y="12527891"/>
                    <a:pt x="14300204" y="12533351"/>
                  </a:cubicBezTo>
                  <a:cubicBezTo>
                    <a:pt x="14373544" y="12538811"/>
                    <a:pt x="14451844" y="12538539"/>
                    <a:pt x="14474196" y="12532750"/>
                  </a:cubicBezTo>
                  <a:cubicBezTo>
                    <a:pt x="14496552" y="12526942"/>
                    <a:pt x="14555000" y="12522216"/>
                    <a:pt x="14604080" y="12522216"/>
                  </a:cubicBezTo>
                  <a:cubicBezTo>
                    <a:pt x="14684936" y="12522216"/>
                    <a:pt x="14695248" y="12525158"/>
                    <a:pt x="14713848" y="12553533"/>
                  </a:cubicBezTo>
                  <a:cubicBezTo>
                    <a:pt x="14756696" y="12618945"/>
                    <a:pt x="14707168" y="12735951"/>
                    <a:pt x="14621488" y="12771741"/>
                  </a:cubicBezTo>
                  <a:cubicBezTo>
                    <a:pt x="14597976" y="12781573"/>
                    <a:pt x="14572476" y="12803362"/>
                    <a:pt x="14564824" y="12820153"/>
                  </a:cubicBezTo>
                  <a:cubicBezTo>
                    <a:pt x="14557168" y="12836944"/>
                    <a:pt x="14534696" y="12857411"/>
                    <a:pt x="14514880" y="12865623"/>
                  </a:cubicBezTo>
                  <a:cubicBezTo>
                    <a:pt x="14495060" y="12873816"/>
                    <a:pt x="14475384" y="12891455"/>
                    <a:pt x="14471152" y="12904798"/>
                  </a:cubicBezTo>
                  <a:cubicBezTo>
                    <a:pt x="14466920" y="12918122"/>
                    <a:pt x="14443832" y="12937235"/>
                    <a:pt x="14419848" y="12947263"/>
                  </a:cubicBezTo>
                  <a:cubicBezTo>
                    <a:pt x="14395864" y="12957278"/>
                    <a:pt x="14371096" y="12979010"/>
                    <a:pt x="14364804" y="12995561"/>
                  </a:cubicBezTo>
                  <a:cubicBezTo>
                    <a:pt x="14355168" y="13020912"/>
                    <a:pt x="14340708" y="13027365"/>
                    <a:pt x="14272812" y="13036640"/>
                  </a:cubicBezTo>
                  <a:cubicBezTo>
                    <a:pt x="14228504" y="13042701"/>
                    <a:pt x="14186540" y="13045738"/>
                    <a:pt x="14179552" y="13043378"/>
                  </a:cubicBezTo>
                  <a:cubicBezTo>
                    <a:pt x="14172568" y="13041018"/>
                    <a:pt x="14056120" y="13034622"/>
                    <a:pt x="13920776" y="13029143"/>
                  </a:cubicBezTo>
                  <a:lnTo>
                    <a:pt x="13674704" y="13019185"/>
                  </a:lnTo>
                  <a:lnTo>
                    <a:pt x="13595352" y="12944321"/>
                  </a:lnTo>
                  <a:lnTo>
                    <a:pt x="13366752" y="12935723"/>
                  </a:lnTo>
                  <a:cubicBezTo>
                    <a:pt x="13149952" y="12927549"/>
                    <a:pt x="13134548" y="12925271"/>
                    <a:pt x="13068304" y="12891512"/>
                  </a:cubicBezTo>
                  <a:cubicBezTo>
                    <a:pt x="12979348" y="12846181"/>
                    <a:pt x="12889876" y="12840329"/>
                    <a:pt x="12852788" y="12877416"/>
                  </a:cubicBezTo>
                  <a:cubicBezTo>
                    <a:pt x="12815004" y="12915199"/>
                    <a:pt x="12820160" y="12933477"/>
                    <a:pt x="12890504" y="13011150"/>
                  </a:cubicBezTo>
                  <a:cubicBezTo>
                    <a:pt x="12925428" y="13049724"/>
                    <a:pt x="12954004" y="13089639"/>
                    <a:pt x="12954004" y="13099863"/>
                  </a:cubicBezTo>
                  <a:cubicBezTo>
                    <a:pt x="12954004" y="13110087"/>
                    <a:pt x="12971148" y="13127321"/>
                    <a:pt x="12992104" y="13138152"/>
                  </a:cubicBezTo>
                  <a:cubicBezTo>
                    <a:pt x="13013056" y="13148996"/>
                    <a:pt x="13030204" y="13165781"/>
                    <a:pt x="13030204" y="13175448"/>
                  </a:cubicBezTo>
                  <a:cubicBezTo>
                    <a:pt x="13030204" y="13185128"/>
                    <a:pt x="13043060" y="13203551"/>
                    <a:pt x="13058776" y="13216407"/>
                  </a:cubicBezTo>
                  <a:cubicBezTo>
                    <a:pt x="13074496" y="13229244"/>
                    <a:pt x="13097160" y="13258176"/>
                    <a:pt x="13109144" y="13280680"/>
                  </a:cubicBezTo>
                  <a:cubicBezTo>
                    <a:pt x="13121880" y="13304595"/>
                    <a:pt x="13149600" y="13329402"/>
                    <a:pt x="13175820" y="13340360"/>
                  </a:cubicBezTo>
                  <a:cubicBezTo>
                    <a:pt x="13200504" y="13350666"/>
                    <a:pt x="13220704" y="13365249"/>
                    <a:pt x="13220704" y="13372727"/>
                  </a:cubicBezTo>
                  <a:cubicBezTo>
                    <a:pt x="13220704" y="13380218"/>
                    <a:pt x="13233432" y="13390518"/>
                    <a:pt x="13248996" y="13395598"/>
                  </a:cubicBezTo>
                  <a:cubicBezTo>
                    <a:pt x="13264556" y="13400691"/>
                    <a:pt x="13292664" y="13422006"/>
                    <a:pt x="13311456" y="13442960"/>
                  </a:cubicBezTo>
                  <a:cubicBezTo>
                    <a:pt x="13342796" y="13477915"/>
                    <a:pt x="13352468" y="13481053"/>
                    <a:pt x="13428504" y="13481053"/>
                  </a:cubicBezTo>
                  <a:cubicBezTo>
                    <a:pt x="13498600" y="13481053"/>
                    <a:pt x="13518944" y="13475669"/>
                    <a:pt x="13560328" y="13446136"/>
                  </a:cubicBezTo>
                  <a:cubicBezTo>
                    <a:pt x="13596224" y="13420513"/>
                    <a:pt x="13624420" y="13411200"/>
                    <a:pt x="13666156" y="13411200"/>
                  </a:cubicBezTo>
                  <a:cubicBezTo>
                    <a:pt x="13726580" y="13411200"/>
                    <a:pt x="13784000" y="13440676"/>
                    <a:pt x="13772740" y="13465907"/>
                  </a:cubicBezTo>
                  <a:cubicBezTo>
                    <a:pt x="13769016" y="13474233"/>
                    <a:pt x="13757984" y="13515350"/>
                    <a:pt x="13748216" y="13557252"/>
                  </a:cubicBezTo>
                  <a:cubicBezTo>
                    <a:pt x="13734156" y="13617577"/>
                    <a:pt x="13723936" y="13636127"/>
                    <a:pt x="13699160" y="13646243"/>
                  </a:cubicBezTo>
                  <a:cubicBezTo>
                    <a:pt x="13644272" y="13668684"/>
                    <a:pt x="13572608" y="13722271"/>
                    <a:pt x="13474704" y="13814116"/>
                  </a:cubicBezTo>
                  <a:cubicBezTo>
                    <a:pt x="13422316" y="13863249"/>
                    <a:pt x="13369300" y="13910288"/>
                    <a:pt x="13356888" y="13918652"/>
                  </a:cubicBezTo>
                  <a:cubicBezTo>
                    <a:pt x="13324872" y="13940207"/>
                    <a:pt x="13284936" y="13980641"/>
                    <a:pt x="13234080" y="14043035"/>
                  </a:cubicBezTo>
                  <a:cubicBezTo>
                    <a:pt x="13209876" y="14072720"/>
                    <a:pt x="13179556" y="14097008"/>
                    <a:pt x="13166700" y="14097008"/>
                  </a:cubicBezTo>
                  <a:cubicBezTo>
                    <a:pt x="13153840" y="14097008"/>
                    <a:pt x="13130728" y="14111205"/>
                    <a:pt x="13115336" y="14128572"/>
                  </a:cubicBezTo>
                  <a:cubicBezTo>
                    <a:pt x="13099944" y="14145926"/>
                    <a:pt x="13075040" y="14168291"/>
                    <a:pt x="13059992" y="14178281"/>
                  </a:cubicBezTo>
                  <a:cubicBezTo>
                    <a:pt x="13044940" y="14188277"/>
                    <a:pt x="13022040" y="14209788"/>
                    <a:pt x="13009104" y="14226098"/>
                  </a:cubicBezTo>
                  <a:cubicBezTo>
                    <a:pt x="12944736" y="14307238"/>
                    <a:pt x="12789920" y="14263438"/>
                    <a:pt x="12844840" y="14179622"/>
                  </a:cubicBezTo>
                  <a:cubicBezTo>
                    <a:pt x="12854968" y="14164166"/>
                    <a:pt x="12867204" y="14130476"/>
                    <a:pt x="12872028" y="14104752"/>
                  </a:cubicBezTo>
                  <a:cubicBezTo>
                    <a:pt x="12879144" y="14066836"/>
                    <a:pt x="12889260" y="14054461"/>
                    <a:pt x="12925552" y="14039296"/>
                  </a:cubicBezTo>
                  <a:lnTo>
                    <a:pt x="12970300" y="14020594"/>
                  </a:lnTo>
                  <a:lnTo>
                    <a:pt x="12955900" y="13934975"/>
                  </a:lnTo>
                  <a:cubicBezTo>
                    <a:pt x="12946000" y="13876092"/>
                    <a:pt x="12933540" y="13843263"/>
                    <a:pt x="12916004" y="13829825"/>
                  </a:cubicBezTo>
                  <a:cubicBezTo>
                    <a:pt x="12901976" y="13819095"/>
                    <a:pt x="12890504" y="13803158"/>
                    <a:pt x="12890504" y="13794402"/>
                  </a:cubicBezTo>
                  <a:cubicBezTo>
                    <a:pt x="12890504" y="13785652"/>
                    <a:pt x="12826208" y="13713863"/>
                    <a:pt x="12747628" y="13634836"/>
                  </a:cubicBezTo>
                  <a:cubicBezTo>
                    <a:pt x="12669048" y="13555822"/>
                    <a:pt x="12579036" y="13461453"/>
                    <a:pt x="12547604" y="13425125"/>
                  </a:cubicBezTo>
                  <a:cubicBezTo>
                    <a:pt x="12516172" y="13388797"/>
                    <a:pt x="12437208" y="13303646"/>
                    <a:pt x="12372128" y="13235906"/>
                  </a:cubicBezTo>
                  <a:cubicBezTo>
                    <a:pt x="12307048" y="13168185"/>
                    <a:pt x="12248728" y="13096959"/>
                    <a:pt x="12242528" y="13077650"/>
                  </a:cubicBezTo>
                  <a:cubicBezTo>
                    <a:pt x="12236324" y="13058347"/>
                    <a:pt x="12218132" y="13035957"/>
                    <a:pt x="12202104" y="13027903"/>
                  </a:cubicBezTo>
                  <a:cubicBezTo>
                    <a:pt x="12165296" y="13009410"/>
                    <a:pt x="12077704" y="12915332"/>
                    <a:pt x="12077704" y="12894283"/>
                  </a:cubicBezTo>
                  <a:cubicBezTo>
                    <a:pt x="12077704" y="12885584"/>
                    <a:pt x="12060964" y="12869805"/>
                    <a:pt x="12040504" y="12859227"/>
                  </a:cubicBezTo>
                  <a:cubicBezTo>
                    <a:pt x="12020044" y="12848636"/>
                    <a:pt x="11999372" y="12827606"/>
                    <a:pt x="11994564" y="12812460"/>
                  </a:cubicBezTo>
                  <a:cubicBezTo>
                    <a:pt x="11983752" y="12778384"/>
                    <a:pt x="11696308" y="12490203"/>
                    <a:pt x="11626852" y="12443784"/>
                  </a:cubicBezTo>
                  <a:cubicBezTo>
                    <a:pt x="11590064" y="12419211"/>
                    <a:pt x="11557688" y="12409177"/>
                    <a:pt x="11509480" y="12407437"/>
                  </a:cubicBezTo>
                  <a:cubicBezTo>
                    <a:pt x="11449260" y="12405248"/>
                    <a:pt x="11439216" y="12408949"/>
                    <a:pt x="11404296" y="12446340"/>
                  </a:cubicBezTo>
                  <a:cubicBezTo>
                    <a:pt x="11337200" y="12518167"/>
                    <a:pt x="11207968" y="12522855"/>
                    <a:pt x="11185116" y="12454299"/>
                  </a:cubicBezTo>
                  <a:cubicBezTo>
                    <a:pt x="11168212" y="12403584"/>
                    <a:pt x="11183792" y="12360303"/>
                    <a:pt x="11226988" y="12337957"/>
                  </a:cubicBezTo>
                  <a:cubicBezTo>
                    <a:pt x="11247840" y="12327183"/>
                    <a:pt x="11264904" y="12309740"/>
                    <a:pt x="11264904" y="12299200"/>
                  </a:cubicBezTo>
                  <a:cubicBezTo>
                    <a:pt x="11264904" y="12288666"/>
                    <a:pt x="11284652" y="12268395"/>
                    <a:pt x="11308792" y="12254160"/>
                  </a:cubicBezTo>
                  <a:cubicBezTo>
                    <a:pt x="11332928" y="12239925"/>
                    <a:pt x="11356192" y="12217187"/>
                    <a:pt x="11360488" y="12203654"/>
                  </a:cubicBezTo>
                  <a:cubicBezTo>
                    <a:pt x="11364788" y="12190102"/>
                    <a:pt x="11384640" y="12170578"/>
                    <a:pt x="11404604" y="12160253"/>
                  </a:cubicBezTo>
                  <a:cubicBezTo>
                    <a:pt x="11424568" y="12149934"/>
                    <a:pt x="11444568" y="12129929"/>
                    <a:pt x="11449052" y="12115814"/>
                  </a:cubicBezTo>
                  <a:cubicBezTo>
                    <a:pt x="11453536" y="12101680"/>
                    <a:pt x="11473536" y="12081675"/>
                    <a:pt x="11493504" y="12071350"/>
                  </a:cubicBezTo>
                  <a:cubicBezTo>
                    <a:pt x="11513468" y="12061031"/>
                    <a:pt x="11533472" y="12041026"/>
                    <a:pt x="11537952" y="12026905"/>
                  </a:cubicBezTo>
                  <a:cubicBezTo>
                    <a:pt x="11542436" y="12012790"/>
                    <a:pt x="11562440" y="11992785"/>
                    <a:pt x="11582404" y="11982460"/>
                  </a:cubicBezTo>
                  <a:cubicBezTo>
                    <a:pt x="11602368" y="11972141"/>
                    <a:pt x="11622352" y="11952180"/>
                    <a:pt x="11626812" y="11938135"/>
                  </a:cubicBezTo>
                  <a:cubicBezTo>
                    <a:pt x="11640296" y="11895651"/>
                    <a:pt x="11737352" y="11811000"/>
                    <a:pt x="11772568" y="11811000"/>
                  </a:cubicBezTo>
                  <a:cubicBezTo>
                    <a:pt x="11785648" y="11811000"/>
                    <a:pt x="11807248" y="11791596"/>
                    <a:pt x="11822020" y="11766555"/>
                  </a:cubicBezTo>
                  <a:cubicBezTo>
                    <a:pt x="11836444" y="11742121"/>
                    <a:pt x="11854748" y="11722116"/>
                    <a:pt x="11862696" y="11722116"/>
                  </a:cubicBezTo>
                  <a:cubicBezTo>
                    <a:pt x="11870648" y="11722116"/>
                    <a:pt x="11926560" y="11673742"/>
                    <a:pt x="11986952" y="11614638"/>
                  </a:cubicBezTo>
                  <a:cubicBezTo>
                    <a:pt x="12102208" y="11501833"/>
                    <a:pt x="12143268" y="11472496"/>
                    <a:pt x="12212908" y="11453269"/>
                  </a:cubicBezTo>
                  <a:cubicBezTo>
                    <a:pt x="12243744" y="11444766"/>
                    <a:pt x="12257480" y="11432277"/>
                    <a:pt x="12263604" y="11407236"/>
                  </a:cubicBezTo>
                  <a:cubicBezTo>
                    <a:pt x="12268224" y="11388319"/>
                    <a:pt x="12281104" y="11371661"/>
                    <a:pt x="12292220" y="11370206"/>
                  </a:cubicBezTo>
                  <a:cubicBezTo>
                    <a:pt x="12344728" y="11363354"/>
                    <a:pt x="12442888" y="11336415"/>
                    <a:pt x="12471824" y="11320946"/>
                  </a:cubicBezTo>
                  <a:cubicBezTo>
                    <a:pt x="12489516" y="11311488"/>
                    <a:pt x="12523808" y="11295589"/>
                    <a:pt x="12548024" y="11285605"/>
                  </a:cubicBezTo>
                  <a:cubicBezTo>
                    <a:pt x="12566548" y="11277969"/>
                    <a:pt x="12589708" y="11273167"/>
                    <a:pt x="12615384" y="11270959"/>
                  </a:cubicBezTo>
                  <a:cubicBezTo>
                    <a:pt x="12634644" y="11269295"/>
                    <a:pt x="12655316" y="11269118"/>
                    <a:pt x="12676512" y="11270320"/>
                  </a:cubicBezTo>
                  <a:close/>
                  <a:moveTo>
                    <a:pt x="27555118" y="11259843"/>
                  </a:moveTo>
                  <a:cubicBezTo>
                    <a:pt x="27604768" y="11257926"/>
                    <a:pt x="27671350" y="11272161"/>
                    <a:pt x="27695528" y="11293912"/>
                  </a:cubicBezTo>
                  <a:cubicBezTo>
                    <a:pt x="27721618" y="11317403"/>
                    <a:pt x="27724102" y="11330917"/>
                    <a:pt x="27724102" y="11449467"/>
                  </a:cubicBezTo>
                  <a:cubicBezTo>
                    <a:pt x="27724102" y="11604123"/>
                    <a:pt x="27729784" y="11599030"/>
                    <a:pt x="27549608" y="11606287"/>
                  </a:cubicBezTo>
                  <a:cubicBezTo>
                    <a:pt x="27398064" y="11612392"/>
                    <a:pt x="27391732" y="11607217"/>
                    <a:pt x="27381992" y="11469124"/>
                  </a:cubicBezTo>
                  <a:lnTo>
                    <a:pt x="27374852" y="11367865"/>
                  </a:lnTo>
                  <a:lnTo>
                    <a:pt x="27430760" y="11323401"/>
                  </a:lnTo>
                  <a:cubicBezTo>
                    <a:pt x="27461512" y="11298942"/>
                    <a:pt x="27498660" y="11273768"/>
                    <a:pt x="27513312" y="11267473"/>
                  </a:cubicBezTo>
                  <a:cubicBezTo>
                    <a:pt x="27523900" y="11262924"/>
                    <a:pt x="27538570" y="11260488"/>
                    <a:pt x="27555118" y="11259843"/>
                  </a:cubicBezTo>
                  <a:close/>
                  <a:moveTo>
                    <a:pt x="45525750" y="11099800"/>
                  </a:moveTo>
                  <a:cubicBezTo>
                    <a:pt x="45617301" y="11099800"/>
                    <a:pt x="45646469" y="11122704"/>
                    <a:pt x="45637436" y="11187497"/>
                  </a:cubicBezTo>
                  <a:cubicBezTo>
                    <a:pt x="45633936" y="11212614"/>
                    <a:pt x="45625927" y="11277975"/>
                    <a:pt x="45619639" y="11332752"/>
                  </a:cubicBezTo>
                  <a:cubicBezTo>
                    <a:pt x="45610173" y="11415214"/>
                    <a:pt x="45602214" y="11438604"/>
                    <a:pt x="45573391" y="11468700"/>
                  </a:cubicBezTo>
                  <a:cubicBezTo>
                    <a:pt x="45544679" y="11498657"/>
                    <a:pt x="45537145" y="11520636"/>
                    <a:pt x="45530423" y="11593975"/>
                  </a:cubicBezTo>
                  <a:cubicBezTo>
                    <a:pt x="45523329" y="11671344"/>
                    <a:pt x="45517903" y="11685864"/>
                    <a:pt x="45488633" y="11705673"/>
                  </a:cubicBezTo>
                  <a:cubicBezTo>
                    <a:pt x="45453727" y="11729316"/>
                    <a:pt x="45440602" y="11771730"/>
                    <a:pt x="45440602" y="11860886"/>
                  </a:cubicBezTo>
                  <a:cubicBezTo>
                    <a:pt x="45440602" y="11895202"/>
                    <a:pt x="45429762" y="11922761"/>
                    <a:pt x="45403007" y="11956419"/>
                  </a:cubicBezTo>
                  <a:cubicBezTo>
                    <a:pt x="45374587" y="11992184"/>
                    <a:pt x="45363252" y="12022818"/>
                    <a:pt x="45356564" y="12081941"/>
                  </a:cubicBezTo>
                  <a:cubicBezTo>
                    <a:pt x="45349290" y="12146220"/>
                    <a:pt x="45340949" y="12166472"/>
                    <a:pt x="45309692" y="12195657"/>
                  </a:cubicBezTo>
                  <a:cubicBezTo>
                    <a:pt x="45276838" y="12226348"/>
                    <a:pt x="45270572" y="12243145"/>
                    <a:pt x="45263602" y="12319186"/>
                  </a:cubicBezTo>
                  <a:cubicBezTo>
                    <a:pt x="45256889" y="12392430"/>
                    <a:pt x="45249488" y="12413517"/>
                    <a:pt x="45219518" y="12444790"/>
                  </a:cubicBezTo>
                  <a:cubicBezTo>
                    <a:pt x="45190270" y="12475316"/>
                    <a:pt x="45181864" y="12498200"/>
                    <a:pt x="45174789" y="12566547"/>
                  </a:cubicBezTo>
                  <a:cubicBezTo>
                    <a:pt x="45166721" y="12644492"/>
                    <a:pt x="45163087" y="12652312"/>
                    <a:pt x="45125617" y="12672184"/>
                  </a:cubicBezTo>
                  <a:cubicBezTo>
                    <a:pt x="45085715" y="12693366"/>
                    <a:pt x="45085129" y="12695030"/>
                    <a:pt x="45083132" y="12793429"/>
                  </a:cubicBezTo>
                  <a:cubicBezTo>
                    <a:pt x="45081402" y="12878555"/>
                    <a:pt x="45076624" y="12898522"/>
                    <a:pt x="45050542" y="12929510"/>
                  </a:cubicBezTo>
                  <a:cubicBezTo>
                    <a:pt x="45015868" y="12970716"/>
                    <a:pt x="44996102" y="13029453"/>
                    <a:pt x="44996102" y="13091284"/>
                  </a:cubicBezTo>
                  <a:cubicBezTo>
                    <a:pt x="44996102" y="13136849"/>
                    <a:pt x="44980543" y="13173101"/>
                    <a:pt x="44944294" y="13212010"/>
                  </a:cubicBezTo>
                  <a:cubicBezTo>
                    <a:pt x="44931352" y="13225916"/>
                    <a:pt x="44917524" y="13267084"/>
                    <a:pt x="44912619" y="13306316"/>
                  </a:cubicBezTo>
                  <a:cubicBezTo>
                    <a:pt x="44905211" y="13365616"/>
                    <a:pt x="44897079" y="13381730"/>
                    <a:pt x="44857937" y="13414749"/>
                  </a:cubicBezTo>
                  <a:lnTo>
                    <a:pt x="44811952" y="13453538"/>
                  </a:lnTo>
                  <a:lnTo>
                    <a:pt x="44811952" y="13626061"/>
                  </a:lnTo>
                  <a:cubicBezTo>
                    <a:pt x="44811952" y="13792510"/>
                    <a:pt x="44813177" y="13800469"/>
                    <a:pt x="44846877" y="13853253"/>
                  </a:cubicBezTo>
                  <a:cubicBezTo>
                    <a:pt x="44891246" y="13922758"/>
                    <a:pt x="44890747" y="13943984"/>
                    <a:pt x="44843702" y="13989062"/>
                  </a:cubicBezTo>
                  <a:cubicBezTo>
                    <a:pt x="44822748" y="14009130"/>
                    <a:pt x="44805602" y="14030736"/>
                    <a:pt x="44805602" y="14037069"/>
                  </a:cubicBezTo>
                  <a:cubicBezTo>
                    <a:pt x="44805602" y="14043579"/>
                    <a:pt x="44832946" y="14044838"/>
                    <a:pt x="44868364" y="14039954"/>
                  </a:cubicBezTo>
                  <a:cubicBezTo>
                    <a:pt x="44939070" y="14030236"/>
                    <a:pt x="44983402" y="14039764"/>
                    <a:pt x="44983402" y="14064704"/>
                  </a:cubicBezTo>
                  <a:cubicBezTo>
                    <a:pt x="44983402" y="14097122"/>
                    <a:pt x="45015583" y="14121910"/>
                    <a:pt x="45059602" y="14123422"/>
                  </a:cubicBezTo>
                  <a:cubicBezTo>
                    <a:pt x="45084050" y="14124251"/>
                    <a:pt x="45143408" y="14123479"/>
                    <a:pt x="45191510" y="14121676"/>
                  </a:cubicBezTo>
                  <a:cubicBezTo>
                    <a:pt x="45278395" y="14118443"/>
                    <a:pt x="45279061" y="14118152"/>
                    <a:pt x="45293110" y="14075940"/>
                  </a:cubicBezTo>
                  <a:cubicBezTo>
                    <a:pt x="45308579" y="14029458"/>
                    <a:pt x="45319648" y="14023713"/>
                    <a:pt x="45397916" y="14021600"/>
                  </a:cubicBezTo>
                  <a:cubicBezTo>
                    <a:pt x="45442658" y="14020398"/>
                    <a:pt x="45452629" y="14014995"/>
                    <a:pt x="45464948" y="13985253"/>
                  </a:cubicBezTo>
                  <a:cubicBezTo>
                    <a:pt x="45472904" y="13966039"/>
                    <a:pt x="45489232" y="13941890"/>
                    <a:pt x="45501228" y="13931590"/>
                  </a:cubicBezTo>
                  <a:cubicBezTo>
                    <a:pt x="45513224" y="13921284"/>
                    <a:pt x="45533378" y="13900001"/>
                    <a:pt x="45546013" y="13884279"/>
                  </a:cubicBezTo>
                  <a:cubicBezTo>
                    <a:pt x="45558651" y="13868570"/>
                    <a:pt x="45577077" y="13855714"/>
                    <a:pt x="45586965" y="13855714"/>
                  </a:cubicBezTo>
                  <a:cubicBezTo>
                    <a:pt x="45596853" y="13855714"/>
                    <a:pt x="45617301" y="13838986"/>
                    <a:pt x="45632404" y="13818557"/>
                  </a:cubicBezTo>
                  <a:cubicBezTo>
                    <a:pt x="45647510" y="13798141"/>
                    <a:pt x="45673295" y="13778041"/>
                    <a:pt x="45689703" y="13773935"/>
                  </a:cubicBezTo>
                  <a:cubicBezTo>
                    <a:pt x="45706114" y="13769810"/>
                    <a:pt x="45728153" y="13749786"/>
                    <a:pt x="45738683" y="13729433"/>
                  </a:cubicBezTo>
                  <a:cubicBezTo>
                    <a:pt x="45749210" y="13709061"/>
                    <a:pt x="45769379" y="13688746"/>
                    <a:pt x="45783502" y="13684254"/>
                  </a:cubicBezTo>
                  <a:cubicBezTo>
                    <a:pt x="45797625" y="13679781"/>
                    <a:pt x="45817838" y="13659371"/>
                    <a:pt x="45828417" y="13638904"/>
                  </a:cubicBezTo>
                  <a:cubicBezTo>
                    <a:pt x="45838996" y="13618450"/>
                    <a:pt x="45853361" y="13601703"/>
                    <a:pt x="45860335" y="13601703"/>
                  </a:cubicBezTo>
                  <a:cubicBezTo>
                    <a:pt x="45867308" y="13601703"/>
                    <a:pt x="45912750" y="13557410"/>
                    <a:pt x="45961318" y="13503285"/>
                  </a:cubicBezTo>
                  <a:cubicBezTo>
                    <a:pt x="46088473" y="13361548"/>
                    <a:pt x="46216710" y="13251691"/>
                    <a:pt x="46290829" y="13220981"/>
                  </a:cubicBezTo>
                  <a:cubicBezTo>
                    <a:pt x="46310285" y="13212921"/>
                    <a:pt x="46333338" y="13193011"/>
                    <a:pt x="46342057" y="13176726"/>
                  </a:cubicBezTo>
                  <a:cubicBezTo>
                    <a:pt x="46350773" y="13160441"/>
                    <a:pt x="46373742" y="13143941"/>
                    <a:pt x="46393099" y="13140069"/>
                  </a:cubicBezTo>
                  <a:cubicBezTo>
                    <a:pt x="46417820" y="13135115"/>
                    <a:pt x="46432309" y="13121500"/>
                    <a:pt x="46441787" y="13094327"/>
                  </a:cubicBezTo>
                  <a:cubicBezTo>
                    <a:pt x="46449207" y="13073025"/>
                    <a:pt x="46463265" y="13055614"/>
                    <a:pt x="46473023" y="13055614"/>
                  </a:cubicBezTo>
                  <a:cubicBezTo>
                    <a:pt x="46491369" y="13055614"/>
                    <a:pt x="46510924" y="13021861"/>
                    <a:pt x="46524517" y="12966705"/>
                  </a:cubicBezTo>
                  <a:cubicBezTo>
                    <a:pt x="46528824" y="12949243"/>
                    <a:pt x="46572452" y="12899161"/>
                    <a:pt x="46621473" y="12855393"/>
                  </a:cubicBezTo>
                  <a:cubicBezTo>
                    <a:pt x="46699555" y="12785698"/>
                    <a:pt x="46710602" y="12770362"/>
                    <a:pt x="46710602" y="12731611"/>
                  </a:cubicBezTo>
                  <a:cubicBezTo>
                    <a:pt x="46710602" y="12698788"/>
                    <a:pt x="46698981" y="12674525"/>
                    <a:pt x="46665523" y="12637476"/>
                  </a:cubicBezTo>
                  <a:cubicBezTo>
                    <a:pt x="46624043" y="12591582"/>
                    <a:pt x="46620239" y="12580681"/>
                    <a:pt x="46617898" y="12501186"/>
                  </a:cubicBezTo>
                  <a:lnTo>
                    <a:pt x="46615352" y="12414776"/>
                  </a:lnTo>
                  <a:lnTo>
                    <a:pt x="46655948" y="12409120"/>
                  </a:lnTo>
                  <a:cubicBezTo>
                    <a:pt x="46755948" y="12395220"/>
                    <a:pt x="46826338" y="12443879"/>
                    <a:pt x="46977302" y="12631244"/>
                  </a:cubicBezTo>
                  <a:cubicBezTo>
                    <a:pt x="47008736" y="12670242"/>
                    <a:pt x="47058742" y="12727625"/>
                    <a:pt x="47088427" y="12758721"/>
                  </a:cubicBezTo>
                  <a:cubicBezTo>
                    <a:pt x="47118112" y="12789842"/>
                    <a:pt x="47142402" y="12823487"/>
                    <a:pt x="47142402" y="12833515"/>
                  </a:cubicBezTo>
                  <a:cubicBezTo>
                    <a:pt x="47142402" y="12843549"/>
                    <a:pt x="47159142" y="12860410"/>
                    <a:pt x="47179603" y="12870988"/>
                  </a:cubicBezTo>
                  <a:cubicBezTo>
                    <a:pt x="47200060" y="12881579"/>
                    <a:pt x="47220183" y="12900882"/>
                    <a:pt x="47224316" y="12913902"/>
                  </a:cubicBezTo>
                  <a:cubicBezTo>
                    <a:pt x="47228449" y="12926929"/>
                    <a:pt x="47248858" y="12952748"/>
                    <a:pt x="47269666" y="12971298"/>
                  </a:cubicBezTo>
                  <a:cubicBezTo>
                    <a:pt x="47290477" y="12989829"/>
                    <a:pt x="47304792" y="13009239"/>
                    <a:pt x="47301478" y="13014427"/>
                  </a:cubicBezTo>
                  <a:cubicBezTo>
                    <a:pt x="47294080" y="13026005"/>
                    <a:pt x="47401893" y="13132439"/>
                    <a:pt x="47451871" y="13162902"/>
                  </a:cubicBezTo>
                  <a:cubicBezTo>
                    <a:pt x="47485798" y="13183578"/>
                    <a:pt x="47487879" y="13189449"/>
                    <a:pt x="47482211" y="13248414"/>
                  </a:cubicBezTo>
                  <a:cubicBezTo>
                    <a:pt x="47478226" y="13289879"/>
                    <a:pt x="47466866" y="13321000"/>
                    <a:pt x="47449282" y="13338582"/>
                  </a:cubicBezTo>
                  <a:cubicBezTo>
                    <a:pt x="47423879" y="13363971"/>
                    <a:pt x="47420202" y="13364357"/>
                    <a:pt x="47380794" y="13345554"/>
                  </a:cubicBezTo>
                  <a:cubicBezTo>
                    <a:pt x="47357890" y="13334628"/>
                    <a:pt x="47321200" y="13321753"/>
                    <a:pt x="47299264" y="13316932"/>
                  </a:cubicBezTo>
                  <a:cubicBezTo>
                    <a:pt x="47277327" y="13312130"/>
                    <a:pt x="47234967" y="13285634"/>
                    <a:pt x="47205127" y="13258100"/>
                  </a:cubicBezTo>
                  <a:cubicBezTo>
                    <a:pt x="47160944" y="13217299"/>
                    <a:pt x="47141518" y="13208005"/>
                    <a:pt x="47100467" y="13208005"/>
                  </a:cubicBezTo>
                  <a:cubicBezTo>
                    <a:pt x="47057089" y="13208005"/>
                    <a:pt x="47036560" y="13219311"/>
                    <a:pt x="46953353" y="13289031"/>
                  </a:cubicBezTo>
                  <a:cubicBezTo>
                    <a:pt x="46900169" y="13333603"/>
                    <a:pt x="46834458" y="13396326"/>
                    <a:pt x="46807328" y="13428415"/>
                  </a:cubicBezTo>
                  <a:cubicBezTo>
                    <a:pt x="46780201" y="13460510"/>
                    <a:pt x="46747632" y="13490062"/>
                    <a:pt x="46734954" y="13494086"/>
                  </a:cubicBezTo>
                  <a:cubicBezTo>
                    <a:pt x="46722276" y="13498110"/>
                    <a:pt x="46708335" y="13512636"/>
                    <a:pt x="46703976" y="13526371"/>
                  </a:cubicBezTo>
                  <a:cubicBezTo>
                    <a:pt x="46699620" y="13540100"/>
                    <a:pt x="46676927" y="13559327"/>
                    <a:pt x="46653551" y="13569108"/>
                  </a:cubicBezTo>
                  <a:cubicBezTo>
                    <a:pt x="46630173" y="13578864"/>
                    <a:pt x="46604429" y="13599217"/>
                    <a:pt x="46596339" y="13614344"/>
                  </a:cubicBezTo>
                  <a:cubicBezTo>
                    <a:pt x="46588253" y="13629446"/>
                    <a:pt x="46565721" y="13647363"/>
                    <a:pt x="46546268" y="13654139"/>
                  </a:cubicBezTo>
                  <a:cubicBezTo>
                    <a:pt x="46526818" y="13660921"/>
                    <a:pt x="46504522" y="13680477"/>
                    <a:pt x="46496724" y="13697597"/>
                  </a:cubicBezTo>
                  <a:cubicBezTo>
                    <a:pt x="46488926" y="13714698"/>
                    <a:pt x="46476591" y="13728718"/>
                    <a:pt x="46469311" y="13728718"/>
                  </a:cubicBezTo>
                  <a:cubicBezTo>
                    <a:pt x="46462031" y="13728718"/>
                    <a:pt x="46416663" y="13768355"/>
                    <a:pt x="46368493" y="13816811"/>
                  </a:cubicBezTo>
                  <a:cubicBezTo>
                    <a:pt x="46320325" y="13865267"/>
                    <a:pt x="46257994" y="13916602"/>
                    <a:pt x="46229980" y="13930894"/>
                  </a:cubicBezTo>
                  <a:cubicBezTo>
                    <a:pt x="46201969" y="13945186"/>
                    <a:pt x="46175587" y="13967798"/>
                    <a:pt x="46171354" y="13981128"/>
                  </a:cubicBezTo>
                  <a:cubicBezTo>
                    <a:pt x="46167119" y="13994465"/>
                    <a:pt x="46146894" y="14012319"/>
                    <a:pt x="46126402" y="14020803"/>
                  </a:cubicBezTo>
                  <a:cubicBezTo>
                    <a:pt x="46105910" y="14029306"/>
                    <a:pt x="46085682" y="14047160"/>
                    <a:pt x="46081450" y="14060484"/>
                  </a:cubicBezTo>
                  <a:cubicBezTo>
                    <a:pt x="46077217" y="14073827"/>
                    <a:pt x="46054130" y="14092940"/>
                    <a:pt x="46030147" y="14102955"/>
                  </a:cubicBezTo>
                  <a:cubicBezTo>
                    <a:pt x="46005126" y="14113407"/>
                    <a:pt x="45981295" y="14134968"/>
                    <a:pt x="45974235" y="14153537"/>
                  </a:cubicBezTo>
                  <a:cubicBezTo>
                    <a:pt x="45967469" y="14171353"/>
                    <a:pt x="45955882" y="14185911"/>
                    <a:pt x="45948493" y="14185911"/>
                  </a:cubicBezTo>
                  <a:cubicBezTo>
                    <a:pt x="45941102" y="14185911"/>
                    <a:pt x="45915054" y="14205903"/>
                    <a:pt x="45890606" y="14230356"/>
                  </a:cubicBezTo>
                  <a:cubicBezTo>
                    <a:pt x="45866157" y="14254815"/>
                    <a:pt x="45839753" y="14274801"/>
                    <a:pt x="45831927" y="14274801"/>
                  </a:cubicBezTo>
                  <a:cubicBezTo>
                    <a:pt x="45797786" y="14274801"/>
                    <a:pt x="45578432" y="14486524"/>
                    <a:pt x="45541957" y="14554669"/>
                  </a:cubicBezTo>
                  <a:cubicBezTo>
                    <a:pt x="45525781" y="14584898"/>
                    <a:pt x="45545250" y="14637049"/>
                    <a:pt x="45579564" y="14655409"/>
                  </a:cubicBezTo>
                  <a:cubicBezTo>
                    <a:pt x="45593796" y="14663039"/>
                    <a:pt x="45614216" y="14686239"/>
                    <a:pt x="45624947" y="14706978"/>
                  </a:cubicBezTo>
                  <a:cubicBezTo>
                    <a:pt x="45635675" y="14727736"/>
                    <a:pt x="45651972" y="14744704"/>
                    <a:pt x="45661156" y="14744704"/>
                  </a:cubicBezTo>
                  <a:cubicBezTo>
                    <a:pt x="45686078" y="14744704"/>
                    <a:pt x="45777313" y="14838801"/>
                    <a:pt x="45795898" y="14883670"/>
                  </a:cubicBezTo>
                  <a:cubicBezTo>
                    <a:pt x="45805516" y="14906889"/>
                    <a:pt x="45824520" y="14925939"/>
                    <a:pt x="45842596" y="14930475"/>
                  </a:cubicBezTo>
                  <a:cubicBezTo>
                    <a:pt x="45859358" y="14934695"/>
                    <a:pt x="45876703" y="14947475"/>
                    <a:pt x="45881136" y="14958888"/>
                  </a:cubicBezTo>
                  <a:cubicBezTo>
                    <a:pt x="45892754" y="14988801"/>
                    <a:pt x="46001110" y="15113013"/>
                    <a:pt x="46015587" y="15113013"/>
                  </a:cubicBezTo>
                  <a:cubicBezTo>
                    <a:pt x="46022303" y="15113013"/>
                    <a:pt x="46046484" y="15129412"/>
                    <a:pt x="46069323" y="15149461"/>
                  </a:cubicBezTo>
                  <a:cubicBezTo>
                    <a:pt x="46100121" y="15176508"/>
                    <a:pt x="46129847" y="15188301"/>
                    <a:pt x="46184408" y="15195121"/>
                  </a:cubicBezTo>
                  <a:cubicBezTo>
                    <a:pt x="46224867" y="15200176"/>
                    <a:pt x="46277425" y="15214740"/>
                    <a:pt x="46301204" y="15227482"/>
                  </a:cubicBezTo>
                  <a:cubicBezTo>
                    <a:pt x="46348348" y="15252751"/>
                    <a:pt x="46408165" y="15247234"/>
                    <a:pt x="46537580" y="15205693"/>
                  </a:cubicBezTo>
                  <a:cubicBezTo>
                    <a:pt x="46583773" y="15190882"/>
                    <a:pt x="46624837" y="15187934"/>
                    <a:pt x="46699167" y="15194134"/>
                  </a:cubicBezTo>
                  <a:cubicBezTo>
                    <a:pt x="46828229" y="15204902"/>
                    <a:pt x="46835844" y="15208521"/>
                    <a:pt x="46845220" y="15263538"/>
                  </a:cubicBezTo>
                  <a:cubicBezTo>
                    <a:pt x="46857213" y="15333929"/>
                    <a:pt x="46837382" y="15396443"/>
                    <a:pt x="46799502" y="15407616"/>
                  </a:cubicBezTo>
                  <a:cubicBezTo>
                    <a:pt x="46707384" y="15434827"/>
                    <a:pt x="46681404" y="15447689"/>
                    <a:pt x="46652013" y="15480683"/>
                  </a:cubicBezTo>
                  <a:cubicBezTo>
                    <a:pt x="46629559" y="15505876"/>
                    <a:pt x="46602612" y="15519396"/>
                    <a:pt x="46562924" y="15525337"/>
                  </a:cubicBezTo>
                  <a:cubicBezTo>
                    <a:pt x="46523342" y="15531284"/>
                    <a:pt x="46496290" y="15544798"/>
                    <a:pt x="46474024" y="15569782"/>
                  </a:cubicBezTo>
                  <a:cubicBezTo>
                    <a:pt x="46451871" y="15594646"/>
                    <a:pt x="46424694" y="15608299"/>
                    <a:pt x="46385713" y="15614151"/>
                  </a:cubicBezTo>
                  <a:cubicBezTo>
                    <a:pt x="46346020" y="15620098"/>
                    <a:pt x="46318645" y="15634112"/>
                    <a:pt x="46292919" y="15661633"/>
                  </a:cubicBezTo>
                  <a:cubicBezTo>
                    <a:pt x="46261014" y="15695772"/>
                    <a:pt x="46247592" y="15700808"/>
                    <a:pt x="46186057" y="15701700"/>
                  </a:cubicBezTo>
                  <a:cubicBezTo>
                    <a:pt x="46120737" y="15702649"/>
                    <a:pt x="46111913" y="15699087"/>
                    <a:pt x="46063206" y="15652339"/>
                  </a:cubicBezTo>
                  <a:cubicBezTo>
                    <a:pt x="46034346" y="15624622"/>
                    <a:pt x="46002351" y="15583378"/>
                    <a:pt x="45992109" y="15560678"/>
                  </a:cubicBezTo>
                  <a:cubicBezTo>
                    <a:pt x="45981865" y="15537984"/>
                    <a:pt x="45968033" y="15519415"/>
                    <a:pt x="45961370" y="15519415"/>
                  </a:cubicBezTo>
                  <a:cubicBezTo>
                    <a:pt x="45954707" y="15519415"/>
                    <a:pt x="45940261" y="15502023"/>
                    <a:pt x="45929267" y="15480759"/>
                  </a:cubicBezTo>
                  <a:cubicBezTo>
                    <a:pt x="45918275" y="15459495"/>
                    <a:pt x="45895300" y="15435738"/>
                    <a:pt x="45878212" y="15427950"/>
                  </a:cubicBezTo>
                  <a:cubicBezTo>
                    <a:pt x="45861125" y="15420168"/>
                    <a:pt x="45833425" y="15393267"/>
                    <a:pt x="45816657" y="15368175"/>
                  </a:cubicBezTo>
                  <a:cubicBezTo>
                    <a:pt x="45799889" y="15343090"/>
                    <a:pt x="45745194" y="15276843"/>
                    <a:pt x="45695114" y="15220953"/>
                  </a:cubicBezTo>
                  <a:cubicBezTo>
                    <a:pt x="45645033" y="15165082"/>
                    <a:pt x="45588711" y="15100581"/>
                    <a:pt x="45569955" y="15077634"/>
                  </a:cubicBezTo>
                  <a:cubicBezTo>
                    <a:pt x="45551197" y="15054700"/>
                    <a:pt x="45521087" y="15020403"/>
                    <a:pt x="45503038" y="15001448"/>
                  </a:cubicBezTo>
                  <a:cubicBezTo>
                    <a:pt x="45484993" y="14982474"/>
                    <a:pt x="45462709" y="14952669"/>
                    <a:pt x="45453519" y="14935201"/>
                  </a:cubicBezTo>
                  <a:cubicBezTo>
                    <a:pt x="45435430" y="14900822"/>
                    <a:pt x="45417717" y="14879811"/>
                    <a:pt x="45341098" y="14801853"/>
                  </a:cubicBezTo>
                  <a:cubicBezTo>
                    <a:pt x="45313636" y="14773921"/>
                    <a:pt x="45264352" y="14719625"/>
                    <a:pt x="45231576" y="14681203"/>
                  </a:cubicBezTo>
                  <a:cubicBezTo>
                    <a:pt x="45170392" y="14609490"/>
                    <a:pt x="45034425" y="14456915"/>
                    <a:pt x="44961242" y="14377844"/>
                  </a:cubicBezTo>
                  <a:cubicBezTo>
                    <a:pt x="44938577" y="14353366"/>
                    <a:pt x="44916854" y="14323308"/>
                    <a:pt x="44912969" y="14311072"/>
                  </a:cubicBezTo>
                  <a:cubicBezTo>
                    <a:pt x="44909081" y="14298817"/>
                    <a:pt x="44894893" y="14285316"/>
                    <a:pt x="44881436" y="14281039"/>
                  </a:cubicBezTo>
                  <a:cubicBezTo>
                    <a:pt x="44866820" y="14276408"/>
                    <a:pt x="44851798" y="14254081"/>
                    <a:pt x="44844127" y="14225592"/>
                  </a:cubicBezTo>
                  <a:cubicBezTo>
                    <a:pt x="44837067" y="14199374"/>
                    <a:pt x="44816935" y="14164419"/>
                    <a:pt x="44799395" y="14147938"/>
                  </a:cubicBezTo>
                  <a:cubicBezTo>
                    <a:pt x="44781855" y="14131457"/>
                    <a:pt x="44767502" y="14108744"/>
                    <a:pt x="44767502" y="14097470"/>
                  </a:cubicBezTo>
                  <a:cubicBezTo>
                    <a:pt x="44767502" y="14085101"/>
                    <a:pt x="44732158" y="14057871"/>
                    <a:pt x="44678602" y="14028939"/>
                  </a:cubicBezTo>
                  <a:cubicBezTo>
                    <a:pt x="44629706" y="14002525"/>
                    <a:pt x="44589702" y="13975314"/>
                    <a:pt x="44589702" y="13968481"/>
                  </a:cubicBezTo>
                  <a:cubicBezTo>
                    <a:pt x="44589702" y="13957941"/>
                    <a:pt x="44095420" y="13460776"/>
                    <a:pt x="44058026" y="13433704"/>
                  </a:cubicBezTo>
                  <a:cubicBezTo>
                    <a:pt x="44041894" y="13422012"/>
                    <a:pt x="44025828" y="13317938"/>
                    <a:pt x="44032334" y="13267223"/>
                  </a:cubicBezTo>
                  <a:cubicBezTo>
                    <a:pt x="44036540" y="13234438"/>
                    <a:pt x="44043050" y="13228491"/>
                    <a:pt x="44077178" y="13226245"/>
                  </a:cubicBezTo>
                  <a:cubicBezTo>
                    <a:pt x="44156416" y="13221038"/>
                    <a:pt x="44218596" y="13240822"/>
                    <a:pt x="44253556" y="13282363"/>
                  </a:cubicBezTo>
                  <a:cubicBezTo>
                    <a:pt x="44312664" y="13352621"/>
                    <a:pt x="44376069" y="13321867"/>
                    <a:pt x="44392064" y="13215186"/>
                  </a:cubicBezTo>
                  <a:cubicBezTo>
                    <a:pt x="44398042" y="13175315"/>
                    <a:pt x="44411331" y="13146497"/>
                    <a:pt x="44432028" y="13128491"/>
                  </a:cubicBezTo>
                  <a:cubicBezTo>
                    <a:pt x="44452765" y="13110479"/>
                    <a:pt x="44464727" y="13084470"/>
                    <a:pt x="44468147" y="13049996"/>
                  </a:cubicBezTo>
                  <a:lnTo>
                    <a:pt x="44480806" y="12922652"/>
                  </a:lnTo>
                  <a:cubicBezTo>
                    <a:pt x="44485091" y="12879586"/>
                    <a:pt x="44502017" y="12820710"/>
                    <a:pt x="44519976" y="12786356"/>
                  </a:cubicBezTo>
                  <a:cubicBezTo>
                    <a:pt x="44559871" y="12710056"/>
                    <a:pt x="44559592" y="12704792"/>
                    <a:pt x="44514401" y="12681421"/>
                  </a:cubicBezTo>
                  <a:cubicBezTo>
                    <a:pt x="44493944" y="12670843"/>
                    <a:pt x="44473647" y="12650996"/>
                    <a:pt x="44469303" y="12637305"/>
                  </a:cubicBezTo>
                  <a:cubicBezTo>
                    <a:pt x="44464956" y="12623614"/>
                    <a:pt x="44450030" y="12608797"/>
                    <a:pt x="44436133" y="12604381"/>
                  </a:cubicBezTo>
                  <a:cubicBezTo>
                    <a:pt x="44422233" y="12599971"/>
                    <a:pt x="44385866" y="12572545"/>
                    <a:pt x="44355319" y="12543417"/>
                  </a:cubicBezTo>
                  <a:cubicBezTo>
                    <a:pt x="44324769" y="12514295"/>
                    <a:pt x="44270478" y="12464738"/>
                    <a:pt x="44234668" y="12433307"/>
                  </a:cubicBezTo>
                  <a:cubicBezTo>
                    <a:pt x="44198864" y="12401876"/>
                    <a:pt x="44119344" y="12326145"/>
                    <a:pt x="44057960" y="12265042"/>
                  </a:cubicBezTo>
                  <a:cubicBezTo>
                    <a:pt x="43937172" y="12144765"/>
                    <a:pt x="43908562" y="12132991"/>
                    <a:pt x="43869042" y="12187236"/>
                  </a:cubicBezTo>
                  <a:cubicBezTo>
                    <a:pt x="43848104" y="12215991"/>
                    <a:pt x="43833532" y="12221274"/>
                    <a:pt x="43763208" y="12225696"/>
                  </a:cubicBezTo>
                  <a:cubicBezTo>
                    <a:pt x="43691372" y="12230220"/>
                    <a:pt x="43677868" y="12235338"/>
                    <a:pt x="43649902" y="12268680"/>
                  </a:cubicBezTo>
                  <a:cubicBezTo>
                    <a:pt x="43632440" y="12289501"/>
                    <a:pt x="43610748" y="12309348"/>
                    <a:pt x="43601700" y="12312777"/>
                  </a:cubicBezTo>
                  <a:cubicBezTo>
                    <a:pt x="43592650" y="12316206"/>
                    <a:pt x="43567126" y="12331871"/>
                    <a:pt x="43544978" y="12347580"/>
                  </a:cubicBezTo>
                  <a:cubicBezTo>
                    <a:pt x="43522828" y="12363302"/>
                    <a:pt x="43481656" y="12387647"/>
                    <a:pt x="43453480" y="12401686"/>
                  </a:cubicBezTo>
                  <a:cubicBezTo>
                    <a:pt x="43410296" y="12423184"/>
                    <a:pt x="43402580" y="12432921"/>
                    <a:pt x="43404336" y="12463593"/>
                  </a:cubicBezTo>
                  <a:cubicBezTo>
                    <a:pt x="43405632" y="12486255"/>
                    <a:pt x="43421208" y="12513485"/>
                    <a:pt x="43445612" y="12535774"/>
                  </a:cubicBezTo>
                  <a:cubicBezTo>
                    <a:pt x="43482764" y="12569717"/>
                    <a:pt x="43484460" y="12575411"/>
                    <a:pt x="43478256" y="12645321"/>
                  </a:cubicBezTo>
                  <a:cubicBezTo>
                    <a:pt x="43466996" y="12772222"/>
                    <a:pt x="43469522" y="12768508"/>
                    <a:pt x="43395208" y="12767401"/>
                  </a:cubicBezTo>
                  <a:lnTo>
                    <a:pt x="43329180" y="12766395"/>
                  </a:lnTo>
                  <a:lnTo>
                    <a:pt x="43096248" y="12533174"/>
                  </a:lnTo>
                  <a:cubicBezTo>
                    <a:pt x="42938110" y="12374842"/>
                    <a:pt x="42862820" y="12290602"/>
                    <a:pt x="42861776" y="12270818"/>
                  </a:cubicBezTo>
                  <a:cubicBezTo>
                    <a:pt x="42860930" y="12254799"/>
                    <a:pt x="42848364" y="12230631"/>
                    <a:pt x="42833852" y="12217111"/>
                  </a:cubicBezTo>
                  <a:cubicBezTo>
                    <a:pt x="42806144" y="12191285"/>
                    <a:pt x="42798380" y="12127417"/>
                    <a:pt x="42819108" y="12095828"/>
                  </a:cubicBezTo>
                  <a:cubicBezTo>
                    <a:pt x="42834882" y="12071799"/>
                    <a:pt x="42903048" y="12083434"/>
                    <a:pt x="42931644" y="12115023"/>
                  </a:cubicBezTo>
                  <a:cubicBezTo>
                    <a:pt x="42971416" y="12158975"/>
                    <a:pt x="43147680" y="12181384"/>
                    <a:pt x="43241632" y="12154445"/>
                  </a:cubicBezTo>
                  <a:cubicBezTo>
                    <a:pt x="43264960" y="12147751"/>
                    <a:pt x="43297512" y="12127746"/>
                    <a:pt x="43313966" y="12109987"/>
                  </a:cubicBezTo>
                  <a:cubicBezTo>
                    <a:pt x="43330914" y="12091703"/>
                    <a:pt x="43357904" y="12077702"/>
                    <a:pt x="43376210" y="12077702"/>
                  </a:cubicBezTo>
                  <a:cubicBezTo>
                    <a:pt x="43395308" y="12077702"/>
                    <a:pt x="43428656" y="12059519"/>
                    <a:pt x="43457732" y="12033257"/>
                  </a:cubicBezTo>
                  <a:cubicBezTo>
                    <a:pt x="43488416" y="12005527"/>
                    <a:pt x="43519860" y="11988812"/>
                    <a:pt x="43541296" y="11988812"/>
                  </a:cubicBezTo>
                  <a:cubicBezTo>
                    <a:pt x="43566280" y="11988812"/>
                    <a:pt x="43584920" y="11976038"/>
                    <a:pt x="43609604" y="11942026"/>
                  </a:cubicBezTo>
                  <a:cubicBezTo>
                    <a:pt x="43640662" y="11899232"/>
                    <a:pt x="43649416" y="11894936"/>
                    <a:pt x="43712432" y="11891640"/>
                  </a:cubicBezTo>
                  <a:cubicBezTo>
                    <a:pt x="43769568" y="11888654"/>
                    <a:pt x="43786982" y="11881840"/>
                    <a:pt x="43814588" y="11851611"/>
                  </a:cubicBezTo>
                  <a:cubicBezTo>
                    <a:pt x="43839116" y="11824748"/>
                    <a:pt x="43867752" y="11811335"/>
                    <a:pt x="43923510" y="11800599"/>
                  </a:cubicBezTo>
                  <a:cubicBezTo>
                    <a:pt x="43968518" y="11791925"/>
                    <a:pt x="44014956" y="11773084"/>
                    <a:pt x="44038176" y="11754066"/>
                  </a:cubicBezTo>
                  <a:cubicBezTo>
                    <a:pt x="44065762" y="11731473"/>
                    <a:pt x="44092448" y="11722116"/>
                    <a:pt x="44129212" y="11722116"/>
                  </a:cubicBezTo>
                  <a:cubicBezTo>
                    <a:pt x="44198708" y="11722116"/>
                    <a:pt x="44218960" y="11712879"/>
                    <a:pt x="44240412" y="11671382"/>
                  </a:cubicBezTo>
                  <a:cubicBezTo>
                    <a:pt x="44256124" y="11640995"/>
                    <a:pt x="44267716" y="11635668"/>
                    <a:pt x="44329250" y="11630575"/>
                  </a:cubicBezTo>
                  <a:cubicBezTo>
                    <a:pt x="44392278" y="11625343"/>
                    <a:pt x="44403791" y="11619769"/>
                    <a:pt x="44434533" y="11579607"/>
                  </a:cubicBezTo>
                  <a:cubicBezTo>
                    <a:pt x="44465834" y="11538724"/>
                    <a:pt x="44475371" y="11534295"/>
                    <a:pt x="44536831" y="11532119"/>
                  </a:cubicBezTo>
                  <a:cubicBezTo>
                    <a:pt x="44592099" y="11530164"/>
                    <a:pt x="44611574" y="11523059"/>
                    <a:pt x="44642350" y="11493659"/>
                  </a:cubicBezTo>
                  <a:cubicBezTo>
                    <a:pt x="44669111" y="11468080"/>
                    <a:pt x="44698942" y="11454990"/>
                    <a:pt x="44744896" y="11448676"/>
                  </a:cubicBezTo>
                  <a:cubicBezTo>
                    <a:pt x="44789628" y="11442520"/>
                    <a:pt x="44819874" y="11429601"/>
                    <a:pt x="44842530" y="11406945"/>
                  </a:cubicBezTo>
                  <a:cubicBezTo>
                    <a:pt x="44860641" y="11388819"/>
                    <a:pt x="44903844" y="11367055"/>
                    <a:pt x="44938905" y="11358394"/>
                  </a:cubicBezTo>
                  <a:cubicBezTo>
                    <a:pt x="44980785" y="11348012"/>
                    <a:pt x="45013276" y="11330006"/>
                    <a:pt x="45034202" y="11305528"/>
                  </a:cubicBezTo>
                  <a:cubicBezTo>
                    <a:pt x="45061906" y="11273129"/>
                    <a:pt x="45074686" y="11268346"/>
                    <a:pt x="45134503" y="11267998"/>
                  </a:cubicBezTo>
                  <a:cubicBezTo>
                    <a:pt x="45194558" y="11267650"/>
                    <a:pt x="45207624" y="11262709"/>
                    <a:pt x="45239923" y="11228159"/>
                  </a:cubicBezTo>
                  <a:cubicBezTo>
                    <a:pt x="45267512" y="11198632"/>
                    <a:pt x="45287920" y="11188712"/>
                    <a:pt x="45321019" y="11188712"/>
                  </a:cubicBezTo>
                  <a:cubicBezTo>
                    <a:pt x="45354635" y="11188712"/>
                    <a:pt x="45375918" y="11178045"/>
                    <a:pt x="45409698" y="11144254"/>
                  </a:cubicBezTo>
                  <a:cubicBezTo>
                    <a:pt x="45449987" y="11103964"/>
                    <a:pt x="45460852" y="11099800"/>
                    <a:pt x="45525750" y="11099800"/>
                  </a:cubicBezTo>
                  <a:close/>
                  <a:moveTo>
                    <a:pt x="30713704" y="11010900"/>
                  </a:moveTo>
                  <a:cubicBezTo>
                    <a:pt x="30823584" y="11010900"/>
                    <a:pt x="30838428" y="11028754"/>
                    <a:pt x="30845832" y="11169833"/>
                  </a:cubicBezTo>
                  <a:cubicBezTo>
                    <a:pt x="30853884" y="11323230"/>
                    <a:pt x="30840460" y="11341103"/>
                    <a:pt x="30717200" y="11341103"/>
                  </a:cubicBezTo>
                  <a:cubicBezTo>
                    <a:pt x="30662252" y="11341103"/>
                    <a:pt x="30618604" y="11334922"/>
                    <a:pt x="30609542" y="11325862"/>
                  </a:cubicBezTo>
                  <a:cubicBezTo>
                    <a:pt x="30585656" y="11301985"/>
                    <a:pt x="30589248" y="11074568"/>
                    <a:pt x="30614072" y="11039126"/>
                  </a:cubicBezTo>
                  <a:cubicBezTo>
                    <a:pt x="30630940" y="11015048"/>
                    <a:pt x="30645574" y="11010900"/>
                    <a:pt x="30713704" y="11010900"/>
                  </a:cubicBezTo>
                  <a:close/>
                  <a:moveTo>
                    <a:pt x="28328352" y="10990710"/>
                  </a:moveTo>
                  <a:cubicBezTo>
                    <a:pt x="28404498" y="10993342"/>
                    <a:pt x="28473534" y="11014642"/>
                    <a:pt x="28499794" y="11047074"/>
                  </a:cubicBezTo>
                  <a:cubicBezTo>
                    <a:pt x="28542554" y="11099878"/>
                    <a:pt x="28544706" y="11369586"/>
                    <a:pt x="28502698" y="11411595"/>
                  </a:cubicBezTo>
                  <a:cubicBezTo>
                    <a:pt x="28481060" y="11433239"/>
                    <a:pt x="28217098" y="11438161"/>
                    <a:pt x="28163852" y="11417909"/>
                  </a:cubicBezTo>
                  <a:cubicBezTo>
                    <a:pt x="28107232" y="11396386"/>
                    <a:pt x="28087660" y="11346734"/>
                    <a:pt x="28086816" y="11222509"/>
                  </a:cubicBezTo>
                  <a:cubicBezTo>
                    <a:pt x="28086100" y="11117264"/>
                    <a:pt x="28088032" y="11108752"/>
                    <a:pt x="28117804" y="11086070"/>
                  </a:cubicBezTo>
                  <a:cubicBezTo>
                    <a:pt x="28135264" y="11072760"/>
                    <a:pt x="28163840" y="11047920"/>
                    <a:pt x="28181304" y="11030864"/>
                  </a:cubicBezTo>
                  <a:cubicBezTo>
                    <a:pt x="28198764" y="11013808"/>
                    <a:pt x="28230198" y="10997478"/>
                    <a:pt x="28251152" y="10994580"/>
                  </a:cubicBezTo>
                  <a:cubicBezTo>
                    <a:pt x="28276796" y="10991032"/>
                    <a:pt x="28302970" y="10989832"/>
                    <a:pt x="28328352" y="10990710"/>
                  </a:cubicBezTo>
                  <a:close/>
                  <a:moveTo>
                    <a:pt x="28438500" y="10804862"/>
                  </a:moveTo>
                  <a:cubicBezTo>
                    <a:pt x="28420304" y="10804832"/>
                    <a:pt x="28404042" y="10804836"/>
                    <a:pt x="28389916" y="10804876"/>
                  </a:cubicBezTo>
                  <a:cubicBezTo>
                    <a:pt x="28352254" y="10804982"/>
                    <a:pt x="28329806" y="10805342"/>
                    <a:pt x="28326436" y="10805976"/>
                  </a:cubicBezTo>
                  <a:cubicBezTo>
                    <a:pt x="28312970" y="10808518"/>
                    <a:pt x="28280910" y="10827404"/>
                    <a:pt x="28255196" y="10847948"/>
                  </a:cubicBezTo>
                  <a:lnTo>
                    <a:pt x="28208442" y="10885296"/>
                  </a:lnTo>
                  <a:lnTo>
                    <a:pt x="27677348" y="10885144"/>
                  </a:lnTo>
                  <a:cubicBezTo>
                    <a:pt x="27364544" y="10885058"/>
                    <a:pt x="27132776" y="10890060"/>
                    <a:pt x="27113464" y="10897320"/>
                  </a:cubicBezTo>
                  <a:cubicBezTo>
                    <a:pt x="27095432" y="10904104"/>
                    <a:pt x="27067824" y="10924436"/>
                    <a:pt x="27052108" y="10942508"/>
                  </a:cubicBezTo>
                  <a:cubicBezTo>
                    <a:pt x="27030960" y="10966838"/>
                    <a:pt x="27015032" y="10973740"/>
                    <a:pt x="26990780" y="10969110"/>
                  </a:cubicBezTo>
                  <a:cubicBezTo>
                    <a:pt x="26972764" y="10965664"/>
                    <a:pt x="26941560" y="10968584"/>
                    <a:pt x="26921436" y="10975600"/>
                  </a:cubicBezTo>
                  <a:cubicBezTo>
                    <a:pt x="26886412" y="10987810"/>
                    <a:pt x="26885684" y="10989628"/>
                    <a:pt x="26904424" y="11018232"/>
                  </a:cubicBezTo>
                  <a:cubicBezTo>
                    <a:pt x="26918860" y="11040266"/>
                    <a:pt x="26924000" y="11082478"/>
                    <a:pt x="26924000" y="11179013"/>
                  </a:cubicBezTo>
                  <a:lnTo>
                    <a:pt x="26924000" y="11309925"/>
                  </a:lnTo>
                  <a:lnTo>
                    <a:pt x="26813740" y="11430006"/>
                  </a:lnTo>
                  <a:lnTo>
                    <a:pt x="26716764" y="11430006"/>
                  </a:lnTo>
                  <a:cubicBezTo>
                    <a:pt x="26621632" y="11430006"/>
                    <a:pt x="26619248" y="11429234"/>
                    <a:pt x="26591456" y="11388737"/>
                  </a:cubicBezTo>
                  <a:cubicBezTo>
                    <a:pt x="26575872" y="11366043"/>
                    <a:pt x="26545732" y="11332372"/>
                    <a:pt x="26524484" y="11313930"/>
                  </a:cubicBezTo>
                  <a:cubicBezTo>
                    <a:pt x="26487080" y="11281474"/>
                    <a:pt x="26485852" y="11276963"/>
                    <a:pt x="26485852" y="11172117"/>
                  </a:cubicBezTo>
                  <a:cubicBezTo>
                    <a:pt x="26485852" y="11066932"/>
                    <a:pt x="26486920" y="11063056"/>
                    <a:pt x="26522944" y="11037408"/>
                  </a:cubicBezTo>
                  <a:cubicBezTo>
                    <a:pt x="26543344" y="11022886"/>
                    <a:pt x="26556948" y="11007912"/>
                    <a:pt x="26553172" y="11004140"/>
                  </a:cubicBezTo>
                  <a:cubicBezTo>
                    <a:pt x="26549400" y="11000364"/>
                    <a:pt x="26506140" y="10993196"/>
                    <a:pt x="26457048" y="10988212"/>
                  </a:cubicBezTo>
                  <a:lnTo>
                    <a:pt x="26367788" y="10979152"/>
                  </a:lnTo>
                  <a:lnTo>
                    <a:pt x="26341700" y="11020428"/>
                  </a:lnTo>
                  <a:cubicBezTo>
                    <a:pt x="26316356" y="11060524"/>
                    <a:pt x="26313096" y="11061700"/>
                    <a:pt x="26227468" y="11061700"/>
                  </a:cubicBezTo>
                  <a:cubicBezTo>
                    <a:pt x="26129688" y="11061700"/>
                    <a:pt x="26123900" y="11066572"/>
                    <a:pt x="26123900" y="11148822"/>
                  </a:cubicBezTo>
                  <a:cubicBezTo>
                    <a:pt x="26123900" y="11255218"/>
                    <a:pt x="26037864" y="11287402"/>
                    <a:pt x="25952892" y="11212791"/>
                  </a:cubicBezTo>
                  <a:cubicBezTo>
                    <a:pt x="25928204" y="11191116"/>
                    <a:pt x="25908000" y="11163019"/>
                    <a:pt x="25908000" y="11150334"/>
                  </a:cubicBezTo>
                  <a:cubicBezTo>
                    <a:pt x="25908000" y="11078208"/>
                    <a:pt x="25861128" y="11066616"/>
                    <a:pt x="25806400" y="11125202"/>
                  </a:cubicBezTo>
                  <a:lnTo>
                    <a:pt x="25770812" y="11163304"/>
                  </a:lnTo>
                  <a:lnTo>
                    <a:pt x="25601280" y="11157262"/>
                  </a:lnTo>
                  <a:cubicBezTo>
                    <a:pt x="25425268" y="11150992"/>
                    <a:pt x="25396160" y="11156218"/>
                    <a:pt x="25308856" y="11209881"/>
                  </a:cubicBezTo>
                  <a:cubicBezTo>
                    <a:pt x="25281548" y="11226653"/>
                    <a:pt x="25226584" y="11236719"/>
                    <a:pt x="25112104" y="11245899"/>
                  </a:cubicBezTo>
                  <a:cubicBezTo>
                    <a:pt x="24972096" y="11257116"/>
                    <a:pt x="24948600" y="11262399"/>
                    <a:pt x="24914152" y="11290344"/>
                  </a:cubicBezTo>
                  <a:cubicBezTo>
                    <a:pt x="24879244" y="11318662"/>
                    <a:pt x="24860216" y="11322743"/>
                    <a:pt x="24736428" y="11328418"/>
                  </a:cubicBezTo>
                  <a:cubicBezTo>
                    <a:pt x="24590088" y="11335118"/>
                    <a:pt x="24576644" y="11340983"/>
                    <a:pt x="24561592" y="11404832"/>
                  </a:cubicBezTo>
                  <a:cubicBezTo>
                    <a:pt x="24555196" y="11431942"/>
                    <a:pt x="24551024" y="11432524"/>
                    <a:pt x="24392112" y="11428146"/>
                  </a:cubicBezTo>
                  <a:lnTo>
                    <a:pt x="24229192" y="11423654"/>
                  </a:lnTo>
                  <a:lnTo>
                    <a:pt x="24206416" y="11466536"/>
                  </a:lnTo>
                  <a:cubicBezTo>
                    <a:pt x="24183848" y="11509020"/>
                    <a:pt x="24182532" y="11509520"/>
                    <a:pt x="24066064" y="11520269"/>
                  </a:cubicBezTo>
                  <a:cubicBezTo>
                    <a:pt x="23996492" y="11526684"/>
                    <a:pt x="23935832" y="11539407"/>
                    <a:pt x="23917488" y="11551447"/>
                  </a:cubicBezTo>
                  <a:cubicBezTo>
                    <a:pt x="23888232" y="11570598"/>
                    <a:pt x="23886608" y="11577962"/>
                    <a:pt x="23888688" y="11681853"/>
                  </a:cubicBezTo>
                  <a:cubicBezTo>
                    <a:pt x="23891756" y="11835187"/>
                    <a:pt x="23884564" y="11869604"/>
                    <a:pt x="23847508" y="11878917"/>
                  </a:cubicBezTo>
                  <a:cubicBezTo>
                    <a:pt x="23830816" y="11883099"/>
                    <a:pt x="23809348" y="11901130"/>
                    <a:pt x="23799800" y="11918965"/>
                  </a:cubicBezTo>
                  <a:cubicBezTo>
                    <a:pt x="23777800" y="11960076"/>
                    <a:pt x="23747380" y="11967472"/>
                    <a:pt x="23653196" y="11954635"/>
                  </a:cubicBezTo>
                  <a:cubicBezTo>
                    <a:pt x="23580284" y="11944702"/>
                    <a:pt x="23577108" y="11942671"/>
                    <a:pt x="23556872" y="11893114"/>
                  </a:cubicBezTo>
                  <a:cubicBezTo>
                    <a:pt x="23545360" y="11864935"/>
                    <a:pt x="23526732" y="11834238"/>
                    <a:pt x="23515472" y="11824887"/>
                  </a:cubicBezTo>
                  <a:cubicBezTo>
                    <a:pt x="23504212" y="11815555"/>
                    <a:pt x="23495000" y="11793943"/>
                    <a:pt x="23495000" y="11776880"/>
                  </a:cubicBezTo>
                  <a:cubicBezTo>
                    <a:pt x="23495000" y="11684548"/>
                    <a:pt x="23410848" y="11665720"/>
                    <a:pt x="23335404" y="11741172"/>
                  </a:cubicBezTo>
                  <a:cubicBezTo>
                    <a:pt x="23296816" y="11779746"/>
                    <a:pt x="23284728" y="11784820"/>
                    <a:pt x="23243752" y="11779569"/>
                  </a:cubicBezTo>
                  <a:cubicBezTo>
                    <a:pt x="23190652" y="11772755"/>
                    <a:pt x="23125784" y="11795506"/>
                    <a:pt x="23082588" y="11836098"/>
                  </a:cubicBezTo>
                  <a:cubicBezTo>
                    <a:pt x="23060416" y="11856938"/>
                    <a:pt x="23033184" y="11864549"/>
                    <a:pt x="22966344" y="11868649"/>
                  </a:cubicBezTo>
                  <a:cubicBezTo>
                    <a:pt x="22918332" y="11871597"/>
                    <a:pt x="22875840" y="11876981"/>
                    <a:pt x="22871920" y="11880600"/>
                  </a:cubicBezTo>
                  <a:lnTo>
                    <a:pt x="22839372" y="11910892"/>
                  </a:lnTo>
                  <a:cubicBezTo>
                    <a:pt x="22798932" y="11948574"/>
                    <a:pt x="22763484" y="11963410"/>
                    <a:pt x="22713952" y="11963410"/>
                  </a:cubicBezTo>
                  <a:cubicBezTo>
                    <a:pt x="22639920" y="11963410"/>
                    <a:pt x="22601656" y="11977430"/>
                    <a:pt x="22570100" y="12016099"/>
                  </a:cubicBezTo>
                  <a:cubicBezTo>
                    <a:pt x="22544072" y="12047998"/>
                    <a:pt x="22532176" y="12052313"/>
                    <a:pt x="22470216" y="12052313"/>
                  </a:cubicBezTo>
                  <a:cubicBezTo>
                    <a:pt x="22411940" y="12052313"/>
                    <a:pt x="22391960" y="12058570"/>
                    <a:pt x="22353712" y="12088780"/>
                  </a:cubicBezTo>
                  <a:cubicBezTo>
                    <a:pt x="22328324" y="12108842"/>
                    <a:pt x="22280720" y="12130840"/>
                    <a:pt x="22247928" y="12137654"/>
                  </a:cubicBezTo>
                  <a:cubicBezTo>
                    <a:pt x="22212112" y="12145094"/>
                    <a:pt x="22170096" y="12166029"/>
                    <a:pt x="22142712" y="12190077"/>
                  </a:cubicBezTo>
                  <a:cubicBezTo>
                    <a:pt x="22103212" y="12224760"/>
                    <a:pt x="22087640" y="12230106"/>
                    <a:pt x="22026248" y="12230106"/>
                  </a:cubicBezTo>
                  <a:cubicBezTo>
                    <a:pt x="21967432" y="12230106"/>
                    <a:pt x="21947524" y="12236306"/>
                    <a:pt x="21909216" y="12266535"/>
                  </a:cubicBezTo>
                  <a:cubicBezTo>
                    <a:pt x="21883824" y="12286559"/>
                    <a:pt x="21838180" y="12308772"/>
                    <a:pt x="21807784" y="12315915"/>
                  </a:cubicBezTo>
                  <a:cubicBezTo>
                    <a:pt x="21773324" y="12323994"/>
                    <a:pt x="21738928" y="12343765"/>
                    <a:pt x="21716424" y="12368395"/>
                  </a:cubicBezTo>
                  <a:cubicBezTo>
                    <a:pt x="21691512" y="12395682"/>
                    <a:pt x="21668632" y="12407918"/>
                    <a:pt x="21642556" y="12407918"/>
                  </a:cubicBezTo>
                  <a:cubicBezTo>
                    <a:pt x="21584260" y="12407918"/>
                    <a:pt x="21560980" y="12419989"/>
                    <a:pt x="21578532" y="12441152"/>
                  </a:cubicBezTo>
                  <a:cubicBezTo>
                    <a:pt x="21586552" y="12450800"/>
                    <a:pt x="21600096" y="12458715"/>
                    <a:pt x="21608636" y="12458715"/>
                  </a:cubicBezTo>
                  <a:cubicBezTo>
                    <a:pt x="21647528" y="12458715"/>
                    <a:pt x="21672552" y="12511353"/>
                    <a:pt x="21672552" y="12593151"/>
                  </a:cubicBezTo>
                  <a:cubicBezTo>
                    <a:pt x="21672552" y="12666699"/>
                    <a:pt x="21668956" y="12677720"/>
                    <a:pt x="21633332" y="12713333"/>
                  </a:cubicBezTo>
                  <a:cubicBezTo>
                    <a:pt x="21583216" y="12763453"/>
                    <a:pt x="21517636" y="12778498"/>
                    <a:pt x="21425928" y="12760910"/>
                  </a:cubicBezTo>
                  <a:cubicBezTo>
                    <a:pt x="21386944" y="12753438"/>
                    <a:pt x="21350764" y="12744549"/>
                    <a:pt x="21345528" y="12741158"/>
                  </a:cubicBezTo>
                  <a:cubicBezTo>
                    <a:pt x="21340288" y="12737773"/>
                    <a:pt x="21336000" y="12689975"/>
                    <a:pt x="21336000" y="12634958"/>
                  </a:cubicBezTo>
                  <a:cubicBezTo>
                    <a:pt x="21336000" y="12579928"/>
                    <a:pt x="21332912" y="12534920"/>
                    <a:pt x="21329136" y="12534920"/>
                  </a:cubicBezTo>
                  <a:cubicBezTo>
                    <a:pt x="21325360" y="12534920"/>
                    <a:pt x="21303928" y="12543284"/>
                    <a:pt x="21281512" y="12553508"/>
                  </a:cubicBezTo>
                  <a:cubicBezTo>
                    <a:pt x="21259096" y="12563738"/>
                    <a:pt x="21219164" y="12580314"/>
                    <a:pt x="21192780" y="12590342"/>
                  </a:cubicBezTo>
                  <a:cubicBezTo>
                    <a:pt x="21166392" y="12600370"/>
                    <a:pt x="21133644" y="12622760"/>
                    <a:pt x="21119996" y="12640108"/>
                  </a:cubicBezTo>
                  <a:cubicBezTo>
                    <a:pt x="21102920" y="12661821"/>
                    <a:pt x="21077072" y="12674367"/>
                    <a:pt x="21037104" y="12680371"/>
                  </a:cubicBezTo>
                  <a:cubicBezTo>
                    <a:pt x="20996320" y="12686476"/>
                    <a:pt x="20969496" y="12699762"/>
                    <a:pt x="20947024" y="12724987"/>
                  </a:cubicBezTo>
                  <a:cubicBezTo>
                    <a:pt x="20924608" y="12750148"/>
                    <a:pt x="20897720" y="12763504"/>
                    <a:pt x="20857268" y="12769571"/>
                  </a:cubicBezTo>
                  <a:cubicBezTo>
                    <a:pt x="20819784" y="12775183"/>
                    <a:pt x="20789192" y="12789380"/>
                    <a:pt x="20770096" y="12809986"/>
                  </a:cubicBezTo>
                  <a:cubicBezTo>
                    <a:pt x="20753912" y="12827435"/>
                    <a:pt x="20714088" y="12849724"/>
                    <a:pt x="20681600" y="12859499"/>
                  </a:cubicBezTo>
                  <a:cubicBezTo>
                    <a:pt x="20649104" y="12869280"/>
                    <a:pt x="20611448" y="12891360"/>
                    <a:pt x="20597912" y="12908575"/>
                  </a:cubicBezTo>
                  <a:cubicBezTo>
                    <a:pt x="20581268" y="12929725"/>
                    <a:pt x="20555052" y="12942600"/>
                    <a:pt x="20516944" y="12948313"/>
                  </a:cubicBezTo>
                  <a:cubicBezTo>
                    <a:pt x="20480080" y="12953849"/>
                    <a:pt x="20447304" y="12969457"/>
                    <a:pt x="20422160" y="12993492"/>
                  </a:cubicBezTo>
                  <a:cubicBezTo>
                    <a:pt x="20401024" y="13013687"/>
                    <a:pt x="20372792" y="13030206"/>
                    <a:pt x="20359420" y="13030206"/>
                  </a:cubicBezTo>
                  <a:cubicBezTo>
                    <a:pt x="20346048" y="13030206"/>
                    <a:pt x="20311164" y="13050211"/>
                    <a:pt x="20281900" y="13074670"/>
                  </a:cubicBezTo>
                  <a:cubicBezTo>
                    <a:pt x="20252384" y="13099319"/>
                    <a:pt x="20214616" y="13119115"/>
                    <a:pt x="20197064" y="13119115"/>
                  </a:cubicBezTo>
                  <a:cubicBezTo>
                    <a:pt x="20176876" y="13119115"/>
                    <a:pt x="20151196" y="13135191"/>
                    <a:pt x="20126080" y="13163554"/>
                  </a:cubicBezTo>
                  <a:cubicBezTo>
                    <a:pt x="20093296" y="13200603"/>
                    <a:pt x="20080224" y="13206993"/>
                    <a:pt x="20047792" y="13201862"/>
                  </a:cubicBezTo>
                  <a:cubicBezTo>
                    <a:pt x="20026376" y="13198471"/>
                    <a:pt x="20002572" y="13199907"/>
                    <a:pt x="19994896" y="13205038"/>
                  </a:cubicBezTo>
                  <a:cubicBezTo>
                    <a:pt x="19987224" y="13210169"/>
                    <a:pt x="19979872" y="13251457"/>
                    <a:pt x="19978552" y="13296788"/>
                  </a:cubicBezTo>
                  <a:cubicBezTo>
                    <a:pt x="19976412" y="13370633"/>
                    <a:pt x="19971948" y="13383565"/>
                    <a:pt x="19935800" y="13420867"/>
                  </a:cubicBezTo>
                  <a:cubicBezTo>
                    <a:pt x="19881336" y="13477061"/>
                    <a:pt x="19817112" y="13493118"/>
                    <a:pt x="19716756" y="13475650"/>
                  </a:cubicBezTo>
                  <a:cubicBezTo>
                    <a:pt x="19601520" y="13455588"/>
                    <a:pt x="19542160" y="13460314"/>
                    <a:pt x="19523076" y="13491119"/>
                  </a:cubicBezTo>
                  <a:cubicBezTo>
                    <a:pt x="19514344" y="13505221"/>
                    <a:pt x="19507200" y="13524277"/>
                    <a:pt x="19507200" y="13533476"/>
                  </a:cubicBezTo>
                  <a:cubicBezTo>
                    <a:pt x="19507200" y="13542808"/>
                    <a:pt x="19476584" y="13559099"/>
                    <a:pt x="19437980" y="13570329"/>
                  </a:cubicBezTo>
                  <a:cubicBezTo>
                    <a:pt x="19392844" y="13583457"/>
                    <a:pt x="19366116" y="13598774"/>
                    <a:pt x="19361172" y="13614344"/>
                  </a:cubicBezTo>
                  <a:cubicBezTo>
                    <a:pt x="19357000" y="13627491"/>
                    <a:pt x="19334636" y="13644497"/>
                    <a:pt x="19311476" y="13652146"/>
                  </a:cubicBezTo>
                  <a:cubicBezTo>
                    <a:pt x="19288312" y="13659795"/>
                    <a:pt x="19254312" y="13682938"/>
                    <a:pt x="19235924" y="13703563"/>
                  </a:cubicBezTo>
                  <a:cubicBezTo>
                    <a:pt x="19213564" y="13728655"/>
                    <a:pt x="19185280" y="13743845"/>
                    <a:pt x="19150552" y="13749400"/>
                  </a:cubicBezTo>
                  <a:cubicBezTo>
                    <a:pt x="19113192" y="13755379"/>
                    <a:pt x="19094836" y="13766014"/>
                    <a:pt x="19085136" y="13787297"/>
                  </a:cubicBezTo>
                  <a:cubicBezTo>
                    <a:pt x="19077724" y="13803563"/>
                    <a:pt x="19053488" y="13822872"/>
                    <a:pt x="19031276" y="13830211"/>
                  </a:cubicBezTo>
                  <a:cubicBezTo>
                    <a:pt x="19009064" y="13837531"/>
                    <a:pt x="18978672" y="13860073"/>
                    <a:pt x="18963732" y="13880268"/>
                  </a:cubicBezTo>
                  <a:cubicBezTo>
                    <a:pt x="18948712" y="13900583"/>
                    <a:pt x="18918904" y="13920879"/>
                    <a:pt x="18897040" y="13925681"/>
                  </a:cubicBezTo>
                  <a:cubicBezTo>
                    <a:pt x="18875296" y="13930464"/>
                    <a:pt x="18843296" y="13950317"/>
                    <a:pt x="18825920" y="13969816"/>
                  </a:cubicBezTo>
                  <a:cubicBezTo>
                    <a:pt x="18808548" y="13989315"/>
                    <a:pt x="18777500" y="14008643"/>
                    <a:pt x="18756928" y="14012749"/>
                  </a:cubicBezTo>
                  <a:cubicBezTo>
                    <a:pt x="18733764" y="14017380"/>
                    <a:pt x="18714004" y="14032330"/>
                    <a:pt x="18705032" y="14052025"/>
                  </a:cubicBezTo>
                  <a:cubicBezTo>
                    <a:pt x="18697064" y="14069512"/>
                    <a:pt x="18679352" y="14087379"/>
                    <a:pt x="18665668" y="14091719"/>
                  </a:cubicBezTo>
                  <a:cubicBezTo>
                    <a:pt x="18651988" y="14096059"/>
                    <a:pt x="18619564" y="14118791"/>
                    <a:pt x="18593620" y="14142225"/>
                  </a:cubicBezTo>
                  <a:cubicBezTo>
                    <a:pt x="18567676" y="14165678"/>
                    <a:pt x="18531552" y="14190523"/>
                    <a:pt x="18513352" y="14197438"/>
                  </a:cubicBezTo>
                  <a:cubicBezTo>
                    <a:pt x="18489148" y="14206631"/>
                    <a:pt x="18476240" y="14224700"/>
                    <a:pt x="18465336" y="14264634"/>
                  </a:cubicBezTo>
                  <a:cubicBezTo>
                    <a:pt x="18457132" y="14294673"/>
                    <a:pt x="18432448" y="14337682"/>
                    <a:pt x="18410484" y="14360199"/>
                  </a:cubicBezTo>
                  <a:cubicBezTo>
                    <a:pt x="18388520" y="14382722"/>
                    <a:pt x="18363408" y="14415589"/>
                    <a:pt x="18354676" y="14433228"/>
                  </a:cubicBezTo>
                  <a:cubicBezTo>
                    <a:pt x="18339520" y="14463849"/>
                    <a:pt x="18333796" y="14465317"/>
                    <a:pt x="18228576" y="14465317"/>
                  </a:cubicBezTo>
                  <a:cubicBezTo>
                    <a:pt x="18109456" y="14465317"/>
                    <a:pt x="18107504" y="14466152"/>
                    <a:pt x="17974500" y="14574712"/>
                  </a:cubicBezTo>
                  <a:cubicBezTo>
                    <a:pt x="17947852" y="14596457"/>
                    <a:pt x="17910740" y="14626395"/>
                    <a:pt x="17892028" y="14641237"/>
                  </a:cubicBezTo>
                  <a:cubicBezTo>
                    <a:pt x="17873312" y="14656086"/>
                    <a:pt x="17854548" y="14679109"/>
                    <a:pt x="17850328" y="14692401"/>
                  </a:cubicBezTo>
                  <a:cubicBezTo>
                    <a:pt x="17846108" y="14705700"/>
                    <a:pt x="17825980" y="14723497"/>
                    <a:pt x="17805600" y="14731924"/>
                  </a:cubicBezTo>
                  <a:cubicBezTo>
                    <a:pt x="17785216" y="14740364"/>
                    <a:pt x="17759556" y="14760989"/>
                    <a:pt x="17748576" y="14777742"/>
                  </a:cubicBezTo>
                  <a:cubicBezTo>
                    <a:pt x="17737600" y="14794495"/>
                    <a:pt x="17717536" y="14808205"/>
                    <a:pt x="17704000" y="14808205"/>
                  </a:cubicBezTo>
                  <a:cubicBezTo>
                    <a:pt x="17690460" y="14808205"/>
                    <a:pt x="17657512" y="14830298"/>
                    <a:pt x="17630780" y="14857313"/>
                  </a:cubicBezTo>
                  <a:cubicBezTo>
                    <a:pt x="17604048" y="14884303"/>
                    <a:pt x="17570048" y="14910236"/>
                    <a:pt x="17555224" y="14914943"/>
                  </a:cubicBezTo>
                  <a:cubicBezTo>
                    <a:pt x="17540400" y="14919650"/>
                    <a:pt x="17519136" y="14937447"/>
                    <a:pt x="17507968" y="14954491"/>
                  </a:cubicBezTo>
                  <a:cubicBezTo>
                    <a:pt x="17496800" y="14971529"/>
                    <a:pt x="17470976" y="14994109"/>
                    <a:pt x="17450580" y="15004662"/>
                  </a:cubicBezTo>
                  <a:cubicBezTo>
                    <a:pt x="17430188" y="15015202"/>
                    <a:pt x="17409856" y="15035315"/>
                    <a:pt x="17405404" y="15049341"/>
                  </a:cubicBezTo>
                  <a:cubicBezTo>
                    <a:pt x="17400952" y="15063380"/>
                    <a:pt x="17383200" y="15078387"/>
                    <a:pt x="17365960" y="15082721"/>
                  </a:cubicBezTo>
                  <a:cubicBezTo>
                    <a:pt x="17348720" y="15087042"/>
                    <a:pt x="17326136" y="15106990"/>
                    <a:pt x="17315776" y="15127014"/>
                  </a:cubicBezTo>
                  <a:cubicBezTo>
                    <a:pt x="17305416" y="15147057"/>
                    <a:pt x="17282192" y="15167138"/>
                    <a:pt x="17264168" y="15171668"/>
                  </a:cubicBezTo>
                  <a:cubicBezTo>
                    <a:pt x="17243416" y="15176881"/>
                    <a:pt x="17226736" y="15193267"/>
                    <a:pt x="17218680" y="15216385"/>
                  </a:cubicBezTo>
                  <a:cubicBezTo>
                    <a:pt x="17210932" y="15238598"/>
                    <a:pt x="17193920" y="15255889"/>
                    <a:pt x="17175144" y="15260596"/>
                  </a:cubicBezTo>
                  <a:cubicBezTo>
                    <a:pt x="17158200" y="15264854"/>
                    <a:pt x="17138596" y="15279051"/>
                    <a:pt x="17131588" y="15292141"/>
                  </a:cubicBezTo>
                  <a:cubicBezTo>
                    <a:pt x="17124584" y="15305231"/>
                    <a:pt x="17101872" y="15324730"/>
                    <a:pt x="17081124" y="15335460"/>
                  </a:cubicBezTo>
                  <a:cubicBezTo>
                    <a:pt x="17043588" y="15354864"/>
                    <a:pt x="17043400" y="15355522"/>
                    <a:pt x="17043400" y="15467770"/>
                  </a:cubicBezTo>
                  <a:lnTo>
                    <a:pt x="17043400" y="15580588"/>
                  </a:lnTo>
                  <a:lnTo>
                    <a:pt x="16984776" y="15640913"/>
                  </a:lnTo>
                  <a:cubicBezTo>
                    <a:pt x="16934768" y="15692368"/>
                    <a:pt x="16917436" y="15702067"/>
                    <a:pt x="16866864" y="15706926"/>
                  </a:cubicBezTo>
                  <a:cubicBezTo>
                    <a:pt x="16834256" y="15710051"/>
                    <a:pt x="16785752" y="15706584"/>
                    <a:pt x="16759076" y="15699220"/>
                  </a:cubicBezTo>
                  <a:cubicBezTo>
                    <a:pt x="16714456" y="15686902"/>
                    <a:pt x="16706368" y="15688958"/>
                    <a:pt x="16657912" y="15724843"/>
                  </a:cubicBezTo>
                  <a:cubicBezTo>
                    <a:pt x="16579452" y="15782960"/>
                    <a:pt x="16522700" y="15835573"/>
                    <a:pt x="16522700" y="15850194"/>
                  </a:cubicBezTo>
                  <a:cubicBezTo>
                    <a:pt x="16522700" y="15857324"/>
                    <a:pt x="16502952" y="15874824"/>
                    <a:pt x="16478816" y="15889059"/>
                  </a:cubicBezTo>
                  <a:cubicBezTo>
                    <a:pt x="16454676" y="15903313"/>
                    <a:pt x="16431624" y="15925349"/>
                    <a:pt x="16427592" y="15938072"/>
                  </a:cubicBezTo>
                  <a:cubicBezTo>
                    <a:pt x="16423556" y="15950776"/>
                    <a:pt x="16403492" y="15968130"/>
                    <a:pt x="16383000" y="15976608"/>
                  </a:cubicBezTo>
                  <a:cubicBezTo>
                    <a:pt x="16320548" y="16002484"/>
                    <a:pt x="16313980" y="16021559"/>
                    <a:pt x="16317432" y="16167105"/>
                  </a:cubicBezTo>
                  <a:cubicBezTo>
                    <a:pt x="16321572" y="16341880"/>
                    <a:pt x="16304540" y="16388495"/>
                    <a:pt x="16229160" y="16408804"/>
                  </a:cubicBezTo>
                  <a:cubicBezTo>
                    <a:pt x="16160144" y="16427379"/>
                    <a:pt x="16102456" y="16415991"/>
                    <a:pt x="16065320" y="16376468"/>
                  </a:cubicBezTo>
                  <a:cubicBezTo>
                    <a:pt x="16025888" y="16334503"/>
                    <a:pt x="15995836" y="16336572"/>
                    <a:pt x="15976776" y="16382586"/>
                  </a:cubicBezTo>
                  <a:cubicBezTo>
                    <a:pt x="15968192" y="16403306"/>
                    <a:pt x="15950348" y="16423697"/>
                    <a:pt x="15937120" y="16427898"/>
                  </a:cubicBezTo>
                  <a:cubicBezTo>
                    <a:pt x="15923896" y="16432105"/>
                    <a:pt x="15903768" y="16445138"/>
                    <a:pt x="15892392" y="16456893"/>
                  </a:cubicBezTo>
                  <a:lnTo>
                    <a:pt x="15834748" y="16516364"/>
                  </a:lnTo>
                  <a:cubicBezTo>
                    <a:pt x="15814424" y="16537318"/>
                    <a:pt x="15773728" y="16582383"/>
                    <a:pt x="15744320" y="16616522"/>
                  </a:cubicBezTo>
                  <a:lnTo>
                    <a:pt x="15690852" y="16678587"/>
                  </a:lnTo>
                  <a:lnTo>
                    <a:pt x="15690852" y="17003577"/>
                  </a:lnTo>
                  <a:lnTo>
                    <a:pt x="15652752" y="17044106"/>
                  </a:lnTo>
                  <a:cubicBezTo>
                    <a:pt x="15585952" y="17115180"/>
                    <a:pt x="15551448" y="17132319"/>
                    <a:pt x="15475188" y="17132319"/>
                  </a:cubicBezTo>
                  <a:cubicBezTo>
                    <a:pt x="15436448" y="17132319"/>
                    <a:pt x="15394648" y="17126005"/>
                    <a:pt x="15382296" y="17118280"/>
                  </a:cubicBezTo>
                  <a:cubicBezTo>
                    <a:pt x="15350344" y="17098332"/>
                    <a:pt x="15268884" y="17134192"/>
                    <a:pt x="15253348" y="17175056"/>
                  </a:cubicBezTo>
                  <a:cubicBezTo>
                    <a:pt x="15246808" y="17192258"/>
                    <a:pt x="15229216" y="17210226"/>
                    <a:pt x="15214252" y="17214965"/>
                  </a:cubicBezTo>
                  <a:cubicBezTo>
                    <a:pt x="15199288" y="17219716"/>
                    <a:pt x="15181388" y="17239835"/>
                    <a:pt x="15174472" y="17259669"/>
                  </a:cubicBezTo>
                  <a:cubicBezTo>
                    <a:pt x="15167556" y="17279510"/>
                    <a:pt x="15148224" y="17304690"/>
                    <a:pt x="15131508" y="17315648"/>
                  </a:cubicBezTo>
                  <a:cubicBezTo>
                    <a:pt x="15090888" y="17342277"/>
                    <a:pt x="15101512" y="17363522"/>
                    <a:pt x="15182240" y="17417103"/>
                  </a:cubicBezTo>
                  <a:cubicBezTo>
                    <a:pt x="15242792" y="17457290"/>
                    <a:pt x="15249852" y="17466913"/>
                    <a:pt x="15256992" y="17519007"/>
                  </a:cubicBezTo>
                  <a:cubicBezTo>
                    <a:pt x="15266740" y="17590119"/>
                    <a:pt x="15251040" y="17634406"/>
                    <a:pt x="15211068" y="17648559"/>
                  </a:cubicBezTo>
                  <a:cubicBezTo>
                    <a:pt x="15194272" y="17654506"/>
                    <a:pt x="15173056" y="17673657"/>
                    <a:pt x="15163916" y="17691106"/>
                  </a:cubicBezTo>
                  <a:cubicBezTo>
                    <a:pt x="15154776" y="17708574"/>
                    <a:pt x="15141008" y="17727067"/>
                    <a:pt x="15133324" y="17732198"/>
                  </a:cubicBezTo>
                  <a:cubicBezTo>
                    <a:pt x="15109204" y="17748293"/>
                    <a:pt x="14884712" y="17755670"/>
                    <a:pt x="14857748" y="17741239"/>
                  </a:cubicBezTo>
                  <a:cubicBezTo>
                    <a:pt x="14813752" y="17717691"/>
                    <a:pt x="14748868" y="17751096"/>
                    <a:pt x="14725588" y="17809270"/>
                  </a:cubicBezTo>
                  <a:cubicBezTo>
                    <a:pt x="14714616" y="17836696"/>
                    <a:pt x="14688796" y="17875966"/>
                    <a:pt x="14668212" y="17896553"/>
                  </a:cubicBezTo>
                  <a:cubicBezTo>
                    <a:pt x="14638808" y="17925953"/>
                    <a:pt x="14630060" y="17947015"/>
                    <a:pt x="14627416" y="17994737"/>
                  </a:cubicBezTo>
                  <a:cubicBezTo>
                    <a:pt x="14621936" y="18093674"/>
                    <a:pt x="14610448" y="18110212"/>
                    <a:pt x="14547204" y="18110212"/>
                  </a:cubicBezTo>
                  <a:cubicBezTo>
                    <a:pt x="14489848" y="18110212"/>
                    <a:pt x="14452600" y="18134089"/>
                    <a:pt x="14452600" y="18170841"/>
                  </a:cubicBezTo>
                  <a:cubicBezTo>
                    <a:pt x="14452600" y="18182229"/>
                    <a:pt x="14431168" y="18207871"/>
                    <a:pt x="14404976" y="18227794"/>
                  </a:cubicBezTo>
                  <a:lnTo>
                    <a:pt x="14357352" y="18264046"/>
                  </a:lnTo>
                  <a:lnTo>
                    <a:pt x="14357352" y="18382020"/>
                  </a:lnTo>
                  <a:cubicBezTo>
                    <a:pt x="14357352" y="18546046"/>
                    <a:pt x="14352572" y="18554707"/>
                    <a:pt x="14262024" y="18554707"/>
                  </a:cubicBezTo>
                  <a:cubicBezTo>
                    <a:pt x="14192768" y="18554707"/>
                    <a:pt x="14186400" y="18557434"/>
                    <a:pt x="14142928" y="18605542"/>
                  </a:cubicBezTo>
                  <a:cubicBezTo>
                    <a:pt x="14117668" y="18633506"/>
                    <a:pt x="14097000" y="18664001"/>
                    <a:pt x="14097000" y="18673295"/>
                  </a:cubicBezTo>
                  <a:cubicBezTo>
                    <a:pt x="14097000" y="18682595"/>
                    <a:pt x="14079856" y="18705485"/>
                    <a:pt x="14058900" y="18724155"/>
                  </a:cubicBezTo>
                  <a:cubicBezTo>
                    <a:pt x="14037944" y="18742838"/>
                    <a:pt x="14020800" y="18763577"/>
                    <a:pt x="14020800" y="18770264"/>
                  </a:cubicBezTo>
                  <a:cubicBezTo>
                    <a:pt x="14020800" y="18776958"/>
                    <a:pt x="14037944" y="18799987"/>
                    <a:pt x="14058900" y="18821403"/>
                  </a:cubicBezTo>
                  <a:cubicBezTo>
                    <a:pt x="14094576" y="18857908"/>
                    <a:pt x="14097000" y="18866620"/>
                    <a:pt x="14097000" y="18958414"/>
                  </a:cubicBezTo>
                  <a:cubicBezTo>
                    <a:pt x="14097000" y="19050885"/>
                    <a:pt x="14094840" y="19058477"/>
                    <a:pt x="14058900" y="19092401"/>
                  </a:cubicBezTo>
                  <a:cubicBezTo>
                    <a:pt x="14037944" y="19112178"/>
                    <a:pt x="14020800" y="19136074"/>
                    <a:pt x="14020800" y="19145482"/>
                  </a:cubicBezTo>
                  <a:cubicBezTo>
                    <a:pt x="14020800" y="19165449"/>
                    <a:pt x="13989696" y="19169846"/>
                    <a:pt x="13845104" y="19170308"/>
                  </a:cubicBezTo>
                  <a:lnTo>
                    <a:pt x="13739264" y="19170656"/>
                  </a:lnTo>
                  <a:lnTo>
                    <a:pt x="13729044" y="19216379"/>
                  </a:lnTo>
                  <a:cubicBezTo>
                    <a:pt x="13723424" y="19241534"/>
                    <a:pt x="13709920" y="19265531"/>
                    <a:pt x="13699028" y="19269713"/>
                  </a:cubicBezTo>
                  <a:cubicBezTo>
                    <a:pt x="13688140" y="19273876"/>
                    <a:pt x="13672976" y="19300543"/>
                    <a:pt x="13665328" y="19328937"/>
                  </a:cubicBezTo>
                  <a:cubicBezTo>
                    <a:pt x="13657064" y="19359628"/>
                    <a:pt x="13633612" y="19396785"/>
                    <a:pt x="13607512" y="19420529"/>
                  </a:cubicBezTo>
                  <a:cubicBezTo>
                    <a:pt x="13583360" y="19442508"/>
                    <a:pt x="13563600" y="19470801"/>
                    <a:pt x="13563600" y="19483410"/>
                  </a:cubicBezTo>
                  <a:cubicBezTo>
                    <a:pt x="13563600" y="19496013"/>
                    <a:pt x="13546444" y="19526359"/>
                    <a:pt x="13525480" y="19550239"/>
                  </a:cubicBezTo>
                  <a:cubicBezTo>
                    <a:pt x="13481984" y="19599777"/>
                    <a:pt x="13459944" y="19651234"/>
                    <a:pt x="13461184" y="19700329"/>
                  </a:cubicBezTo>
                  <a:cubicBezTo>
                    <a:pt x="13461832" y="19725790"/>
                    <a:pt x="13441540" y="19754405"/>
                    <a:pt x="13379472" y="19815564"/>
                  </a:cubicBezTo>
                  <a:cubicBezTo>
                    <a:pt x="13314404" y="19879679"/>
                    <a:pt x="13296900" y="19904974"/>
                    <a:pt x="13296900" y="19934890"/>
                  </a:cubicBezTo>
                  <a:cubicBezTo>
                    <a:pt x="13296900" y="19960070"/>
                    <a:pt x="13284684" y="19984557"/>
                    <a:pt x="13260624" y="20007611"/>
                  </a:cubicBezTo>
                  <a:cubicBezTo>
                    <a:pt x="13240668" y="20026728"/>
                    <a:pt x="13217640" y="20064736"/>
                    <a:pt x="13209452" y="20092076"/>
                  </a:cubicBezTo>
                  <a:cubicBezTo>
                    <a:pt x="13201260" y="20119416"/>
                    <a:pt x="13183560" y="20149487"/>
                    <a:pt x="13170128" y="20158897"/>
                  </a:cubicBezTo>
                  <a:cubicBezTo>
                    <a:pt x="13147720" y="20174592"/>
                    <a:pt x="13119100" y="20229845"/>
                    <a:pt x="13119100" y="20257408"/>
                  </a:cubicBezTo>
                  <a:cubicBezTo>
                    <a:pt x="13119100" y="20263704"/>
                    <a:pt x="13139104" y="20288860"/>
                    <a:pt x="13163552" y="20313309"/>
                  </a:cubicBezTo>
                  <a:lnTo>
                    <a:pt x="13208000" y="20357758"/>
                  </a:lnTo>
                  <a:lnTo>
                    <a:pt x="13208000" y="20621223"/>
                  </a:lnTo>
                  <a:lnTo>
                    <a:pt x="13160376" y="20653363"/>
                  </a:lnTo>
                  <a:cubicBezTo>
                    <a:pt x="13129960" y="20673891"/>
                    <a:pt x="13106896" y="20702745"/>
                    <a:pt x="13096540" y="20733215"/>
                  </a:cubicBezTo>
                  <a:lnTo>
                    <a:pt x="13080332" y="20780930"/>
                  </a:lnTo>
                  <a:lnTo>
                    <a:pt x="12858752" y="20755980"/>
                  </a:lnTo>
                  <a:lnTo>
                    <a:pt x="12816312" y="20810963"/>
                  </a:lnTo>
                  <a:cubicBezTo>
                    <a:pt x="12792972" y="20841204"/>
                    <a:pt x="12768152" y="20887524"/>
                    <a:pt x="12761164" y="20913900"/>
                  </a:cubicBezTo>
                  <a:cubicBezTo>
                    <a:pt x="12754176" y="20940274"/>
                    <a:pt x="12733292" y="20980586"/>
                    <a:pt x="12714760" y="21003482"/>
                  </a:cubicBezTo>
                  <a:cubicBezTo>
                    <a:pt x="12684160" y="21041286"/>
                    <a:pt x="12681392" y="21053644"/>
                    <a:pt x="12684632" y="21138001"/>
                  </a:cubicBezTo>
                  <a:cubicBezTo>
                    <a:pt x="12688964" y="21250805"/>
                    <a:pt x="12675808" y="21289565"/>
                    <a:pt x="12626200" y="21310111"/>
                  </a:cubicBezTo>
                  <a:cubicBezTo>
                    <a:pt x="12564328" y="21335738"/>
                    <a:pt x="12508512" y="21416539"/>
                    <a:pt x="12497716" y="21496108"/>
                  </a:cubicBezTo>
                  <a:cubicBezTo>
                    <a:pt x="12491864" y="21539242"/>
                    <a:pt x="12478116" y="21576188"/>
                    <a:pt x="12461240" y="21594151"/>
                  </a:cubicBezTo>
                  <a:cubicBezTo>
                    <a:pt x="12446344" y="21610006"/>
                    <a:pt x="12422312" y="21645676"/>
                    <a:pt x="12407832" y="21673415"/>
                  </a:cubicBezTo>
                  <a:cubicBezTo>
                    <a:pt x="12393356" y="21701156"/>
                    <a:pt x="12370736" y="21739400"/>
                    <a:pt x="12357568" y="21758403"/>
                  </a:cubicBezTo>
                  <a:cubicBezTo>
                    <a:pt x="12344396" y="21777405"/>
                    <a:pt x="12329640" y="21824843"/>
                    <a:pt x="12324768" y="21863825"/>
                  </a:cubicBezTo>
                  <a:cubicBezTo>
                    <a:pt x="12318004" y="21917952"/>
                    <a:pt x="12305776" y="21946831"/>
                    <a:pt x="12273008" y="21986053"/>
                  </a:cubicBezTo>
                  <a:cubicBezTo>
                    <a:pt x="12237208" y="22028900"/>
                    <a:pt x="12230100" y="22047624"/>
                    <a:pt x="12230100" y="22099063"/>
                  </a:cubicBezTo>
                  <a:cubicBezTo>
                    <a:pt x="12230100" y="22154837"/>
                    <a:pt x="12226016" y="22163504"/>
                    <a:pt x="12187276" y="22189937"/>
                  </a:cubicBezTo>
                  <a:cubicBezTo>
                    <a:pt x="12148184" y="22216605"/>
                    <a:pt x="12143760" y="22226227"/>
                    <a:pt x="12136564" y="22300201"/>
                  </a:cubicBezTo>
                  <a:cubicBezTo>
                    <a:pt x="12130724" y="22360247"/>
                    <a:pt x="12118784" y="22396188"/>
                    <a:pt x="12090492" y="22438905"/>
                  </a:cubicBezTo>
                  <a:cubicBezTo>
                    <a:pt x="12061660" y="22482433"/>
                    <a:pt x="12052300" y="22511156"/>
                    <a:pt x="12052300" y="22556136"/>
                  </a:cubicBezTo>
                  <a:cubicBezTo>
                    <a:pt x="12052300" y="22603097"/>
                    <a:pt x="12044304" y="22625777"/>
                    <a:pt x="12014528" y="22663247"/>
                  </a:cubicBezTo>
                  <a:cubicBezTo>
                    <a:pt x="11966868" y="22723216"/>
                    <a:pt x="11952128" y="22763364"/>
                    <a:pt x="11951864" y="22833913"/>
                  </a:cubicBezTo>
                  <a:cubicBezTo>
                    <a:pt x="11951684" y="22881497"/>
                    <a:pt x="11945984" y="22893849"/>
                    <a:pt x="11913752" y="22916464"/>
                  </a:cubicBezTo>
                  <a:cubicBezTo>
                    <a:pt x="11878084" y="22941488"/>
                    <a:pt x="11875704" y="22948516"/>
                    <a:pt x="11873364" y="23035686"/>
                  </a:cubicBezTo>
                  <a:cubicBezTo>
                    <a:pt x="11871264" y="23114015"/>
                    <a:pt x="11865256" y="23136812"/>
                    <a:pt x="11834440" y="23183330"/>
                  </a:cubicBezTo>
                  <a:cubicBezTo>
                    <a:pt x="11808060" y="23223160"/>
                    <a:pt x="11794832" y="23263589"/>
                    <a:pt x="11786516" y="23329821"/>
                  </a:cubicBezTo>
                  <a:cubicBezTo>
                    <a:pt x="11777052" y="23405173"/>
                    <a:pt x="11770436" y="23422802"/>
                    <a:pt x="11748976" y="23429827"/>
                  </a:cubicBezTo>
                  <a:cubicBezTo>
                    <a:pt x="11718300" y="23439869"/>
                    <a:pt x="11696700" y="23513661"/>
                    <a:pt x="11696700" y="23608422"/>
                  </a:cubicBezTo>
                  <a:cubicBezTo>
                    <a:pt x="11696700" y="23658080"/>
                    <a:pt x="11689552" y="23679851"/>
                    <a:pt x="11662816" y="23711625"/>
                  </a:cubicBezTo>
                  <a:cubicBezTo>
                    <a:pt x="11637240" y="23742024"/>
                    <a:pt x="11623240" y="23781949"/>
                    <a:pt x="11605716" y="23874511"/>
                  </a:cubicBezTo>
                  <a:cubicBezTo>
                    <a:pt x="11590992" y="23952287"/>
                    <a:pt x="11572204" y="24011057"/>
                    <a:pt x="11554344" y="24035218"/>
                  </a:cubicBezTo>
                  <a:cubicBezTo>
                    <a:pt x="11531504" y="24066109"/>
                    <a:pt x="11524768" y="24096701"/>
                    <a:pt x="11518716" y="24197085"/>
                  </a:cubicBezTo>
                  <a:cubicBezTo>
                    <a:pt x="11512184" y="24305364"/>
                    <a:pt x="11508072" y="24322065"/>
                    <a:pt x="11485876" y="24330458"/>
                  </a:cubicBezTo>
                  <a:cubicBezTo>
                    <a:pt x="11450204" y="24343951"/>
                    <a:pt x="11440412" y="24378707"/>
                    <a:pt x="11428492" y="24534127"/>
                  </a:cubicBezTo>
                  <a:cubicBezTo>
                    <a:pt x="11420204" y="24642187"/>
                    <a:pt x="11412544" y="24677498"/>
                    <a:pt x="11391332" y="24705382"/>
                  </a:cubicBezTo>
                  <a:cubicBezTo>
                    <a:pt x="11353032" y="24755734"/>
                    <a:pt x="11341100" y="24808261"/>
                    <a:pt x="11341100" y="24926519"/>
                  </a:cubicBezTo>
                  <a:cubicBezTo>
                    <a:pt x="11341100" y="25057702"/>
                    <a:pt x="11332376" y="25082038"/>
                    <a:pt x="11257952" y="25158425"/>
                  </a:cubicBezTo>
                  <a:cubicBezTo>
                    <a:pt x="11254132" y="25162346"/>
                    <a:pt x="11246208" y="25236993"/>
                    <a:pt x="11240344" y="25324304"/>
                  </a:cubicBezTo>
                  <a:cubicBezTo>
                    <a:pt x="11231424" y="25457059"/>
                    <a:pt x="11223904" y="25495532"/>
                    <a:pt x="11194424" y="25559254"/>
                  </a:cubicBezTo>
                  <a:cubicBezTo>
                    <a:pt x="11161092" y="25631302"/>
                    <a:pt x="11159080" y="25645988"/>
                    <a:pt x="11157532" y="25828669"/>
                  </a:cubicBezTo>
                  <a:cubicBezTo>
                    <a:pt x="11155904" y="26020773"/>
                    <a:pt x="11155708" y="26022014"/>
                    <a:pt x="11123388" y="26044567"/>
                  </a:cubicBezTo>
                  <a:cubicBezTo>
                    <a:pt x="11105508" y="26057047"/>
                    <a:pt x="11085744" y="26075827"/>
                    <a:pt x="11079464" y="26086304"/>
                  </a:cubicBezTo>
                  <a:cubicBezTo>
                    <a:pt x="11073188" y="26096781"/>
                    <a:pt x="11064604" y="26219654"/>
                    <a:pt x="11060392" y="26359354"/>
                  </a:cubicBezTo>
                  <a:cubicBezTo>
                    <a:pt x="11053224" y="26597160"/>
                    <a:pt x="11050552" y="26618616"/>
                    <a:pt x="11018476" y="26695904"/>
                  </a:cubicBezTo>
                  <a:cubicBezTo>
                    <a:pt x="10976152" y="26797888"/>
                    <a:pt x="10979928" y="26847293"/>
                    <a:pt x="11034352" y="26903444"/>
                  </a:cubicBezTo>
                  <a:cubicBezTo>
                    <a:pt x="11073672" y="26944010"/>
                    <a:pt x="11074400" y="26947002"/>
                    <a:pt x="11074400" y="27067494"/>
                  </a:cubicBezTo>
                  <a:lnTo>
                    <a:pt x="11074400" y="27190220"/>
                  </a:lnTo>
                  <a:lnTo>
                    <a:pt x="11023600" y="27240520"/>
                  </a:lnTo>
                  <a:cubicBezTo>
                    <a:pt x="10975456" y="27288184"/>
                    <a:pt x="10972464" y="27295676"/>
                    <a:pt x="10966372" y="27383884"/>
                  </a:cubicBezTo>
                  <a:cubicBezTo>
                    <a:pt x="10962836" y="27435072"/>
                    <a:pt x="10950940" y="27494100"/>
                    <a:pt x="10939936" y="27515054"/>
                  </a:cubicBezTo>
                  <a:cubicBezTo>
                    <a:pt x="10894248" y="27602060"/>
                    <a:pt x="10883648" y="27738312"/>
                    <a:pt x="10890268" y="28153630"/>
                  </a:cubicBezTo>
                  <a:cubicBezTo>
                    <a:pt x="10897088" y="28581342"/>
                    <a:pt x="10896248" y="28576794"/>
                    <a:pt x="10963424" y="28551254"/>
                  </a:cubicBezTo>
                  <a:cubicBezTo>
                    <a:pt x="11009560" y="28533714"/>
                    <a:pt x="11125160" y="28553594"/>
                    <a:pt x="11146464" y="28582734"/>
                  </a:cubicBezTo>
                  <a:cubicBezTo>
                    <a:pt x="11155724" y="28595398"/>
                    <a:pt x="11163300" y="28636100"/>
                    <a:pt x="11163300" y="28673182"/>
                  </a:cubicBezTo>
                  <a:cubicBezTo>
                    <a:pt x="11163300" y="28762318"/>
                    <a:pt x="11135040" y="28793106"/>
                    <a:pt x="11058528" y="28787326"/>
                  </a:cubicBezTo>
                  <a:cubicBezTo>
                    <a:pt x="11028840" y="28785082"/>
                    <a:pt x="10978832" y="28783654"/>
                    <a:pt x="10947400" y="28784152"/>
                  </a:cubicBezTo>
                  <a:lnTo>
                    <a:pt x="10890252" y="28785054"/>
                  </a:lnTo>
                  <a:lnTo>
                    <a:pt x="10886372" y="29432252"/>
                  </a:lnTo>
                  <a:cubicBezTo>
                    <a:pt x="10882960" y="30001560"/>
                    <a:pt x="10885104" y="30093018"/>
                    <a:pt x="10904092" y="30187902"/>
                  </a:cubicBezTo>
                  <a:cubicBezTo>
                    <a:pt x="10915976" y="30247276"/>
                    <a:pt x="10936716" y="30314956"/>
                    <a:pt x="10950184" y="30338302"/>
                  </a:cubicBezTo>
                  <a:cubicBezTo>
                    <a:pt x="10972056" y="30376224"/>
                    <a:pt x="10975632" y="30418280"/>
                    <a:pt x="10983696" y="30732566"/>
                  </a:cubicBezTo>
                  <a:cubicBezTo>
                    <a:pt x="10992728" y="31084362"/>
                    <a:pt x="10992728" y="31084380"/>
                    <a:pt x="11026960" y="31142800"/>
                  </a:cubicBezTo>
                  <a:cubicBezTo>
                    <a:pt x="11060016" y="31199196"/>
                    <a:pt x="11061344" y="31208838"/>
                    <a:pt x="11065392" y="31421634"/>
                  </a:cubicBezTo>
                  <a:cubicBezTo>
                    <a:pt x="11071256" y="31729872"/>
                    <a:pt x="11076664" y="31769472"/>
                    <a:pt x="11118940" y="31813596"/>
                  </a:cubicBezTo>
                  <a:cubicBezTo>
                    <a:pt x="11148464" y="31844412"/>
                    <a:pt x="11154880" y="31864024"/>
                    <a:pt x="11160320" y="31940052"/>
                  </a:cubicBezTo>
                  <a:cubicBezTo>
                    <a:pt x="11163864" y="31989548"/>
                    <a:pt x="11170984" y="32032652"/>
                    <a:pt x="11176144" y="32035842"/>
                  </a:cubicBezTo>
                  <a:cubicBezTo>
                    <a:pt x="11195240" y="32047644"/>
                    <a:pt x="11301888" y="32001242"/>
                    <a:pt x="11320316" y="31973116"/>
                  </a:cubicBezTo>
                  <a:cubicBezTo>
                    <a:pt x="11332584" y="31954390"/>
                    <a:pt x="11357224" y="31941172"/>
                    <a:pt x="11389456" y="31936016"/>
                  </a:cubicBezTo>
                  <a:cubicBezTo>
                    <a:pt x="11426652" y="31930068"/>
                    <a:pt x="11448268" y="31916552"/>
                    <a:pt x="11473512" y="31883454"/>
                  </a:cubicBezTo>
                  <a:cubicBezTo>
                    <a:pt x="11492200" y="31858950"/>
                    <a:pt x="11518432" y="31838903"/>
                    <a:pt x="11531808" y="31838903"/>
                  </a:cubicBezTo>
                  <a:cubicBezTo>
                    <a:pt x="11545176" y="31838903"/>
                    <a:pt x="11572032" y="31819628"/>
                    <a:pt x="11591484" y="31796072"/>
                  </a:cubicBezTo>
                  <a:cubicBezTo>
                    <a:pt x="11618712" y="31763096"/>
                    <a:pt x="11637580" y="31752689"/>
                    <a:pt x="11673476" y="31750832"/>
                  </a:cubicBezTo>
                  <a:cubicBezTo>
                    <a:pt x="11711116" y="31748887"/>
                    <a:pt x="11730860" y="31736920"/>
                    <a:pt x="11775924" y="31688748"/>
                  </a:cubicBezTo>
                  <a:cubicBezTo>
                    <a:pt x="11806624" y="31655924"/>
                    <a:pt x="11837592" y="31618618"/>
                    <a:pt x="11844744" y="31605840"/>
                  </a:cubicBezTo>
                  <a:cubicBezTo>
                    <a:pt x="11854056" y="31589196"/>
                    <a:pt x="11879936" y="31579994"/>
                    <a:pt x="11936024" y="31573380"/>
                  </a:cubicBezTo>
                  <a:cubicBezTo>
                    <a:pt x="12003640" y="31565408"/>
                    <a:pt x="12018196" y="31558824"/>
                    <a:pt x="12042828" y="31525064"/>
                  </a:cubicBezTo>
                  <a:cubicBezTo>
                    <a:pt x="12065016" y="31494664"/>
                    <a:pt x="12081896" y="31485466"/>
                    <a:pt x="12118800" y="31483672"/>
                  </a:cubicBezTo>
                  <a:cubicBezTo>
                    <a:pt x="12155312" y="31481892"/>
                    <a:pt x="12172356" y="31472792"/>
                    <a:pt x="12192724" y="31444188"/>
                  </a:cubicBezTo>
                  <a:cubicBezTo>
                    <a:pt x="12210508" y="31419210"/>
                    <a:pt x="12237648" y="31402372"/>
                    <a:pt x="12275448" y="31392852"/>
                  </a:cubicBezTo>
                  <a:cubicBezTo>
                    <a:pt x="12306384" y="31385060"/>
                    <a:pt x="12331700" y="31373720"/>
                    <a:pt x="12331700" y="31367652"/>
                  </a:cubicBezTo>
                  <a:cubicBezTo>
                    <a:pt x="12331700" y="31361585"/>
                    <a:pt x="12355000" y="31341916"/>
                    <a:pt x="12383472" y="31323938"/>
                  </a:cubicBezTo>
                  <a:cubicBezTo>
                    <a:pt x="12435120" y="31291336"/>
                    <a:pt x="12435220" y="31291116"/>
                    <a:pt x="12425768" y="31231704"/>
                  </a:cubicBezTo>
                  <a:cubicBezTo>
                    <a:pt x="12413008" y="31151520"/>
                    <a:pt x="12426256" y="31087852"/>
                    <a:pt x="12468224" y="31027656"/>
                  </a:cubicBezTo>
                  <a:cubicBezTo>
                    <a:pt x="12512296" y="30964448"/>
                    <a:pt x="12534088" y="30951400"/>
                    <a:pt x="12608428" y="30943726"/>
                  </a:cubicBezTo>
                  <a:cubicBezTo>
                    <a:pt x="12683780" y="30935946"/>
                    <a:pt x="12733796" y="30955542"/>
                    <a:pt x="12757984" y="31002317"/>
                  </a:cubicBezTo>
                  <a:cubicBezTo>
                    <a:pt x="12774032" y="31033343"/>
                    <a:pt x="12784512" y="31038803"/>
                    <a:pt x="12828044" y="31038803"/>
                  </a:cubicBezTo>
                  <a:cubicBezTo>
                    <a:pt x="12872220" y="31038803"/>
                    <a:pt x="12883048" y="31032928"/>
                    <a:pt x="12907092" y="30995924"/>
                  </a:cubicBezTo>
                  <a:cubicBezTo>
                    <a:pt x="12930968" y="30959176"/>
                    <a:pt x="12942672" y="30952741"/>
                    <a:pt x="12988972" y="30950892"/>
                  </a:cubicBezTo>
                  <a:cubicBezTo>
                    <a:pt x="13030472" y="30949236"/>
                    <a:pt x="13045188" y="30942774"/>
                    <a:pt x="13052472" y="30923008"/>
                  </a:cubicBezTo>
                  <a:cubicBezTo>
                    <a:pt x="13065048" y="30888876"/>
                    <a:pt x="13103552" y="30866736"/>
                    <a:pt x="13168336" y="30856376"/>
                  </a:cubicBezTo>
                  <a:cubicBezTo>
                    <a:pt x="13208180" y="30850004"/>
                    <a:pt x="13225056" y="30839936"/>
                    <a:pt x="13235944" y="30816036"/>
                  </a:cubicBezTo>
                  <a:cubicBezTo>
                    <a:pt x="13243928" y="30798522"/>
                    <a:pt x="13262336" y="30777810"/>
                    <a:pt x="13276852" y="30770013"/>
                  </a:cubicBezTo>
                  <a:cubicBezTo>
                    <a:pt x="13291372" y="30762214"/>
                    <a:pt x="13324024" y="30739490"/>
                    <a:pt x="13349416" y="30719516"/>
                  </a:cubicBezTo>
                  <a:cubicBezTo>
                    <a:pt x="13380212" y="30695292"/>
                    <a:pt x="13410360" y="30683202"/>
                    <a:pt x="13439984" y="30683202"/>
                  </a:cubicBezTo>
                  <a:cubicBezTo>
                    <a:pt x="13475512" y="30683202"/>
                    <a:pt x="13490936" y="30674616"/>
                    <a:pt x="13517144" y="30640252"/>
                  </a:cubicBezTo>
                  <a:cubicBezTo>
                    <a:pt x="13535160" y="30616632"/>
                    <a:pt x="13565532" y="30593384"/>
                    <a:pt x="13584636" y="30588588"/>
                  </a:cubicBezTo>
                  <a:cubicBezTo>
                    <a:pt x="13603740" y="30583794"/>
                    <a:pt x="13638452" y="30563116"/>
                    <a:pt x="13661776" y="30542636"/>
                  </a:cubicBezTo>
                  <a:cubicBezTo>
                    <a:pt x="13685100" y="30522158"/>
                    <a:pt x="13717112" y="30505402"/>
                    <a:pt x="13732916" y="30505402"/>
                  </a:cubicBezTo>
                  <a:cubicBezTo>
                    <a:pt x="13749440" y="30505402"/>
                    <a:pt x="13781632" y="30484938"/>
                    <a:pt x="13808672" y="30457240"/>
                  </a:cubicBezTo>
                  <a:cubicBezTo>
                    <a:pt x="13853648" y="30411184"/>
                    <a:pt x="13855432" y="30406052"/>
                    <a:pt x="13849544" y="30339766"/>
                  </a:cubicBezTo>
                  <a:cubicBezTo>
                    <a:pt x="13842424" y="30259580"/>
                    <a:pt x="13842512" y="30259496"/>
                    <a:pt x="13956316" y="30230612"/>
                  </a:cubicBezTo>
                  <a:cubicBezTo>
                    <a:pt x="14017732" y="30215026"/>
                    <a:pt x="14043172" y="30213632"/>
                    <a:pt x="14067116" y="30224542"/>
                  </a:cubicBezTo>
                  <a:cubicBezTo>
                    <a:pt x="14084208" y="30232330"/>
                    <a:pt x="14123500" y="30238703"/>
                    <a:pt x="14154424" y="30238703"/>
                  </a:cubicBezTo>
                  <a:cubicBezTo>
                    <a:pt x="14203992" y="30238703"/>
                    <a:pt x="14212972" y="30234212"/>
                    <a:pt x="14230256" y="30200784"/>
                  </a:cubicBezTo>
                  <a:cubicBezTo>
                    <a:pt x="14251780" y="30159160"/>
                    <a:pt x="14285208" y="30138464"/>
                    <a:pt x="14346912" y="30128556"/>
                  </a:cubicBezTo>
                  <a:cubicBezTo>
                    <a:pt x="14369112" y="30124994"/>
                    <a:pt x="14390424" y="30113876"/>
                    <a:pt x="14394268" y="30103854"/>
                  </a:cubicBezTo>
                  <a:cubicBezTo>
                    <a:pt x="14398112" y="30093830"/>
                    <a:pt x="14426232" y="30074926"/>
                    <a:pt x="14456752" y="30061844"/>
                  </a:cubicBezTo>
                  <a:cubicBezTo>
                    <a:pt x="14519136" y="30035102"/>
                    <a:pt x="14561180" y="29988860"/>
                    <a:pt x="14573308" y="29933644"/>
                  </a:cubicBezTo>
                  <a:cubicBezTo>
                    <a:pt x="14579684" y="29904612"/>
                    <a:pt x="14591384" y="29893744"/>
                    <a:pt x="14626780" y="29883970"/>
                  </a:cubicBezTo>
                  <a:cubicBezTo>
                    <a:pt x="14651700" y="29877090"/>
                    <a:pt x="14685356" y="29858996"/>
                    <a:pt x="14701572" y="29843762"/>
                  </a:cubicBezTo>
                  <a:cubicBezTo>
                    <a:pt x="14729500" y="29817524"/>
                    <a:pt x="14732736" y="29817162"/>
                    <a:pt x="14762832" y="29836882"/>
                  </a:cubicBezTo>
                  <a:cubicBezTo>
                    <a:pt x="14805684" y="29864956"/>
                    <a:pt x="14819248" y="29863230"/>
                    <a:pt x="14848572" y="29825952"/>
                  </a:cubicBezTo>
                  <a:cubicBezTo>
                    <a:pt x="14862304" y="29808490"/>
                    <a:pt x="14884752" y="29794202"/>
                    <a:pt x="14898448" y="29794202"/>
                  </a:cubicBezTo>
                  <a:cubicBezTo>
                    <a:pt x="14912144" y="29794202"/>
                    <a:pt x="14943352" y="29774200"/>
                    <a:pt x="14967796" y="29749752"/>
                  </a:cubicBezTo>
                  <a:cubicBezTo>
                    <a:pt x="14998352" y="29719196"/>
                    <a:pt x="15023872" y="29705302"/>
                    <a:pt x="15049432" y="29705302"/>
                  </a:cubicBezTo>
                  <a:cubicBezTo>
                    <a:pt x="15083044" y="29705302"/>
                    <a:pt x="15138400" y="29665076"/>
                    <a:pt x="15138400" y="29640648"/>
                  </a:cubicBezTo>
                  <a:cubicBezTo>
                    <a:pt x="15138400" y="29635666"/>
                    <a:pt x="15155776" y="29625530"/>
                    <a:pt x="15177008" y="29618128"/>
                  </a:cubicBezTo>
                  <a:lnTo>
                    <a:pt x="15215612" y="29604672"/>
                  </a:lnTo>
                  <a:lnTo>
                    <a:pt x="15189408" y="29553308"/>
                  </a:lnTo>
                  <a:cubicBezTo>
                    <a:pt x="15174996" y="29525060"/>
                    <a:pt x="15151908" y="29494890"/>
                    <a:pt x="15138104" y="29486268"/>
                  </a:cubicBezTo>
                  <a:cubicBezTo>
                    <a:pt x="15117228" y="29473232"/>
                    <a:pt x="15113000" y="29456508"/>
                    <a:pt x="15113000" y="29386962"/>
                  </a:cubicBezTo>
                  <a:cubicBezTo>
                    <a:pt x="15113000" y="29314176"/>
                    <a:pt x="15117120" y="29299460"/>
                    <a:pt x="15144752" y="29273502"/>
                  </a:cubicBezTo>
                  <a:cubicBezTo>
                    <a:pt x="15162216" y="29257096"/>
                    <a:pt x="15176500" y="29235172"/>
                    <a:pt x="15176500" y="29224780"/>
                  </a:cubicBezTo>
                  <a:cubicBezTo>
                    <a:pt x="15176500" y="29214386"/>
                    <a:pt x="15191028" y="29181092"/>
                    <a:pt x="15208784" y="29150792"/>
                  </a:cubicBezTo>
                  <a:cubicBezTo>
                    <a:pt x="15237972" y="29100992"/>
                    <a:pt x="15245748" y="29095702"/>
                    <a:pt x="15289780" y="29095702"/>
                  </a:cubicBezTo>
                  <a:cubicBezTo>
                    <a:pt x="15316572" y="29095702"/>
                    <a:pt x="15344696" y="29088224"/>
                    <a:pt x="15352284" y="29079084"/>
                  </a:cubicBezTo>
                  <a:cubicBezTo>
                    <a:pt x="15367088" y="29061242"/>
                    <a:pt x="15375552" y="28205918"/>
                    <a:pt x="15361152" y="28182616"/>
                  </a:cubicBezTo>
                  <a:cubicBezTo>
                    <a:pt x="15356888" y="28175718"/>
                    <a:pt x="15321480" y="28170456"/>
                    <a:pt x="15282464" y="28170922"/>
                  </a:cubicBezTo>
                  <a:cubicBezTo>
                    <a:pt x="15225940" y="28171598"/>
                    <a:pt x="15203452" y="28165506"/>
                    <a:pt x="15171788" y="28140958"/>
                  </a:cubicBezTo>
                  <a:cubicBezTo>
                    <a:pt x="15106408" y="28090266"/>
                    <a:pt x="15086660" y="28037194"/>
                    <a:pt x="15093972" y="27931808"/>
                  </a:cubicBezTo>
                  <a:cubicBezTo>
                    <a:pt x="15101652" y="27821066"/>
                    <a:pt x="15115872" y="27780234"/>
                    <a:pt x="15150584" y="27769220"/>
                  </a:cubicBezTo>
                  <a:cubicBezTo>
                    <a:pt x="15165072" y="27764620"/>
                    <a:pt x="15188376" y="27738414"/>
                    <a:pt x="15202372" y="27710980"/>
                  </a:cubicBezTo>
                  <a:cubicBezTo>
                    <a:pt x="15222048" y="27672416"/>
                    <a:pt x="15237120" y="27659498"/>
                    <a:pt x="15268832" y="27654022"/>
                  </a:cubicBezTo>
                  <a:cubicBezTo>
                    <a:pt x="15423052" y="27627394"/>
                    <a:pt x="15410508" y="27634124"/>
                    <a:pt x="15421820" y="27571996"/>
                  </a:cubicBezTo>
                  <a:cubicBezTo>
                    <a:pt x="15427520" y="27540676"/>
                    <a:pt x="15438084" y="27442188"/>
                    <a:pt x="15445292" y="27353128"/>
                  </a:cubicBezTo>
                  <a:lnTo>
                    <a:pt x="15458392" y="27191204"/>
                  </a:lnTo>
                  <a:lnTo>
                    <a:pt x="15280176" y="27191204"/>
                  </a:lnTo>
                  <a:cubicBezTo>
                    <a:pt x="15182152" y="27191204"/>
                    <a:pt x="15087996" y="27185896"/>
                    <a:pt x="15070936" y="27179408"/>
                  </a:cubicBezTo>
                  <a:cubicBezTo>
                    <a:pt x="15034104" y="27165408"/>
                    <a:pt x="15011400" y="27108398"/>
                    <a:pt x="15011400" y="27029912"/>
                  </a:cubicBezTo>
                  <a:cubicBezTo>
                    <a:pt x="15011400" y="26978100"/>
                    <a:pt x="15014632" y="26972660"/>
                    <a:pt x="15055548" y="26955564"/>
                  </a:cubicBezTo>
                  <a:cubicBezTo>
                    <a:pt x="15079884" y="26945392"/>
                    <a:pt x="15108340" y="26920396"/>
                    <a:pt x="15118964" y="26899852"/>
                  </a:cubicBezTo>
                  <a:cubicBezTo>
                    <a:pt x="15134616" y="26869586"/>
                    <a:pt x="15149228" y="26860936"/>
                    <a:pt x="15196756" y="26853811"/>
                  </a:cubicBezTo>
                  <a:cubicBezTo>
                    <a:pt x="15262616" y="26843932"/>
                    <a:pt x="15428364" y="26855990"/>
                    <a:pt x="15476072" y="26874132"/>
                  </a:cubicBezTo>
                  <a:cubicBezTo>
                    <a:pt x="15504812" y="26885058"/>
                    <a:pt x="15508088" y="26882600"/>
                    <a:pt x="15514944" y="26844958"/>
                  </a:cubicBezTo>
                  <a:cubicBezTo>
                    <a:pt x="15528936" y="26768071"/>
                    <a:pt x="15555132" y="26499144"/>
                    <a:pt x="15549508" y="26490047"/>
                  </a:cubicBezTo>
                  <a:cubicBezTo>
                    <a:pt x="15546428" y="26485064"/>
                    <a:pt x="15524724" y="26477387"/>
                    <a:pt x="15501276" y="26472990"/>
                  </a:cubicBezTo>
                  <a:cubicBezTo>
                    <a:pt x="15476736" y="26468386"/>
                    <a:pt x="15440572" y="26446347"/>
                    <a:pt x="15416064" y="26421060"/>
                  </a:cubicBezTo>
                  <a:cubicBezTo>
                    <a:pt x="15376180" y="26379912"/>
                    <a:pt x="15373192" y="26370724"/>
                    <a:pt x="15368892" y="26276082"/>
                  </a:cubicBezTo>
                  <a:lnTo>
                    <a:pt x="15364304" y="26175033"/>
                  </a:lnTo>
                  <a:lnTo>
                    <a:pt x="15409800" y="26156027"/>
                  </a:lnTo>
                  <a:cubicBezTo>
                    <a:pt x="15435768" y="26145175"/>
                    <a:pt x="15463740" y="26120683"/>
                    <a:pt x="15474976" y="26098961"/>
                  </a:cubicBezTo>
                  <a:cubicBezTo>
                    <a:pt x="15488640" y="26072537"/>
                    <a:pt x="15507168" y="26058576"/>
                    <a:pt x="15535600" y="26053289"/>
                  </a:cubicBezTo>
                  <a:cubicBezTo>
                    <a:pt x="15620608" y="26037479"/>
                    <a:pt x="15641056" y="26026724"/>
                    <a:pt x="15677096" y="25978866"/>
                  </a:cubicBezTo>
                  <a:cubicBezTo>
                    <a:pt x="15708980" y="25936522"/>
                    <a:pt x="15715452" y="25913817"/>
                    <a:pt x="15723568" y="25815814"/>
                  </a:cubicBezTo>
                  <a:cubicBezTo>
                    <a:pt x="15730620" y="25730710"/>
                    <a:pt x="15739708" y="25692886"/>
                    <a:pt x="15759552" y="25666043"/>
                  </a:cubicBezTo>
                  <a:cubicBezTo>
                    <a:pt x="15793416" y="25620240"/>
                    <a:pt x="15793064" y="25593704"/>
                    <a:pt x="15758100" y="25556487"/>
                  </a:cubicBezTo>
                  <a:cubicBezTo>
                    <a:pt x="15736928" y="25533947"/>
                    <a:pt x="15728848" y="25506989"/>
                    <a:pt x="15724956" y="25445881"/>
                  </a:cubicBezTo>
                  <a:cubicBezTo>
                    <a:pt x="15720040" y="25368667"/>
                    <a:pt x="15721716" y="25362996"/>
                    <a:pt x="15762684" y="25318294"/>
                  </a:cubicBezTo>
                  <a:cubicBezTo>
                    <a:pt x="15786264" y="25292563"/>
                    <a:pt x="15822608" y="25264600"/>
                    <a:pt x="15843452" y="25256148"/>
                  </a:cubicBezTo>
                  <a:cubicBezTo>
                    <a:pt x="15880272" y="25241225"/>
                    <a:pt x="15881760" y="25237243"/>
                    <a:pt x="15895656" y="25116605"/>
                  </a:cubicBezTo>
                  <a:cubicBezTo>
                    <a:pt x="15908012" y="25009336"/>
                    <a:pt x="15914656" y="24987520"/>
                    <a:pt x="15944452" y="24956420"/>
                  </a:cubicBezTo>
                  <a:cubicBezTo>
                    <a:pt x="15972036" y="24927631"/>
                    <a:pt x="15976772" y="24914439"/>
                    <a:pt x="15968100" y="24890586"/>
                  </a:cubicBezTo>
                  <a:cubicBezTo>
                    <a:pt x="15958448" y="24864042"/>
                    <a:pt x="15950424" y="24861162"/>
                    <a:pt x="15895276" y="24864451"/>
                  </a:cubicBezTo>
                  <a:cubicBezTo>
                    <a:pt x="15846772" y="24867344"/>
                    <a:pt x="15827232" y="24862450"/>
                    <a:pt x="15805392" y="24841930"/>
                  </a:cubicBezTo>
                  <a:cubicBezTo>
                    <a:pt x="15752524" y="24792263"/>
                    <a:pt x="15743088" y="24708401"/>
                    <a:pt x="15781788" y="24632155"/>
                  </a:cubicBezTo>
                  <a:cubicBezTo>
                    <a:pt x="15788880" y="24618185"/>
                    <a:pt x="15802932" y="24589609"/>
                    <a:pt x="15813016" y="24568654"/>
                  </a:cubicBezTo>
                  <a:cubicBezTo>
                    <a:pt x="15828448" y="24536593"/>
                    <a:pt x="15838148" y="24530894"/>
                    <a:pt x="15874232" y="24532693"/>
                  </a:cubicBezTo>
                  <a:cubicBezTo>
                    <a:pt x="15970220" y="24537478"/>
                    <a:pt x="15999328" y="24549324"/>
                    <a:pt x="16025944" y="24594438"/>
                  </a:cubicBezTo>
                  <a:cubicBezTo>
                    <a:pt x="16040244" y="24618675"/>
                    <a:pt x="16057144" y="24638504"/>
                    <a:pt x="16063500" y="24638504"/>
                  </a:cubicBezTo>
                  <a:cubicBezTo>
                    <a:pt x="16069856" y="24638504"/>
                    <a:pt x="16077672" y="24606945"/>
                    <a:pt x="16080872" y="24568373"/>
                  </a:cubicBezTo>
                  <a:cubicBezTo>
                    <a:pt x="16085396" y="24513802"/>
                    <a:pt x="16094500" y="24490088"/>
                    <a:pt x="16121896" y="24461490"/>
                  </a:cubicBezTo>
                  <a:cubicBezTo>
                    <a:pt x="16150740" y="24431386"/>
                    <a:pt x="16158932" y="24408130"/>
                    <a:pt x="16167188" y="24332911"/>
                  </a:cubicBezTo>
                  <a:cubicBezTo>
                    <a:pt x="16176184" y="24250960"/>
                    <a:pt x="16181504" y="24237766"/>
                    <a:pt x="16216632" y="24210272"/>
                  </a:cubicBezTo>
                  <a:cubicBezTo>
                    <a:pt x="16249912" y="24184229"/>
                    <a:pt x="16256000" y="24170912"/>
                    <a:pt x="16256000" y="24124157"/>
                  </a:cubicBezTo>
                  <a:cubicBezTo>
                    <a:pt x="16256000" y="24085659"/>
                    <a:pt x="16269512" y="24042932"/>
                    <a:pt x="16300452" y="23983573"/>
                  </a:cubicBezTo>
                  <a:cubicBezTo>
                    <a:pt x="16327932" y="23930852"/>
                    <a:pt x="16344900" y="23880312"/>
                    <a:pt x="16344900" y="23851194"/>
                  </a:cubicBezTo>
                  <a:cubicBezTo>
                    <a:pt x="16344900" y="23797363"/>
                    <a:pt x="16367392" y="23724104"/>
                    <a:pt x="16383916" y="23724104"/>
                  </a:cubicBezTo>
                  <a:cubicBezTo>
                    <a:pt x="16390040" y="23724104"/>
                    <a:pt x="16400232" y="23705530"/>
                    <a:pt x="16406572" y="23682830"/>
                  </a:cubicBezTo>
                  <a:cubicBezTo>
                    <a:pt x="16434060" y="23584380"/>
                    <a:pt x="16450672" y="23542849"/>
                    <a:pt x="16477892" y="23504556"/>
                  </a:cubicBezTo>
                  <a:cubicBezTo>
                    <a:pt x="16523492" y="23440391"/>
                    <a:pt x="16548360" y="23391898"/>
                    <a:pt x="16541424" y="23380673"/>
                  </a:cubicBezTo>
                  <a:cubicBezTo>
                    <a:pt x="16537916" y="23374999"/>
                    <a:pt x="16515120" y="23363782"/>
                    <a:pt x="16490768" y="23355746"/>
                  </a:cubicBezTo>
                  <a:cubicBezTo>
                    <a:pt x="16460564" y="23345775"/>
                    <a:pt x="16443980" y="23331135"/>
                    <a:pt x="16438596" y="23309679"/>
                  </a:cubicBezTo>
                  <a:cubicBezTo>
                    <a:pt x="16427088" y="23263835"/>
                    <a:pt x="16440376" y="23152256"/>
                    <a:pt x="16460716" y="23123891"/>
                  </a:cubicBezTo>
                  <a:cubicBezTo>
                    <a:pt x="16476944" y="23101261"/>
                    <a:pt x="16486048" y="23100384"/>
                    <a:pt x="16583016" y="23112123"/>
                  </a:cubicBezTo>
                  <a:cubicBezTo>
                    <a:pt x="16640640" y="23119095"/>
                    <a:pt x="16690176" y="23120936"/>
                    <a:pt x="16693096" y="23116211"/>
                  </a:cubicBezTo>
                  <a:cubicBezTo>
                    <a:pt x="16696016" y="23111485"/>
                    <a:pt x="16699280" y="23079164"/>
                    <a:pt x="16700352" y="23044386"/>
                  </a:cubicBezTo>
                  <a:cubicBezTo>
                    <a:pt x="16702136" y="22986437"/>
                    <a:pt x="16705836" y="22979298"/>
                    <a:pt x="16744656" y="22958944"/>
                  </a:cubicBezTo>
                  <a:cubicBezTo>
                    <a:pt x="16781224" y="22939768"/>
                    <a:pt x="16788176" y="22928282"/>
                    <a:pt x="16795520" y="22874897"/>
                  </a:cubicBezTo>
                  <a:cubicBezTo>
                    <a:pt x="16802028" y="22827580"/>
                    <a:pt x="16812328" y="22806918"/>
                    <a:pt x="16839404" y="22786901"/>
                  </a:cubicBezTo>
                  <a:cubicBezTo>
                    <a:pt x="16866788" y="22766656"/>
                    <a:pt x="16876676" y="22746486"/>
                    <a:pt x="16883152" y="22697663"/>
                  </a:cubicBezTo>
                  <a:cubicBezTo>
                    <a:pt x="16887756" y="22662970"/>
                    <a:pt x="16899976" y="22627566"/>
                    <a:pt x="16910312" y="22618990"/>
                  </a:cubicBezTo>
                  <a:cubicBezTo>
                    <a:pt x="16936140" y="22597551"/>
                    <a:pt x="16933864" y="22578131"/>
                    <a:pt x="16902364" y="22551158"/>
                  </a:cubicBezTo>
                  <a:cubicBezTo>
                    <a:pt x="16879816" y="22531851"/>
                    <a:pt x="16875380" y="22513001"/>
                    <a:pt x="16874040" y="22430859"/>
                  </a:cubicBezTo>
                  <a:lnTo>
                    <a:pt x="16872448" y="22333454"/>
                  </a:lnTo>
                  <a:lnTo>
                    <a:pt x="16939400" y="22277773"/>
                  </a:lnTo>
                  <a:cubicBezTo>
                    <a:pt x="17003456" y="22224500"/>
                    <a:pt x="17009076" y="22222414"/>
                    <a:pt x="17069312" y="22229549"/>
                  </a:cubicBezTo>
                  <a:cubicBezTo>
                    <a:pt x="17129344" y="22236658"/>
                    <a:pt x="17133172" y="22235263"/>
                    <a:pt x="17151660" y="22199504"/>
                  </a:cubicBezTo>
                  <a:cubicBezTo>
                    <a:pt x="17162328" y="22178879"/>
                    <a:pt x="17176620" y="22162005"/>
                    <a:pt x="17183428" y="22162005"/>
                  </a:cubicBezTo>
                  <a:cubicBezTo>
                    <a:pt x="17211112" y="22162005"/>
                    <a:pt x="17246600" y="22109603"/>
                    <a:pt x="17246600" y="22068724"/>
                  </a:cubicBezTo>
                  <a:cubicBezTo>
                    <a:pt x="17246600" y="22042369"/>
                    <a:pt x="17256244" y="22017515"/>
                    <a:pt x="17272000" y="22003255"/>
                  </a:cubicBezTo>
                  <a:cubicBezTo>
                    <a:pt x="17305672" y="21972781"/>
                    <a:pt x="17304032" y="21953371"/>
                    <a:pt x="17265652" y="21928221"/>
                  </a:cubicBezTo>
                  <a:cubicBezTo>
                    <a:pt x="17238336" y="21910328"/>
                    <a:pt x="17233024" y="21895480"/>
                    <a:pt x="17227624" y="21821986"/>
                  </a:cubicBezTo>
                  <a:cubicBezTo>
                    <a:pt x="17220876" y="21730220"/>
                    <a:pt x="17239456" y="21669347"/>
                    <a:pt x="17283656" y="21638388"/>
                  </a:cubicBezTo>
                  <a:cubicBezTo>
                    <a:pt x="17296504" y="21629385"/>
                    <a:pt x="17314952" y="21596356"/>
                    <a:pt x="17324648" y="21564986"/>
                  </a:cubicBezTo>
                  <a:lnTo>
                    <a:pt x="17342272" y="21507956"/>
                  </a:lnTo>
                  <a:lnTo>
                    <a:pt x="17579516" y="21520311"/>
                  </a:lnTo>
                  <a:lnTo>
                    <a:pt x="17603068" y="21474406"/>
                  </a:lnTo>
                  <a:cubicBezTo>
                    <a:pt x="17616024" y="21449157"/>
                    <a:pt x="17635112" y="21425239"/>
                    <a:pt x="17645496" y="21421256"/>
                  </a:cubicBezTo>
                  <a:cubicBezTo>
                    <a:pt x="17655876" y="21417271"/>
                    <a:pt x="17670364" y="21391756"/>
                    <a:pt x="17677688" y="21364557"/>
                  </a:cubicBezTo>
                  <a:cubicBezTo>
                    <a:pt x="17691400" y="21313626"/>
                    <a:pt x="17735556" y="21241641"/>
                    <a:pt x="17794696" y="21173807"/>
                  </a:cubicBezTo>
                  <a:cubicBezTo>
                    <a:pt x="17827444" y="21136244"/>
                    <a:pt x="17827740" y="21134472"/>
                    <a:pt x="17804776" y="21113690"/>
                  </a:cubicBezTo>
                  <a:cubicBezTo>
                    <a:pt x="17778080" y="21089531"/>
                    <a:pt x="17760280" y="20997901"/>
                    <a:pt x="17772684" y="20948480"/>
                  </a:cubicBezTo>
                  <a:cubicBezTo>
                    <a:pt x="17778044" y="20927124"/>
                    <a:pt x="17796052" y="20909401"/>
                    <a:pt x="17824444" y="20897539"/>
                  </a:cubicBezTo>
                  <a:cubicBezTo>
                    <a:pt x="17853996" y="20885191"/>
                    <a:pt x="17870784" y="20868120"/>
                    <a:pt x="17876696" y="20844402"/>
                  </a:cubicBezTo>
                  <a:cubicBezTo>
                    <a:pt x="17889424" y="20793318"/>
                    <a:pt x="17903832" y="20788765"/>
                    <a:pt x="18003108" y="20804449"/>
                  </a:cubicBezTo>
                  <a:cubicBezTo>
                    <a:pt x="18082300" y="20816961"/>
                    <a:pt x="18095376" y="20816114"/>
                    <a:pt x="18114232" y="20797260"/>
                  </a:cubicBezTo>
                  <a:cubicBezTo>
                    <a:pt x="18125984" y="20785508"/>
                    <a:pt x="18135600" y="20763655"/>
                    <a:pt x="18135600" y="20748702"/>
                  </a:cubicBezTo>
                  <a:cubicBezTo>
                    <a:pt x="18135600" y="20712439"/>
                    <a:pt x="18173968" y="20657028"/>
                    <a:pt x="18248528" y="20585599"/>
                  </a:cubicBezTo>
                  <a:cubicBezTo>
                    <a:pt x="18282260" y="20553284"/>
                    <a:pt x="18313376" y="20512830"/>
                    <a:pt x="18317676" y="20495701"/>
                  </a:cubicBezTo>
                  <a:cubicBezTo>
                    <a:pt x="18321976" y="20478574"/>
                    <a:pt x="18339916" y="20457987"/>
                    <a:pt x="18357548" y="20449953"/>
                  </a:cubicBezTo>
                  <a:cubicBezTo>
                    <a:pt x="18402580" y="20429437"/>
                    <a:pt x="18400244" y="20380614"/>
                    <a:pt x="18352604" y="20346691"/>
                  </a:cubicBezTo>
                  <a:cubicBezTo>
                    <a:pt x="18307816" y="20314798"/>
                    <a:pt x="18294256" y="20252941"/>
                    <a:pt x="18307344" y="20140183"/>
                  </a:cubicBezTo>
                  <a:cubicBezTo>
                    <a:pt x="18317728" y="20050706"/>
                    <a:pt x="18346812" y="20012508"/>
                    <a:pt x="18419916" y="19992321"/>
                  </a:cubicBezTo>
                  <a:cubicBezTo>
                    <a:pt x="18445356" y="19985297"/>
                    <a:pt x="18484400" y="19964211"/>
                    <a:pt x="18506680" y="19945467"/>
                  </a:cubicBezTo>
                  <a:cubicBezTo>
                    <a:pt x="18563120" y="19897973"/>
                    <a:pt x="18642504" y="19906036"/>
                    <a:pt x="18696096" y="19964711"/>
                  </a:cubicBezTo>
                  <a:lnTo>
                    <a:pt x="18733300" y="20005447"/>
                  </a:lnTo>
                  <a:lnTo>
                    <a:pt x="18796400" y="19940322"/>
                  </a:lnTo>
                  <a:cubicBezTo>
                    <a:pt x="18831104" y="19904503"/>
                    <a:pt x="18859500" y="19869541"/>
                    <a:pt x="18859500" y="19862628"/>
                  </a:cubicBezTo>
                  <a:cubicBezTo>
                    <a:pt x="18859500" y="19855715"/>
                    <a:pt x="18873160" y="19843838"/>
                    <a:pt x="18889852" y="19836233"/>
                  </a:cubicBezTo>
                  <a:cubicBezTo>
                    <a:pt x="18906544" y="19828626"/>
                    <a:pt x="18926460" y="19808662"/>
                    <a:pt x="18934112" y="19791867"/>
                  </a:cubicBezTo>
                  <a:cubicBezTo>
                    <a:pt x="18941768" y="19775071"/>
                    <a:pt x="18961456" y="19755213"/>
                    <a:pt x="18977864" y="19747735"/>
                  </a:cubicBezTo>
                  <a:cubicBezTo>
                    <a:pt x="18994276" y="19740258"/>
                    <a:pt x="19017336" y="19717830"/>
                    <a:pt x="19029112" y="19697894"/>
                  </a:cubicBezTo>
                  <a:cubicBezTo>
                    <a:pt x="19040888" y="19677961"/>
                    <a:pt x="19061224" y="19658257"/>
                    <a:pt x="19074296" y="19654106"/>
                  </a:cubicBezTo>
                  <a:cubicBezTo>
                    <a:pt x="19087372" y="19649954"/>
                    <a:pt x="19104784" y="19630346"/>
                    <a:pt x="19112992" y="19610530"/>
                  </a:cubicBezTo>
                  <a:cubicBezTo>
                    <a:pt x="19121200" y="19590713"/>
                    <a:pt x="19141932" y="19568114"/>
                    <a:pt x="19159064" y="19560307"/>
                  </a:cubicBezTo>
                  <a:cubicBezTo>
                    <a:pt x="19176196" y="19552504"/>
                    <a:pt x="19195556" y="19532058"/>
                    <a:pt x="19202088" y="19514379"/>
                  </a:cubicBezTo>
                  <a:cubicBezTo>
                    <a:pt x="19208624" y="19497196"/>
                    <a:pt x="19228288" y="19473762"/>
                    <a:pt x="19245788" y="19462285"/>
                  </a:cubicBezTo>
                  <a:cubicBezTo>
                    <a:pt x="19263288" y="19450815"/>
                    <a:pt x="19281096" y="19430462"/>
                    <a:pt x="19285356" y="19417030"/>
                  </a:cubicBezTo>
                  <a:cubicBezTo>
                    <a:pt x="19289616" y="19403624"/>
                    <a:pt x="19309436" y="19384182"/>
                    <a:pt x="19329400" y="19373857"/>
                  </a:cubicBezTo>
                  <a:cubicBezTo>
                    <a:pt x="19349368" y="19363538"/>
                    <a:pt x="19369368" y="19343533"/>
                    <a:pt x="19373852" y="19329418"/>
                  </a:cubicBezTo>
                  <a:cubicBezTo>
                    <a:pt x="19378332" y="19315284"/>
                    <a:pt x="19398336" y="19295279"/>
                    <a:pt x="19418300" y="19284954"/>
                  </a:cubicBezTo>
                  <a:cubicBezTo>
                    <a:pt x="19438264" y="19274629"/>
                    <a:pt x="19458096" y="19255168"/>
                    <a:pt x="19462368" y="19241711"/>
                  </a:cubicBezTo>
                  <a:cubicBezTo>
                    <a:pt x="19466640" y="19228248"/>
                    <a:pt x="19487036" y="19211343"/>
                    <a:pt x="19507688" y="19204143"/>
                  </a:cubicBezTo>
                  <a:cubicBezTo>
                    <a:pt x="19528336" y="19196937"/>
                    <a:pt x="19551704" y="19176856"/>
                    <a:pt x="19559616" y="19159489"/>
                  </a:cubicBezTo>
                  <a:cubicBezTo>
                    <a:pt x="19567524" y="19142135"/>
                    <a:pt x="19589492" y="19121510"/>
                    <a:pt x="19608432" y="19113665"/>
                  </a:cubicBezTo>
                  <a:cubicBezTo>
                    <a:pt x="19627376" y="19105820"/>
                    <a:pt x="19651892" y="19080475"/>
                    <a:pt x="19662916" y="19057351"/>
                  </a:cubicBezTo>
                  <a:cubicBezTo>
                    <a:pt x="19682000" y="19017341"/>
                    <a:pt x="19681636" y="19013994"/>
                    <a:pt x="19655408" y="18987757"/>
                  </a:cubicBezTo>
                  <a:cubicBezTo>
                    <a:pt x="19623632" y="18955991"/>
                    <a:pt x="19617688" y="18860369"/>
                    <a:pt x="19644440" y="18811432"/>
                  </a:cubicBezTo>
                  <a:cubicBezTo>
                    <a:pt x="19675772" y="18754150"/>
                    <a:pt x="19780948" y="18748975"/>
                    <a:pt x="19784692" y="18804555"/>
                  </a:cubicBezTo>
                  <a:cubicBezTo>
                    <a:pt x="19792392" y="18918891"/>
                    <a:pt x="19807804" y="18945071"/>
                    <a:pt x="19840180" y="18898848"/>
                  </a:cubicBezTo>
                  <a:cubicBezTo>
                    <a:pt x="19882744" y="18838099"/>
                    <a:pt x="20088564" y="18646786"/>
                    <a:pt x="20119844" y="18638903"/>
                  </a:cubicBezTo>
                  <a:cubicBezTo>
                    <a:pt x="20174920" y="18625060"/>
                    <a:pt x="20195556" y="18571669"/>
                    <a:pt x="20178560" y="18487024"/>
                  </a:cubicBezTo>
                  <a:cubicBezTo>
                    <a:pt x="20158968" y="18389479"/>
                    <a:pt x="20175456" y="18326212"/>
                    <a:pt x="20227060" y="18301000"/>
                  </a:cubicBezTo>
                  <a:cubicBezTo>
                    <a:pt x="20248836" y="18290365"/>
                    <a:pt x="20280536" y="18274510"/>
                    <a:pt x="20297504" y="18265792"/>
                  </a:cubicBezTo>
                  <a:cubicBezTo>
                    <a:pt x="20314472" y="18257055"/>
                    <a:pt x="20340436" y="18249912"/>
                    <a:pt x="20355208" y="18249912"/>
                  </a:cubicBezTo>
                  <a:cubicBezTo>
                    <a:pt x="20384564" y="18249912"/>
                    <a:pt x="20421600" y="18293579"/>
                    <a:pt x="20421600" y="18328186"/>
                  </a:cubicBezTo>
                  <a:cubicBezTo>
                    <a:pt x="20421600" y="18366260"/>
                    <a:pt x="20446220" y="18367089"/>
                    <a:pt x="20479736" y="18330122"/>
                  </a:cubicBezTo>
                  <a:cubicBezTo>
                    <a:pt x="20516328" y="18289783"/>
                    <a:pt x="20626904" y="18211806"/>
                    <a:pt x="20647540" y="18211806"/>
                  </a:cubicBezTo>
                  <a:cubicBezTo>
                    <a:pt x="20663296" y="18211806"/>
                    <a:pt x="20701000" y="18176573"/>
                    <a:pt x="20701000" y="18161844"/>
                  </a:cubicBezTo>
                  <a:cubicBezTo>
                    <a:pt x="20701000" y="18156321"/>
                    <a:pt x="20680444" y="18126731"/>
                    <a:pt x="20655320" y="18096078"/>
                  </a:cubicBezTo>
                  <a:cubicBezTo>
                    <a:pt x="20612896" y="18044332"/>
                    <a:pt x="20610516" y="18036968"/>
                    <a:pt x="20621988" y="17992915"/>
                  </a:cubicBezTo>
                  <a:cubicBezTo>
                    <a:pt x="20650264" y="17884311"/>
                    <a:pt x="20713348" y="17848546"/>
                    <a:pt x="20858108" y="17859004"/>
                  </a:cubicBezTo>
                  <a:cubicBezTo>
                    <a:pt x="20924440" y="17863806"/>
                    <a:pt x="20936856" y="17869228"/>
                    <a:pt x="20967396" y="17906644"/>
                  </a:cubicBezTo>
                  <a:cubicBezTo>
                    <a:pt x="20995104" y="17940587"/>
                    <a:pt x="21008032" y="17947306"/>
                    <a:pt x="21033400" y="17940935"/>
                  </a:cubicBezTo>
                  <a:cubicBezTo>
                    <a:pt x="21050752" y="17936582"/>
                    <a:pt x="21071520" y="17918589"/>
                    <a:pt x="21079552" y="17900969"/>
                  </a:cubicBezTo>
                  <a:cubicBezTo>
                    <a:pt x="21087584" y="17883330"/>
                    <a:pt x="21102632" y="17868918"/>
                    <a:pt x="21112988" y="17868918"/>
                  </a:cubicBezTo>
                  <a:cubicBezTo>
                    <a:pt x="21123344" y="17868918"/>
                    <a:pt x="21151792" y="17844617"/>
                    <a:pt x="21176204" y="17814932"/>
                  </a:cubicBezTo>
                  <a:cubicBezTo>
                    <a:pt x="21251816" y="17722980"/>
                    <a:pt x="21310396" y="17682274"/>
                    <a:pt x="21370896" y="17679623"/>
                  </a:cubicBezTo>
                  <a:cubicBezTo>
                    <a:pt x="21416304" y="17677643"/>
                    <a:pt x="21427820" y="17671506"/>
                    <a:pt x="21443696" y="17640796"/>
                  </a:cubicBezTo>
                  <a:cubicBezTo>
                    <a:pt x="21455964" y="17617090"/>
                    <a:pt x="21476496" y="17601267"/>
                    <a:pt x="21502400" y="17595573"/>
                  </a:cubicBezTo>
                  <a:cubicBezTo>
                    <a:pt x="21524316" y="17590758"/>
                    <a:pt x="21559552" y="17570285"/>
                    <a:pt x="21580704" y="17550065"/>
                  </a:cubicBezTo>
                  <a:cubicBezTo>
                    <a:pt x="21601860" y="17529851"/>
                    <a:pt x="21630408" y="17513313"/>
                    <a:pt x="21644148" y="17513313"/>
                  </a:cubicBezTo>
                  <a:cubicBezTo>
                    <a:pt x="21658896" y="17513313"/>
                    <a:pt x="21682824" y="17493226"/>
                    <a:pt x="21702588" y="17464256"/>
                  </a:cubicBezTo>
                  <a:cubicBezTo>
                    <a:pt x="21733252" y="17419298"/>
                    <a:pt x="21740980" y="17415167"/>
                    <a:pt x="21794980" y="17414857"/>
                  </a:cubicBezTo>
                  <a:cubicBezTo>
                    <a:pt x="21846848" y="17414547"/>
                    <a:pt x="21860168" y="17408239"/>
                    <a:pt x="21906104" y="17362301"/>
                  </a:cubicBezTo>
                  <a:cubicBezTo>
                    <a:pt x="21934812" y="17333603"/>
                    <a:pt x="21958300" y="17306234"/>
                    <a:pt x="21958300" y="17301495"/>
                  </a:cubicBezTo>
                  <a:cubicBezTo>
                    <a:pt x="21958300" y="17296750"/>
                    <a:pt x="21938300" y="17274537"/>
                    <a:pt x="21913852" y="17252147"/>
                  </a:cubicBezTo>
                  <a:cubicBezTo>
                    <a:pt x="21875052" y="17216616"/>
                    <a:pt x="21869400" y="17203792"/>
                    <a:pt x="21869400" y="17151350"/>
                  </a:cubicBezTo>
                  <a:cubicBezTo>
                    <a:pt x="21869400" y="17079763"/>
                    <a:pt x="21928672" y="16963978"/>
                    <a:pt x="21987796" y="16920077"/>
                  </a:cubicBezTo>
                  <a:cubicBezTo>
                    <a:pt x="22033096" y="16886432"/>
                    <a:pt x="22114736" y="16872222"/>
                    <a:pt x="22194224" y="16884148"/>
                  </a:cubicBezTo>
                  <a:cubicBezTo>
                    <a:pt x="22242000" y="16891316"/>
                    <a:pt x="22256708" y="16900262"/>
                    <a:pt x="22276848" y="16934382"/>
                  </a:cubicBezTo>
                  <a:cubicBezTo>
                    <a:pt x="22290320" y="16957215"/>
                    <a:pt x="22315104" y="16982161"/>
                    <a:pt x="22331920" y="16989823"/>
                  </a:cubicBezTo>
                  <a:cubicBezTo>
                    <a:pt x="22348736" y="16997497"/>
                    <a:pt x="22366236" y="17015541"/>
                    <a:pt x="22370808" y="17029934"/>
                  </a:cubicBezTo>
                  <a:cubicBezTo>
                    <a:pt x="22383224" y="17069071"/>
                    <a:pt x="22434560" y="17063668"/>
                    <a:pt x="22466992" y="17019786"/>
                  </a:cubicBezTo>
                  <a:cubicBezTo>
                    <a:pt x="22486716" y="16993119"/>
                    <a:pt x="22512076" y="16979390"/>
                    <a:pt x="22562524" y="16968097"/>
                  </a:cubicBezTo>
                  <a:cubicBezTo>
                    <a:pt x="22602768" y="16959094"/>
                    <a:pt x="22638352" y="16942537"/>
                    <a:pt x="22648460" y="16928106"/>
                  </a:cubicBezTo>
                  <a:cubicBezTo>
                    <a:pt x="22657952" y="16914554"/>
                    <a:pt x="22693712" y="16891727"/>
                    <a:pt x="22727932" y="16877391"/>
                  </a:cubicBezTo>
                  <a:cubicBezTo>
                    <a:pt x="22762152" y="16863042"/>
                    <a:pt x="22804764" y="16840114"/>
                    <a:pt x="22822624" y="16826404"/>
                  </a:cubicBezTo>
                  <a:cubicBezTo>
                    <a:pt x="22840484" y="16812713"/>
                    <a:pt x="22883344" y="16795125"/>
                    <a:pt x="22917872" y="16787362"/>
                  </a:cubicBezTo>
                  <a:cubicBezTo>
                    <a:pt x="23032148" y="16761625"/>
                    <a:pt x="23025744" y="16767028"/>
                    <a:pt x="23018944" y="16702135"/>
                  </a:cubicBezTo>
                  <a:cubicBezTo>
                    <a:pt x="23014824" y="16662770"/>
                    <a:pt x="23018012" y="16640551"/>
                    <a:pt x="23028596" y="16634838"/>
                  </a:cubicBezTo>
                  <a:cubicBezTo>
                    <a:pt x="23037292" y="16630156"/>
                    <a:pt x="23058636" y="16619287"/>
                    <a:pt x="23076028" y="16610689"/>
                  </a:cubicBezTo>
                  <a:cubicBezTo>
                    <a:pt x="23093420" y="16602078"/>
                    <a:pt x="23126864" y="16584313"/>
                    <a:pt x="23150348" y="16571204"/>
                  </a:cubicBezTo>
                  <a:cubicBezTo>
                    <a:pt x="23193416" y="16547150"/>
                    <a:pt x="23202876" y="16548972"/>
                    <a:pt x="23245032" y="16589387"/>
                  </a:cubicBezTo>
                  <a:cubicBezTo>
                    <a:pt x="23282296" y="16625120"/>
                    <a:pt x="23339512" y="16617604"/>
                    <a:pt x="23382752" y="16571318"/>
                  </a:cubicBezTo>
                  <a:cubicBezTo>
                    <a:pt x="23414196" y="16537647"/>
                    <a:pt x="23432024" y="16530055"/>
                    <a:pt x="23491016" y="16525158"/>
                  </a:cubicBezTo>
                  <a:cubicBezTo>
                    <a:pt x="23552144" y="16520097"/>
                    <a:pt x="23564392" y="16514504"/>
                    <a:pt x="23582128" y="16483598"/>
                  </a:cubicBezTo>
                  <a:cubicBezTo>
                    <a:pt x="23611420" y="16432567"/>
                    <a:pt x="23634428" y="16420622"/>
                    <a:pt x="23689928" y="16427632"/>
                  </a:cubicBezTo>
                  <a:cubicBezTo>
                    <a:pt x="23731968" y="16432940"/>
                    <a:pt x="23743792" y="16428480"/>
                    <a:pt x="23774400" y="16395714"/>
                  </a:cubicBezTo>
                  <a:cubicBezTo>
                    <a:pt x="23796724" y="16371818"/>
                    <a:pt x="23822608" y="16357608"/>
                    <a:pt x="23843832" y="16357608"/>
                  </a:cubicBezTo>
                  <a:cubicBezTo>
                    <a:pt x="23915280" y="16357608"/>
                    <a:pt x="23923260" y="16343601"/>
                    <a:pt x="23916672" y="16229758"/>
                  </a:cubicBezTo>
                  <a:cubicBezTo>
                    <a:pt x="23910936" y="16130739"/>
                    <a:pt x="23912336" y="16123767"/>
                    <a:pt x="23947308" y="16077038"/>
                  </a:cubicBezTo>
                  <a:cubicBezTo>
                    <a:pt x="24006520" y="15997910"/>
                    <a:pt x="24033060" y="15985054"/>
                    <a:pt x="24120696" y="15992994"/>
                  </a:cubicBezTo>
                  <a:cubicBezTo>
                    <a:pt x="24217352" y="16001763"/>
                    <a:pt x="24242256" y="16024735"/>
                    <a:pt x="24247520" y="16109962"/>
                  </a:cubicBezTo>
                  <a:cubicBezTo>
                    <a:pt x="24250888" y="16164568"/>
                    <a:pt x="24254940" y="16173033"/>
                    <a:pt x="24276444" y="16170458"/>
                  </a:cubicBezTo>
                  <a:cubicBezTo>
                    <a:pt x="24290200" y="16168813"/>
                    <a:pt x="24337104" y="16165656"/>
                    <a:pt x="24380672" y="16163467"/>
                  </a:cubicBezTo>
                  <a:cubicBezTo>
                    <a:pt x="24447584" y="16160076"/>
                    <a:pt x="24465792" y="16153806"/>
                    <a:pt x="24497868" y="16123071"/>
                  </a:cubicBezTo>
                  <a:cubicBezTo>
                    <a:pt x="24535212" y="16087300"/>
                    <a:pt x="24620156" y="16063271"/>
                    <a:pt x="24703832" y="16064821"/>
                  </a:cubicBezTo>
                  <a:cubicBezTo>
                    <a:pt x="24726452" y="16065245"/>
                    <a:pt x="24740468" y="16057381"/>
                    <a:pt x="24745528" y="16041444"/>
                  </a:cubicBezTo>
                  <a:cubicBezTo>
                    <a:pt x="24749716" y="16028240"/>
                    <a:pt x="24770540" y="16010234"/>
                    <a:pt x="24791796" y="16001434"/>
                  </a:cubicBezTo>
                  <a:cubicBezTo>
                    <a:pt x="24827756" y="15986547"/>
                    <a:pt x="24829384" y="15983137"/>
                    <a:pt x="24815140" y="15952440"/>
                  </a:cubicBezTo>
                  <a:cubicBezTo>
                    <a:pt x="24799036" y="15917738"/>
                    <a:pt x="24795444" y="15831043"/>
                    <a:pt x="24808032" y="15780904"/>
                  </a:cubicBezTo>
                  <a:cubicBezTo>
                    <a:pt x="24812324" y="15763784"/>
                    <a:pt x="24831816" y="15744456"/>
                    <a:pt x="24854068" y="15735238"/>
                  </a:cubicBezTo>
                  <a:cubicBezTo>
                    <a:pt x="24875292" y="15726450"/>
                    <a:pt x="24904020" y="15703307"/>
                    <a:pt x="24917904" y="15683808"/>
                  </a:cubicBezTo>
                  <a:cubicBezTo>
                    <a:pt x="24944688" y="15646183"/>
                    <a:pt x="24991824" y="15630145"/>
                    <a:pt x="25067800" y="15632796"/>
                  </a:cubicBezTo>
                  <a:cubicBezTo>
                    <a:pt x="25104000" y="15634061"/>
                    <a:pt x="25127564" y="15646835"/>
                    <a:pt x="25174576" y="15690704"/>
                  </a:cubicBezTo>
                  <a:cubicBezTo>
                    <a:pt x="25233672" y="15745854"/>
                    <a:pt x="25234900" y="15748562"/>
                    <a:pt x="25234900" y="15823704"/>
                  </a:cubicBezTo>
                  <a:cubicBezTo>
                    <a:pt x="25234900" y="15895550"/>
                    <a:pt x="25236776" y="15900409"/>
                    <a:pt x="25264472" y="15900409"/>
                  </a:cubicBezTo>
                  <a:cubicBezTo>
                    <a:pt x="25280740" y="15900409"/>
                    <a:pt x="25321732" y="15882068"/>
                    <a:pt x="25355572" y="15859665"/>
                  </a:cubicBezTo>
                  <a:cubicBezTo>
                    <a:pt x="25411152" y="15822850"/>
                    <a:pt x="25429136" y="15818181"/>
                    <a:pt x="25541736" y="15811386"/>
                  </a:cubicBezTo>
                  <a:cubicBezTo>
                    <a:pt x="25657244" y="15804433"/>
                    <a:pt x="25669216" y="15801162"/>
                    <a:pt x="25705064" y="15766808"/>
                  </a:cubicBezTo>
                  <a:cubicBezTo>
                    <a:pt x="25736268" y="15736908"/>
                    <a:pt x="25760252" y="15727728"/>
                    <a:pt x="25829052" y="15719282"/>
                  </a:cubicBezTo>
                  <a:cubicBezTo>
                    <a:pt x="25875968" y="15713518"/>
                    <a:pt x="25930244" y="15708906"/>
                    <a:pt x="25949668" y="15709020"/>
                  </a:cubicBezTo>
                  <a:cubicBezTo>
                    <a:pt x="25984656" y="15709235"/>
                    <a:pt x="25984908" y="15708634"/>
                    <a:pt x="25976688" y="15646683"/>
                  </a:cubicBezTo>
                  <a:cubicBezTo>
                    <a:pt x="25969944" y="15595848"/>
                    <a:pt x="25974028" y="15572123"/>
                    <a:pt x="25998524" y="15519921"/>
                  </a:cubicBezTo>
                  <a:cubicBezTo>
                    <a:pt x="26026112" y="15461121"/>
                    <a:pt x="26033680" y="15454522"/>
                    <a:pt x="26088352" y="15441622"/>
                  </a:cubicBezTo>
                  <a:cubicBezTo>
                    <a:pt x="26121192" y="15433878"/>
                    <a:pt x="26157796" y="15416777"/>
                    <a:pt x="26169696" y="15403630"/>
                  </a:cubicBezTo>
                  <a:cubicBezTo>
                    <a:pt x="26185380" y="15386295"/>
                    <a:pt x="26208780" y="15379709"/>
                    <a:pt x="26254688" y="15379709"/>
                  </a:cubicBezTo>
                  <a:cubicBezTo>
                    <a:pt x="26316340" y="15379709"/>
                    <a:pt x="26320308" y="15382056"/>
                    <a:pt x="26402552" y="15466954"/>
                  </a:cubicBezTo>
                  <a:lnTo>
                    <a:pt x="26487060" y="15554174"/>
                  </a:lnTo>
                  <a:lnTo>
                    <a:pt x="26689656" y="15538509"/>
                  </a:lnTo>
                  <a:cubicBezTo>
                    <a:pt x="26929352" y="15519978"/>
                    <a:pt x="26980176" y="15505142"/>
                    <a:pt x="27029960" y="15439180"/>
                  </a:cubicBezTo>
                  <a:cubicBezTo>
                    <a:pt x="27091688" y="15357382"/>
                    <a:pt x="27108056" y="15350625"/>
                    <a:pt x="27213652" y="15363209"/>
                  </a:cubicBezTo>
                  <a:cubicBezTo>
                    <a:pt x="27296976" y="15373148"/>
                    <a:pt x="27309712" y="15378437"/>
                    <a:pt x="27338396" y="15415094"/>
                  </a:cubicBezTo>
                  <a:lnTo>
                    <a:pt x="27370344" y="15455914"/>
                  </a:lnTo>
                  <a:lnTo>
                    <a:pt x="27505948" y="15449157"/>
                  </a:lnTo>
                  <a:cubicBezTo>
                    <a:pt x="27597288" y="15444621"/>
                    <a:pt x="27659580" y="15434688"/>
                    <a:pt x="27696776" y="15418732"/>
                  </a:cubicBezTo>
                  <a:cubicBezTo>
                    <a:pt x="27737874" y="15401112"/>
                    <a:pt x="27770562" y="15396734"/>
                    <a:pt x="27824582" y="15401631"/>
                  </a:cubicBezTo>
                  <a:cubicBezTo>
                    <a:pt x="27878190" y="15406496"/>
                    <a:pt x="27908078" y="15402567"/>
                    <a:pt x="27938882" y="15386643"/>
                  </a:cubicBezTo>
                  <a:cubicBezTo>
                    <a:pt x="27982622" y="15364025"/>
                    <a:pt x="28040628" y="15354731"/>
                    <a:pt x="28089814" y="15362437"/>
                  </a:cubicBezTo>
                  <a:cubicBezTo>
                    <a:pt x="28116838" y="15366676"/>
                    <a:pt x="28118760" y="15362924"/>
                    <a:pt x="28116088" y="15311235"/>
                  </a:cubicBezTo>
                  <a:cubicBezTo>
                    <a:pt x="28113952" y="15270048"/>
                    <a:pt x="28120530" y="15245956"/>
                    <a:pt x="28141214" y="15219150"/>
                  </a:cubicBezTo>
                  <a:cubicBezTo>
                    <a:pt x="28156624" y="15199189"/>
                    <a:pt x="28176294" y="15160571"/>
                    <a:pt x="28184926" y="15133328"/>
                  </a:cubicBezTo>
                  <a:cubicBezTo>
                    <a:pt x="28193560" y="15106098"/>
                    <a:pt x="28215482" y="15072712"/>
                    <a:pt x="28233644" y="15059141"/>
                  </a:cubicBezTo>
                  <a:cubicBezTo>
                    <a:pt x="28266366" y="15034714"/>
                    <a:pt x="28267122" y="15034714"/>
                    <a:pt x="28316356" y="15059837"/>
                  </a:cubicBezTo>
                  <a:cubicBezTo>
                    <a:pt x="28343684" y="15073781"/>
                    <a:pt x="28392800" y="15089212"/>
                    <a:pt x="28425502" y="15094109"/>
                  </a:cubicBezTo>
                  <a:cubicBezTo>
                    <a:pt x="28522480" y="15108654"/>
                    <a:pt x="28529448" y="15118846"/>
                    <a:pt x="28523228" y="15237219"/>
                  </a:cubicBezTo>
                  <a:cubicBezTo>
                    <a:pt x="28520024" y="15298164"/>
                    <a:pt x="28523160" y="15344817"/>
                    <a:pt x="28530990" y="15352637"/>
                  </a:cubicBezTo>
                  <a:cubicBezTo>
                    <a:pt x="28539520" y="15361159"/>
                    <a:pt x="28648546" y="15364360"/>
                    <a:pt x="28842140" y="15361760"/>
                  </a:cubicBezTo>
                  <a:lnTo>
                    <a:pt x="29140152" y="15357749"/>
                  </a:lnTo>
                  <a:lnTo>
                    <a:pt x="29159600" y="15321111"/>
                  </a:lnTo>
                  <a:cubicBezTo>
                    <a:pt x="29184502" y="15274192"/>
                    <a:pt x="29289580" y="15191091"/>
                    <a:pt x="29334316" y="15182942"/>
                  </a:cubicBezTo>
                  <a:cubicBezTo>
                    <a:pt x="29419668" y="15167372"/>
                    <a:pt x="29511228" y="15237807"/>
                    <a:pt x="29495946" y="15307287"/>
                  </a:cubicBezTo>
                  <a:cubicBezTo>
                    <a:pt x="29485400" y="15355199"/>
                    <a:pt x="29502644" y="15361956"/>
                    <a:pt x="29635452" y="15361956"/>
                  </a:cubicBezTo>
                  <a:cubicBezTo>
                    <a:pt x="29709862" y="15361956"/>
                    <a:pt x="29766314" y="15356433"/>
                    <a:pt x="29771780" y="15348613"/>
                  </a:cubicBezTo>
                  <a:cubicBezTo>
                    <a:pt x="29776912" y="15341268"/>
                    <a:pt x="29784056" y="15311102"/>
                    <a:pt x="29787656" y="15281588"/>
                  </a:cubicBezTo>
                  <a:cubicBezTo>
                    <a:pt x="29796750" y="15206990"/>
                    <a:pt x="29833430" y="15184397"/>
                    <a:pt x="29933724" y="15191654"/>
                  </a:cubicBezTo>
                  <a:cubicBezTo>
                    <a:pt x="29975436" y="15194672"/>
                    <a:pt x="30013576" y="15201144"/>
                    <a:pt x="30018476" y="15206047"/>
                  </a:cubicBezTo>
                  <a:cubicBezTo>
                    <a:pt x="30023376" y="15210944"/>
                    <a:pt x="30031948" y="15252852"/>
                    <a:pt x="30037524" y="15299176"/>
                  </a:cubicBezTo>
                  <a:cubicBezTo>
                    <a:pt x="30043100" y="15345513"/>
                    <a:pt x="30050930" y="15386668"/>
                    <a:pt x="30054924" y="15390673"/>
                  </a:cubicBezTo>
                  <a:cubicBezTo>
                    <a:pt x="30058914" y="15394659"/>
                    <a:pt x="30100620" y="15396348"/>
                    <a:pt x="30147604" y="15394431"/>
                  </a:cubicBezTo>
                  <a:cubicBezTo>
                    <a:pt x="30210820" y="15391856"/>
                    <a:pt x="30249444" y="15397721"/>
                    <a:pt x="30296188" y="15416954"/>
                  </a:cubicBezTo>
                  <a:cubicBezTo>
                    <a:pt x="30400862" y="15460058"/>
                    <a:pt x="30404678" y="15459925"/>
                    <a:pt x="30449064" y="15411456"/>
                  </a:cubicBezTo>
                  <a:cubicBezTo>
                    <a:pt x="30486320" y="15370782"/>
                    <a:pt x="30495826" y="15367005"/>
                    <a:pt x="30560988" y="15367005"/>
                  </a:cubicBezTo>
                  <a:cubicBezTo>
                    <a:pt x="30629568" y="15367005"/>
                    <a:pt x="30632796" y="15368536"/>
                    <a:pt x="30648270" y="15408280"/>
                  </a:cubicBezTo>
                  <a:cubicBezTo>
                    <a:pt x="30664116" y="15448986"/>
                    <a:pt x="30665756" y="15449676"/>
                    <a:pt x="30767356" y="15457983"/>
                  </a:cubicBezTo>
                  <a:cubicBezTo>
                    <a:pt x="30830552" y="15463139"/>
                    <a:pt x="30889584" y="15476191"/>
                    <a:pt x="30920068" y="15491761"/>
                  </a:cubicBezTo>
                  <a:cubicBezTo>
                    <a:pt x="30974292" y="15519415"/>
                    <a:pt x="31092376" y="15544804"/>
                    <a:pt x="31166776" y="15544804"/>
                  </a:cubicBezTo>
                  <a:cubicBezTo>
                    <a:pt x="31218672" y="15544804"/>
                    <a:pt x="31229300" y="15530936"/>
                    <a:pt x="31229300" y="15463196"/>
                  </a:cubicBezTo>
                  <a:cubicBezTo>
                    <a:pt x="31229300" y="15440401"/>
                    <a:pt x="31238466" y="15408002"/>
                    <a:pt x="31249668" y="15391217"/>
                  </a:cubicBezTo>
                  <a:cubicBezTo>
                    <a:pt x="31269472" y="15361507"/>
                    <a:pt x="31274712" y="15360653"/>
                    <a:pt x="31438196" y="15360653"/>
                  </a:cubicBezTo>
                  <a:cubicBezTo>
                    <a:pt x="31582916" y="15360653"/>
                    <a:pt x="31612092" y="15364139"/>
                    <a:pt x="31647512" y="15385618"/>
                  </a:cubicBezTo>
                  <a:cubicBezTo>
                    <a:pt x="31727360" y="15434017"/>
                    <a:pt x="31753226" y="15550865"/>
                    <a:pt x="31692852" y="15590426"/>
                  </a:cubicBezTo>
                  <a:cubicBezTo>
                    <a:pt x="31675388" y="15601871"/>
                    <a:pt x="31661100" y="15615448"/>
                    <a:pt x="31661100" y="15620598"/>
                  </a:cubicBezTo>
                  <a:cubicBezTo>
                    <a:pt x="31661100" y="15625748"/>
                    <a:pt x="31712422" y="15633283"/>
                    <a:pt x="31775148" y="15637351"/>
                  </a:cubicBezTo>
                  <a:cubicBezTo>
                    <a:pt x="31866732" y="15643273"/>
                    <a:pt x="31897168" y="15650517"/>
                    <a:pt x="31929702" y="15674141"/>
                  </a:cubicBezTo>
                  <a:cubicBezTo>
                    <a:pt x="31961932" y="15697556"/>
                    <a:pt x="31998180" y="15706369"/>
                    <a:pt x="32107088" y="15717251"/>
                  </a:cubicBezTo>
                  <a:cubicBezTo>
                    <a:pt x="32223040" y="15728835"/>
                    <a:pt x="32251722" y="15736307"/>
                    <a:pt x="32294688" y="15766087"/>
                  </a:cubicBezTo>
                  <a:cubicBezTo>
                    <a:pt x="32322586" y="15785415"/>
                    <a:pt x="32351460" y="15797486"/>
                    <a:pt x="32358854" y="15792931"/>
                  </a:cubicBezTo>
                  <a:cubicBezTo>
                    <a:pt x="32366252" y="15788357"/>
                    <a:pt x="32372300" y="15753073"/>
                    <a:pt x="32372300" y="15714537"/>
                  </a:cubicBezTo>
                  <a:cubicBezTo>
                    <a:pt x="32372300" y="15654547"/>
                    <a:pt x="32377472" y="15639287"/>
                    <a:pt x="32408228" y="15608533"/>
                  </a:cubicBezTo>
                  <a:cubicBezTo>
                    <a:pt x="32451864" y="15564904"/>
                    <a:pt x="32527014" y="15541489"/>
                    <a:pt x="32570460" y="15558008"/>
                  </a:cubicBezTo>
                  <a:cubicBezTo>
                    <a:pt x="32612036" y="15573812"/>
                    <a:pt x="32626300" y="15617365"/>
                    <a:pt x="32626300" y="15728468"/>
                  </a:cubicBezTo>
                  <a:cubicBezTo>
                    <a:pt x="32626300" y="15818219"/>
                    <a:pt x="32627840" y="15822926"/>
                    <a:pt x="32668922" y="15859007"/>
                  </a:cubicBezTo>
                  <a:cubicBezTo>
                    <a:pt x="32704976" y="15890653"/>
                    <a:pt x="32725800" y="15897619"/>
                    <a:pt x="32804144" y="15904186"/>
                  </a:cubicBezTo>
                  <a:cubicBezTo>
                    <a:pt x="32880936" y="15910614"/>
                    <a:pt x="32902734" y="15917681"/>
                    <a:pt x="32931820" y="15945550"/>
                  </a:cubicBezTo>
                  <a:cubicBezTo>
                    <a:pt x="32960288" y="15972818"/>
                    <a:pt x="32984964" y="15981182"/>
                    <a:pt x="33062752" y="15989900"/>
                  </a:cubicBezTo>
                  <a:cubicBezTo>
                    <a:pt x="33115472" y="15995822"/>
                    <a:pt x="33178600" y="16004401"/>
                    <a:pt x="33203036" y="16008988"/>
                  </a:cubicBezTo>
                  <a:cubicBezTo>
                    <a:pt x="33246472" y="16017143"/>
                    <a:pt x="33247488" y="16016371"/>
                    <a:pt x="33248668" y="15974748"/>
                  </a:cubicBezTo>
                  <a:cubicBezTo>
                    <a:pt x="33250060" y="15925640"/>
                    <a:pt x="33268280" y="15885048"/>
                    <a:pt x="33309952" y="15838205"/>
                  </a:cubicBezTo>
                  <a:cubicBezTo>
                    <a:pt x="33337688" y="15807027"/>
                    <a:pt x="33345604" y="15805268"/>
                    <a:pt x="33450254" y="15807128"/>
                  </a:cubicBezTo>
                  <a:cubicBezTo>
                    <a:pt x="33655712" y="15810785"/>
                    <a:pt x="33697296" y="15852921"/>
                    <a:pt x="33691566" y="16051579"/>
                  </a:cubicBezTo>
                  <a:lnTo>
                    <a:pt x="33688394" y="16161569"/>
                  </a:lnTo>
                  <a:lnTo>
                    <a:pt x="33733716" y="16206881"/>
                  </a:lnTo>
                  <a:cubicBezTo>
                    <a:pt x="33775312" y="16248479"/>
                    <a:pt x="33785676" y="16252414"/>
                    <a:pt x="33859894" y="16254774"/>
                  </a:cubicBezTo>
                  <a:cubicBezTo>
                    <a:pt x="33930088" y="16257020"/>
                    <a:pt x="33945800" y="16262233"/>
                    <a:pt x="33979032" y="16294284"/>
                  </a:cubicBezTo>
                  <a:cubicBezTo>
                    <a:pt x="34021576" y="16335338"/>
                    <a:pt x="34128092" y="16379448"/>
                    <a:pt x="34130056" y="16356830"/>
                  </a:cubicBezTo>
                  <a:cubicBezTo>
                    <a:pt x="34130716" y="16349276"/>
                    <a:pt x="34137424" y="16324918"/>
                    <a:pt x="34144972" y="16302724"/>
                  </a:cubicBezTo>
                  <a:cubicBezTo>
                    <a:pt x="34156364" y="16269218"/>
                    <a:pt x="34166942" y="16261069"/>
                    <a:pt x="34207240" y="16254736"/>
                  </a:cubicBezTo>
                  <a:cubicBezTo>
                    <a:pt x="34239492" y="16249681"/>
                    <a:pt x="34264016" y="16235838"/>
                    <a:pt x="34280302" y="16213467"/>
                  </a:cubicBezTo>
                  <a:cubicBezTo>
                    <a:pt x="34312446" y="16169338"/>
                    <a:pt x="34327792" y="16170958"/>
                    <a:pt x="34382674" y="16224254"/>
                  </a:cubicBezTo>
                  <a:cubicBezTo>
                    <a:pt x="34407844" y="16248713"/>
                    <a:pt x="34437096" y="16268718"/>
                    <a:pt x="34447676" y="16268718"/>
                  </a:cubicBezTo>
                  <a:cubicBezTo>
                    <a:pt x="34479812" y="16268718"/>
                    <a:pt x="34493200" y="16312872"/>
                    <a:pt x="34493200" y="16418914"/>
                  </a:cubicBezTo>
                  <a:cubicBezTo>
                    <a:pt x="34493200" y="16530264"/>
                    <a:pt x="34496904" y="16535420"/>
                    <a:pt x="34577064" y="16535420"/>
                  </a:cubicBezTo>
                  <a:cubicBezTo>
                    <a:pt x="34610796" y="16535420"/>
                    <a:pt x="34623894" y="16542329"/>
                    <a:pt x="34634572" y="16565763"/>
                  </a:cubicBezTo>
                  <a:cubicBezTo>
                    <a:pt x="34651316" y="16602502"/>
                    <a:pt x="34695468" y="16624304"/>
                    <a:pt x="34753128" y="16624304"/>
                  </a:cubicBezTo>
                  <a:lnTo>
                    <a:pt x="34795964" y="16624304"/>
                  </a:lnTo>
                  <a:lnTo>
                    <a:pt x="34788882" y="16505615"/>
                  </a:lnTo>
                  <a:cubicBezTo>
                    <a:pt x="34782060" y="16391260"/>
                    <a:pt x="34782908" y="16386129"/>
                    <a:pt x="34811936" y="16365795"/>
                  </a:cubicBezTo>
                  <a:cubicBezTo>
                    <a:pt x="34833772" y="16350497"/>
                    <a:pt x="34847364" y="16321160"/>
                    <a:pt x="34861308" y="16259228"/>
                  </a:cubicBezTo>
                  <a:lnTo>
                    <a:pt x="34880552" y="16173767"/>
                  </a:lnTo>
                  <a:lnTo>
                    <a:pt x="34937700" y="16163663"/>
                  </a:lnTo>
                  <a:cubicBezTo>
                    <a:pt x="35017696" y="16149523"/>
                    <a:pt x="35104320" y="16172476"/>
                    <a:pt x="35166258" y="16224235"/>
                  </a:cubicBezTo>
                  <a:cubicBezTo>
                    <a:pt x="35194536" y="16247846"/>
                    <a:pt x="35229302" y="16270869"/>
                    <a:pt x="35243516" y="16275380"/>
                  </a:cubicBezTo>
                  <a:cubicBezTo>
                    <a:pt x="35280238" y="16287040"/>
                    <a:pt x="35293300" y="16331928"/>
                    <a:pt x="35293300" y="16446435"/>
                  </a:cubicBezTo>
                  <a:cubicBezTo>
                    <a:pt x="35293300" y="16543474"/>
                    <a:pt x="35277540" y="16586211"/>
                    <a:pt x="35241754" y="16586211"/>
                  </a:cubicBezTo>
                  <a:cubicBezTo>
                    <a:pt x="35235354" y="16586211"/>
                    <a:pt x="35215690" y="16609069"/>
                    <a:pt x="35198052" y="16637008"/>
                  </a:cubicBezTo>
                  <a:lnTo>
                    <a:pt x="35165982" y="16687805"/>
                  </a:lnTo>
                  <a:lnTo>
                    <a:pt x="35071360" y="16687805"/>
                  </a:lnTo>
                  <a:cubicBezTo>
                    <a:pt x="35006688" y="16687805"/>
                    <a:pt x="34956348" y="16679770"/>
                    <a:pt x="34912300" y="16662416"/>
                  </a:cubicBezTo>
                  <a:cubicBezTo>
                    <a:pt x="34836312" y="16632459"/>
                    <a:pt x="34823400" y="16631257"/>
                    <a:pt x="34823400" y="16654090"/>
                  </a:cubicBezTo>
                  <a:cubicBezTo>
                    <a:pt x="34823400" y="16681004"/>
                    <a:pt x="34866660" y="16713213"/>
                    <a:pt x="34902800" y="16713213"/>
                  </a:cubicBezTo>
                  <a:cubicBezTo>
                    <a:pt x="34920924" y="16713213"/>
                    <a:pt x="34949048" y="16723785"/>
                    <a:pt x="34965302" y="16736723"/>
                  </a:cubicBezTo>
                  <a:cubicBezTo>
                    <a:pt x="35023464" y="16783003"/>
                    <a:pt x="35063648" y="16802116"/>
                    <a:pt x="35102820" y="16802116"/>
                  </a:cubicBezTo>
                  <a:cubicBezTo>
                    <a:pt x="35131838" y="16802116"/>
                    <a:pt x="35153952" y="16814143"/>
                    <a:pt x="35184528" y="16846561"/>
                  </a:cubicBezTo>
                  <a:cubicBezTo>
                    <a:pt x="35217512" y="16881535"/>
                    <a:pt x="35236300" y="16891006"/>
                    <a:pt x="35272660" y="16891006"/>
                  </a:cubicBezTo>
                  <a:cubicBezTo>
                    <a:pt x="35304056" y="16891006"/>
                    <a:pt x="35325966" y="16899547"/>
                    <a:pt x="35341010" y="16917629"/>
                  </a:cubicBezTo>
                  <a:cubicBezTo>
                    <a:pt x="35368012" y="16950072"/>
                    <a:pt x="35437484" y="16992613"/>
                    <a:pt x="35463488" y="16992613"/>
                  </a:cubicBezTo>
                  <a:cubicBezTo>
                    <a:pt x="35477370" y="16992613"/>
                    <a:pt x="35484904" y="16971722"/>
                    <a:pt x="35491256" y="16915579"/>
                  </a:cubicBezTo>
                  <a:cubicBezTo>
                    <a:pt x="35501640" y="16823804"/>
                    <a:pt x="35516314" y="16806418"/>
                    <a:pt x="35593050" y="16794897"/>
                  </a:cubicBezTo>
                  <a:cubicBezTo>
                    <a:pt x="35649216" y="16786476"/>
                    <a:pt x="35787800" y="16796232"/>
                    <a:pt x="35801130" y="16809556"/>
                  </a:cubicBezTo>
                  <a:cubicBezTo>
                    <a:pt x="35804718" y="16813137"/>
                    <a:pt x="35812524" y="16867224"/>
                    <a:pt x="35818478" y="16929738"/>
                  </a:cubicBezTo>
                  <a:cubicBezTo>
                    <a:pt x="35824434" y="16992252"/>
                    <a:pt x="35832254" y="17043410"/>
                    <a:pt x="35835854" y="17043410"/>
                  </a:cubicBezTo>
                  <a:cubicBezTo>
                    <a:pt x="35839454" y="17043410"/>
                    <a:pt x="35861924" y="17026271"/>
                    <a:pt x="35885792" y="17005304"/>
                  </a:cubicBezTo>
                  <a:cubicBezTo>
                    <a:pt x="35909656" y="16984350"/>
                    <a:pt x="35938988" y="16964263"/>
                    <a:pt x="35950968" y="16960663"/>
                  </a:cubicBezTo>
                  <a:cubicBezTo>
                    <a:pt x="35977380" y="16952742"/>
                    <a:pt x="35994292" y="16941797"/>
                    <a:pt x="36020900" y="16915465"/>
                  </a:cubicBezTo>
                  <a:cubicBezTo>
                    <a:pt x="36032012" y="16904469"/>
                    <a:pt x="36063668" y="16888722"/>
                    <a:pt x="36091248" y="16880453"/>
                  </a:cubicBezTo>
                  <a:cubicBezTo>
                    <a:pt x="36118990" y="16872140"/>
                    <a:pt x="36150666" y="16851287"/>
                    <a:pt x="36162140" y="16833781"/>
                  </a:cubicBezTo>
                  <a:cubicBezTo>
                    <a:pt x="36176850" y="16811315"/>
                    <a:pt x="36194312" y="16802116"/>
                    <a:pt x="36222156" y="16802116"/>
                  </a:cubicBezTo>
                  <a:cubicBezTo>
                    <a:pt x="36253602" y="16802116"/>
                    <a:pt x="36268092" y="16792259"/>
                    <a:pt x="36294888" y="16752622"/>
                  </a:cubicBezTo>
                  <a:cubicBezTo>
                    <a:pt x="36320616" y="16714586"/>
                    <a:pt x="36341328" y="16699851"/>
                    <a:pt x="36384484" y="16688868"/>
                  </a:cubicBezTo>
                  <a:cubicBezTo>
                    <a:pt x="36415352" y="16681023"/>
                    <a:pt x="36448076" y="16663947"/>
                    <a:pt x="36457196" y="16650933"/>
                  </a:cubicBezTo>
                  <a:cubicBezTo>
                    <a:pt x="36466318" y="16637919"/>
                    <a:pt x="36493688" y="16623513"/>
                    <a:pt x="36518014" y="16618958"/>
                  </a:cubicBezTo>
                  <a:cubicBezTo>
                    <a:pt x="36545966" y="16613713"/>
                    <a:pt x="36571660" y="16597447"/>
                    <a:pt x="36587814" y="16574747"/>
                  </a:cubicBezTo>
                  <a:cubicBezTo>
                    <a:pt x="36606752" y="16548162"/>
                    <a:pt x="36627376" y="16536970"/>
                    <a:pt x="36667366" y="16531624"/>
                  </a:cubicBezTo>
                  <a:cubicBezTo>
                    <a:pt x="36712276" y="16525582"/>
                    <a:pt x="36725680" y="16516864"/>
                    <a:pt x="36747100" y="16479764"/>
                  </a:cubicBezTo>
                  <a:cubicBezTo>
                    <a:pt x="36767644" y="16444170"/>
                    <a:pt x="36784850" y="16432257"/>
                    <a:pt x="36832196" y="16420793"/>
                  </a:cubicBezTo>
                  <a:cubicBezTo>
                    <a:pt x="36864836" y="16412891"/>
                    <a:pt x="36894546" y="16398605"/>
                    <a:pt x="36898216" y="16389033"/>
                  </a:cubicBezTo>
                  <a:cubicBezTo>
                    <a:pt x="36901888" y="16379467"/>
                    <a:pt x="36928048" y="16365409"/>
                    <a:pt x="36956348" y="16357798"/>
                  </a:cubicBezTo>
                  <a:cubicBezTo>
                    <a:pt x="37017556" y="16341298"/>
                    <a:pt x="37020996" y="16326987"/>
                    <a:pt x="36970076" y="16300649"/>
                  </a:cubicBezTo>
                  <a:cubicBezTo>
                    <a:pt x="36949330" y="16289925"/>
                    <a:pt x="36922774" y="16265485"/>
                    <a:pt x="36911066" y="16246353"/>
                  </a:cubicBezTo>
                  <a:cubicBezTo>
                    <a:pt x="36899356" y="16227215"/>
                    <a:pt x="36876328" y="16195651"/>
                    <a:pt x="36859888" y="16176190"/>
                  </a:cubicBezTo>
                  <a:cubicBezTo>
                    <a:pt x="36806252" y="16112727"/>
                    <a:pt x="36825102" y="15913113"/>
                    <a:pt x="36884736" y="15913113"/>
                  </a:cubicBezTo>
                  <a:cubicBezTo>
                    <a:pt x="36893096" y="15913113"/>
                    <a:pt x="36928066" y="15893108"/>
                    <a:pt x="36962452" y="15868668"/>
                  </a:cubicBezTo>
                  <a:cubicBezTo>
                    <a:pt x="36996836" y="15844209"/>
                    <a:pt x="37045400" y="15821414"/>
                    <a:pt x="37070362" y="15817991"/>
                  </a:cubicBezTo>
                  <a:cubicBezTo>
                    <a:pt x="37110972" y="15812430"/>
                    <a:pt x="37122884" y="15818415"/>
                    <a:pt x="37183516" y="15874767"/>
                  </a:cubicBezTo>
                  <a:lnTo>
                    <a:pt x="37251280" y="15937762"/>
                  </a:lnTo>
                  <a:lnTo>
                    <a:pt x="37230784" y="16148074"/>
                  </a:lnTo>
                  <a:lnTo>
                    <a:pt x="37265260" y="16158456"/>
                  </a:lnTo>
                  <a:cubicBezTo>
                    <a:pt x="37295668" y="16167630"/>
                    <a:pt x="37303124" y="16163663"/>
                    <a:pt x="37328396" y="16124893"/>
                  </a:cubicBezTo>
                  <a:cubicBezTo>
                    <a:pt x="37351944" y="16088774"/>
                    <a:pt x="37365578" y="16080505"/>
                    <a:pt x="37404896" y="16078512"/>
                  </a:cubicBezTo>
                  <a:cubicBezTo>
                    <a:pt x="37443668" y="16076557"/>
                    <a:pt x="37456366" y="16069085"/>
                    <a:pt x="37471844" y="16039160"/>
                  </a:cubicBezTo>
                  <a:cubicBezTo>
                    <a:pt x="37486736" y="16010361"/>
                    <a:pt x="37502636" y="16000352"/>
                    <a:pt x="37544048" y="15993728"/>
                  </a:cubicBezTo>
                  <a:cubicBezTo>
                    <a:pt x="37585276" y="15987142"/>
                    <a:pt x="37602964" y="15976089"/>
                    <a:pt x="37623148" y="15944291"/>
                  </a:cubicBezTo>
                  <a:cubicBezTo>
                    <a:pt x="37641198" y="15915846"/>
                    <a:pt x="37660032" y="15902554"/>
                    <a:pt x="37684724" y="15900814"/>
                  </a:cubicBezTo>
                  <a:cubicBezTo>
                    <a:pt x="37704288" y="15899422"/>
                    <a:pt x="37736592" y="15882359"/>
                    <a:pt x="37756504" y="15862898"/>
                  </a:cubicBezTo>
                  <a:cubicBezTo>
                    <a:pt x="37776416" y="15843437"/>
                    <a:pt x="37814248" y="15823470"/>
                    <a:pt x="37840578" y="15818529"/>
                  </a:cubicBezTo>
                  <a:cubicBezTo>
                    <a:pt x="37874650" y="15812126"/>
                    <a:pt x="37896168" y="15797929"/>
                    <a:pt x="37915234" y="15769250"/>
                  </a:cubicBezTo>
                  <a:cubicBezTo>
                    <a:pt x="37929968" y="15747094"/>
                    <a:pt x="37953278" y="15722382"/>
                    <a:pt x="37967040" y="15714347"/>
                  </a:cubicBezTo>
                  <a:cubicBezTo>
                    <a:pt x="37991864" y="15699840"/>
                    <a:pt x="37991862" y="15699663"/>
                    <a:pt x="37966652" y="15691084"/>
                  </a:cubicBezTo>
                  <a:cubicBezTo>
                    <a:pt x="37952680" y="15686326"/>
                    <a:pt x="37931248" y="15680170"/>
                    <a:pt x="37919026" y="15677393"/>
                  </a:cubicBezTo>
                  <a:cubicBezTo>
                    <a:pt x="37890080" y="15670832"/>
                    <a:pt x="37888712" y="15584599"/>
                    <a:pt x="37916694" y="15530474"/>
                  </a:cubicBezTo>
                  <a:cubicBezTo>
                    <a:pt x="37938216" y="15488857"/>
                    <a:pt x="38001126" y="15455914"/>
                    <a:pt x="38059068" y="15455914"/>
                  </a:cubicBezTo>
                  <a:cubicBezTo>
                    <a:pt x="38113844" y="15455914"/>
                    <a:pt x="38124048" y="15468909"/>
                    <a:pt x="38128060" y="15543811"/>
                  </a:cubicBezTo>
                  <a:cubicBezTo>
                    <a:pt x="38132994" y="15635877"/>
                    <a:pt x="38163014" y="15654952"/>
                    <a:pt x="38204584" y="15592444"/>
                  </a:cubicBezTo>
                  <a:cubicBezTo>
                    <a:pt x="38228212" y="15556926"/>
                    <a:pt x="38243988" y="15547626"/>
                    <a:pt x="38292910" y="15540388"/>
                  </a:cubicBezTo>
                  <a:cubicBezTo>
                    <a:pt x="38337020" y="15533840"/>
                    <a:pt x="38354588" y="15524875"/>
                    <a:pt x="38360640" y="15505800"/>
                  </a:cubicBezTo>
                  <a:cubicBezTo>
                    <a:pt x="38365440" y="15490673"/>
                    <a:pt x="38396384" y="15467865"/>
                    <a:pt x="38435646" y="15450511"/>
                  </a:cubicBezTo>
                  <a:cubicBezTo>
                    <a:pt x="38472406" y="15434245"/>
                    <a:pt x="38505764" y="15412386"/>
                    <a:pt x="38509778" y="15401922"/>
                  </a:cubicBezTo>
                  <a:cubicBezTo>
                    <a:pt x="38513790" y="15391470"/>
                    <a:pt x="38536544" y="15379266"/>
                    <a:pt x="38560344" y="15374793"/>
                  </a:cubicBezTo>
                  <a:cubicBezTo>
                    <a:pt x="38587120" y="15369776"/>
                    <a:pt x="38618568" y="15349790"/>
                    <a:pt x="38642828" y="15322389"/>
                  </a:cubicBezTo>
                  <a:cubicBezTo>
                    <a:pt x="38673746" y="15287472"/>
                    <a:pt x="38691576" y="15278121"/>
                    <a:pt x="38727188" y="15278121"/>
                  </a:cubicBezTo>
                  <a:cubicBezTo>
                    <a:pt x="38762702" y="15278121"/>
                    <a:pt x="38778396" y="15269928"/>
                    <a:pt x="38800706" y="15239743"/>
                  </a:cubicBezTo>
                  <a:cubicBezTo>
                    <a:pt x="38817232" y="15217391"/>
                    <a:pt x="38849724" y="15195197"/>
                    <a:pt x="38878558" y="15186561"/>
                  </a:cubicBezTo>
                  <a:cubicBezTo>
                    <a:pt x="38905778" y="15178393"/>
                    <a:pt x="38936266" y="15159198"/>
                    <a:pt x="38946308" y="15143862"/>
                  </a:cubicBezTo>
                  <a:cubicBezTo>
                    <a:pt x="38956352" y="15128545"/>
                    <a:pt x="38982158" y="15112469"/>
                    <a:pt x="39003656" y="15108167"/>
                  </a:cubicBezTo>
                  <a:cubicBezTo>
                    <a:pt x="39025156" y="15103871"/>
                    <a:pt x="39062284" y="15083208"/>
                    <a:pt x="39086164" y="15062235"/>
                  </a:cubicBezTo>
                  <a:cubicBezTo>
                    <a:pt x="39110044" y="15041262"/>
                    <a:pt x="39135100" y="15024104"/>
                    <a:pt x="39141844" y="15024104"/>
                  </a:cubicBezTo>
                  <a:cubicBezTo>
                    <a:pt x="39167764" y="15024104"/>
                    <a:pt x="39152464" y="14997456"/>
                    <a:pt x="39119306" y="14984853"/>
                  </a:cubicBezTo>
                  <a:cubicBezTo>
                    <a:pt x="39100166" y="14977590"/>
                    <a:pt x="39063762" y="14950575"/>
                    <a:pt x="39038406" y="14924838"/>
                  </a:cubicBezTo>
                  <a:cubicBezTo>
                    <a:pt x="39013052" y="14899107"/>
                    <a:pt x="38985848" y="14873560"/>
                    <a:pt x="38977954" y="14868037"/>
                  </a:cubicBezTo>
                  <a:cubicBezTo>
                    <a:pt x="38961132" y="14856282"/>
                    <a:pt x="38946972" y="14718967"/>
                    <a:pt x="38960620" y="14699968"/>
                  </a:cubicBezTo>
                  <a:cubicBezTo>
                    <a:pt x="38965752" y="14692819"/>
                    <a:pt x="38988108" y="14680096"/>
                    <a:pt x="39010302" y="14671713"/>
                  </a:cubicBezTo>
                  <a:cubicBezTo>
                    <a:pt x="39043314" y="14659205"/>
                    <a:pt x="39050244" y="14650025"/>
                    <a:pt x="39048402" y="14621194"/>
                  </a:cubicBezTo>
                  <a:cubicBezTo>
                    <a:pt x="39046446" y="14590554"/>
                    <a:pt x="39052678" y="14583949"/>
                    <a:pt x="39096220" y="14570492"/>
                  </a:cubicBezTo>
                  <a:cubicBezTo>
                    <a:pt x="39131948" y="14559452"/>
                    <a:pt x="39147860" y="14546710"/>
                    <a:pt x="39151776" y="14526047"/>
                  </a:cubicBezTo>
                  <a:cubicBezTo>
                    <a:pt x="39156920" y="14498855"/>
                    <a:pt x="39189104" y="14478021"/>
                    <a:pt x="39225936" y="14478021"/>
                  </a:cubicBezTo>
                  <a:cubicBezTo>
                    <a:pt x="39234836" y="14478021"/>
                    <a:pt x="39258032" y="14491326"/>
                    <a:pt x="39277484" y="14507630"/>
                  </a:cubicBezTo>
                  <a:cubicBezTo>
                    <a:pt x="39296936" y="14523896"/>
                    <a:pt x="39325718" y="14543730"/>
                    <a:pt x="39341444" y="14551670"/>
                  </a:cubicBezTo>
                  <a:cubicBezTo>
                    <a:pt x="39357172" y="14559629"/>
                    <a:pt x="39379396" y="14585752"/>
                    <a:pt x="39390834" y="14609730"/>
                  </a:cubicBezTo>
                  <a:cubicBezTo>
                    <a:pt x="39402268" y="14633715"/>
                    <a:pt x="39425120" y="14659496"/>
                    <a:pt x="39441616" y="14667006"/>
                  </a:cubicBezTo>
                  <a:cubicBezTo>
                    <a:pt x="39460910" y="14675800"/>
                    <a:pt x="39469716" y="14688681"/>
                    <a:pt x="39466308" y="14703163"/>
                  </a:cubicBezTo>
                  <a:cubicBezTo>
                    <a:pt x="39460758" y="14726755"/>
                    <a:pt x="39474400" y="14789839"/>
                    <a:pt x="39487992" y="14803435"/>
                  </a:cubicBezTo>
                  <a:cubicBezTo>
                    <a:pt x="39492356" y="14807813"/>
                    <a:pt x="39513752" y="14796368"/>
                    <a:pt x="39535538" y="14778046"/>
                  </a:cubicBezTo>
                  <a:cubicBezTo>
                    <a:pt x="39557326" y="14759711"/>
                    <a:pt x="39588998" y="14744723"/>
                    <a:pt x="39605924" y="14744723"/>
                  </a:cubicBezTo>
                  <a:cubicBezTo>
                    <a:pt x="39636084" y="14744723"/>
                    <a:pt x="39687500" y="14705333"/>
                    <a:pt x="39687500" y="14682215"/>
                  </a:cubicBezTo>
                  <a:cubicBezTo>
                    <a:pt x="39687500" y="14675800"/>
                    <a:pt x="39705460" y="14666582"/>
                    <a:pt x="39727412" y="14661761"/>
                  </a:cubicBezTo>
                  <a:cubicBezTo>
                    <a:pt x="39779764" y="14650259"/>
                    <a:pt x="39878000" y="14559629"/>
                    <a:pt x="39878000" y="14522814"/>
                  </a:cubicBezTo>
                  <a:cubicBezTo>
                    <a:pt x="39878000" y="14493654"/>
                    <a:pt x="39842406" y="14452613"/>
                    <a:pt x="39817118" y="14452613"/>
                  </a:cubicBezTo>
                  <a:cubicBezTo>
                    <a:pt x="39809180" y="14452613"/>
                    <a:pt x="39783156" y="14435461"/>
                    <a:pt x="39759292" y="14414507"/>
                  </a:cubicBezTo>
                  <a:cubicBezTo>
                    <a:pt x="39735424" y="14393553"/>
                    <a:pt x="39709856" y="14376408"/>
                    <a:pt x="39702472" y="14376408"/>
                  </a:cubicBezTo>
                  <a:cubicBezTo>
                    <a:pt x="39687346" y="14376408"/>
                    <a:pt x="39574016" y="14284411"/>
                    <a:pt x="39515942" y="14224997"/>
                  </a:cubicBezTo>
                  <a:cubicBezTo>
                    <a:pt x="39494930" y="14203499"/>
                    <a:pt x="39470838" y="14185911"/>
                    <a:pt x="39462412" y="14185911"/>
                  </a:cubicBezTo>
                  <a:cubicBezTo>
                    <a:pt x="39453980" y="14185911"/>
                    <a:pt x="39427556" y="14168759"/>
                    <a:pt x="39403692" y="14147805"/>
                  </a:cubicBezTo>
                  <a:cubicBezTo>
                    <a:pt x="39379824" y="14126851"/>
                    <a:pt x="39354300" y="14109712"/>
                    <a:pt x="39346968" y="14109712"/>
                  </a:cubicBezTo>
                  <a:cubicBezTo>
                    <a:pt x="39332890" y="14109712"/>
                    <a:pt x="39226900" y="14025877"/>
                    <a:pt x="39166104" y="13966659"/>
                  </a:cubicBezTo>
                  <a:cubicBezTo>
                    <a:pt x="39146280" y="13947350"/>
                    <a:pt x="39108328" y="13925048"/>
                    <a:pt x="39081758" y="13917102"/>
                  </a:cubicBezTo>
                  <a:cubicBezTo>
                    <a:pt x="39055188" y="13909168"/>
                    <a:pt x="39014860" y="13886386"/>
                    <a:pt x="38992140" y="13866501"/>
                  </a:cubicBezTo>
                  <a:cubicBezTo>
                    <a:pt x="38969418" y="13846591"/>
                    <a:pt x="38939460" y="13830306"/>
                    <a:pt x="38925564" y="13830306"/>
                  </a:cubicBezTo>
                  <a:cubicBezTo>
                    <a:pt x="38911666" y="13830306"/>
                    <a:pt x="38885512" y="13813730"/>
                    <a:pt x="38867440" y="13793434"/>
                  </a:cubicBezTo>
                  <a:cubicBezTo>
                    <a:pt x="38849010" y="13772752"/>
                    <a:pt x="38815616" y="13753000"/>
                    <a:pt x="38791384" y="13748451"/>
                  </a:cubicBezTo>
                  <a:cubicBezTo>
                    <a:pt x="38763102" y="13743149"/>
                    <a:pt x="38736968" y="13725637"/>
                    <a:pt x="38715692" y="13697749"/>
                  </a:cubicBezTo>
                  <a:cubicBezTo>
                    <a:pt x="38694002" y="13669323"/>
                    <a:pt x="38668366" y="13652361"/>
                    <a:pt x="38638582" y="13646781"/>
                  </a:cubicBezTo>
                  <a:cubicBezTo>
                    <a:pt x="38614044" y="13642169"/>
                    <a:pt x="38590898" y="13630420"/>
                    <a:pt x="38587150" y="13620639"/>
                  </a:cubicBezTo>
                  <a:cubicBezTo>
                    <a:pt x="38583398" y="13610877"/>
                    <a:pt x="38553902" y="13590081"/>
                    <a:pt x="38521604" y="13574454"/>
                  </a:cubicBezTo>
                  <a:cubicBezTo>
                    <a:pt x="38489300" y="13558808"/>
                    <a:pt x="38451104" y="13532331"/>
                    <a:pt x="38436722" y="13515622"/>
                  </a:cubicBezTo>
                  <a:cubicBezTo>
                    <a:pt x="38409396" y="13483843"/>
                    <a:pt x="38305076" y="13455670"/>
                    <a:pt x="38263566" y="13468849"/>
                  </a:cubicBezTo>
                  <a:cubicBezTo>
                    <a:pt x="38251456" y="13472689"/>
                    <a:pt x="38230408" y="13494725"/>
                    <a:pt x="38216796" y="13517786"/>
                  </a:cubicBezTo>
                  <a:cubicBezTo>
                    <a:pt x="38193336" y="13557543"/>
                    <a:pt x="38188156" y="13559757"/>
                    <a:pt x="38117448" y="13560276"/>
                  </a:cubicBezTo>
                  <a:cubicBezTo>
                    <a:pt x="37992070" y="13561206"/>
                    <a:pt x="37929844" y="13554797"/>
                    <a:pt x="37925060" y="13540429"/>
                  </a:cubicBezTo>
                  <a:cubicBezTo>
                    <a:pt x="37922544" y="13532894"/>
                    <a:pt x="37903920" y="13505025"/>
                    <a:pt x="37883668" y="13478497"/>
                  </a:cubicBezTo>
                  <a:cubicBezTo>
                    <a:pt x="37824502" y="13400995"/>
                    <a:pt x="37818676" y="13389474"/>
                    <a:pt x="37811470" y="13335773"/>
                  </a:cubicBezTo>
                  <a:cubicBezTo>
                    <a:pt x="37806740" y="13300508"/>
                    <a:pt x="37811016" y="13275005"/>
                    <a:pt x="37825314" y="13253178"/>
                  </a:cubicBezTo>
                  <a:cubicBezTo>
                    <a:pt x="37870952" y="13183521"/>
                    <a:pt x="37833972" y="13119115"/>
                    <a:pt x="37748348" y="13119115"/>
                  </a:cubicBezTo>
                  <a:cubicBezTo>
                    <a:pt x="37718196" y="13119115"/>
                    <a:pt x="37695228" y="13107189"/>
                    <a:pt x="37662696" y="13074670"/>
                  </a:cubicBezTo>
                  <a:cubicBezTo>
                    <a:pt x="37634860" y="13046820"/>
                    <a:pt x="37605996" y="13030206"/>
                    <a:pt x="37585468" y="13030206"/>
                  </a:cubicBezTo>
                  <a:cubicBezTo>
                    <a:pt x="37566672" y="13030206"/>
                    <a:pt x="37539924" y="13016439"/>
                    <a:pt x="37522764" y="12997927"/>
                  </a:cubicBezTo>
                  <a:cubicBezTo>
                    <a:pt x="37489260" y="12961770"/>
                    <a:pt x="37431004" y="12941303"/>
                    <a:pt x="37361564" y="12941303"/>
                  </a:cubicBezTo>
                  <a:cubicBezTo>
                    <a:pt x="37322194" y="12941303"/>
                    <a:pt x="37311224" y="12934717"/>
                    <a:pt x="37289632" y="12898136"/>
                  </a:cubicBezTo>
                  <a:cubicBezTo>
                    <a:pt x="37272442" y="12868989"/>
                    <a:pt x="37248280" y="12849876"/>
                    <a:pt x="37215352" y="12839361"/>
                  </a:cubicBezTo>
                  <a:cubicBezTo>
                    <a:pt x="37188512" y="12830788"/>
                    <a:pt x="37156416" y="12813719"/>
                    <a:pt x="37144024" y="12801426"/>
                  </a:cubicBezTo>
                  <a:cubicBezTo>
                    <a:pt x="37131638" y="12789127"/>
                    <a:pt x="37091632" y="12769470"/>
                    <a:pt x="37055124" y="12757721"/>
                  </a:cubicBezTo>
                  <a:cubicBezTo>
                    <a:pt x="37018620" y="12745979"/>
                    <a:pt x="36974464" y="12723171"/>
                    <a:pt x="36957000" y="12707019"/>
                  </a:cubicBezTo>
                  <a:cubicBezTo>
                    <a:pt x="36939540" y="12690886"/>
                    <a:pt x="36902390" y="12670609"/>
                    <a:pt x="36874452" y="12661973"/>
                  </a:cubicBezTo>
                  <a:cubicBezTo>
                    <a:pt x="36846512" y="12653337"/>
                    <a:pt x="36813452" y="12635540"/>
                    <a:pt x="36800986" y="12622412"/>
                  </a:cubicBezTo>
                  <a:cubicBezTo>
                    <a:pt x="36788520" y="12609303"/>
                    <a:pt x="36754886" y="12594821"/>
                    <a:pt x="36726240" y="12590247"/>
                  </a:cubicBezTo>
                  <a:cubicBezTo>
                    <a:pt x="36696472" y="12585483"/>
                    <a:pt x="36656752" y="12566636"/>
                    <a:pt x="36633526" y="12546232"/>
                  </a:cubicBezTo>
                  <a:cubicBezTo>
                    <a:pt x="36611174" y="12526607"/>
                    <a:pt x="36561944" y="12501414"/>
                    <a:pt x="36524120" y="12490260"/>
                  </a:cubicBezTo>
                  <a:cubicBezTo>
                    <a:pt x="36486298" y="12479087"/>
                    <a:pt x="36443024" y="12458291"/>
                    <a:pt x="36427956" y="12444037"/>
                  </a:cubicBezTo>
                  <a:cubicBezTo>
                    <a:pt x="36409952" y="12426999"/>
                    <a:pt x="36374218" y="12415010"/>
                    <a:pt x="36323720" y="12409063"/>
                  </a:cubicBezTo>
                  <a:cubicBezTo>
                    <a:pt x="36262262" y="12401819"/>
                    <a:pt x="36241684" y="12393398"/>
                    <a:pt x="36220956" y="12367060"/>
                  </a:cubicBezTo>
                  <a:cubicBezTo>
                    <a:pt x="36201922" y="12342854"/>
                    <a:pt x="36178422" y="12331814"/>
                    <a:pt x="36132500" y="12325500"/>
                  </a:cubicBezTo>
                  <a:cubicBezTo>
                    <a:pt x="36098108" y="12320761"/>
                    <a:pt x="36059768" y="12309449"/>
                    <a:pt x="36047308" y="12300326"/>
                  </a:cubicBezTo>
                  <a:cubicBezTo>
                    <a:pt x="36028532" y="12286597"/>
                    <a:pt x="36019836" y="12286926"/>
                    <a:pt x="35996498" y="12302224"/>
                  </a:cubicBezTo>
                  <a:cubicBezTo>
                    <a:pt x="35975616" y="12315896"/>
                    <a:pt x="35954152" y="12317984"/>
                    <a:pt x="35913418" y="12310316"/>
                  </a:cubicBezTo>
                  <a:cubicBezTo>
                    <a:pt x="35868008" y="12301756"/>
                    <a:pt x="35855890" y="12293177"/>
                    <a:pt x="35843480" y="12260784"/>
                  </a:cubicBezTo>
                  <a:cubicBezTo>
                    <a:pt x="35835228" y="12239229"/>
                    <a:pt x="35807872" y="12203502"/>
                    <a:pt x="35782694" y="12181403"/>
                  </a:cubicBezTo>
                  <a:cubicBezTo>
                    <a:pt x="35744512" y="12147884"/>
                    <a:pt x="35726508" y="12141222"/>
                    <a:pt x="35674152" y="12141222"/>
                  </a:cubicBezTo>
                  <a:cubicBezTo>
                    <a:pt x="35620628" y="12141222"/>
                    <a:pt x="35608212" y="12136363"/>
                    <a:pt x="35589826" y="12108298"/>
                  </a:cubicBezTo>
                  <a:cubicBezTo>
                    <a:pt x="35565556" y="12071274"/>
                    <a:pt x="35516680" y="12048226"/>
                    <a:pt x="35484236" y="12058532"/>
                  </a:cubicBezTo>
                  <a:cubicBezTo>
                    <a:pt x="35465612" y="12064435"/>
                    <a:pt x="35463428" y="12079252"/>
                    <a:pt x="35468428" y="12165656"/>
                  </a:cubicBezTo>
                  <a:lnTo>
                    <a:pt x="35474232" y="12265934"/>
                  </a:lnTo>
                  <a:lnTo>
                    <a:pt x="35425042" y="12304337"/>
                  </a:lnTo>
                  <a:cubicBezTo>
                    <a:pt x="35397986" y="12325462"/>
                    <a:pt x="35366460" y="12355982"/>
                    <a:pt x="35354980" y="12372153"/>
                  </a:cubicBezTo>
                  <a:cubicBezTo>
                    <a:pt x="35336196" y="12398624"/>
                    <a:pt x="35322448" y="12401977"/>
                    <a:pt x="35217384" y="12405729"/>
                  </a:cubicBezTo>
                  <a:cubicBezTo>
                    <a:pt x="35120530" y="12409196"/>
                    <a:pt x="35096516" y="12406159"/>
                    <a:pt x="35076328" y="12387894"/>
                  </a:cubicBezTo>
                  <a:cubicBezTo>
                    <a:pt x="35062948" y="12375778"/>
                    <a:pt x="35052000" y="12358734"/>
                    <a:pt x="35052000" y="12349997"/>
                  </a:cubicBezTo>
                  <a:cubicBezTo>
                    <a:pt x="35052000" y="12341266"/>
                    <a:pt x="35032000" y="12310183"/>
                    <a:pt x="35007552" y="12280922"/>
                  </a:cubicBezTo>
                  <a:cubicBezTo>
                    <a:pt x="34968968" y="12234737"/>
                    <a:pt x="34963100" y="12218775"/>
                    <a:pt x="34963100" y="12160044"/>
                  </a:cubicBezTo>
                  <a:cubicBezTo>
                    <a:pt x="34963100" y="12077797"/>
                    <a:pt x="34996700" y="12012714"/>
                    <a:pt x="35069532" y="11953901"/>
                  </a:cubicBezTo>
                  <a:cubicBezTo>
                    <a:pt x="35134332" y="11901573"/>
                    <a:pt x="35122584" y="11888464"/>
                    <a:pt x="35001872" y="11878335"/>
                  </a:cubicBezTo>
                  <a:cubicBezTo>
                    <a:pt x="34926568" y="11872021"/>
                    <a:pt x="34904506" y="11864992"/>
                    <a:pt x="34881258" y="11839919"/>
                  </a:cubicBezTo>
                  <a:cubicBezTo>
                    <a:pt x="34846744" y="11802699"/>
                    <a:pt x="34761070" y="11773685"/>
                    <a:pt x="34683700" y="11773027"/>
                  </a:cubicBezTo>
                  <a:cubicBezTo>
                    <a:pt x="34626888" y="11772540"/>
                    <a:pt x="34613384" y="11767219"/>
                    <a:pt x="34530280" y="11712626"/>
                  </a:cubicBezTo>
                  <a:cubicBezTo>
                    <a:pt x="34494792" y="11689331"/>
                    <a:pt x="34474740" y="11685263"/>
                    <a:pt x="34420620" y="11690413"/>
                  </a:cubicBezTo>
                  <a:cubicBezTo>
                    <a:pt x="34359916" y="11696183"/>
                    <a:pt x="34350520" y="11693317"/>
                    <a:pt x="34308124" y="11656097"/>
                  </a:cubicBezTo>
                  <a:cubicBezTo>
                    <a:pt x="34266048" y="11619149"/>
                    <a:pt x="34252188" y="11614828"/>
                    <a:pt x="34155044" y="11608381"/>
                  </a:cubicBezTo>
                  <a:cubicBezTo>
                    <a:pt x="34056116" y="11601814"/>
                    <a:pt x="34046048" y="11598543"/>
                    <a:pt x="34018616" y="11564151"/>
                  </a:cubicBezTo>
                  <a:cubicBezTo>
                    <a:pt x="33991840" y="11530569"/>
                    <a:pt x="33978070" y="11525710"/>
                    <a:pt x="33874876" y="11513430"/>
                  </a:cubicBezTo>
                  <a:cubicBezTo>
                    <a:pt x="33792484" y="11503636"/>
                    <a:pt x="33747780" y="11491413"/>
                    <a:pt x="33714092" y="11469472"/>
                  </a:cubicBezTo>
                  <a:cubicBezTo>
                    <a:pt x="33675552" y="11444355"/>
                    <a:pt x="33644276" y="11437598"/>
                    <a:pt x="33534400" y="11430588"/>
                  </a:cubicBezTo>
                  <a:cubicBezTo>
                    <a:pt x="33415964" y="11423015"/>
                    <a:pt x="33397520" y="11418542"/>
                    <a:pt x="33366262" y="11389844"/>
                  </a:cubicBezTo>
                  <a:cubicBezTo>
                    <a:pt x="33322244" y="11349410"/>
                    <a:pt x="33337544" y="11352972"/>
                    <a:pt x="33158278" y="11341527"/>
                  </a:cubicBezTo>
                  <a:cubicBezTo>
                    <a:pt x="33019210" y="11332638"/>
                    <a:pt x="33003270" y="11329019"/>
                    <a:pt x="32971830" y="11299214"/>
                  </a:cubicBezTo>
                  <a:cubicBezTo>
                    <a:pt x="32952924" y="11281278"/>
                    <a:pt x="32924984" y="11263658"/>
                    <a:pt x="32909748" y="11260058"/>
                  </a:cubicBezTo>
                  <a:cubicBezTo>
                    <a:pt x="32863948" y="11249233"/>
                    <a:pt x="32460696" y="11240502"/>
                    <a:pt x="32376120" y="11248512"/>
                  </a:cubicBezTo>
                  <a:cubicBezTo>
                    <a:pt x="32280632" y="11257559"/>
                    <a:pt x="32248996" y="11240825"/>
                    <a:pt x="32190194" y="11150125"/>
                  </a:cubicBezTo>
                  <a:cubicBezTo>
                    <a:pt x="32168116" y="11116068"/>
                    <a:pt x="32141478" y="11084128"/>
                    <a:pt x="32131000" y="11079144"/>
                  </a:cubicBezTo>
                  <a:cubicBezTo>
                    <a:pt x="32120524" y="11074160"/>
                    <a:pt x="32006224" y="11066528"/>
                    <a:pt x="31877000" y="11062188"/>
                  </a:cubicBezTo>
                  <a:cubicBezTo>
                    <a:pt x="31648110" y="11054506"/>
                    <a:pt x="31640250" y="11053336"/>
                    <a:pt x="31572200" y="11016818"/>
                  </a:cubicBezTo>
                  <a:lnTo>
                    <a:pt x="31502352" y="10979334"/>
                  </a:lnTo>
                  <a:lnTo>
                    <a:pt x="30940076" y="10976900"/>
                  </a:lnTo>
                  <a:lnTo>
                    <a:pt x="30803852" y="10890874"/>
                  </a:lnTo>
                  <a:lnTo>
                    <a:pt x="30359352" y="10882240"/>
                  </a:lnTo>
                  <a:cubicBezTo>
                    <a:pt x="30114876" y="10877492"/>
                    <a:pt x="29888144" y="10875924"/>
                    <a:pt x="29855500" y="10878752"/>
                  </a:cubicBezTo>
                  <a:cubicBezTo>
                    <a:pt x="29805968" y="10883048"/>
                    <a:pt x="29789760" y="10878530"/>
                    <a:pt x="29757536" y="10851414"/>
                  </a:cubicBezTo>
                  <a:lnTo>
                    <a:pt x="29718924" y="10818920"/>
                  </a:lnTo>
                  <a:lnTo>
                    <a:pt x="29034924" y="10810138"/>
                  </a:lnTo>
                  <a:cubicBezTo>
                    <a:pt x="28788044" y="10806968"/>
                    <a:pt x="28565876" y="10805072"/>
                    <a:pt x="28438500" y="10804862"/>
                  </a:cubicBezTo>
                  <a:close/>
                  <a:moveTo>
                    <a:pt x="28882248" y="10098924"/>
                  </a:moveTo>
                  <a:cubicBezTo>
                    <a:pt x="29531590" y="10098004"/>
                    <a:pt x="30218090" y="10105856"/>
                    <a:pt x="30253546" y="10121400"/>
                  </a:cubicBezTo>
                  <a:cubicBezTo>
                    <a:pt x="30280890" y="10133392"/>
                    <a:pt x="30327294" y="10138680"/>
                    <a:pt x="30384754" y="10136352"/>
                  </a:cubicBezTo>
                  <a:cubicBezTo>
                    <a:pt x="30444474" y="10133936"/>
                    <a:pt x="30492414" y="10139732"/>
                    <a:pt x="30530804" y="10154014"/>
                  </a:cubicBezTo>
                  <a:cubicBezTo>
                    <a:pt x="30602166" y="10180552"/>
                    <a:pt x="30621812" y="10182276"/>
                    <a:pt x="30991786" y="10194480"/>
                  </a:cubicBezTo>
                  <a:cubicBezTo>
                    <a:pt x="31278082" y="10203926"/>
                    <a:pt x="31296832" y="10206060"/>
                    <a:pt x="31347386" y="10234952"/>
                  </a:cubicBezTo>
                  <a:cubicBezTo>
                    <a:pt x="31395632" y="10262524"/>
                    <a:pt x="31422690" y="10266516"/>
                    <a:pt x="31629354" y="10276532"/>
                  </a:cubicBezTo>
                  <a:cubicBezTo>
                    <a:pt x="31835332" y="10286516"/>
                    <a:pt x="31865494" y="10290944"/>
                    <a:pt x="31934154" y="10321254"/>
                  </a:cubicBezTo>
                  <a:cubicBezTo>
                    <a:pt x="31997030" y="10349010"/>
                    <a:pt x="32044594" y="10357704"/>
                    <a:pt x="32206210" y="10370990"/>
                  </a:cubicBezTo>
                  <a:cubicBezTo>
                    <a:pt x="32369034" y="10384376"/>
                    <a:pt x="32414798" y="10392804"/>
                    <a:pt x="32477546" y="10420964"/>
                  </a:cubicBezTo>
                  <a:cubicBezTo>
                    <a:pt x="32541030" y="10449452"/>
                    <a:pt x="32575514" y="10455656"/>
                    <a:pt x="32694442" y="10459994"/>
                  </a:cubicBezTo>
                  <a:cubicBezTo>
                    <a:pt x="32809490" y="10464188"/>
                    <a:pt x="32851246" y="10471344"/>
                    <a:pt x="32918404" y="10498378"/>
                  </a:cubicBezTo>
                  <a:cubicBezTo>
                    <a:pt x="32972050" y="10519972"/>
                    <a:pt x="33043196" y="10535590"/>
                    <a:pt x="33121604" y="10542986"/>
                  </a:cubicBezTo>
                  <a:cubicBezTo>
                    <a:pt x="33221218" y="10552376"/>
                    <a:pt x="33257038" y="10562042"/>
                    <a:pt x="33327042" y="10598416"/>
                  </a:cubicBezTo>
                  <a:cubicBezTo>
                    <a:pt x="33384302" y="10628164"/>
                    <a:pt x="33425536" y="10641332"/>
                    <a:pt x="33454042" y="10638972"/>
                  </a:cubicBezTo>
                  <a:cubicBezTo>
                    <a:pt x="33521990" y="10633352"/>
                    <a:pt x="33674018" y="10662650"/>
                    <a:pt x="33711334" y="10688564"/>
                  </a:cubicBezTo>
                  <a:cubicBezTo>
                    <a:pt x="33734578" y="10704704"/>
                    <a:pt x="33781470" y="10715630"/>
                    <a:pt x="33855942" y="10722248"/>
                  </a:cubicBezTo>
                  <a:cubicBezTo>
                    <a:pt x="33942472" y="10729948"/>
                    <a:pt x="33982528" y="10740614"/>
                    <a:pt x="34042354" y="10771906"/>
                  </a:cubicBezTo>
                  <a:cubicBezTo>
                    <a:pt x="34084266" y="10793824"/>
                    <a:pt x="34152186" y="10817332"/>
                    <a:pt x="34193294" y="10824146"/>
                  </a:cubicBezTo>
                  <a:cubicBezTo>
                    <a:pt x="34234402" y="10830956"/>
                    <a:pt x="34274406" y="10844248"/>
                    <a:pt x="34282194" y="10853678"/>
                  </a:cubicBezTo>
                  <a:cubicBezTo>
                    <a:pt x="34310082" y="10887452"/>
                    <a:pt x="34367416" y="10908740"/>
                    <a:pt x="34462164" y="10920504"/>
                  </a:cubicBezTo>
                  <a:cubicBezTo>
                    <a:pt x="34533264" y="10929328"/>
                    <a:pt x="34571586" y="10941562"/>
                    <a:pt x="34608664" y="10967256"/>
                  </a:cubicBezTo>
                  <a:cubicBezTo>
                    <a:pt x="34649170" y="10995326"/>
                    <a:pt x="34677140" y="11003224"/>
                    <a:pt x="34753342" y="11008116"/>
                  </a:cubicBezTo>
                  <a:cubicBezTo>
                    <a:pt x="34809282" y="11011706"/>
                    <a:pt x="34854486" y="11021224"/>
                    <a:pt x="34864182" y="11031452"/>
                  </a:cubicBezTo>
                  <a:cubicBezTo>
                    <a:pt x="34898410" y="11067568"/>
                    <a:pt x="34934158" y="11079744"/>
                    <a:pt x="35020254" y="11084604"/>
                  </a:cubicBezTo>
                  <a:cubicBezTo>
                    <a:pt x="35101558" y="11089196"/>
                    <a:pt x="35113148" y="11093456"/>
                    <a:pt x="35155892" y="11134454"/>
                  </a:cubicBezTo>
                  <a:cubicBezTo>
                    <a:pt x="35198432" y="11175242"/>
                    <a:pt x="35210846" y="11179867"/>
                    <a:pt x="35294050" y="11185814"/>
                  </a:cubicBezTo>
                  <a:cubicBezTo>
                    <a:pt x="35372598" y="11191445"/>
                    <a:pt x="35391602" y="11197740"/>
                    <a:pt x="35428992" y="11230563"/>
                  </a:cubicBezTo>
                  <a:cubicBezTo>
                    <a:pt x="35464416" y="11261665"/>
                    <a:pt x="35483594" y="11268694"/>
                    <a:pt x="35532130" y="11268327"/>
                  </a:cubicBezTo>
                  <a:cubicBezTo>
                    <a:pt x="35581774" y="11267960"/>
                    <a:pt x="35598764" y="11274508"/>
                    <a:pt x="35633640" y="11307464"/>
                  </a:cubicBezTo>
                  <a:cubicBezTo>
                    <a:pt x="35666882" y="11338876"/>
                    <a:pt x="35692866" y="11349644"/>
                    <a:pt x="35759554" y="11359691"/>
                  </a:cubicBezTo>
                  <a:cubicBezTo>
                    <a:pt x="35822998" y="11369257"/>
                    <a:pt x="35850810" y="11380202"/>
                    <a:pt x="35873064" y="11404370"/>
                  </a:cubicBezTo>
                  <a:cubicBezTo>
                    <a:pt x="35893928" y="11427007"/>
                    <a:pt x="35923030" y="11439515"/>
                    <a:pt x="35972670" y="11447126"/>
                  </a:cubicBezTo>
                  <a:cubicBezTo>
                    <a:pt x="36013310" y="11453345"/>
                    <a:pt x="36056226" y="11469377"/>
                    <a:pt x="36074726" y="11485219"/>
                  </a:cubicBezTo>
                  <a:cubicBezTo>
                    <a:pt x="36092286" y="11500251"/>
                    <a:pt x="36130816" y="11517055"/>
                    <a:pt x="36160352" y="11522553"/>
                  </a:cubicBezTo>
                  <a:cubicBezTo>
                    <a:pt x="36227064" y="11534966"/>
                    <a:pt x="36253980" y="11547575"/>
                    <a:pt x="36305182" y="11590350"/>
                  </a:cubicBezTo>
                  <a:cubicBezTo>
                    <a:pt x="36333474" y="11613999"/>
                    <a:pt x="36365070" y="11625931"/>
                    <a:pt x="36411026" y="11630347"/>
                  </a:cubicBezTo>
                  <a:cubicBezTo>
                    <a:pt x="36455654" y="11634643"/>
                    <a:pt x="36488466" y="11646683"/>
                    <a:pt x="36513950" y="11668124"/>
                  </a:cubicBezTo>
                  <a:cubicBezTo>
                    <a:pt x="36534524" y="11685434"/>
                    <a:pt x="36572618" y="11702244"/>
                    <a:pt x="36598606" y="11705477"/>
                  </a:cubicBezTo>
                  <a:cubicBezTo>
                    <a:pt x="36657472" y="11712797"/>
                    <a:pt x="36686254" y="11725716"/>
                    <a:pt x="36734934" y="11766618"/>
                  </a:cubicBezTo>
                  <a:cubicBezTo>
                    <a:pt x="36760904" y="11788445"/>
                    <a:pt x="36795436" y="11801421"/>
                    <a:pt x="36842322" y="11806995"/>
                  </a:cubicBezTo>
                  <a:cubicBezTo>
                    <a:pt x="36897422" y="11813505"/>
                    <a:pt x="36918628" y="11823046"/>
                    <a:pt x="36946926" y="11854034"/>
                  </a:cubicBezTo>
                  <a:cubicBezTo>
                    <a:pt x="36975482" y="11885288"/>
                    <a:pt x="36991730" y="11892494"/>
                    <a:pt x="37030038" y="11890900"/>
                  </a:cubicBezTo>
                  <a:cubicBezTo>
                    <a:pt x="37069726" y="11889242"/>
                    <a:pt x="37084294" y="11896347"/>
                    <a:pt x="37117546" y="11933548"/>
                  </a:cubicBezTo>
                  <a:cubicBezTo>
                    <a:pt x="37146618" y="11966080"/>
                    <a:pt x="37170738" y="11979790"/>
                    <a:pt x="37206446" y="11984086"/>
                  </a:cubicBezTo>
                  <a:cubicBezTo>
                    <a:pt x="37238708" y="11987964"/>
                    <a:pt x="37264396" y="12000959"/>
                    <a:pt x="37281626" y="12022084"/>
                  </a:cubicBezTo>
                  <a:cubicBezTo>
                    <a:pt x="37296018" y="12039767"/>
                    <a:pt x="37333922" y="12062809"/>
                    <a:pt x="37365850" y="12073324"/>
                  </a:cubicBezTo>
                  <a:cubicBezTo>
                    <a:pt x="37397780" y="12083826"/>
                    <a:pt x="37436270" y="12101984"/>
                    <a:pt x="37451386" y="12113644"/>
                  </a:cubicBezTo>
                  <a:cubicBezTo>
                    <a:pt x="37466502" y="12125323"/>
                    <a:pt x="37505752" y="12142538"/>
                    <a:pt x="37538612" y="12151927"/>
                  </a:cubicBezTo>
                  <a:cubicBezTo>
                    <a:pt x="37571470" y="12161322"/>
                    <a:pt x="37610218" y="12183301"/>
                    <a:pt x="37624714" y="12200769"/>
                  </a:cubicBezTo>
                  <a:cubicBezTo>
                    <a:pt x="37639214" y="12218218"/>
                    <a:pt x="37670602" y="12236262"/>
                    <a:pt x="37694466" y="12240836"/>
                  </a:cubicBezTo>
                  <a:cubicBezTo>
                    <a:pt x="37718328" y="12245410"/>
                    <a:pt x="37751250" y="12263454"/>
                    <a:pt x="37767624" y="12280922"/>
                  </a:cubicBezTo>
                  <a:cubicBezTo>
                    <a:pt x="37784358" y="12298757"/>
                    <a:pt x="37826118" y="12320040"/>
                    <a:pt x="37862974" y="12329511"/>
                  </a:cubicBezTo>
                  <a:cubicBezTo>
                    <a:pt x="37899042" y="12338786"/>
                    <a:pt x="37938782" y="12355944"/>
                    <a:pt x="37951284" y="12367623"/>
                  </a:cubicBezTo>
                  <a:cubicBezTo>
                    <a:pt x="37963786" y="12379296"/>
                    <a:pt x="38003790" y="12399769"/>
                    <a:pt x="38040184" y="12413112"/>
                  </a:cubicBezTo>
                  <a:cubicBezTo>
                    <a:pt x="38076578" y="12426455"/>
                    <a:pt x="38116716" y="12446460"/>
                    <a:pt x="38129378" y="12457570"/>
                  </a:cubicBezTo>
                  <a:cubicBezTo>
                    <a:pt x="38142042" y="12468667"/>
                    <a:pt x="38179190" y="12488729"/>
                    <a:pt x="38211930" y="12502135"/>
                  </a:cubicBezTo>
                  <a:cubicBezTo>
                    <a:pt x="38244668" y="12515535"/>
                    <a:pt x="38278508" y="12532693"/>
                    <a:pt x="38287130" y="12540228"/>
                  </a:cubicBezTo>
                  <a:cubicBezTo>
                    <a:pt x="38295750" y="12547776"/>
                    <a:pt x="38327054" y="12565396"/>
                    <a:pt x="38356692" y="12579359"/>
                  </a:cubicBezTo>
                  <a:cubicBezTo>
                    <a:pt x="38386330" y="12593322"/>
                    <a:pt x="38423860" y="12619046"/>
                    <a:pt x="38440092" y="12636508"/>
                  </a:cubicBezTo>
                  <a:cubicBezTo>
                    <a:pt x="38456322" y="12653976"/>
                    <a:pt x="38490742" y="12676189"/>
                    <a:pt x="38516580" y="12685894"/>
                  </a:cubicBezTo>
                  <a:cubicBezTo>
                    <a:pt x="38542414" y="12695593"/>
                    <a:pt x="38572126" y="12714048"/>
                    <a:pt x="38582604" y="12726885"/>
                  </a:cubicBezTo>
                  <a:cubicBezTo>
                    <a:pt x="38593082" y="12739728"/>
                    <a:pt x="38621656" y="12757506"/>
                    <a:pt x="38646104" y="12766395"/>
                  </a:cubicBezTo>
                  <a:cubicBezTo>
                    <a:pt x="38670552" y="12775284"/>
                    <a:pt x="38706354" y="12799699"/>
                    <a:pt x="38725662" y="12820659"/>
                  </a:cubicBezTo>
                  <a:cubicBezTo>
                    <a:pt x="38745214" y="12841879"/>
                    <a:pt x="38781798" y="12863491"/>
                    <a:pt x="38808212" y="12869457"/>
                  </a:cubicBezTo>
                  <a:cubicBezTo>
                    <a:pt x="38834306" y="12875328"/>
                    <a:pt x="38864226" y="12890702"/>
                    <a:pt x="38874704" y="12903615"/>
                  </a:cubicBezTo>
                  <a:cubicBezTo>
                    <a:pt x="38885182" y="12916534"/>
                    <a:pt x="38913756" y="12937425"/>
                    <a:pt x="38938204" y="12950072"/>
                  </a:cubicBezTo>
                  <a:cubicBezTo>
                    <a:pt x="38962652" y="12962719"/>
                    <a:pt x="38997360" y="12989614"/>
                    <a:pt x="39015334" y="13009853"/>
                  </a:cubicBezTo>
                  <a:cubicBezTo>
                    <a:pt x="39034700" y="13031661"/>
                    <a:pt x="39065142" y="13049167"/>
                    <a:pt x="39090050" y="13052824"/>
                  </a:cubicBezTo>
                  <a:cubicBezTo>
                    <a:pt x="39113166" y="13056215"/>
                    <a:pt x="39140450" y="13068223"/>
                    <a:pt x="39150672" y="13079529"/>
                  </a:cubicBezTo>
                  <a:cubicBezTo>
                    <a:pt x="39160898" y="13090822"/>
                    <a:pt x="39190142" y="13111447"/>
                    <a:pt x="39215660" y="13125366"/>
                  </a:cubicBezTo>
                  <a:cubicBezTo>
                    <a:pt x="39241174" y="13139278"/>
                    <a:pt x="39272606" y="13162143"/>
                    <a:pt x="39285502" y="13176163"/>
                  </a:cubicBezTo>
                  <a:cubicBezTo>
                    <a:pt x="39298398" y="13190183"/>
                    <a:pt x="39332332" y="13209625"/>
                    <a:pt x="39360910" y="13219368"/>
                  </a:cubicBezTo>
                  <a:cubicBezTo>
                    <a:pt x="39389488" y="13229092"/>
                    <a:pt x="39426168" y="13251957"/>
                    <a:pt x="39442422" y="13270165"/>
                  </a:cubicBezTo>
                  <a:cubicBezTo>
                    <a:pt x="39458674" y="13288367"/>
                    <a:pt x="39493322" y="13308252"/>
                    <a:pt x="39519412" y="13314357"/>
                  </a:cubicBezTo>
                  <a:cubicBezTo>
                    <a:pt x="39545506" y="13320456"/>
                    <a:pt x="39579834" y="13337595"/>
                    <a:pt x="39595696" y="13352450"/>
                  </a:cubicBezTo>
                  <a:cubicBezTo>
                    <a:pt x="39611558" y="13367299"/>
                    <a:pt x="39634418" y="13385039"/>
                    <a:pt x="39646496" y="13391853"/>
                  </a:cubicBezTo>
                  <a:cubicBezTo>
                    <a:pt x="39658572" y="13398673"/>
                    <a:pt x="39684158" y="13421525"/>
                    <a:pt x="39703354" y="13442650"/>
                  </a:cubicBezTo>
                  <a:cubicBezTo>
                    <a:pt x="39722550" y="13463781"/>
                    <a:pt x="39753982" y="13486342"/>
                    <a:pt x="39773204" y="13492808"/>
                  </a:cubicBezTo>
                  <a:cubicBezTo>
                    <a:pt x="39792428" y="13499274"/>
                    <a:pt x="39816726" y="13514673"/>
                    <a:pt x="39827204" y="13527042"/>
                  </a:cubicBezTo>
                  <a:cubicBezTo>
                    <a:pt x="39837682" y="13539417"/>
                    <a:pt x="39863400" y="13556752"/>
                    <a:pt x="39884354" y="13565565"/>
                  </a:cubicBezTo>
                  <a:cubicBezTo>
                    <a:pt x="39920250" y="13580648"/>
                    <a:pt x="39969590" y="13621645"/>
                    <a:pt x="40057776" y="13709662"/>
                  </a:cubicBezTo>
                  <a:cubicBezTo>
                    <a:pt x="40078774" y="13730616"/>
                    <a:pt x="40111208" y="13753044"/>
                    <a:pt x="40129854" y="13759510"/>
                  </a:cubicBezTo>
                  <a:cubicBezTo>
                    <a:pt x="40148498" y="13765976"/>
                    <a:pt x="40172326" y="13781375"/>
                    <a:pt x="40182804" y="13793744"/>
                  </a:cubicBezTo>
                  <a:cubicBezTo>
                    <a:pt x="40193282" y="13806119"/>
                    <a:pt x="40219000" y="13823511"/>
                    <a:pt x="40239954" y="13832419"/>
                  </a:cubicBezTo>
                  <a:cubicBezTo>
                    <a:pt x="40277350" y="13848299"/>
                    <a:pt x="40317850" y="13881470"/>
                    <a:pt x="40407950" y="13970006"/>
                  </a:cubicBezTo>
                  <a:cubicBezTo>
                    <a:pt x="40432830" y="13994452"/>
                    <a:pt x="40468070" y="14019778"/>
                    <a:pt x="40486268" y="14026263"/>
                  </a:cubicBezTo>
                  <a:cubicBezTo>
                    <a:pt x="40504466" y="14032754"/>
                    <a:pt x="40529742" y="14049893"/>
                    <a:pt x="40542434" y="14064356"/>
                  </a:cubicBezTo>
                  <a:cubicBezTo>
                    <a:pt x="40555130" y="14078825"/>
                    <a:pt x="40582970" y="14099159"/>
                    <a:pt x="40604304" y="14109535"/>
                  </a:cubicBezTo>
                  <a:cubicBezTo>
                    <a:pt x="40642162" y="14127952"/>
                    <a:pt x="40643942" y="14127370"/>
                    <a:pt x="40678718" y="14085721"/>
                  </a:cubicBezTo>
                  <a:cubicBezTo>
                    <a:pt x="40713240" y="14044370"/>
                    <a:pt x="40745994" y="14024833"/>
                    <a:pt x="40798754" y="14014103"/>
                  </a:cubicBezTo>
                  <a:cubicBezTo>
                    <a:pt x="40812726" y="14011262"/>
                    <a:pt x="40835602" y="13996268"/>
                    <a:pt x="40849594" y="13980755"/>
                  </a:cubicBezTo>
                  <a:cubicBezTo>
                    <a:pt x="40863584" y="13965242"/>
                    <a:pt x="40893810" y="13947685"/>
                    <a:pt x="40916758" y="13941738"/>
                  </a:cubicBezTo>
                  <a:cubicBezTo>
                    <a:pt x="40940794" y="13935519"/>
                    <a:pt x="40967434" y="13916330"/>
                    <a:pt x="40979598" y="13896496"/>
                  </a:cubicBezTo>
                  <a:cubicBezTo>
                    <a:pt x="40991214" y="13877560"/>
                    <a:pt x="41018138" y="13857036"/>
                    <a:pt x="41039434" y="13850893"/>
                  </a:cubicBezTo>
                  <a:cubicBezTo>
                    <a:pt x="41060732" y="13844756"/>
                    <a:pt x="41091610" y="13824751"/>
                    <a:pt x="41108058" y="13806435"/>
                  </a:cubicBezTo>
                  <a:cubicBezTo>
                    <a:pt x="41124508" y="13788132"/>
                    <a:pt x="41161656" y="13765337"/>
                    <a:pt x="41190610" y="13755752"/>
                  </a:cubicBezTo>
                  <a:cubicBezTo>
                    <a:pt x="41219566" y="13746186"/>
                    <a:pt x="41250150" y="13729047"/>
                    <a:pt x="41258580" y="13717659"/>
                  </a:cubicBezTo>
                  <a:cubicBezTo>
                    <a:pt x="41267010" y="13706271"/>
                    <a:pt x="41292518" y="13688398"/>
                    <a:pt x="41315262" y="13677921"/>
                  </a:cubicBezTo>
                  <a:cubicBezTo>
                    <a:pt x="41338008" y="13667425"/>
                    <a:pt x="41375134" y="13645680"/>
                    <a:pt x="41397762" y="13629585"/>
                  </a:cubicBezTo>
                  <a:cubicBezTo>
                    <a:pt x="41420390" y="13613477"/>
                    <a:pt x="41457750" y="13594320"/>
                    <a:pt x="41480782" y="13587000"/>
                  </a:cubicBezTo>
                  <a:cubicBezTo>
                    <a:pt x="41503812" y="13579686"/>
                    <a:pt x="41530340" y="13564287"/>
                    <a:pt x="41539734" y="13552779"/>
                  </a:cubicBezTo>
                  <a:cubicBezTo>
                    <a:pt x="41562444" y="13524973"/>
                    <a:pt x="41579406" y="13514515"/>
                    <a:pt x="41638282" y="13492093"/>
                  </a:cubicBezTo>
                  <a:cubicBezTo>
                    <a:pt x="41665492" y="13481730"/>
                    <a:pt x="41700018" y="13457872"/>
                    <a:pt x="41715008" y="13439069"/>
                  </a:cubicBezTo>
                  <a:cubicBezTo>
                    <a:pt x="41734050" y="13415173"/>
                    <a:pt x="41752944" y="13405449"/>
                    <a:pt x="41777702" y="13406841"/>
                  </a:cubicBezTo>
                  <a:cubicBezTo>
                    <a:pt x="41802646" y="13408239"/>
                    <a:pt x="41824182" y="13397009"/>
                    <a:pt x="41850408" y="13368925"/>
                  </a:cubicBezTo>
                  <a:cubicBezTo>
                    <a:pt x="41877432" y="13339999"/>
                    <a:pt x="41901674" y="13327700"/>
                    <a:pt x="41938604" y="13324176"/>
                  </a:cubicBezTo>
                  <a:cubicBezTo>
                    <a:pt x="41981214" y="13320127"/>
                    <a:pt x="41991826" y="13313256"/>
                    <a:pt x="42003546" y="13282211"/>
                  </a:cubicBezTo>
                  <a:cubicBezTo>
                    <a:pt x="42011250" y="13261795"/>
                    <a:pt x="42029074" y="13238930"/>
                    <a:pt x="42043152" y="13231395"/>
                  </a:cubicBezTo>
                  <a:cubicBezTo>
                    <a:pt x="42057234" y="13223860"/>
                    <a:pt x="42083042" y="13208366"/>
                    <a:pt x="42100504" y="13196965"/>
                  </a:cubicBezTo>
                  <a:cubicBezTo>
                    <a:pt x="42142362" y="13169659"/>
                    <a:pt x="42202618" y="13165281"/>
                    <a:pt x="42232288" y="13187393"/>
                  </a:cubicBezTo>
                  <a:cubicBezTo>
                    <a:pt x="42255254" y="13204494"/>
                    <a:pt x="42255318" y="13207398"/>
                    <a:pt x="42234134" y="13266907"/>
                  </a:cubicBezTo>
                  <a:cubicBezTo>
                    <a:pt x="42222034" y="13300862"/>
                    <a:pt x="42203210" y="13334381"/>
                    <a:pt x="42192300" y="13341353"/>
                  </a:cubicBezTo>
                  <a:cubicBezTo>
                    <a:pt x="42175542" y="13352083"/>
                    <a:pt x="41214374" y="14311211"/>
                    <a:pt x="41131472" y="14399937"/>
                  </a:cubicBezTo>
                  <a:cubicBezTo>
                    <a:pt x="41116118" y="14416367"/>
                    <a:pt x="41093818" y="14439232"/>
                    <a:pt x="41081918" y="14450734"/>
                  </a:cubicBezTo>
                  <a:cubicBezTo>
                    <a:pt x="41070018" y="14462242"/>
                    <a:pt x="41050016" y="14482146"/>
                    <a:pt x="41037468" y="14494964"/>
                  </a:cubicBezTo>
                  <a:cubicBezTo>
                    <a:pt x="41024920" y="14507782"/>
                    <a:pt x="41004918" y="14527787"/>
                    <a:pt x="40993018" y="14539428"/>
                  </a:cubicBezTo>
                  <a:cubicBezTo>
                    <a:pt x="40969594" y="14562318"/>
                    <a:pt x="40929550" y="14601790"/>
                    <a:pt x="40903794" y="14627407"/>
                  </a:cubicBezTo>
                  <a:cubicBezTo>
                    <a:pt x="40894916" y="14636220"/>
                    <a:pt x="40856220" y="14675142"/>
                    <a:pt x="40817804" y="14713874"/>
                  </a:cubicBezTo>
                  <a:cubicBezTo>
                    <a:pt x="40779388" y="14752600"/>
                    <a:pt x="40737896" y="14793964"/>
                    <a:pt x="40725598" y="14805782"/>
                  </a:cubicBezTo>
                  <a:cubicBezTo>
                    <a:pt x="40713306" y="14817594"/>
                    <a:pt x="40621866" y="14911419"/>
                    <a:pt x="40522398" y="15014266"/>
                  </a:cubicBezTo>
                  <a:cubicBezTo>
                    <a:pt x="40422934" y="15117119"/>
                    <a:pt x="40333892" y="15208559"/>
                    <a:pt x="40324530" y="15217467"/>
                  </a:cubicBezTo>
                  <a:cubicBezTo>
                    <a:pt x="40315166" y="15226375"/>
                    <a:pt x="40295162" y="15246209"/>
                    <a:pt x="40280078" y="15261564"/>
                  </a:cubicBezTo>
                  <a:cubicBezTo>
                    <a:pt x="40264994" y="15276900"/>
                    <a:pt x="40244992" y="15296905"/>
                    <a:pt x="40235630" y="15306009"/>
                  </a:cubicBezTo>
                  <a:cubicBezTo>
                    <a:pt x="40226266" y="15315107"/>
                    <a:pt x="40206262" y="15335112"/>
                    <a:pt x="40191178" y="15350454"/>
                  </a:cubicBezTo>
                  <a:cubicBezTo>
                    <a:pt x="40176094" y="15365809"/>
                    <a:pt x="40156092" y="15385814"/>
                    <a:pt x="40146730" y="15394912"/>
                  </a:cubicBezTo>
                  <a:cubicBezTo>
                    <a:pt x="40137366" y="15404016"/>
                    <a:pt x="40117362" y="15424021"/>
                    <a:pt x="40102278" y="15439357"/>
                  </a:cubicBezTo>
                  <a:cubicBezTo>
                    <a:pt x="40087194" y="15454699"/>
                    <a:pt x="40067192" y="15474704"/>
                    <a:pt x="40057830" y="15483821"/>
                  </a:cubicBezTo>
                  <a:cubicBezTo>
                    <a:pt x="40048466" y="15492906"/>
                    <a:pt x="40028462" y="15512911"/>
                    <a:pt x="40013378" y="15528260"/>
                  </a:cubicBezTo>
                  <a:cubicBezTo>
                    <a:pt x="39998294" y="15543602"/>
                    <a:pt x="39978292" y="15563607"/>
                    <a:pt x="39968930" y="15572705"/>
                  </a:cubicBezTo>
                  <a:cubicBezTo>
                    <a:pt x="39959566" y="15581809"/>
                    <a:pt x="39939562" y="15601814"/>
                    <a:pt x="39924478" y="15617156"/>
                  </a:cubicBezTo>
                  <a:cubicBezTo>
                    <a:pt x="39909394" y="15632505"/>
                    <a:pt x="39889392" y="15652510"/>
                    <a:pt x="39880030" y="15661614"/>
                  </a:cubicBezTo>
                  <a:cubicBezTo>
                    <a:pt x="39870666" y="15670712"/>
                    <a:pt x="39850662" y="15690717"/>
                    <a:pt x="39835578" y="15706059"/>
                  </a:cubicBezTo>
                  <a:cubicBezTo>
                    <a:pt x="39820494" y="15721395"/>
                    <a:pt x="39800492" y="15741400"/>
                    <a:pt x="39791130" y="15750504"/>
                  </a:cubicBezTo>
                  <a:cubicBezTo>
                    <a:pt x="39781766" y="15759621"/>
                    <a:pt x="39763122" y="15778487"/>
                    <a:pt x="39749696" y="15792463"/>
                  </a:cubicBezTo>
                  <a:cubicBezTo>
                    <a:pt x="39736270" y="15806426"/>
                    <a:pt x="39711270" y="15832144"/>
                    <a:pt x="39694142" y="15849612"/>
                  </a:cubicBezTo>
                  <a:cubicBezTo>
                    <a:pt x="39677012" y="15867080"/>
                    <a:pt x="39658686" y="15897815"/>
                    <a:pt x="39653418" y="15917915"/>
                  </a:cubicBezTo>
                  <a:cubicBezTo>
                    <a:pt x="39647178" y="15941735"/>
                    <a:pt x="39631718" y="15958697"/>
                    <a:pt x="39609042" y="15966599"/>
                  </a:cubicBezTo>
                  <a:cubicBezTo>
                    <a:pt x="39589902" y="15973280"/>
                    <a:pt x="39570578" y="15990280"/>
                    <a:pt x="39566098" y="16004401"/>
                  </a:cubicBezTo>
                  <a:cubicBezTo>
                    <a:pt x="39561614" y="16018516"/>
                    <a:pt x="39538526" y="16036604"/>
                    <a:pt x="39514746" y="16044601"/>
                  </a:cubicBezTo>
                  <a:cubicBezTo>
                    <a:pt x="39482670" y="16055407"/>
                    <a:pt x="39471220" y="16066858"/>
                    <a:pt x="39470296" y="16089065"/>
                  </a:cubicBezTo>
                  <a:cubicBezTo>
                    <a:pt x="39469372" y="16111259"/>
                    <a:pt x="39457922" y="16122704"/>
                    <a:pt x="39425846" y="16133510"/>
                  </a:cubicBezTo>
                  <a:cubicBezTo>
                    <a:pt x="39393770" y="16144316"/>
                    <a:pt x="39382320" y="16155761"/>
                    <a:pt x="39381396" y="16177949"/>
                  </a:cubicBezTo>
                  <a:cubicBezTo>
                    <a:pt x="39380472" y="16200149"/>
                    <a:pt x="39369022" y="16211607"/>
                    <a:pt x="39336946" y="16222400"/>
                  </a:cubicBezTo>
                  <a:cubicBezTo>
                    <a:pt x="39304870" y="16233206"/>
                    <a:pt x="39293420" y="16244664"/>
                    <a:pt x="39292496" y="16266858"/>
                  </a:cubicBezTo>
                  <a:cubicBezTo>
                    <a:pt x="39291572" y="16289052"/>
                    <a:pt x="39280122" y="16300497"/>
                    <a:pt x="39248046" y="16311303"/>
                  </a:cubicBezTo>
                  <a:cubicBezTo>
                    <a:pt x="39215970" y="16322109"/>
                    <a:pt x="39204520" y="16333573"/>
                    <a:pt x="39203596" y="16355767"/>
                  </a:cubicBezTo>
                  <a:cubicBezTo>
                    <a:pt x="39202672" y="16377955"/>
                    <a:pt x="39191222" y="16389400"/>
                    <a:pt x="39159146" y="16400206"/>
                  </a:cubicBezTo>
                  <a:cubicBezTo>
                    <a:pt x="39127070" y="16411012"/>
                    <a:pt x="39115620" y="16422457"/>
                    <a:pt x="39114696" y="16444651"/>
                  </a:cubicBezTo>
                  <a:cubicBezTo>
                    <a:pt x="39113772" y="16466864"/>
                    <a:pt x="39102322" y="16478309"/>
                    <a:pt x="39070246" y="16489115"/>
                  </a:cubicBezTo>
                  <a:cubicBezTo>
                    <a:pt x="39038170" y="16499921"/>
                    <a:pt x="39026720" y="16511366"/>
                    <a:pt x="39025796" y="16533560"/>
                  </a:cubicBezTo>
                  <a:cubicBezTo>
                    <a:pt x="39024874" y="16555691"/>
                    <a:pt x="39013406" y="16567237"/>
                    <a:pt x="38981642" y="16577999"/>
                  </a:cubicBezTo>
                  <a:cubicBezTo>
                    <a:pt x="38948026" y="16589406"/>
                    <a:pt x="38937006" y="16601401"/>
                    <a:pt x="38930754" y="16633408"/>
                  </a:cubicBezTo>
                  <a:cubicBezTo>
                    <a:pt x="38925792" y="16658816"/>
                    <a:pt x="38913068" y="16677347"/>
                    <a:pt x="38897118" y="16682402"/>
                  </a:cubicBezTo>
                  <a:cubicBezTo>
                    <a:pt x="38883006" y="16686894"/>
                    <a:pt x="38862190" y="16704963"/>
                    <a:pt x="38850858" y="16722564"/>
                  </a:cubicBezTo>
                  <a:cubicBezTo>
                    <a:pt x="38839526" y="16740165"/>
                    <a:pt x="38819622" y="16763618"/>
                    <a:pt x="38806630" y="16774677"/>
                  </a:cubicBezTo>
                  <a:cubicBezTo>
                    <a:pt x="38793636" y="16785717"/>
                    <a:pt x="38775972" y="16803571"/>
                    <a:pt x="38767378" y="16814320"/>
                  </a:cubicBezTo>
                  <a:cubicBezTo>
                    <a:pt x="38758778" y="16825063"/>
                    <a:pt x="38738480" y="16839570"/>
                    <a:pt x="38722264" y="16846561"/>
                  </a:cubicBezTo>
                  <a:cubicBezTo>
                    <a:pt x="38706048" y="16853552"/>
                    <a:pt x="38683706" y="16875651"/>
                    <a:pt x="38672618" y="16895694"/>
                  </a:cubicBezTo>
                  <a:cubicBezTo>
                    <a:pt x="38661526" y="16915737"/>
                    <a:pt x="38644548" y="16938045"/>
                    <a:pt x="38634882" y="16945245"/>
                  </a:cubicBezTo>
                  <a:cubicBezTo>
                    <a:pt x="38625222" y="16952451"/>
                    <a:pt x="38605218" y="16972342"/>
                    <a:pt x="38590434" y="16989418"/>
                  </a:cubicBezTo>
                  <a:cubicBezTo>
                    <a:pt x="38575650" y="17006500"/>
                    <a:pt x="38552922" y="17029700"/>
                    <a:pt x="38539930" y="17040968"/>
                  </a:cubicBezTo>
                  <a:cubicBezTo>
                    <a:pt x="38526936" y="17052242"/>
                    <a:pt x="38509272" y="17070254"/>
                    <a:pt x="38500678" y="17081003"/>
                  </a:cubicBezTo>
                  <a:cubicBezTo>
                    <a:pt x="38492078" y="17091765"/>
                    <a:pt x="38471780" y="17106272"/>
                    <a:pt x="38455564" y="17113263"/>
                  </a:cubicBezTo>
                  <a:cubicBezTo>
                    <a:pt x="38439348" y="17120254"/>
                    <a:pt x="38417006" y="17142353"/>
                    <a:pt x="38405918" y="17162390"/>
                  </a:cubicBezTo>
                  <a:cubicBezTo>
                    <a:pt x="38394826" y="17182433"/>
                    <a:pt x="38377848" y="17204728"/>
                    <a:pt x="38368182" y="17211947"/>
                  </a:cubicBezTo>
                  <a:cubicBezTo>
                    <a:pt x="38358522" y="17219153"/>
                    <a:pt x="38338518" y="17239038"/>
                    <a:pt x="38323734" y="17256120"/>
                  </a:cubicBezTo>
                  <a:cubicBezTo>
                    <a:pt x="38308950" y="17273202"/>
                    <a:pt x="38286170" y="17296421"/>
                    <a:pt x="38273114" y="17307714"/>
                  </a:cubicBezTo>
                  <a:cubicBezTo>
                    <a:pt x="38260056" y="17319020"/>
                    <a:pt x="38243022" y="17342201"/>
                    <a:pt x="38235258" y="17359239"/>
                  </a:cubicBezTo>
                  <a:cubicBezTo>
                    <a:pt x="38227498" y="17376283"/>
                    <a:pt x="38210270" y="17393055"/>
                    <a:pt x="38196982" y="17396535"/>
                  </a:cubicBezTo>
                  <a:cubicBezTo>
                    <a:pt x="38183690" y="17400021"/>
                    <a:pt x="38160718" y="17416831"/>
                    <a:pt x="38145934" y="17433913"/>
                  </a:cubicBezTo>
                  <a:cubicBezTo>
                    <a:pt x="38131150" y="17450995"/>
                    <a:pt x="38108370" y="17474214"/>
                    <a:pt x="38095314" y="17485520"/>
                  </a:cubicBezTo>
                  <a:cubicBezTo>
                    <a:pt x="38082256" y="17496813"/>
                    <a:pt x="38065312" y="17519804"/>
                    <a:pt x="38057658" y="17536608"/>
                  </a:cubicBezTo>
                  <a:cubicBezTo>
                    <a:pt x="38050006" y="17553399"/>
                    <a:pt x="38030006" y="17573404"/>
                    <a:pt x="38013210" y="17581053"/>
                  </a:cubicBezTo>
                  <a:cubicBezTo>
                    <a:pt x="37996414" y="17588702"/>
                    <a:pt x="37976430" y="17608669"/>
                    <a:pt x="37968798" y="17625416"/>
                  </a:cubicBezTo>
                  <a:cubicBezTo>
                    <a:pt x="37960788" y="17642998"/>
                    <a:pt x="37943978" y="17655898"/>
                    <a:pt x="37929038" y="17655955"/>
                  </a:cubicBezTo>
                  <a:cubicBezTo>
                    <a:pt x="37903786" y="17656031"/>
                    <a:pt x="37879692" y="17679408"/>
                    <a:pt x="37850766" y="17731869"/>
                  </a:cubicBezTo>
                  <a:cubicBezTo>
                    <a:pt x="37842910" y="17746123"/>
                    <a:pt x="37826478" y="17767792"/>
                    <a:pt x="37814254" y="17780009"/>
                  </a:cubicBezTo>
                  <a:lnTo>
                    <a:pt x="37592004" y="18002253"/>
                  </a:lnTo>
                  <a:cubicBezTo>
                    <a:pt x="37579782" y="18014489"/>
                    <a:pt x="37559842" y="18034551"/>
                    <a:pt x="37547700" y="18046850"/>
                  </a:cubicBezTo>
                  <a:cubicBezTo>
                    <a:pt x="37535554" y="18059162"/>
                    <a:pt x="37507694" y="18082229"/>
                    <a:pt x="37485786" y="18098109"/>
                  </a:cubicBezTo>
                  <a:cubicBezTo>
                    <a:pt x="37463878" y="18113989"/>
                    <a:pt x="37440254" y="18136063"/>
                    <a:pt x="37433294" y="18147179"/>
                  </a:cubicBezTo>
                  <a:cubicBezTo>
                    <a:pt x="37426330" y="18158276"/>
                    <a:pt x="37403470" y="18182634"/>
                    <a:pt x="37382494" y="18201304"/>
                  </a:cubicBezTo>
                  <a:cubicBezTo>
                    <a:pt x="37356650" y="18224308"/>
                    <a:pt x="37342584" y="18250437"/>
                    <a:pt x="37338866" y="18282349"/>
                  </a:cubicBezTo>
                  <a:cubicBezTo>
                    <a:pt x="37335120" y="18314476"/>
                    <a:pt x="37325648" y="18331925"/>
                    <a:pt x="37309048" y="18337290"/>
                  </a:cubicBezTo>
                  <a:cubicBezTo>
                    <a:pt x="37280486" y="18346527"/>
                    <a:pt x="36983122" y="18633582"/>
                    <a:pt x="36960786" y="18673491"/>
                  </a:cubicBezTo>
                  <a:cubicBezTo>
                    <a:pt x="36952390" y="18688479"/>
                    <a:pt x="36923814" y="18708813"/>
                    <a:pt x="36897286" y="18718670"/>
                  </a:cubicBezTo>
                  <a:cubicBezTo>
                    <a:pt x="36849682" y="18736334"/>
                    <a:pt x="36771526" y="18805080"/>
                    <a:pt x="36722054" y="18872782"/>
                  </a:cubicBezTo>
                  <a:cubicBezTo>
                    <a:pt x="36700918" y="18901714"/>
                    <a:pt x="35464054" y="20158018"/>
                    <a:pt x="35067932" y="20552745"/>
                  </a:cubicBezTo>
                  <a:cubicBezTo>
                    <a:pt x="35003350" y="20617100"/>
                    <a:pt x="34943342" y="20676985"/>
                    <a:pt x="34934582" y="20685821"/>
                  </a:cubicBezTo>
                  <a:cubicBezTo>
                    <a:pt x="34925822" y="20694659"/>
                    <a:pt x="34865706" y="20754668"/>
                    <a:pt x="34800986" y="20819170"/>
                  </a:cubicBezTo>
                  <a:cubicBezTo>
                    <a:pt x="34736270" y="20883676"/>
                    <a:pt x="34676262" y="20944115"/>
                    <a:pt x="34667638" y="20953478"/>
                  </a:cubicBezTo>
                  <a:cubicBezTo>
                    <a:pt x="34651728" y="20970750"/>
                    <a:pt x="34609752" y="21012489"/>
                    <a:pt x="34579606" y="21041016"/>
                  </a:cubicBezTo>
                  <a:cubicBezTo>
                    <a:pt x="34506694" y="21110008"/>
                    <a:pt x="34395622" y="21229759"/>
                    <a:pt x="34385254" y="21250548"/>
                  </a:cubicBezTo>
                  <a:cubicBezTo>
                    <a:pt x="34378268" y="21264556"/>
                    <a:pt x="34361478" y="21285316"/>
                    <a:pt x="34347946" y="21296685"/>
                  </a:cubicBezTo>
                  <a:cubicBezTo>
                    <a:pt x="34334410" y="21308052"/>
                    <a:pt x="34314450" y="21332838"/>
                    <a:pt x="34303588" y="21351763"/>
                  </a:cubicBezTo>
                  <a:cubicBezTo>
                    <a:pt x="34292394" y="21371265"/>
                    <a:pt x="34270042" y="21388226"/>
                    <a:pt x="34251998" y="21390910"/>
                  </a:cubicBezTo>
                  <a:cubicBezTo>
                    <a:pt x="34234172" y="21393563"/>
                    <a:pt x="34214564" y="21408276"/>
                    <a:pt x="34207454" y="21424337"/>
                  </a:cubicBezTo>
                  <a:cubicBezTo>
                    <a:pt x="34200468" y="21440117"/>
                    <a:pt x="34180466" y="21460387"/>
                    <a:pt x="34163004" y="21469383"/>
                  </a:cubicBezTo>
                  <a:cubicBezTo>
                    <a:pt x="34145542" y="21478381"/>
                    <a:pt x="34125540" y="21498381"/>
                    <a:pt x="34118554" y="21513834"/>
                  </a:cubicBezTo>
                  <a:cubicBezTo>
                    <a:pt x="34111568" y="21529285"/>
                    <a:pt x="34091566" y="21549289"/>
                    <a:pt x="34074104" y="21558285"/>
                  </a:cubicBezTo>
                  <a:cubicBezTo>
                    <a:pt x="34056642" y="21567282"/>
                    <a:pt x="34036640" y="21587459"/>
                    <a:pt x="34029654" y="21603129"/>
                  </a:cubicBezTo>
                  <a:cubicBezTo>
                    <a:pt x="34022668" y="21618797"/>
                    <a:pt x="34005878" y="21640916"/>
                    <a:pt x="33992346" y="21652284"/>
                  </a:cubicBezTo>
                  <a:cubicBezTo>
                    <a:pt x="33978810" y="21663653"/>
                    <a:pt x="33958850" y="21688438"/>
                    <a:pt x="33947988" y="21707363"/>
                  </a:cubicBezTo>
                  <a:cubicBezTo>
                    <a:pt x="33936794" y="21726865"/>
                    <a:pt x="33914442" y="21743825"/>
                    <a:pt x="33896398" y="21746511"/>
                  </a:cubicBezTo>
                  <a:cubicBezTo>
                    <a:pt x="33878336" y="21749197"/>
                    <a:pt x="33859058" y="21763835"/>
                    <a:pt x="33851854" y="21780331"/>
                  </a:cubicBezTo>
                  <a:cubicBezTo>
                    <a:pt x="33844868" y="21796329"/>
                    <a:pt x="33828078" y="21818716"/>
                    <a:pt x="33814546" y="21830084"/>
                  </a:cubicBezTo>
                  <a:cubicBezTo>
                    <a:pt x="33801010" y="21841452"/>
                    <a:pt x="33778150" y="21863650"/>
                    <a:pt x="33763746" y="21879412"/>
                  </a:cubicBezTo>
                  <a:cubicBezTo>
                    <a:pt x="33749338" y="21895173"/>
                    <a:pt x="33730062" y="21914266"/>
                    <a:pt x="33720904" y="21921839"/>
                  </a:cubicBezTo>
                  <a:cubicBezTo>
                    <a:pt x="33711748" y="21929410"/>
                    <a:pt x="33697482" y="21950471"/>
                    <a:pt x="33689206" y="21968638"/>
                  </a:cubicBezTo>
                  <a:cubicBezTo>
                    <a:pt x="33680348" y="21988079"/>
                    <a:pt x="33657004" y="22007223"/>
                    <a:pt x="33632474" y="22015162"/>
                  </a:cubicBezTo>
                  <a:cubicBezTo>
                    <a:pt x="33599518" y="22025829"/>
                    <a:pt x="33590636" y="22035738"/>
                    <a:pt x="33590044" y="22062494"/>
                  </a:cubicBezTo>
                  <a:cubicBezTo>
                    <a:pt x="33589492" y="22087451"/>
                    <a:pt x="33579690" y="22100315"/>
                    <a:pt x="33552722" y="22111486"/>
                  </a:cubicBezTo>
                  <a:cubicBezTo>
                    <a:pt x="33532606" y="22119819"/>
                    <a:pt x="33512526" y="22138046"/>
                    <a:pt x="33508102" y="22151992"/>
                  </a:cubicBezTo>
                  <a:cubicBezTo>
                    <a:pt x="33503674" y="22165938"/>
                    <a:pt x="33480608" y="22183899"/>
                    <a:pt x="33456846" y="22191900"/>
                  </a:cubicBezTo>
                  <a:cubicBezTo>
                    <a:pt x="33424770" y="22202705"/>
                    <a:pt x="33413320" y="22214156"/>
                    <a:pt x="33412396" y="22236351"/>
                  </a:cubicBezTo>
                  <a:cubicBezTo>
                    <a:pt x="33411468" y="22258616"/>
                    <a:pt x="33400040" y="22269965"/>
                    <a:pt x="33367622" y="22280801"/>
                  </a:cubicBezTo>
                  <a:cubicBezTo>
                    <a:pt x="33332942" y="22292396"/>
                    <a:pt x="33323942" y="22302232"/>
                    <a:pt x="33323344" y="22329195"/>
                  </a:cubicBezTo>
                  <a:cubicBezTo>
                    <a:pt x="33322792" y="22354153"/>
                    <a:pt x="33312990" y="22367016"/>
                    <a:pt x="33286022" y="22378185"/>
                  </a:cubicBezTo>
                  <a:cubicBezTo>
                    <a:pt x="33265906" y="22386520"/>
                    <a:pt x="33245826" y="22404747"/>
                    <a:pt x="33241402" y="22418692"/>
                  </a:cubicBezTo>
                  <a:cubicBezTo>
                    <a:pt x="33236974" y="22432639"/>
                    <a:pt x="33213766" y="22450598"/>
                    <a:pt x="33189822" y="22458601"/>
                  </a:cubicBezTo>
                  <a:cubicBezTo>
                    <a:pt x="33155142" y="22470195"/>
                    <a:pt x="33146142" y="22480033"/>
                    <a:pt x="33145544" y="22506994"/>
                  </a:cubicBezTo>
                  <a:cubicBezTo>
                    <a:pt x="33144992" y="22531952"/>
                    <a:pt x="33135190" y="22544815"/>
                    <a:pt x="33108222" y="22555985"/>
                  </a:cubicBezTo>
                  <a:cubicBezTo>
                    <a:pt x="33088106" y="22564320"/>
                    <a:pt x="33068026" y="22582547"/>
                    <a:pt x="33063602" y="22596492"/>
                  </a:cubicBezTo>
                  <a:cubicBezTo>
                    <a:pt x="33059174" y="22610438"/>
                    <a:pt x="33035966" y="22628399"/>
                    <a:pt x="33012022" y="22636400"/>
                  </a:cubicBezTo>
                  <a:cubicBezTo>
                    <a:pt x="32976704" y="22648210"/>
                    <a:pt x="32968252" y="22657733"/>
                    <a:pt x="32967218" y="22686893"/>
                  </a:cubicBezTo>
                  <a:cubicBezTo>
                    <a:pt x="32966318" y="22712200"/>
                    <a:pt x="32956544" y="22727114"/>
                    <a:pt x="32934192" y="22737301"/>
                  </a:cubicBezTo>
                  <a:cubicBezTo>
                    <a:pt x="32916730" y="22745257"/>
                    <a:pt x="32897162" y="22766920"/>
                    <a:pt x="32890702" y="22785442"/>
                  </a:cubicBezTo>
                  <a:cubicBezTo>
                    <a:pt x="32882912" y="22807794"/>
                    <a:pt x="32867442" y="22821136"/>
                    <a:pt x="32844710" y="22825119"/>
                  </a:cubicBezTo>
                  <a:cubicBezTo>
                    <a:pt x="32825066" y="22828559"/>
                    <a:pt x="32804034" y="22844159"/>
                    <a:pt x="32795398" y="22861687"/>
                  </a:cubicBezTo>
                  <a:cubicBezTo>
                    <a:pt x="32787118" y="22878497"/>
                    <a:pt x="32767114" y="22899029"/>
                    <a:pt x="32750948" y="22907309"/>
                  </a:cubicBezTo>
                  <a:cubicBezTo>
                    <a:pt x="32734782" y="22915591"/>
                    <a:pt x="32714778" y="22935591"/>
                    <a:pt x="32706498" y="22951760"/>
                  </a:cubicBezTo>
                  <a:cubicBezTo>
                    <a:pt x="32698218" y="22967927"/>
                    <a:pt x="32678214" y="22987928"/>
                    <a:pt x="32662048" y="22996209"/>
                  </a:cubicBezTo>
                  <a:cubicBezTo>
                    <a:pt x="32645882" y="23004490"/>
                    <a:pt x="32625878" y="23024492"/>
                    <a:pt x="32617598" y="23040658"/>
                  </a:cubicBezTo>
                  <a:cubicBezTo>
                    <a:pt x="32609318" y="23056826"/>
                    <a:pt x="32589314" y="23076829"/>
                    <a:pt x="32573148" y="23085108"/>
                  </a:cubicBezTo>
                  <a:cubicBezTo>
                    <a:pt x="32556982" y="23093391"/>
                    <a:pt x="32536978" y="23113391"/>
                    <a:pt x="32528698" y="23129560"/>
                  </a:cubicBezTo>
                  <a:cubicBezTo>
                    <a:pt x="32520418" y="23145727"/>
                    <a:pt x="32500414" y="23165730"/>
                    <a:pt x="32484248" y="23174009"/>
                  </a:cubicBezTo>
                  <a:cubicBezTo>
                    <a:pt x="32468082" y="23182290"/>
                    <a:pt x="32448078" y="23202292"/>
                    <a:pt x="32439798" y="23218459"/>
                  </a:cubicBezTo>
                  <a:cubicBezTo>
                    <a:pt x="32431518" y="23234627"/>
                    <a:pt x="32411514" y="23254628"/>
                    <a:pt x="32395348" y="23262908"/>
                  </a:cubicBezTo>
                  <a:cubicBezTo>
                    <a:pt x="32379182" y="23271190"/>
                    <a:pt x="32359178" y="23291191"/>
                    <a:pt x="32350898" y="23307359"/>
                  </a:cubicBezTo>
                  <a:cubicBezTo>
                    <a:pt x="32342618" y="23323526"/>
                    <a:pt x="32322614" y="23343529"/>
                    <a:pt x="32306448" y="23351810"/>
                  </a:cubicBezTo>
                  <a:cubicBezTo>
                    <a:pt x="32290282" y="23360092"/>
                    <a:pt x="32270278" y="23380091"/>
                    <a:pt x="32261998" y="23396259"/>
                  </a:cubicBezTo>
                  <a:cubicBezTo>
                    <a:pt x="32253718" y="23412427"/>
                    <a:pt x="32233714" y="23432428"/>
                    <a:pt x="32217548" y="23440709"/>
                  </a:cubicBezTo>
                  <a:cubicBezTo>
                    <a:pt x="32201382" y="23448990"/>
                    <a:pt x="32181378" y="23468992"/>
                    <a:pt x="32173098" y="23485158"/>
                  </a:cubicBezTo>
                  <a:cubicBezTo>
                    <a:pt x="32164818" y="23501326"/>
                    <a:pt x="32144814" y="23521329"/>
                    <a:pt x="32128648" y="23529608"/>
                  </a:cubicBezTo>
                  <a:cubicBezTo>
                    <a:pt x="32112482" y="23537891"/>
                    <a:pt x="32092478" y="23557891"/>
                    <a:pt x="32084198" y="23574059"/>
                  </a:cubicBezTo>
                  <a:cubicBezTo>
                    <a:pt x="32075918" y="23590227"/>
                    <a:pt x="32055914" y="23610229"/>
                    <a:pt x="32039748" y="23618509"/>
                  </a:cubicBezTo>
                  <a:cubicBezTo>
                    <a:pt x="32023582" y="23626790"/>
                    <a:pt x="32003578" y="23646793"/>
                    <a:pt x="31995298" y="23662959"/>
                  </a:cubicBezTo>
                  <a:cubicBezTo>
                    <a:pt x="31987018" y="23679127"/>
                    <a:pt x="31967014" y="23699128"/>
                    <a:pt x="31950848" y="23707409"/>
                  </a:cubicBezTo>
                  <a:cubicBezTo>
                    <a:pt x="31934682" y="23715691"/>
                    <a:pt x="31914678" y="23735691"/>
                    <a:pt x="31906398" y="23751858"/>
                  </a:cubicBezTo>
                  <a:cubicBezTo>
                    <a:pt x="31898118" y="23768026"/>
                    <a:pt x="31878114" y="23788029"/>
                    <a:pt x="31861948" y="23796309"/>
                  </a:cubicBezTo>
                  <a:cubicBezTo>
                    <a:pt x="31845782" y="23804590"/>
                    <a:pt x="31825778" y="23824592"/>
                    <a:pt x="31817498" y="23840759"/>
                  </a:cubicBezTo>
                  <a:cubicBezTo>
                    <a:pt x="31809218" y="23856927"/>
                    <a:pt x="31789214" y="23876928"/>
                    <a:pt x="31773048" y="23885208"/>
                  </a:cubicBezTo>
                  <a:cubicBezTo>
                    <a:pt x="31756882" y="23893490"/>
                    <a:pt x="31736878" y="23913491"/>
                    <a:pt x="31728598" y="23929658"/>
                  </a:cubicBezTo>
                  <a:cubicBezTo>
                    <a:pt x="31720318" y="23945826"/>
                    <a:pt x="31700314" y="23965829"/>
                    <a:pt x="31684148" y="23974108"/>
                  </a:cubicBezTo>
                  <a:cubicBezTo>
                    <a:pt x="31667982" y="23982391"/>
                    <a:pt x="31647978" y="24002391"/>
                    <a:pt x="31639698" y="24018559"/>
                  </a:cubicBezTo>
                  <a:cubicBezTo>
                    <a:pt x="31631418" y="24034727"/>
                    <a:pt x="31611414" y="24054666"/>
                    <a:pt x="31595248" y="24062868"/>
                  </a:cubicBezTo>
                  <a:cubicBezTo>
                    <a:pt x="31579082" y="24071073"/>
                    <a:pt x="31560140" y="24090575"/>
                    <a:pt x="31553154" y="24106207"/>
                  </a:cubicBezTo>
                  <a:cubicBezTo>
                    <a:pt x="31546168" y="24121839"/>
                    <a:pt x="31524154" y="24143702"/>
                    <a:pt x="31504234" y="24154791"/>
                  </a:cubicBezTo>
                  <a:cubicBezTo>
                    <a:pt x="31479422" y="24168604"/>
                    <a:pt x="31466130" y="24187670"/>
                    <a:pt x="31462028" y="24215331"/>
                  </a:cubicBezTo>
                  <a:cubicBezTo>
                    <a:pt x="31457808" y="24243812"/>
                    <a:pt x="31442286" y="24265258"/>
                    <a:pt x="31409350" y="24288116"/>
                  </a:cubicBezTo>
                  <a:cubicBezTo>
                    <a:pt x="31354302" y="24326317"/>
                    <a:pt x="30701178" y="24967222"/>
                    <a:pt x="30664154" y="25019368"/>
                  </a:cubicBezTo>
                  <a:cubicBezTo>
                    <a:pt x="30650182" y="25039044"/>
                    <a:pt x="30298714" y="25398951"/>
                    <a:pt x="29883104" y="25819158"/>
                  </a:cubicBezTo>
                  <a:cubicBezTo>
                    <a:pt x="29467494" y="26239367"/>
                    <a:pt x="29118882" y="26591882"/>
                    <a:pt x="29108404" y="26602523"/>
                  </a:cubicBezTo>
                  <a:cubicBezTo>
                    <a:pt x="29097926" y="26613164"/>
                    <a:pt x="29079162" y="26631383"/>
                    <a:pt x="29066704" y="26643011"/>
                  </a:cubicBezTo>
                  <a:cubicBezTo>
                    <a:pt x="29054246" y="26654640"/>
                    <a:pt x="29031386" y="26677219"/>
                    <a:pt x="29015904" y="26693184"/>
                  </a:cubicBezTo>
                  <a:cubicBezTo>
                    <a:pt x="28953078" y="26757984"/>
                    <a:pt x="28922050" y="26789414"/>
                    <a:pt x="28889918" y="26820810"/>
                  </a:cubicBezTo>
                  <a:cubicBezTo>
                    <a:pt x="28878018" y="26832440"/>
                    <a:pt x="28858018" y="26852442"/>
                    <a:pt x="28845468" y="26865261"/>
                  </a:cubicBezTo>
                  <a:cubicBezTo>
                    <a:pt x="28832920" y="26878080"/>
                    <a:pt x="28812464" y="26898084"/>
                    <a:pt x="28800004" y="26909710"/>
                  </a:cubicBezTo>
                  <a:cubicBezTo>
                    <a:pt x="28787546" y="26921340"/>
                    <a:pt x="28764688" y="26943920"/>
                    <a:pt x="28749204" y="26959884"/>
                  </a:cubicBezTo>
                  <a:cubicBezTo>
                    <a:pt x="28686378" y="27024684"/>
                    <a:pt x="28655350" y="27056114"/>
                    <a:pt x="28623218" y="27087512"/>
                  </a:cubicBezTo>
                  <a:cubicBezTo>
                    <a:pt x="28611320" y="27099140"/>
                    <a:pt x="28591316" y="27119144"/>
                    <a:pt x="28578768" y="27131960"/>
                  </a:cubicBezTo>
                  <a:cubicBezTo>
                    <a:pt x="28566222" y="27144780"/>
                    <a:pt x="28545840" y="27164784"/>
                    <a:pt x="28533478" y="27176410"/>
                  </a:cubicBezTo>
                  <a:cubicBezTo>
                    <a:pt x="28450722" y="27254256"/>
                    <a:pt x="28355862" y="27355476"/>
                    <a:pt x="28336962" y="27386108"/>
                  </a:cubicBezTo>
                  <a:cubicBezTo>
                    <a:pt x="28324694" y="27405992"/>
                    <a:pt x="28303970" y="27431512"/>
                    <a:pt x="28290914" y="27442812"/>
                  </a:cubicBezTo>
                  <a:cubicBezTo>
                    <a:pt x="28277858" y="27454114"/>
                    <a:pt x="28261148" y="27476584"/>
                    <a:pt x="28253784" y="27492744"/>
                  </a:cubicBezTo>
                  <a:cubicBezTo>
                    <a:pt x="28246008" y="27509816"/>
                    <a:pt x="28224024" y="27525992"/>
                    <a:pt x="28201324" y="27531348"/>
                  </a:cubicBezTo>
                  <a:cubicBezTo>
                    <a:pt x="28177538" y="27536960"/>
                    <a:pt x="28157288" y="27552418"/>
                    <a:pt x="28149554" y="27570870"/>
                  </a:cubicBezTo>
                  <a:cubicBezTo>
                    <a:pt x="28142568" y="27587536"/>
                    <a:pt x="28128952" y="27606952"/>
                    <a:pt x="28119282" y="27614012"/>
                  </a:cubicBezTo>
                  <a:cubicBezTo>
                    <a:pt x="28109622" y="27621074"/>
                    <a:pt x="28089618" y="27640828"/>
                    <a:pt x="28074836" y="27657906"/>
                  </a:cubicBezTo>
                  <a:cubicBezTo>
                    <a:pt x="28060050" y="27674988"/>
                    <a:pt x="28037270" y="27698212"/>
                    <a:pt x="28024214" y="27709512"/>
                  </a:cubicBezTo>
                  <a:cubicBezTo>
                    <a:pt x="28011156" y="27720814"/>
                    <a:pt x="27994446" y="27743284"/>
                    <a:pt x="27987082" y="27759444"/>
                  </a:cubicBezTo>
                  <a:cubicBezTo>
                    <a:pt x="27979512" y="27776072"/>
                    <a:pt x="27957240" y="27792808"/>
                    <a:pt x="27935800" y="27797992"/>
                  </a:cubicBezTo>
                  <a:cubicBezTo>
                    <a:pt x="27914950" y="27803028"/>
                    <a:pt x="27891658" y="27818582"/>
                    <a:pt x="27884026" y="27832552"/>
                  </a:cubicBezTo>
                  <a:cubicBezTo>
                    <a:pt x="27876396" y="27846524"/>
                    <a:pt x="27862084" y="27863668"/>
                    <a:pt x="27852220" y="27870652"/>
                  </a:cubicBezTo>
                  <a:cubicBezTo>
                    <a:pt x="27842354" y="27877640"/>
                    <a:pt x="27828780" y="27895498"/>
                    <a:pt x="27822056" y="27910340"/>
                  </a:cubicBezTo>
                  <a:cubicBezTo>
                    <a:pt x="27807110" y="27943328"/>
                    <a:pt x="27774344" y="27976992"/>
                    <a:pt x="27738618" y="27996066"/>
                  </a:cubicBezTo>
                  <a:cubicBezTo>
                    <a:pt x="27694564" y="28019588"/>
                    <a:pt x="27649414" y="28071492"/>
                    <a:pt x="27639278" y="28110282"/>
                  </a:cubicBezTo>
                  <a:cubicBezTo>
                    <a:pt x="27633162" y="28133684"/>
                    <a:pt x="27615156" y="28153674"/>
                    <a:pt x="27588928" y="28166182"/>
                  </a:cubicBezTo>
                  <a:cubicBezTo>
                    <a:pt x="27566086" y="28177076"/>
                    <a:pt x="27544814" y="28198714"/>
                    <a:pt x="27540654" y="28215286"/>
                  </a:cubicBezTo>
                  <a:cubicBezTo>
                    <a:pt x="27536156" y="28233208"/>
                    <a:pt x="27520344" y="28248148"/>
                    <a:pt x="27500648" y="28253092"/>
                  </a:cubicBezTo>
                  <a:cubicBezTo>
                    <a:pt x="27472088" y="28260256"/>
                    <a:pt x="27438768" y="28290550"/>
                    <a:pt x="27419696" y="28326684"/>
                  </a:cubicBezTo>
                  <a:cubicBezTo>
                    <a:pt x="27416352" y="28333028"/>
                    <a:pt x="27396320" y="28351440"/>
                    <a:pt x="27375184" y="28367596"/>
                  </a:cubicBezTo>
                  <a:cubicBezTo>
                    <a:pt x="27315592" y="28413160"/>
                    <a:pt x="27281488" y="28451966"/>
                    <a:pt x="27273672" y="28483118"/>
                  </a:cubicBezTo>
                  <a:cubicBezTo>
                    <a:pt x="27269392" y="28500152"/>
                    <a:pt x="27253104" y="28514984"/>
                    <a:pt x="27233168" y="28519988"/>
                  </a:cubicBezTo>
                  <a:cubicBezTo>
                    <a:pt x="27212192" y="28525252"/>
                    <a:pt x="27194664" y="28542004"/>
                    <a:pt x="27185936" y="28565136"/>
                  </a:cubicBezTo>
                  <a:cubicBezTo>
                    <a:pt x="27177848" y="28586566"/>
                    <a:pt x="27159624" y="28605032"/>
                    <a:pt x="27142264" y="28609388"/>
                  </a:cubicBezTo>
                  <a:cubicBezTo>
                    <a:pt x="27125880" y="28613500"/>
                    <a:pt x="27105808" y="28631492"/>
                    <a:pt x="27097664" y="28649368"/>
                  </a:cubicBezTo>
                  <a:cubicBezTo>
                    <a:pt x="27089520" y="28667246"/>
                    <a:pt x="27067392" y="28690746"/>
                    <a:pt x="27048488" y="28701596"/>
                  </a:cubicBezTo>
                  <a:cubicBezTo>
                    <a:pt x="27029588" y="28712444"/>
                    <a:pt x="27010728" y="28734832"/>
                    <a:pt x="27006584" y="28751350"/>
                  </a:cubicBezTo>
                  <a:cubicBezTo>
                    <a:pt x="27002440" y="28767870"/>
                    <a:pt x="26987048" y="28784524"/>
                    <a:pt x="26972384" y="28788358"/>
                  </a:cubicBezTo>
                  <a:cubicBezTo>
                    <a:pt x="26957712" y="28792192"/>
                    <a:pt x="26936544" y="28809468"/>
                    <a:pt x="26925336" y="28826748"/>
                  </a:cubicBezTo>
                  <a:cubicBezTo>
                    <a:pt x="26914128" y="28844026"/>
                    <a:pt x="26894272" y="28867228"/>
                    <a:pt x="26881216" y="28878312"/>
                  </a:cubicBezTo>
                  <a:cubicBezTo>
                    <a:pt x="26868156" y="28889394"/>
                    <a:pt x="26851212" y="28912202"/>
                    <a:pt x="26843560" y="28928996"/>
                  </a:cubicBezTo>
                  <a:cubicBezTo>
                    <a:pt x="26835904" y="28945792"/>
                    <a:pt x="26815904" y="28965794"/>
                    <a:pt x="26799112" y="28973446"/>
                  </a:cubicBezTo>
                  <a:cubicBezTo>
                    <a:pt x="26782312" y="28980598"/>
                    <a:pt x="26762312" y="29000600"/>
                    <a:pt x="26754656" y="29017396"/>
                  </a:cubicBezTo>
                  <a:cubicBezTo>
                    <a:pt x="26747008" y="29034192"/>
                    <a:pt x="26727008" y="29054194"/>
                    <a:pt x="26710208" y="29061846"/>
                  </a:cubicBezTo>
                  <a:cubicBezTo>
                    <a:pt x="26693416" y="29069498"/>
                    <a:pt x="26673412" y="29089500"/>
                    <a:pt x="26665760" y="29106296"/>
                  </a:cubicBezTo>
                  <a:cubicBezTo>
                    <a:pt x="26658104" y="29123092"/>
                    <a:pt x="26638104" y="29143094"/>
                    <a:pt x="26621312" y="29150746"/>
                  </a:cubicBezTo>
                  <a:cubicBezTo>
                    <a:pt x="26604512" y="29158398"/>
                    <a:pt x="26584512" y="29178400"/>
                    <a:pt x="26576856" y="29195196"/>
                  </a:cubicBezTo>
                  <a:cubicBezTo>
                    <a:pt x="26569208" y="29211992"/>
                    <a:pt x="26549208" y="29231994"/>
                    <a:pt x="26532408" y="29239646"/>
                  </a:cubicBezTo>
                  <a:cubicBezTo>
                    <a:pt x="26515616" y="29247298"/>
                    <a:pt x="26495612" y="29267300"/>
                    <a:pt x="26487960" y="29284096"/>
                  </a:cubicBezTo>
                  <a:cubicBezTo>
                    <a:pt x="26480304" y="29300892"/>
                    <a:pt x="26460304" y="29320894"/>
                    <a:pt x="26443512" y="29328546"/>
                  </a:cubicBezTo>
                  <a:cubicBezTo>
                    <a:pt x="26426712" y="29336198"/>
                    <a:pt x="26406712" y="29356200"/>
                    <a:pt x="26399056" y="29372996"/>
                  </a:cubicBezTo>
                  <a:cubicBezTo>
                    <a:pt x="26391408" y="29389792"/>
                    <a:pt x="26371696" y="29409660"/>
                    <a:pt x="26355256" y="29417150"/>
                  </a:cubicBezTo>
                  <a:cubicBezTo>
                    <a:pt x="26338816" y="29424642"/>
                    <a:pt x="26315040" y="29442534"/>
                    <a:pt x="26302416" y="29456910"/>
                  </a:cubicBezTo>
                  <a:cubicBezTo>
                    <a:pt x="26289792" y="29471286"/>
                    <a:pt x="26266648" y="29488766"/>
                    <a:pt x="26250976" y="29495750"/>
                  </a:cubicBezTo>
                  <a:cubicBezTo>
                    <a:pt x="26234812" y="29502958"/>
                    <a:pt x="26219216" y="29524210"/>
                    <a:pt x="26214920" y="29544892"/>
                  </a:cubicBezTo>
                  <a:cubicBezTo>
                    <a:pt x="26210452" y="29566386"/>
                    <a:pt x="26194820" y="29587038"/>
                    <a:pt x="26176808" y="29595246"/>
                  </a:cubicBezTo>
                  <a:cubicBezTo>
                    <a:pt x="26160012" y="29602898"/>
                    <a:pt x="26140012" y="29622900"/>
                    <a:pt x="26132360" y="29639696"/>
                  </a:cubicBezTo>
                  <a:cubicBezTo>
                    <a:pt x="26124708" y="29656492"/>
                    <a:pt x="26104992" y="29676360"/>
                    <a:pt x="26088552" y="29683850"/>
                  </a:cubicBezTo>
                  <a:cubicBezTo>
                    <a:pt x="26072116" y="29691342"/>
                    <a:pt x="26048336" y="29709234"/>
                    <a:pt x="26035716" y="29723610"/>
                  </a:cubicBezTo>
                  <a:cubicBezTo>
                    <a:pt x="26023096" y="29737986"/>
                    <a:pt x="25999948" y="29755466"/>
                    <a:pt x="25984280" y="29762450"/>
                  </a:cubicBezTo>
                  <a:cubicBezTo>
                    <a:pt x="25968112" y="29769658"/>
                    <a:pt x="25952516" y="29790910"/>
                    <a:pt x="25948220" y="29811592"/>
                  </a:cubicBezTo>
                  <a:cubicBezTo>
                    <a:pt x="25943752" y="29833086"/>
                    <a:pt x="25928120" y="29853738"/>
                    <a:pt x="25910108" y="29861946"/>
                  </a:cubicBezTo>
                  <a:cubicBezTo>
                    <a:pt x="25893312" y="29869598"/>
                    <a:pt x="25873312" y="29889600"/>
                    <a:pt x="25865660" y="29906396"/>
                  </a:cubicBezTo>
                  <a:cubicBezTo>
                    <a:pt x="25858008" y="29923192"/>
                    <a:pt x="25838296" y="29943060"/>
                    <a:pt x="25821856" y="29950550"/>
                  </a:cubicBezTo>
                  <a:cubicBezTo>
                    <a:pt x="25805416" y="29958042"/>
                    <a:pt x="25784344" y="29978718"/>
                    <a:pt x="25775028" y="29996496"/>
                  </a:cubicBezTo>
                  <a:cubicBezTo>
                    <a:pt x="25765712" y="30014274"/>
                    <a:pt x="25744672" y="30031752"/>
                    <a:pt x="25728272" y="30035338"/>
                  </a:cubicBezTo>
                  <a:cubicBezTo>
                    <a:pt x="25698936" y="30041746"/>
                    <a:pt x="25687108" y="30053202"/>
                    <a:pt x="25658768" y="30102650"/>
                  </a:cubicBezTo>
                  <a:cubicBezTo>
                    <a:pt x="25650908" y="30116358"/>
                    <a:pt x="25634480" y="30137578"/>
                    <a:pt x="25622256" y="30149802"/>
                  </a:cubicBezTo>
                  <a:lnTo>
                    <a:pt x="25577804" y="30194250"/>
                  </a:lnTo>
                  <a:cubicBezTo>
                    <a:pt x="25565580" y="30206475"/>
                    <a:pt x="25542008" y="30224462"/>
                    <a:pt x="25525416" y="30234224"/>
                  </a:cubicBezTo>
                  <a:cubicBezTo>
                    <a:pt x="25508828" y="30243986"/>
                    <a:pt x="25476640" y="30273276"/>
                    <a:pt x="25453896" y="30299310"/>
                  </a:cubicBezTo>
                  <a:cubicBezTo>
                    <a:pt x="25431144" y="30325350"/>
                    <a:pt x="25258296" y="30500954"/>
                    <a:pt x="25069784" y="30689550"/>
                  </a:cubicBezTo>
                  <a:cubicBezTo>
                    <a:pt x="24870996" y="30888430"/>
                    <a:pt x="24720712" y="31048970"/>
                    <a:pt x="24711980" y="31071782"/>
                  </a:cubicBezTo>
                  <a:cubicBezTo>
                    <a:pt x="24702696" y="31096026"/>
                    <a:pt x="24405456" y="31400486"/>
                    <a:pt x="23937052" y="31865532"/>
                  </a:cubicBezTo>
                  <a:cubicBezTo>
                    <a:pt x="23519124" y="32280463"/>
                    <a:pt x="23164396" y="32633394"/>
                    <a:pt x="23148768" y="32649830"/>
                  </a:cubicBezTo>
                  <a:cubicBezTo>
                    <a:pt x="23133140" y="32666265"/>
                    <a:pt x="23110320" y="32689126"/>
                    <a:pt x="23098056" y="32700630"/>
                  </a:cubicBezTo>
                  <a:cubicBezTo>
                    <a:pt x="23085792" y="32712138"/>
                    <a:pt x="23022928" y="32774102"/>
                    <a:pt x="22958356" y="32838330"/>
                  </a:cubicBezTo>
                  <a:cubicBezTo>
                    <a:pt x="22893784" y="32902561"/>
                    <a:pt x="22820952" y="32973998"/>
                    <a:pt x="22796504" y="32997082"/>
                  </a:cubicBezTo>
                  <a:lnTo>
                    <a:pt x="22752056" y="33039050"/>
                  </a:lnTo>
                  <a:lnTo>
                    <a:pt x="22498056" y="33043626"/>
                  </a:lnTo>
                  <a:cubicBezTo>
                    <a:pt x="22358352" y="33046148"/>
                    <a:pt x="21021044" y="33050796"/>
                    <a:pt x="19526256" y="33053956"/>
                  </a:cubicBezTo>
                  <a:cubicBezTo>
                    <a:pt x="17724536" y="33057762"/>
                    <a:pt x="16804176" y="33064019"/>
                    <a:pt x="16795752" y="33072503"/>
                  </a:cubicBezTo>
                  <a:cubicBezTo>
                    <a:pt x="16787264" y="33081063"/>
                    <a:pt x="16795608" y="33095944"/>
                    <a:pt x="16820940" y="33117410"/>
                  </a:cubicBezTo>
                  <a:cubicBezTo>
                    <a:pt x="16851484" y="33143296"/>
                    <a:pt x="16858368" y="33158498"/>
                    <a:pt x="16856484" y="33195882"/>
                  </a:cubicBezTo>
                  <a:cubicBezTo>
                    <a:pt x="16853868" y="33247850"/>
                    <a:pt x="16864724" y="33276598"/>
                    <a:pt x="16906700" y="33328835"/>
                  </a:cubicBezTo>
                  <a:cubicBezTo>
                    <a:pt x="16928168" y="33355556"/>
                    <a:pt x="16936428" y="33384514"/>
                    <a:pt x="16939304" y="33443136"/>
                  </a:cubicBezTo>
                  <a:cubicBezTo>
                    <a:pt x="16942572" y="33509782"/>
                    <a:pt x="16948332" y="33526268"/>
                    <a:pt x="16977404" y="33552187"/>
                  </a:cubicBezTo>
                  <a:cubicBezTo>
                    <a:pt x="17000448" y="33572730"/>
                    <a:pt x="17014828" y="33601822"/>
                    <a:pt x="17021352" y="33641086"/>
                  </a:cubicBezTo>
                  <a:cubicBezTo>
                    <a:pt x="17032976" y="33711019"/>
                    <a:pt x="17044976" y="33737366"/>
                    <a:pt x="17089448" y="33790580"/>
                  </a:cubicBezTo>
                  <a:cubicBezTo>
                    <a:pt x="17113088" y="33818870"/>
                    <a:pt x="17125032" y="33850468"/>
                    <a:pt x="17129444" y="33896423"/>
                  </a:cubicBezTo>
                  <a:cubicBezTo>
                    <a:pt x="17133332" y="33936870"/>
                    <a:pt x="17146016" y="33974450"/>
                    <a:pt x="17162596" y="33994642"/>
                  </a:cubicBezTo>
                  <a:cubicBezTo>
                    <a:pt x="17177368" y="34012632"/>
                    <a:pt x="17194064" y="34047871"/>
                    <a:pt x="17199700" y="34072951"/>
                  </a:cubicBezTo>
                  <a:cubicBezTo>
                    <a:pt x="17215204" y="34141958"/>
                    <a:pt x="17231056" y="34181088"/>
                    <a:pt x="17251816" y="34201602"/>
                  </a:cubicBezTo>
                  <a:cubicBezTo>
                    <a:pt x="17262144" y="34211804"/>
                    <a:pt x="17273424" y="34228724"/>
                    <a:pt x="17276892" y="34239203"/>
                  </a:cubicBezTo>
                  <a:cubicBezTo>
                    <a:pt x="17312464" y="34346746"/>
                    <a:pt x="17326048" y="34379745"/>
                    <a:pt x="17345072" y="34404782"/>
                  </a:cubicBezTo>
                  <a:cubicBezTo>
                    <a:pt x="17357272" y="34420840"/>
                    <a:pt x="17375352" y="34453458"/>
                    <a:pt x="17385248" y="34477271"/>
                  </a:cubicBezTo>
                  <a:cubicBezTo>
                    <a:pt x="17395144" y="34501080"/>
                    <a:pt x="17412288" y="34532282"/>
                    <a:pt x="17423348" y="34546602"/>
                  </a:cubicBezTo>
                  <a:cubicBezTo>
                    <a:pt x="17434408" y="34560924"/>
                    <a:pt x="17453912" y="34604776"/>
                    <a:pt x="17466692" y="34644049"/>
                  </a:cubicBezTo>
                  <a:cubicBezTo>
                    <a:pt x="17479472" y="34683320"/>
                    <a:pt x="17503404" y="34726880"/>
                    <a:pt x="17519872" y="34740850"/>
                  </a:cubicBezTo>
                  <a:cubicBezTo>
                    <a:pt x="17536344" y="34754824"/>
                    <a:pt x="17550128" y="34774824"/>
                    <a:pt x="17550508" y="34785302"/>
                  </a:cubicBezTo>
                  <a:cubicBezTo>
                    <a:pt x="17551704" y="34818457"/>
                    <a:pt x="17590464" y="34883594"/>
                    <a:pt x="17612632" y="34889706"/>
                  </a:cubicBezTo>
                  <a:cubicBezTo>
                    <a:pt x="17625172" y="34893166"/>
                    <a:pt x="17638380" y="34916034"/>
                    <a:pt x="17644700" y="34945220"/>
                  </a:cubicBezTo>
                  <a:cubicBezTo>
                    <a:pt x="17663612" y="35032576"/>
                    <a:pt x="17676984" y="35059646"/>
                    <a:pt x="17709916" y="35077277"/>
                  </a:cubicBezTo>
                  <a:cubicBezTo>
                    <a:pt x="17731972" y="35089078"/>
                    <a:pt x="17744436" y="35108806"/>
                    <a:pt x="17749492" y="35139926"/>
                  </a:cubicBezTo>
                  <a:cubicBezTo>
                    <a:pt x="17753552" y="35164910"/>
                    <a:pt x="17769224" y="35198504"/>
                    <a:pt x="17784312" y="35214582"/>
                  </a:cubicBezTo>
                  <a:cubicBezTo>
                    <a:pt x="17799408" y="35230661"/>
                    <a:pt x="17821728" y="35270818"/>
                    <a:pt x="17833916" y="35303824"/>
                  </a:cubicBezTo>
                  <a:cubicBezTo>
                    <a:pt x="17846108" y="35336826"/>
                    <a:pt x="17866108" y="35376801"/>
                    <a:pt x="17878368" y="35392650"/>
                  </a:cubicBezTo>
                  <a:cubicBezTo>
                    <a:pt x="17890624" y="35408498"/>
                    <a:pt x="17908256" y="35448350"/>
                    <a:pt x="17917548" y="35481211"/>
                  </a:cubicBezTo>
                  <a:cubicBezTo>
                    <a:pt x="17926840" y="35514068"/>
                    <a:pt x="17943352" y="35546667"/>
                    <a:pt x="17954236" y="35553650"/>
                  </a:cubicBezTo>
                  <a:cubicBezTo>
                    <a:pt x="17965120" y="35560638"/>
                    <a:pt x="17980380" y="35583154"/>
                    <a:pt x="17988144" y="35603692"/>
                  </a:cubicBezTo>
                  <a:cubicBezTo>
                    <a:pt x="17995904" y="35624230"/>
                    <a:pt x="18021408" y="35664234"/>
                    <a:pt x="18044816" y="35692590"/>
                  </a:cubicBezTo>
                  <a:cubicBezTo>
                    <a:pt x="18092996" y="35750963"/>
                    <a:pt x="18133068" y="35811638"/>
                    <a:pt x="18161004" y="35868530"/>
                  </a:cubicBezTo>
                  <a:cubicBezTo>
                    <a:pt x="18171480" y="35889866"/>
                    <a:pt x="18194344" y="35920594"/>
                    <a:pt x="18211804" y="35936810"/>
                  </a:cubicBezTo>
                  <a:cubicBezTo>
                    <a:pt x="18229268" y="35953028"/>
                    <a:pt x="18254984" y="35986952"/>
                    <a:pt x="18268952" y="36012199"/>
                  </a:cubicBezTo>
                  <a:cubicBezTo>
                    <a:pt x="18282924" y="36037442"/>
                    <a:pt x="18305784" y="36072884"/>
                    <a:pt x="18319752" y="36090959"/>
                  </a:cubicBezTo>
                  <a:cubicBezTo>
                    <a:pt x="18333724" y="36109030"/>
                    <a:pt x="18349936" y="36137722"/>
                    <a:pt x="18355780" y="36154714"/>
                  </a:cubicBezTo>
                  <a:cubicBezTo>
                    <a:pt x="18361624" y="36171710"/>
                    <a:pt x="18387304" y="36204758"/>
                    <a:pt x="18412848" y="36228158"/>
                  </a:cubicBezTo>
                  <a:cubicBezTo>
                    <a:pt x="18438392" y="36251558"/>
                    <a:pt x="18461328" y="36283674"/>
                    <a:pt x="18463820" y="36299528"/>
                  </a:cubicBezTo>
                  <a:cubicBezTo>
                    <a:pt x="18466312" y="36315382"/>
                    <a:pt x="18480640" y="36338934"/>
                    <a:pt x="18495652" y="36351866"/>
                  </a:cubicBezTo>
                  <a:cubicBezTo>
                    <a:pt x="18510668" y="36364802"/>
                    <a:pt x="18527632" y="36393376"/>
                    <a:pt x="18533356" y="36415366"/>
                  </a:cubicBezTo>
                  <a:cubicBezTo>
                    <a:pt x="18539072" y="36437358"/>
                    <a:pt x="18556220" y="36464746"/>
                    <a:pt x="18571456" y="36476226"/>
                  </a:cubicBezTo>
                  <a:cubicBezTo>
                    <a:pt x="18586688" y="36487710"/>
                    <a:pt x="18610524" y="36519142"/>
                    <a:pt x="18624424" y="36546078"/>
                  </a:cubicBezTo>
                  <a:cubicBezTo>
                    <a:pt x="18638320" y="36573012"/>
                    <a:pt x="18659708" y="36603624"/>
                    <a:pt x="18671952" y="36614102"/>
                  </a:cubicBezTo>
                  <a:cubicBezTo>
                    <a:pt x="18684192" y="36624578"/>
                    <a:pt x="18700860" y="36649962"/>
                    <a:pt x="18708992" y="36670506"/>
                  </a:cubicBezTo>
                  <a:cubicBezTo>
                    <a:pt x="18722776" y="36705336"/>
                    <a:pt x="18751964" y="36742762"/>
                    <a:pt x="18805500" y="36794262"/>
                  </a:cubicBezTo>
                  <a:cubicBezTo>
                    <a:pt x="18904616" y="36889604"/>
                    <a:pt x="19049200" y="37059010"/>
                    <a:pt x="19081576" y="37117730"/>
                  </a:cubicBezTo>
                  <a:cubicBezTo>
                    <a:pt x="19095448" y="37142890"/>
                    <a:pt x="19119624" y="37169320"/>
                    <a:pt x="19135304" y="37176466"/>
                  </a:cubicBezTo>
                  <a:cubicBezTo>
                    <a:pt x="19150984" y="37183610"/>
                    <a:pt x="19166964" y="37199370"/>
                    <a:pt x="19170808" y="37211488"/>
                  </a:cubicBezTo>
                  <a:cubicBezTo>
                    <a:pt x="19174656" y="37223606"/>
                    <a:pt x="19193336" y="37251342"/>
                    <a:pt x="19212328" y="37273124"/>
                  </a:cubicBezTo>
                  <a:cubicBezTo>
                    <a:pt x="19231316" y="37294910"/>
                    <a:pt x="19265280" y="37334130"/>
                    <a:pt x="19287792" y="37360290"/>
                  </a:cubicBezTo>
                  <a:cubicBezTo>
                    <a:pt x="19310312" y="37386448"/>
                    <a:pt x="19340312" y="37419280"/>
                    <a:pt x="19354464" y="37433250"/>
                  </a:cubicBezTo>
                  <a:cubicBezTo>
                    <a:pt x="19368616" y="37447222"/>
                    <a:pt x="19395912" y="37479542"/>
                    <a:pt x="19415124" y="37505076"/>
                  </a:cubicBezTo>
                  <a:cubicBezTo>
                    <a:pt x="19475808" y="37585726"/>
                    <a:pt x="19965724" y="38075156"/>
                    <a:pt x="20180200" y="38269392"/>
                  </a:cubicBezTo>
                  <a:cubicBezTo>
                    <a:pt x="20204588" y="38291478"/>
                    <a:pt x="20264596" y="38351446"/>
                    <a:pt x="20313548" y="38402650"/>
                  </a:cubicBezTo>
                  <a:cubicBezTo>
                    <a:pt x="20362504" y="38453852"/>
                    <a:pt x="20450208" y="38539578"/>
                    <a:pt x="20508448" y="38593150"/>
                  </a:cubicBezTo>
                  <a:cubicBezTo>
                    <a:pt x="20566692" y="38646722"/>
                    <a:pt x="20631444" y="38707698"/>
                    <a:pt x="20652348" y="38728650"/>
                  </a:cubicBezTo>
                  <a:cubicBezTo>
                    <a:pt x="20673252" y="38749606"/>
                    <a:pt x="20705608" y="38772166"/>
                    <a:pt x="20724256" y="38778778"/>
                  </a:cubicBezTo>
                  <a:cubicBezTo>
                    <a:pt x="20757328" y="38790510"/>
                    <a:pt x="20770412" y="38800582"/>
                    <a:pt x="20845260" y="38871870"/>
                  </a:cubicBezTo>
                  <a:cubicBezTo>
                    <a:pt x="20865224" y="38890890"/>
                    <a:pt x="20898208" y="38917880"/>
                    <a:pt x="20918548" y="38931850"/>
                  </a:cubicBezTo>
                  <a:cubicBezTo>
                    <a:pt x="20938888" y="38945822"/>
                    <a:pt x="20976844" y="38976066"/>
                    <a:pt x="21002892" y="38999062"/>
                  </a:cubicBezTo>
                  <a:cubicBezTo>
                    <a:pt x="21085176" y="39071702"/>
                    <a:pt x="21133448" y="39109250"/>
                    <a:pt x="21161388" y="39122350"/>
                  </a:cubicBezTo>
                  <a:cubicBezTo>
                    <a:pt x="21176284" y="39129338"/>
                    <a:pt x="21210944" y="39154836"/>
                    <a:pt x="21238408" y="39179018"/>
                  </a:cubicBezTo>
                  <a:cubicBezTo>
                    <a:pt x="21271712" y="39208342"/>
                    <a:pt x="21305608" y="39225258"/>
                    <a:pt x="21340200" y="39229818"/>
                  </a:cubicBezTo>
                  <a:cubicBezTo>
                    <a:pt x="21371800" y="39233982"/>
                    <a:pt x="21408736" y="39251018"/>
                    <a:pt x="21434744" y="39273430"/>
                  </a:cubicBezTo>
                  <a:cubicBezTo>
                    <a:pt x="21473360" y="39306706"/>
                    <a:pt x="21487340" y="39310516"/>
                    <a:pt x="21581344" y="39313414"/>
                  </a:cubicBezTo>
                  <a:cubicBezTo>
                    <a:pt x="21667420" y="39316074"/>
                    <a:pt x="21696152" y="39322654"/>
                    <a:pt x="21748752" y="39351782"/>
                  </a:cubicBezTo>
                  <a:cubicBezTo>
                    <a:pt x="21790176" y="39374720"/>
                    <a:pt x="21836540" y="39388598"/>
                    <a:pt x="21882104" y="39391702"/>
                  </a:cubicBezTo>
                  <a:cubicBezTo>
                    <a:pt x="21963480" y="39397240"/>
                    <a:pt x="22043236" y="39416690"/>
                    <a:pt x="22056776" y="39434298"/>
                  </a:cubicBezTo>
                  <a:cubicBezTo>
                    <a:pt x="22081264" y="39466150"/>
                    <a:pt x="22132888" y="39487860"/>
                    <a:pt x="22180016" y="39486124"/>
                  </a:cubicBezTo>
                  <a:cubicBezTo>
                    <a:pt x="22277236" y="39482540"/>
                    <a:pt x="22446464" y="39516362"/>
                    <a:pt x="22489120" y="39547898"/>
                  </a:cubicBezTo>
                  <a:cubicBezTo>
                    <a:pt x="22525936" y="39575118"/>
                    <a:pt x="22547348" y="39578422"/>
                    <a:pt x="22747520" y="39587782"/>
                  </a:cubicBezTo>
                  <a:cubicBezTo>
                    <a:pt x="22942672" y="39596908"/>
                    <a:pt x="22970600" y="39601046"/>
                    <a:pt x="23011316" y="39626870"/>
                  </a:cubicBezTo>
                  <a:cubicBezTo>
                    <a:pt x="23054840" y="39654474"/>
                    <a:pt x="23069484" y="39655866"/>
                    <a:pt x="23342604" y="39658334"/>
                  </a:cubicBezTo>
                  <a:cubicBezTo>
                    <a:pt x="23499768" y="39659758"/>
                    <a:pt x="23668360" y="39667506"/>
                    <a:pt x="23717256" y="39675558"/>
                  </a:cubicBezTo>
                  <a:cubicBezTo>
                    <a:pt x="23766148" y="39683610"/>
                    <a:pt x="23843304" y="39689574"/>
                    <a:pt x="23888704" y="39688816"/>
                  </a:cubicBezTo>
                  <a:cubicBezTo>
                    <a:pt x="23955960" y="39687690"/>
                    <a:pt x="23978312" y="39692734"/>
                    <a:pt x="24009352" y="39716042"/>
                  </a:cubicBezTo>
                  <a:cubicBezTo>
                    <a:pt x="24045864" y="39743458"/>
                    <a:pt x="24057872" y="39744650"/>
                    <a:pt x="24296960" y="39744650"/>
                  </a:cubicBezTo>
                  <a:cubicBezTo>
                    <a:pt x="24528580" y="39744650"/>
                    <a:pt x="24548488" y="39742830"/>
                    <a:pt x="24574712" y="39719250"/>
                  </a:cubicBezTo>
                  <a:cubicBezTo>
                    <a:pt x="24600112" y="39696410"/>
                    <a:pt x="24612540" y="39694874"/>
                    <a:pt x="24698148" y="39704024"/>
                  </a:cubicBezTo>
                  <a:cubicBezTo>
                    <a:pt x="24766468" y="39711322"/>
                    <a:pt x="24793824" y="39710120"/>
                    <a:pt x="24795048" y="39699764"/>
                  </a:cubicBezTo>
                  <a:cubicBezTo>
                    <a:pt x="24795988" y="39691826"/>
                    <a:pt x="24797896" y="39639724"/>
                    <a:pt x="24799296" y="39583978"/>
                  </a:cubicBezTo>
                  <a:cubicBezTo>
                    <a:pt x="24801828" y="39483008"/>
                    <a:pt x="24793048" y="39451134"/>
                    <a:pt x="24745400" y="39388304"/>
                  </a:cubicBezTo>
                  <a:cubicBezTo>
                    <a:pt x="24733248" y="39372282"/>
                    <a:pt x="24720664" y="39313258"/>
                    <a:pt x="24712904" y="39235904"/>
                  </a:cubicBezTo>
                  <a:cubicBezTo>
                    <a:pt x="24704620" y="39153366"/>
                    <a:pt x="24689288" y="39083938"/>
                    <a:pt x="24668624" y="39035386"/>
                  </a:cubicBezTo>
                  <a:cubicBezTo>
                    <a:pt x="24651240" y="38994538"/>
                    <a:pt x="24630836" y="38911672"/>
                    <a:pt x="24623280" y="38851236"/>
                  </a:cubicBezTo>
                  <a:cubicBezTo>
                    <a:pt x="24615416" y="38788374"/>
                    <a:pt x="24593320" y="38700590"/>
                    <a:pt x="24571640" y="38646102"/>
                  </a:cubicBezTo>
                  <a:cubicBezTo>
                    <a:pt x="24549496" y="38590446"/>
                    <a:pt x="24531048" y="38516534"/>
                    <a:pt x="24527264" y="38468302"/>
                  </a:cubicBezTo>
                  <a:cubicBezTo>
                    <a:pt x="24523472" y="38420046"/>
                    <a:pt x="24505032" y="38346178"/>
                    <a:pt x="24482872" y="38290502"/>
                  </a:cubicBezTo>
                  <a:cubicBezTo>
                    <a:pt x="24448572" y="38204322"/>
                    <a:pt x="24429896" y="38077126"/>
                    <a:pt x="24434064" y="37958106"/>
                  </a:cubicBezTo>
                  <a:cubicBezTo>
                    <a:pt x="24434476" y="37946420"/>
                    <a:pt x="24420328" y="37919650"/>
                    <a:pt x="24402632" y="37898618"/>
                  </a:cubicBezTo>
                  <a:cubicBezTo>
                    <a:pt x="24374396" y="37865060"/>
                    <a:pt x="24369236" y="37843506"/>
                    <a:pt x="24360504" y="37722682"/>
                  </a:cubicBezTo>
                  <a:cubicBezTo>
                    <a:pt x="24352424" y="37610850"/>
                    <a:pt x="24343920" y="37571426"/>
                    <a:pt x="24315232" y="37512790"/>
                  </a:cubicBezTo>
                  <a:cubicBezTo>
                    <a:pt x="24288948" y="37459066"/>
                    <a:pt x="24277532" y="37411910"/>
                    <a:pt x="24270624" y="37328498"/>
                  </a:cubicBezTo>
                  <a:cubicBezTo>
                    <a:pt x="24263992" y="37248450"/>
                    <a:pt x="24251512" y="37194934"/>
                    <a:pt x="24226960" y="37141312"/>
                  </a:cubicBezTo>
                  <a:cubicBezTo>
                    <a:pt x="24196248" y="37074222"/>
                    <a:pt x="24182676" y="37014282"/>
                    <a:pt x="24161184" y="36850798"/>
                  </a:cubicBezTo>
                  <a:cubicBezTo>
                    <a:pt x="24157640" y="36823818"/>
                    <a:pt x="24143760" y="36777642"/>
                    <a:pt x="24130336" y="36748182"/>
                  </a:cubicBezTo>
                  <a:cubicBezTo>
                    <a:pt x="24116920" y="36718724"/>
                    <a:pt x="24100052" y="36647690"/>
                    <a:pt x="24092860" y="36590330"/>
                  </a:cubicBezTo>
                  <a:cubicBezTo>
                    <a:pt x="24084408" y="36522930"/>
                    <a:pt x="24065896" y="36455898"/>
                    <a:pt x="24040528" y="36400842"/>
                  </a:cubicBezTo>
                  <a:cubicBezTo>
                    <a:pt x="24009312" y="36333092"/>
                    <a:pt x="23999796" y="36292248"/>
                    <a:pt x="23994044" y="36201350"/>
                  </a:cubicBezTo>
                  <a:cubicBezTo>
                    <a:pt x="23986548" y="36082868"/>
                    <a:pt x="23979376" y="36055046"/>
                    <a:pt x="23944444" y="36008960"/>
                  </a:cubicBezTo>
                  <a:cubicBezTo>
                    <a:pt x="23931220" y="35991510"/>
                    <a:pt x="23919416" y="35936552"/>
                    <a:pt x="23911708" y="35856561"/>
                  </a:cubicBezTo>
                  <a:cubicBezTo>
                    <a:pt x="23903832" y="35774801"/>
                    <a:pt x="23888244" y="35703152"/>
                    <a:pt x="23866724" y="35649782"/>
                  </a:cubicBezTo>
                  <a:cubicBezTo>
                    <a:pt x="23848612" y="35604860"/>
                    <a:pt x="23828376" y="35521994"/>
                    <a:pt x="23821752" y="35465632"/>
                  </a:cubicBezTo>
                  <a:cubicBezTo>
                    <a:pt x="23814968" y="35407914"/>
                    <a:pt x="23793220" y="35321546"/>
                    <a:pt x="23771960" y="35267902"/>
                  </a:cubicBezTo>
                  <a:cubicBezTo>
                    <a:pt x="23745032" y="35199946"/>
                    <a:pt x="23733148" y="35146212"/>
                    <a:pt x="23730488" y="35080386"/>
                  </a:cubicBezTo>
                  <a:cubicBezTo>
                    <a:pt x="23727536" y="35007338"/>
                    <a:pt x="23718180" y="34970308"/>
                    <a:pt x="23685568" y="34902586"/>
                  </a:cubicBezTo>
                  <a:cubicBezTo>
                    <a:pt x="23650732" y="34830251"/>
                    <a:pt x="23643364" y="34798433"/>
                    <a:pt x="23637820" y="34696404"/>
                  </a:cubicBezTo>
                  <a:cubicBezTo>
                    <a:pt x="23631088" y="34572526"/>
                    <a:pt x="23624188" y="34544283"/>
                    <a:pt x="23589496" y="34498530"/>
                  </a:cubicBezTo>
                  <a:cubicBezTo>
                    <a:pt x="23576072" y="34480830"/>
                    <a:pt x="23566340" y="34428362"/>
                    <a:pt x="23560000" y="34339536"/>
                  </a:cubicBezTo>
                  <a:cubicBezTo>
                    <a:pt x="23552324" y="34231960"/>
                    <a:pt x="23543736" y="34193052"/>
                    <a:pt x="23514452" y="34133198"/>
                  </a:cubicBezTo>
                  <a:cubicBezTo>
                    <a:pt x="23490528" y="34084307"/>
                    <a:pt x="23474276" y="34024452"/>
                    <a:pt x="23466236" y="33955647"/>
                  </a:cubicBezTo>
                  <a:cubicBezTo>
                    <a:pt x="23458932" y="33893127"/>
                    <a:pt x="23438580" y="33813974"/>
                    <a:pt x="23415056" y="33756603"/>
                  </a:cubicBezTo>
                  <a:cubicBezTo>
                    <a:pt x="23379516" y="33669914"/>
                    <a:pt x="23375932" y="33648220"/>
                    <a:pt x="23375180" y="33515303"/>
                  </a:cubicBezTo>
                  <a:lnTo>
                    <a:pt x="23374352" y="33369252"/>
                  </a:lnTo>
                  <a:lnTo>
                    <a:pt x="23421832" y="33357498"/>
                  </a:lnTo>
                  <a:cubicBezTo>
                    <a:pt x="23450808" y="33350328"/>
                    <a:pt x="23472336" y="33336202"/>
                    <a:pt x="23477080" y="33321250"/>
                  </a:cubicBezTo>
                  <a:cubicBezTo>
                    <a:pt x="23481356" y="33307778"/>
                    <a:pt x="23498584" y="33284494"/>
                    <a:pt x="23515360" y="33269504"/>
                  </a:cubicBezTo>
                  <a:cubicBezTo>
                    <a:pt x="23532140" y="33254514"/>
                    <a:pt x="23552144" y="33234512"/>
                    <a:pt x="23559812" y="33225052"/>
                  </a:cubicBezTo>
                  <a:cubicBezTo>
                    <a:pt x="23567480" y="33215594"/>
                    <a:pt x="23587484" y="33195595"/>
                    <a:pt x="23604264" y="33180602"/>
                  </a:cubicBezTo>
                  <a:cubicBezTo>
                    <a:pt x="23621040" y="33165614"/>
                    <a:pt x="23641044" y="33145612"/>
                    <a:pt x="23648712" y="33136152"/>
                  </a:cubicBezTo>
                  <a:cubicBezTo>
                    <a:pt x="23656384" y="33126694"/>
                    <a:pt x="23676384" y="33106694"/>
                    <a:pt x="23693160" y="33091702"/>
                  </a:cubicBezTo>
                  <a:cubicBezTo>
                    <a:pt x="23709940" y="33076714"/>
                    <a:pt x="23729944" y="33056712"/>
                    <a:pt x="23737612" y="33047253"/>
                  </a:cubicBezTo>
                  <a:cubicBezTo>
                    <a:pt x="23745280" y="33037795"/>
                    <a:pt x="23765284" y="33017794"/>
                    <a:pt x="23782064" y="33002802"/>
                  </a:cubicBezTo>
                  <a:cubicBezTo>
                    <a:pt x="23798840" y="32987814"/>
                    <a:pt x="23815908" y="32964124"/>
                    <a:pt x="23819992" y="32950151"/>
                  </a:cubicBezTo>
                  <a:cubicBezTo>
                    <a:pt x="23824072" y="32936181"/>
                    <a:pt x="23839776" y="32914582"/>
                    <a:pt x="23854884" y="32902154"/>
                  </a:cubicBezTo>
                  <a:cubicBezTo>
                    <a:pt x="23869992" y="32889725"/>
                    <a:pt x="23888068" y="32867794"/>
                    <a:pt x="23895056" y="32853416"/>
                  </a:cubicBezTo>
                  <a:cubicBezTo>
                    <a:pt x="23902040" y="32839038"/>
                    <a:pt x="23922040" y="32819840"/>
                    <a:pt x="23939504" y="32810752"/>
                  </a:cubicBezTo>
                  <a:cubicBezTo>
                    <a:pt x="23956968" y="32801664"/>
                    <a:pt x="23978028" y="32780732"/>
                    <a:pt x="23986308" y="32764241"/>
                  </a:cubicBezTo>
                  <a:cubicBezTo>
                    <a:pt x="23994592" y="32747748"/>
                    <a:pt x="24014592" y="32727476"/>
                    <a:pt x="24030760" y="32719195"/>
                  </a:cubicBezTo>
                  <a:cubicBezTo>
                    <a:pt x="24046928" y="32710916"/>
                    <a:pt x="24066928" y="32690910"/>
                    <a:pt x="24075208" y="32674746"/>
                  </a:cubicBezTo>
                  <a:cubicBezTo>
                    <a:pt x="24083492" y="32658580"/>
                    <a:pt x="24103492" y="32638640"/>
                    <a:pt x="24119660" y="32630434"/>
                  </a:cubicBezTo>
                  <a:cubicBezTo>
                    <a:pt x="24135828" y="32622234"/>
                    <a:pt x="24154768" y="32603158"/>
                    <a:pt x="24161752" y="32588050"/>
                  </a:cubicBezTo>
                  <a:cubicBezTo>
                    <a:pt x="24168740" y="32572940"/>
                    <a:pt x="24188744" y="32553140"/>
                    <a:pt x="24206204" y="32544053"/>
                  </a:cubicBezTo>
                  <a:cubicBezTo>
                    <a:pt x="24223668" y="32534964"/>
                    <a:pt x="24244668" y="32514032"/>
                    <a:pt x="24252868" y="32497540"/>
                  </a:cubicBezTo>
                  <a:cubicBezTo>
                    <a:pt x="24261072" y="32481046"/>
                    <a:pt x="24280576" y="32461838"/>
                    <a:pt x="24296208" y="32454850"/>
                  </a:cubicBezTo>
                  <a:cubicBezTo>
                    <a:pt x="24311840" y="32447867"/>
                    <a:pt x="24333704" y="32425918"/>
                    <a:pt x="24344792" y="32406078"/>
                  </a:cubicBezTo>
                  <a:cubicBezTo>
                    <a:pt x="24355880" y="32386240"/>
                    <a:pt x="24376384" y="32365718"/>
                    <a:pt x="24390352" y="32360474"/>
                  </a:cubicBezTo>
                  <a:cubicBezTo>
                    <a:pt x="24404324" y="32355232"/>
                    <a:pt x="24421468" y="32338106"/>
                    <a:pt x="24428456" y="32322410"/>
                  </a:cubicBezTo>
                  <a:cubicBezTo>
                    <a:pt x="24435440" y="32306719"/>
                    <a:pt x="24455440" y="32286440"/>
                    <a:pt x="24472904" y="32277352"/>
                  </a:cubicBezTo>
                  <a:cubicBezTo>
                    <a:pt x="24490368" y="32268265"/>
                    <a:pt x="24511428" y="32247332"/>
                    <a:pt x="24519708" y="32230840"/>
                  </a:cubicBezTo>
                  <a:cubicBezTo>
                    <a:pt x="24527992" y="32214346"/>
                    <a:pt x="24547992" y="32194141"/>
                    <a:pt x="24564160" y="32185934"/>
                  </a:cubicBezTo>
                  <a:cubicBezTo>
                    <a:pt x="24580328" y="32177734"/>
                    <a:pt x="24599268" y="32158046"/>
                    <a:pt x="24606256" y="32142190"/>
                  </a:cubicBezTo>
                  <a:cubicBezTo>
                    <a:pt x="24616240" y="32119520"/>
                    <a:pt x="24874160" y="31855646"/>
                    <a:pt x="25046348" y="31691938"/>
                  </a:cubicBezTo>
                  <a:cubicBezTo>
                    <a:pt x="25061568" y="31677471"/>
                    <a:pt x="25191656" y="31538832"/>
                    <a:pt x="25335436" y="31383862"/>
                  </a:cubicBezTo>
                  <a:cubicBezTo>
                    <a:pt x="25539924" y="31163460"/>
                    <a:pt x="25946480" y="30739864"/>
                    <a:pt x="26071080" y="30617386"/>
                  </a:cubicBezTo>
                  <a:cubicBezTo>
                    <a:pt x="26080444" y="30608182"/>
                    <a:pt x="26100444" y="30588098"/>
                    <a:pt x="26115528" y="30572753"/>
                  </a:cubicBezTo>
                  <a:cubicBezTo>
                    <a:pt x="26130616" y="30557406"/>
                    <a:pt x="26150616" y="30537406"/>
                    <a:pt x="26159980" y="30528302"/>
                  </a:cubicBezTo>
                  <a:cubicBezTo>
                    <a:pt x="26169344" y="30519198"/>
                    <a:pt x="26189344" y="30499198"/>
                    <a:pt x="26204428" y="30483852"/>
                  </a:cubicBezTo>
                  <a:cubicBezTo>
                    <a:pt x="26219512" y="30468506"/>
                    <a:pt x="26239516" y="30448506"/>
                    <a:pt x="26248880" y="30439402"/>
                  </a:cubicBezTo>
                  <a:cubicBezTo>
                    <a:pt x="26258244" y="30430298"/>
                    <a:pt x="26278244" y="30410298"/>
                    <a:pt x="26293328" y="30394952"/>
                  </a:cubicBezTo>
                  <a:cubicBezTo>
                    <a:pt x="26332784" y="30354814"/>
                    <a:pt x="26348304" y="30340002"/>
                    <a:pt x="26410472" y="30283150"/>
                  </a:cubicBezTo>
                  <a:cubicBezTo>
                    <a:pt x="26441024" y="30255212"/>
                    <a:pt x="26476196" y="30216082"/>
                    <a:pt x="26488632" y="30196194"/>
                  </a:cubicBezTo>
                  <a:cubicBezTo>
                    <a:pt x="26501480" y="30175662"/>
                    <a:pt x="26527000" y="30156650"/>
                    <a:pt x="26547696" y="30152192"/>
                  </a:cubicBezTo>
                  <a:cubicBezTo>
                    <a:pt x="26569000" y="30147602"/>
                    <a:pt x="26589912" y="30131658"/>
                    <a:pt x="26598048" y="30113806"/>
                  </a:cubicBezTo>
                  <a:cubicBezTo>
                    <a:pt x="26605704" y="30097010"/>
                    <a:pt x="26625704" y="30077010"/>
                    <a:pt x="26642496" y="30069356"/>
                  </a:cubicBezTo>
                  <a:cubicBezTo>
                    <a:pt x="26659296" y="30061704"/>
                    <a:pt x="26679296" y="30041702"/>
                    <a:pt x="26686952" y="30024906"/>
                  </a:cubicBezTo>
                  <a:cubicBezTo>
                    <a:pt x="26694600" y="30008110"/>
                    <a:pt x="26714600" y="29988110"/>
                    <a:pt x="26731400" y="29980456"/>
                  </a:cubicBezTo>
                  <a:cubicBezTo>
                    <a:pt x="26748192" y="29972804"/>
                    <a:pt x="26768196" y="29952802"/>
                    <a:pt x="26775848" y="29936006"/>
                  </a:cubicBezTo>
                  <a:cubicBezTo>
                    <a:pt x="26783504" y="29919210"/>
                    <a:pt x="26803504" y="29899210"/>
                    <a:pt x="26820296" y="29891556"/>
                  </a:cubicBezTo>
                  <a:cubicBezTo>
                    <a:pt x="26837096" y="29883904"/>
                    <a:pt x="26857096" y="29863902"/>
                    <a:pt x="26864752" y="29847106"/>
                  </a:cubicBezTo>
                  <a:cubicBezTo>
                    <a:pt x="26872400" y="29830310"/>
                    <a:pt x="26892600" y="29810218"/>
                    <a:pt x="26909640" y="29802454"/>
                  </a:cubicBezTo>
                  <a:cubicBezTo>
                    <a:pt x="26926672" y="29794694"/>
                    <a:pt x="26943456" y="29777466"/>
                    <a:pt x="26946936" y="29764178"/>
                  </a:cubicBezTo>
                  <a:cubicBezTo>
                    <a:pt x="26950408" y="29750886"/>
                    <a:pt x="26967356" y="29727914"/>
                    <a:pt x="26984592" y="29713130"/>
                  </a:cubicBezTo>
                  <a:cubicBezTo>
                    <a:pt x="27001824" y="29698346"/>
                    <a:pt x="27021824" y="29678346"/>
                    <a:pt x="27029040" y="29668680"/>
                  </a:cubicBezTo>
                  <a:cubicBezTo>
                    <a:pt x="27036248" y="29659018"/>
                    <a:pt x="27056256" y="29639014"/>
                    <a:pt x="27073488" y="29624230"/>
                  </a:cubicBezTo>
                  <a:cubicBezTo>
                    <a:pt x="27090728" y="29609446"/>
                    <a:pt x="27110728" y="29589446"/>
                    <a:pt x="27117936" y="29579780"/>
                  </a:cubicBezTo>
                  <a:cubicBezTo>
                    <a:pt x="27125152" y="29570118"/>
                    <a:pt x="27145156" y="29550114"/>
                    <a:pt x="27162392" y="29535330"/>
                  </a:cubicBezTo>
                  <a:cubicBezTo>
                    <a:pt x="27179624" y="29520546"/>
                    <a:pt x="27199624" y="29500546"/>
                    <a:pt x="27206840" y="29490880"/>
                  </a:cubicBezTo>
                  <a:cubicBezTo>
                    <a:pt x="27214048" y="29481218"/>
                    <a:pt x="27234056" y="29461214"/>
                    <a:pt x="27251288" y="29446430"/>
                  </a:cubicBezTo>
                  <a:cubicBezTo>
                    <a:pt x="27290208" y="29413050"/>
                    <a:pt x="27306200" y="29391778"/>
                    <a:pt x="27365512" y="29294494"/>
                  </a:cubicBezTo>
                  <a:cubicBezTo>
                    <a:pt x="27378192" y="29273702"/>
                    <a:pt x="27403032" y="29255006"/>
                    <a:pt x="27423992" y="29250492"/>
                  </a:cubicBezTo>
                  <a:cubicBezTo>
                    <a:pt x="27445496" y="29245862"/>
                    <a:pt x="27466224" y="29229942"/>
                    <a:pt x="27474552" y="29211666"/>
                  </a:cubicBezTo>
                  <a:cubicBezTo>
                    <a:pt x="27482312" y="29194630"/>
                    <a:pt x="27499536" y="29177848"/>
                    <a:pt x="27512824" y="29174372"/>
                  </a:cubicBezTo>
                  <a:cubicBezTo>
                    <a:pt x="27526352" y="29170834"/>
                    <a:pt x="27543240" y="29148790"/>
                    <a:pt x="27551176" y="29124298"/>
                  </a:cubicBezTo>
                  <a:cubicBezTo>
                    <a:pt x="27561806" y="29091490"/>
                    <a:pt x="27574474" y="29078576"/>
                    <a:pt x="27601794" y="29072692"/>
                  </a:cubicBezTo>
                  <a:cubicBezTo>
                    <a:pt x="27623098" y="29068102"/>
                    <a:pt x="27644014" y="29052158"/>
                    <a:pt x="27652152" y="29034306"/>
                  </a:cubicBezTo>
                  <a:cubicBezTo>
                    <a:pt x="27659804" y="29017510"/>
                    <a:pt x="27679802" y="28997510"/>
                    <a:pt x="27696598" y="28989856"/>
                  </a:cubicBezTo>
                  <a:cubicBezTo>
                    <a:pt x="27713396" y="28982204"/>
                    <a:pt x="27733488" y="28962504"/>
                    <a:pt x="27741250" y="28945466"/>
                  </a:cubicBezTo>
                  <a:cubicBezTo>
                    <a:pt x="27749012" y="28928430"/>
                    <a:pt x="27766238" y="28911650"/>
                    <a:pt x="27779528" y="28908174"/>
                  </a:cubicBezTo>
                  <a:cubicBezTo>
                    <a:pt x="27793054" y="28904636"/>
                    <a:pt x="27809938" y="28882592"/>
                    <a:pt x="27817876" y="28858100"/>
                  </a:cubicBezTo>
                  <a:cubicBezTo>
                    <a:pt x="27828506" y="28825292"/>
                    <a:pt x="27841176" y="28812378"/>
                    <a:pt x="27868494" y="28806494"/>
                  </a:cubicBezTo>
                  <a:cubicBezTo>
                    <a:pt x="27889798" y="28801904"/>
                    <a:pt x="27910714" y="28785960"/>
                    <a:pt x="27918852" y="28768108"/>
                  </a:cubicBezTo>
                  <a:cubicBezTo>
                    <a:pt x="27926502" y="28751312"/>
                    <a:pt x="27946504" y="28731312"/>
                    <a:pt x="27963298" y="28723658"/>
                  </a:cubicBezTo>
                  <a:cubicBezTo>
                    <a:pt x="27980096" y="28716006"/>
                    <a:pt x="28000096" y="28696004"/>
                    <a:pt x="28007754" y="28679208"/>
                  </a:cubicBezTo>
                  <a:cubicBezTo>
                    <a:pt x="28015402" y="28662412"/>
                    <a:pt x="28035404" y="28642412"/>
                    <a:pt x="28052198" y="28634758"/>
                  </a:cubicBezTo>
                  <a:cubicBezTo>
                    <a:pt x="28068996" y="28627106"/>
                    <a:pt x="28088996" y="28607104"/>
                    <a:pt x="28096650" y="28590308"/>
                  </a:cubicBezTo>
                  <a:cubicBezTo>
                    <a:pt x="28104302" y="28573512"/>
                    <a:pt x="28124304" y="28553512"/>
                    <a:pt x="28141098" y="28545858"/>
                  </a:cubicBezTo>
                  <a:cubicBezTo>
                    <a:pt x="28159628" y="28537416"/>
                    <a:pt x="28174786" y="28516892"/>
                    <a:pt x="28179646" y="28493676"/>
                  </a:cubicBezTo>
                  <a:cubicBezTo>
                    <a:pt x="28185284" y="28466734"/>
                    <a:pt x="28250424" y="28391408"/>
                    <a:pt x="28399684" y="28239228"/>
                  </a:cubicBezTo>
                  <a:cubicBezTo>
                    <a:pt x="28516298" y="28120332"/>
                    <a:pt x="28716322" y="27913600"/>
                    <a:pt x="28844186" y="27779824"/>
                  </a:cubicBezTo>
                  <a:cubicBezTo>
                    <a:pt x="28972042" y="27646048"/>
                    <a:pt x="29169658" y="27443166"/>
                    <a:pt x="29283330" y="27328974"/>
                  </a:cubicBezTo>
                  <a:cubicBezTo>
                    <a:pt x="29397002" y="27214784"/>
                    <a:pt x="29499874" y="27105084"/>
                    <a:pt x="29511930" y="27085196"/>
                  </a:cubicBezTo>
                  <a:cubicBezTo>
                    <a:pt x="29524694" y="27064148"/>
                    <a:pt x="29549442" y="27045600"/>
                    <a:pt x="29571162" y="27040800"/>
                  </a:cubicBezTo>
                  <a:cubicBezTo>
                    <a:pt x="29592812" y="27036016"/>
                    <a:pt x="29616764" y="27018110"/>
                    <a:pt x="29628220" y="26998142"/>
                  </a:cubicBezTo>
                  <a:cubicBezTo>
                    <a:pt x="29639082" y="26979220"/>
                    <a:pt x="29659080" y="26958774"/>
                    <a:pt x="29672664" y="26952716"/>
                  </a:cubicBezTo>
                  <a:cubicBezTo>
                    <a:pt x="29686246" y="26946654"/>
                    <a:pt x="29700574" y="26927828"/>
                    <a:pt x="29704504" y="26910876"/>
                  </a:cubicBezTo>
                  <a:cubicBezTo>
                    <a:pt x="29708438" y="26893922"/>
                    <a:pt x="29719250" y="26880856"/>
                    <a:pt x="29728538" y="26881832"/>
                  </a:cubicBezTo>
                  <a:cubicBezTo>
                    <a:pt x="29737820" y="26882812"/>
                    <a:pt x="29790502" y="26834236"/>
                    <a:pt x="29845606" y="26773883"/>
                  </a:cubicBezTo>
                  <a:cubicBezTo>
                    <a:pt x="29900710" y="26713533"/>
                    <a:pt x="29955776" y="26653468"/>
                    <a:pt x="29967978" y="26640412"/>
                  </a:cubicBezTo>
                  <a:cubicBezTo>
                    <a:pt x="29980180" y="26627355"/>
                    <a:pt x="30003614" y="26610544"/>
                    <a:pt x="30020054" y="26603054"/>
                  </a:cubicBezTo>
                  <a:cubicBezTo>
                    <a:pt x="30036964" y="26595348"/>
                    <a:pt x="30054396" y="26572568"/>
                    <a:pt x="30060190" y="26550595"/>
                  </a:cubicBezTo>
                  <a:cubicBezTo>
                    <a:pt x="30065834" y="26529212"/>
                    <a:pt x="30083246" y="26506045"/>
                    <a:pt x="30098930" y="26499053"/>
                  </a:cubicBezTo>
                  <a:cubicBezTo>
                    <a:pt x="30114598" y="26492067"/>
                    <a:pt x="30136540" y="26475668"/>
                    <a:pt x="30147690" y="26462613"/>
                  </a:cubicBezTo>
                  <a:cubicBezTo>
                    <a:pt x="30158838" y="26449555"/>
                    <a:pt x="30181702" y="26432611"/>
                    <a:pt x="30198498" y="26424958"/>
                  </a:cubicBezTo>
                  <a:cubicBezTo>
                    <a:pt x="30215294" y="26417307"/>
                    <a:pt x="30235296" y="26397304"/>
                    <a:pt x="30242950" y="26380508"/>
                  </a:cubicBezTo>
                  <a:cubicBezTo>
                    <a:pt x="30250602" y="26363712"/>
                    <a:pt x="30270602" y="26343711"/>
                    <a:pt x="30287398" y="26336059"/>
                  </a:cubicBezTo>
                  <a:cubicBezTo>
                    <a:pt x="30304194" y="26328406"/>
                    <a:pt x="30324196" y="26308404"/>
                    <a:pt x="30331850" y="26291608"/>
                  </a:cubicBezTo>
                  <a:cubicBezTo>
                    <a:pt x="30339502" y="26274812"/>
                    <a:pt x="30359502" y="26254811"/>
                    <a:pt x="30376298" y="26247158"/>
                  </a:cubicBezTo>
                  <a:cubicBezTo>
                    <a:pt x="30393094" y="26239506"/>
                    <a:pt x="30413274" y="26219113"/>
                    <a:pt x="30421146" y="26201841"/>
                  </a:cubicBezTo>
                  <a:cubicBezTo>
                    <a:pt x="30429014" y="26184567"/>
                    <a:pt x="30448350" y="26158649"/>
                    <a:pt x="30464110" y="26144245"/>
                  </a:cubicBezTo>
                  <a:cubicBezTo>
                    <a:pt x="30479874" y="26129839"/>
                    <a:pt x="30499046" y="26110314"/>
                    <a:pt x="30506712" y="26100854"/>
                  </a:cubicBezTo>
                  <a:cubicBezTo>
                    <a:pt x="30514380" y="26091397"/>
                    <a:pt x="30536970" y="26074294"/>
                    <a:pt x="30556914" y="26062847"/>
                  </a:cubicBezTo>
                  <a:cubicBezTo>
                    <a:pt x="30578034" y="26050727"/>
                    <a:pt x="30595150" y="26028744"/>
                    <a:pt x="30597910" y="26010197"/>
                  </a:cubicBezTo>
                  <a:cubicBezTo>
                    <a:pt x="30600598" y="25992135"/>
                    <a:pt x="30615236" y="25972856"/>
                    <a:pt x="30631730" y="25965653"/>
                  </a:cubicBezTo>
                  <a:cubicBezTo>
                    <a:pt x="30647726" y="25958668"/>
                    <a:pt x="30670116" y="25941879"/>
                    <a:pt x="30681486" y="25928344"/>
                  </a:cubicBezTo>
                  <a:cubicBezTo>
                    <a:pt x="30692854" y="25914810"/>
                    <a:pt x="30715050" y="25891950"/>
                    <a:pt x="30730810" y="25877544"/>
                  </a:cubicBezTo>
                  <a:cubicBezTo>
                    <a:pt x="30746574" y="25863138"/>
                    <a:pt x="30765746" y="25843614"/>
                    <a:pt x="30773412" y="25834156"/>
                  </a:cubicBezTo>
                  <a:cubicBezTo>
                    <a:pt x="30781080" y="25824696"/>
                    <a:pt x="30801032" y="25804695"/>
                    <a:pt x="30817750" y="25789706"/>
                  </a:cubicBezTo>
                  <a:cubicBezTo>
                    <a:pt x="30834466" y="25774716"/>
                    <a:pt x="30851036" y="25757963"/>
                    <a:pt x="30854574" y="25752475"/>
                  </a:cubicBezTo>
                  <a:cubicBezTo>
                    <a:pt x="30858110" y="25746987"/>
                    <a:pt x="30872074" y="25726984"/>
                    <a:pt x="30885604" y="25708024"/>
                  </a:cubicBezTo>
                  <a:cubicBezTo>
                    <a:pt x="30899134" y="25689065"/>
                    <a:pt x="30918502" y="25659266"/>
                    <a:pt x="30928640" y="25641804"/>
                  </a:cubicBezTo>
                  <a:cubicBezTo>
                    <a:pt x="30938782" y="25624342"/>
                    <a:pt x="30960574" y="25603341"/>
                    <a:pt x="30977066" y="25595139"/>
                  </a:cubicBezTo>
                  <a:cubicBezTo>
                    <a:pt x="30993560" y="25586934"/>
                    <a:pt x="31012768" y="25567860"/>
                    <a:pt x="31019754" y="25552750"/>
                  </a:cubicBezTo>
                  <a:cubicBezTo>
                    <a:pt x="31026740" y="25537640"/>
                    <a:pt x="31046742" y="25517919"/>
                    <a:pt x="31064204" y="25508924"/>
                  </a:cubicBezTo>
                  <a:cubicBezTo>
                    <a:pt x="31081666" y="25499927"/>
                    <a:pt x="31101668" y="25479925"/>
                    <a:pt x="31108654" y="25464473"/>
                  </a:cubicBezTo>
                  <a:cubicBezTo>
                    <a:pt x="31115640" y="25449021"/>
                    <a:pt x="31135642" y="25429019"/>
                    <a:pt x="31153104" y="25420023"/>
                  </a:cubicBezTo>
                  <a:cubicBezTo>
                    <a:pt x="31170566" y="25411026"/>
                    <a:pt x="31190568" y="25391026"/>
                    <a:pt x="31197554" y="25375573"/>
                  </a:cubicBezTo>
                  <a:cubicBezTo>
                    <a:pt x="31204540" y="25360121"/>
                    <a:pt x="31224542" y="25340119"/>
                    <a:pt x="31242004" y="25331123"/>
                  </a:cubicBezTo>
                  <a:cubicBezTo>
                    <a:pt x="31259466" y="25322126"/>
                    <a:pt x="31279468" y="25302125"/>
                    <a:pt x="31286454" y="25286674"/>
                  </a:cubicBezTo>
                  <a:cubicBezTo>
                    <a:pt x="31293440" y="25271221"/>
                    <a:pt x="31313442" y="25251220"/>
                    <a:pt x="31330904" y="25242224"/>
                  </a:cubicBezTo>
                  <a:cubicBezTo>
                    <a:pt x="31348366" y="25233227"/>
                    <a:pt x="31368368" y="25213225"/>
                    <a:pt x="31375354" y="25197773"/>
                  </a:cubicBezTo>
                  <a:cubicBezTo>
                    <a:pt x="31382340" y="25182322"/>
                    <a:pt x="31402342" y="25162244"/>
                    <a:pt x="31419804" y="25153155"/>
                  </a:cubicBezTo>
                  <a:cubicBezTo>
                    <a:pt x="31437266" y="25144064"/>
                    <a:pt x="31458330" y="25123134"/>
                    <a:pt x="31466610" y="25106641"/>
                  </a:cubicBezTo>
                  <a:cubicBezTo>
                    <a:pt x="31474890" y="25090147"/>
                    <a:pt x="31494894" y="25069940"/>
                    <a:pt x="31511060" y="25061738"/>
                  </a:cubicBezTo>
                  <a:cubicBezTo>
                    <a:pt x="31527226" y="25053533"/>
                    <a:pt x="31546168" y="25034459"/>
                    <a:pt x="31553154" y="25019350"/>
                  </a:cubicBezTo>
                  <a:cubicBezTo>
                    <a:pt x="31560140" y="25004240"/>
                    <a:pt x="31580142" y="24984520"/>
                    <a:pt x="31597604" y="24975523"/>
                  </a:cubicBezTo>
                  <a:cubicBezTo>
                    <a:pt x="31615066" y="24966526"/>
                    <a:pt x="31635068" y="24945827"/>
                    <a:pt x="31642054" y="24929522"/>
                  </a:cubicBezTo>
                  <a:cubicBezTo>
                    <a:pt x="31649040" y="24913218"/>
                    <a:pt x="31749914" y="24802494"/>
                    <a:pt x="31866218" y="24683466"/>
                  </a:cubicBezTo>
                  <a:cubicBezTo>
                    <a:pt x="31982522" y="24564439"/>
                    <a:pt x="32185406" y="24354934"/>
                    <a:pt x="32317066" y="24217897"/>
                  </a:cubicBezTo>
                  <a:cubicBezTo>
                    <a:pt x="32448730" y="24080861"/>
                    <a:pt x="32667894" y="23855952"/>
                    <a:pt x="32804104" y="23718100"/>
                  </a:cubicBezTo>
                  <a:cubicBezTo>
                    <a:pt x="32940314" y="23580246"/>
                    <a:pt x="33063182" y="23451092"/>
                    <a:pt x="33077154" y="23431092"/>
                  </a:cubicBezTo>
                  <a:cubicBezTo>
                    <a:pt x="33091798" y="23410128"/>
                    <a:pt x="33115214" y="23394014"/>
                    <a:pt x="33132454" y="23393039"/>
                  </a:cubicBezTo>
                  <a:cubicBezTo>
                    <a:pt x="33154466" y="23391797"/>
                    <a:pt x="33166184" y="23379964"/>
                    <a:pt x="33176902" y="23348147"/>
                  </a:cubicBezTo>
                  <a:cubicBezTo>
                    <a:pt x="33187706" y="23316068"/>
                    <a:pt x="33199156" y="23304617"/>
                    <a:pt x="33221354" y="23303696"/>
                  </a:cubicBezTo>
                  <a:cubicBezTo>
                    <a:pt x="33243546" y="23302772"/>
                    <a:pt x="33254998" y="23291323"/>
                    <a:pt x="33265802" y="23259246"/>
                  </a:cubicBezTo>
                  <a:cubicBezTo>
                    <a:pt x="33276606" y="23227168"/>
                    <a:pt x="33288056" y="23215718"/>
                    <a:pt x="33310254" y="23214795"/>
                  </a:cubicBezTo>
                  <a:cubicBezTo>
                    <a:pt x="33332446" y="23213873"/>
                    <a:pt x="33343898" y="23202422"/>
                    <a:pt x="33354702" y="23170345"/>
                  </a:cubicBezTo>
                  <a:cubicBezTo>
                    <a:pt x="33365506" y="23138267"/>
                    <a:pt x="33376956" y="23126818"/>
                    <a:pt x="33399154" y="23125897"/>
                  </a:cubicBezTo>
                  <a:cubicBezTo>
                    <a:pt x="33421346" y="23124973"/>
                    <a:pt x="33432798" y="23113523"/>
                    <a:pt x="33443602" y="23081446"/>
                  </a:cubicBezTo>
                  <a:cubicBezTo>
                    <a:pt x="33454330" y="23049590"/>
                    <a:pt x="33465866" y="23037957"/>
                    <a:pt x="33487504" y="23037169"/>
                  </a:cubicBezTo>
                  <a:cubicBezTo>
                    <a:pt x="33506176" y="23036490"/>
                    <a:pt x="33522326" y="23024083"/>
                    <a:pt x="33531902" y="23003070"/>
                  </a:cubicBezTo>
                  <a:cubicBezTo>
                    <a:pt x="33540180" y="22984901"/>
                    <a:pt x="33560518" y="22958249"/>
                    <a:pt x="33577090" y="22943844"/>
                  </a:cubicBezTo>
                  <a:cubicBezTo>
                    <a:pt x="33593666" y="22929438"/>
                    <a:pt x="33613126" y="22909747"/>
                    <a:pt x="33620338" y="22900084"/>
                  </a:cubicBezTo>
                  <a:cubicBezTo>
                    <a:pt x="33627550" y="22890419"/>
                    <a:pt x="33647556" y="22870418"/>
                    <a:pt x="33664790" y="22855635"/>
                  </a:cubicBezTo>
                  <a:cubicBezTo>
                    <a:pt x="33682026" y="22840849"/>
                    <a:pt x="33702026" y="22820848"/>
                    <a:pt x="33709238" y="22811185"/>
                  </a:cubicBezTo>
                  <a:cubicBezTo>
                    <a:pt x="33716450" y="22801520"/>
                    <a:pt x="33736456" y="22781517"/>
                    <a:pt x="33753690" y="22766736"/>
                  </a:cubicBezTo>
                  <a:cubicBezTo>
                    <a:pt x="33770926" y="22751948"/>
                    <a:pt x="33790926" y="22731948"/>
                    <a:pt x="33798138" y="22722285"/>
                  </a:cubicBezTo>
                  <a:cubicBezTo>
                    <a:pt x="33805350" y="22712619"/>
                    <a:pt x="33825356" y="22692617"/>
                    <a:pt x="33842590" y="22677834"/>
                  </a:cubicBezTo>
                  <a:cubicBezTo>
                    <a:pt x="33859826" y="22663049"/>
                    <a:pt x="33879826" y="22643047"/>
                    <a:pt x="33887038" y="22633385"/>
                  </a:cubicBezTo>
                  <a:cubicBezTo>
                    <a:pt x="33894250" y="22623719"/>
                    <a:pt x="33913590" y="22603718"/>
                    <a:pt x="33930010" y="22588935"/>
                  </a:cubicBezTo>
                  <a:cubicBezTo>
                    <a:pt x="33946434" y="22574148"/>
                    <a:pt x="33966146" y="22554315"/>
                    <a:pt x="33973812" y="22544856"/>
                  </a:cubicBezTo>
                  <a:cubicBezTo>
                    <a:pt x="33981480" y="22535396"/>
                    <a:pt x="34001482" y="22515395"/>
                    <a:pt x="34018262" y="22500407"/>
                  </a:cubicBezTo>
                  <a:cubicBezTo>
                    <a:pt x="34035040" y="22485417"/>
                    <a:pt x="34055046" y="22465415"/>
                    <a:pt x="34062712" y="22455956"/>
                  </a:cubicBezTo>
                  <a:cubicBezTo>
                    <a:pt x="34070380" y="22446497"/>
                    <a:pt x="34090382" y="22426494"/>
                    <a:pt x="34107162" y="22411506"/>
                  </a:cubicBezTo>
                  <a:cubicBezTo>
                    <a:pt x="34123940" y="22396517"/>
                    <a:pt x="34143946" y="22376514"/>
                    <a:pt x="34151612" y="22367057"/>
                  </a:cubicBezTo>
                  <a:cubicBezTo>
                    <a:pt x="34159280" y="22357596"/>
                    <a:pt x="34179282" y="22337594"/>
                    <a:pt x="34196062" y="22322608"/>
                  </a:cubicBezTo>
                  <a:cubicBezTo>
                    <a:pt x="34212840" y="22307616"/>
                    <a:pt x="34232846" y="22287615"/>
                    <a:pt x="34240512" y="22278157"/>
                  </a:cubicBezTo>
                  <a:cubicBezTo>
                    <a:pt x="34248180" y="22268696"/>
                    <a:pt x="34268182" y="22248695"/>
                    <a:pt x="34284962" y="22233706"/>
                  </a:cubicBezTo>
                  <a:cubicBezTo>
                    <a:pt x="34301740" y="22218717"/>
                    <a:pt x="34318778" y="22195024"/>
                    <a:pt x="34322824" y="22181054"/>
                  </a:cubicBezTo>
                  <a:cubicBezTo>
                    <a:pt x="34326866" y="22167085"/>
                    <a:pt x="34341606" y="22147081"/>
                    <a:pt x="34355574" y="22136603"/>
                  </a:cubicBezTo>
                  <a:cubicBezTo>
                    <a:pt x="34369542" y="22126126"/>
                    <a:pt x="34390506" y="22101157"/>
                    <a:pt x="34402162" y="22081116"/>
                  </a:cubicBezTo>
                  <a:cubicBezTo>
                    <a:pt x="34415938" y="22057432"/>
                    <a:pt x="34433950" y="22044535"/>
                    <a:pt x="34453626" y="22044266"/>
                  </a:cubicBezTo>
                  <a:cubicBezTo>
                    <a:pt x="34476762" y="22043951"/>
                    <a:pt x="34487234" y="22033544"/>
                    <a:pt x="34498074" y="22000098"/>
                  </a:cubicBezTo>
                  <a:cubicBezTo>
                    <a:pt x="34508706" y="21967291"/>
                    <a:pt x="34521374" y="21954378"/>
                    <a:pt x="34548694" y="21948495"/>
                  </a:cubicBezTo>
                  <a:cubicBezTo>
                    <a:pt x="34569998" y="21943906"/>
                    <a:pt x="34590914" y="21927962"/>
                    <a:pt x="34599050" y="21910108"/>
                  </a:cubicBezTo>
                  <a:cubicBezTo>
                    <a:pt x="34606702" y="21893313"/>
                    <a:pt x="34626702" y="21873311"/>
                    <a:pt x="34643498" y="21865659"/>
                  </a:cubicBezTo>
                  <a:cubicBezTo>
                    <a:pt x="34660294" y="21858007"/>
                    <a:pt x="34680296" y="21838004"/>
                    <a:pt x="34687950" y="21821210"/>
                  </a:cubicBezTo>
                  <a:cubicBezTo>
                    <a:pt x="34695602" y="21804413"/>
                    <a:pt x="34715602" y="21784412"/>
                    <a:pt x="34732398" y="21776759"/>
                  </a:cubicBezTo>
                  <a:cubicBezTo>
                    <a:pt x="34749194" y="21769106"/>
                    <a:pt x="34769196" y="21749105"/>
                    <a:pt x="34776850" y="21732309"/>
                  </a:cubicBezTo>
                  <a:cubicBezTo>
                    <a:pt x="34784502" y="21715513"/>
                    <a:pt x="34804502" y="21695512"/>
                    <a:pt x="34821298" y="21687858"/>
                  </a:cubicBezTo>
                  <a:cubicBezTo>
                    <a:pt x="34838094" y="21680207"/>
                    <a:pt x="34858096" y="21660203"/>
                    <a:pt x="34865750" y="21643409"/>
                  </a:cubicBezTo>
                  <a:cubicBezTo>
                    <a:pt x="34873402" y="21626612"/>
                    <a:pt x="34893402" y="21606612"/>
                    <a:pt x="34910198" y="21598960"/>
                  </a:cubicBezTo>
                  <a:cubicBezTo>
                    <a:pt x="34926994" y="21591307"/>
                    <a:pt x="34947086" y="21571106"/>
                    <a:pt x="34954850" y="21554072"/>
                  </a:cubicBezTo>
                  <a:cubicBezTo>
                    <a:pt x="34962610" y="21537032"/>
                    <a:pt x="34979838" y="21520250"/>
                    <a:pt x="34993126" y="21516774"/>
                  </a:cubicBezTo>
                  <a:cubicBezTo>
                    <a:pt x="35006654" y="21513237"/>
                    <a:pt x="35023538" y="21491191"/>
                    <a:pt x="35031474" y="21466698"/>
                  </a:cubicBezTo>
                  <a:cubicBezTo>
                    <a:pt x="35042106" y="21433892"/>
                    <a:pt x="35054774" y="21420978"/>
                    <a:pt x="35082094" y="21415095"/>
                  </a:cubicBezTo>
                  <a:cubicBezTo>
                    <a:pt x="35103398" y="21410506"/>
                    <a:pt x="35124314" y="21394563"/>
                    <a:pt x="35132450" y="21376709"/>
                  </a:cubicBezTo>
                  <a:cubicBezTo>
                    <a:pt x="35140102" y="21359913"/>
                    <a:pt x="35160102" y="21339913"/>
                    <a:pt x="35176898" y="21332258"/>
                  </a:cubicBezTo>
                  <a:cubicBezTo>
                    <a:pt x="35195582" y="21323744"/>
                    <a:pt x="35210510" y="21303386"/>
                    <a:pt x="35215352" y="21279799"/>
                  </a:cubicBezTo>
                  <a:cubicBezTo>
                    <a:pt x="35221060" y="21251998"/>
                    <a:pt x="35279926" y="21185113"/>
                    <a:pt x="35426562" y="21039818"/>
                  </a:cubicBezTo>
                  <a:cubicBezTo>
                    <a:pt x="35538370" y="20929026"/>
                    <a:pt x="35635562" y="20829013"/>
                    <a:pt x="35642534" y="20817568"/>
                  </a:cubicBezTo>
                  <a:cubicBezTo>
                    <a:pt x="35654698" y="20797603"/>
                    <a:pt x="35838700" y="20604986"/>
                    <a:pt x="36325498" y="20102620"/>
                  </a:cubicBezTo>
                  <a:cubicBezTo>
                    <a:pt x="36449662" y="19974488"/>
                    <a:pt x="36564674" y="19861795"/>
                    <a:pt x="36581086" y="19852191"/>
                  </a:cubicBezTo>
                  <a:cubicBezTo>
                    <a:pt x="36597500" y="19842587"/>
                    <a:pt x="36620930" y="19824727"/>
                    <a:pt x="36633154" y="19812503"/>
                  </a:cubicBezTo>
                  <a:lnTo>
                    <a:pt x="36810954" y="19634704"/>
                  </a:lnTo>
                  <a:cubicBezTo>
                    <a:pt x="36823178" y="19622480"/>
                    <a:pt x="36840940" y="19598906"/>
                    <a:pt x="36850424" y="19582317"/>
                  </a:cubicBezTo>
                  <a:cubicBezTo>
                    <a:pt x="36859910" y="19565726"/>
                    <a:pt x="36893132" y="19529293"/>
                    <a:pt x="36924254" y="19500859"/>
                  </a:cubicBezTo>
                  <a:cubicBezTo>
                    <a:pt x="36955374" y="19472914"/>
                    <a:pt x="36990990" y="19439370"/>
                    <a:pt x="37003398" y="19426318"/>
                  </a:cubicBezTo>
                  <a:cubicBezTo>
                    <a:pt x="37015810" y="19413253"/>
                    <a:pt x="37039702" y="19396323"/>
                    <a:pt x="37056498" y="19388674"/>
                  </a:cubicBezTo>
                  <a:cubicBezTo>
                    <a:pt x="37073294" y="19381006"/>
                    <a:pt x="37093296" y="19361020"/>
                    <a:pt x="37100950" y="19344210"/>
                  </a:cubicBezTo>
                  <a:cubicBezTo>
                    <a:pt x="37108602" y="19327419"/>
                    <a:pt x="37128602" y="19307414"/>
                    <a:pt x="37145398" y="19299765"/>
                  </a:cubicBezTo>
                  <a:cubicBezTo>
                    <a:pt x="37162194" y="19292116"/>
                    <a:pt x="37182196" y="19272111"/>
                    <a:pt x="37189850" y="19255307"/>
                  </a:cubicBezTo>
                  <a:cubicBezTo>
                    <a:pt x="37197502" y="19238516"/>
                    <a:pt x="37217502" y="19218511"/>
                    <a:pt x="37234298" y="19210862"/>
                  </a:cubicBezTo>
                  <a:cubicBezTo>
                    <a:pt x="37251094" y="19203213"/>
                    <a:pt x="37271096" y="19183208"/>
                    <a:pt x="37278750" y="19166417"/>
                  </a:cubicBezTo>
                  <a:cubicBezTo>
                    <a:pt x="37286402" y="19149613"/>
                    <a:pt x="37306366" y="19129640"/>
                    <a:pt x="37323114" y="19121997"/>
                  </a:cubicBezTo>
                  <a:cubicBezTo>
                    <a:pt x="37340650" y="19114013"/>
                    <a:pt x="37353626" y="19097146"/>
                    <a:pt x="37353708" y="19082240"/>
                  </a:cubicBezTo>
                  <a:cubicBezTo>
                    <a:pt x="37353786" y="19068005"/>
                    <a:pt x="37365998" y="19046349"/>
                    <a:pt x="37380850" y="19034113"/>
                  </a:cubicBezTo>
                  <a:cubicBezTo>
                    <a:pt x="37395702" y="19021852"/>
                    <a:pt x="37419282" y="18994900"/>
                    <a:pt x="37433254" y="18974180"/>
                  </a:cubicBezTo>
                  <a:cubicBezTo>
                    <a:pt x="37448326" y="18951847"/>
                    <a:pt x="37470810" y="18935853"/>
                    <a:pt x="37488554" y="18934847"/>
                  </a:cubicBezTo>
                  <a:cubicBezTo>
                    <a:pt x="37510566" y="18933607"/>
                    <a:pt x="37522284" y="18921776"/>
                    <a:pt x="37533002" y="18889959"/>
                  </a:cubicBezTo>
                  <a:cubicBezTo>
                    <a:pt x="37543806" y="18857870"/>
                    <a:pt x="37555256" y="18846425"/>
                    <a:pt x="37577454" y="18845514"/>
                  </a:cubicBezTo>
                  <a:cubicBezTo>
                    <a:pt x="37599646" y="18844584"/>
                    <a:pt x="37611098" y="18833139"/>
                    <a:pt x="37621902" y="18801050"/>
                  </a:cubicBezTo>
                  <a:cubicBezTo>
                    <a:pt x="37632706" y="18768967"/>
                    <a:pt x="37644156" y="18757516"/>
                    <a:pt x="37666354" y="18756605"/>
                  </a:cubicBezTo>
                  <a:cubicBezTo>
                    <a:pt x="37688482" y="18755675"/>
                    <a:pt x="37700032" y="18744211"/>
                    <a:pt x="37710802" y="18712451"/>
                  </a:cubicBezTo>
                  <a:cubicBezTo>
                    <a:pt x="37722120" y="18679090"/>
                    <a:pt x="37734188" y="18667873"/>
                    <a:pt x="37765090" y="18662027"/>
                  </a:cubicBezTo>
                  <a:cubicBezTo>
                    <a:pt x="37795716" y="18656219"/>
                    <a:pt x="37806140" y="18646710"/>
                    <a:pt x="37810538" y="18620473"/>
                  </a:cubicBezTo>
                  <a:cubicBezTo>
                    <a:pt x="37813882" y="18600544"/>
                    <a:pt x="37828408" y="18581197"/>
                    <a:pt x="37845610" y="18573757"/>
                  </a:cubicBezTo>
                  <a:cubicBezTo>
                    <a:pt x="37861762" y="18566772"/>
                    <a:pt x="37880864" y="18552714"/>
                    <a:pt x="37888062" y="18542522"/>
                  </a:cubicBezTo>
                  <a:lnTo>
                    <a:pt x="37923934" y="18491725"/>
                  </a:lnTo>
                  <a:cubicBezTo>
                    <a:pt x="37959982" y="18440662"/>
                    <a:pt x="37988790" y="18413065"/>
                    <a:pt x="38021698" y="18398058"/>
                  </a:cubicBezTo>
                  <a:cubicBezTo>
                    <a:pt x="38038494" y="18390409"/>
                    <a:pt x="38058496" y="18370404"/>
                    <a:pt x="38066150" y="18353613"/>
                  </a:cubicBezTo>
                  <a:cubicBezTo>
                    <a:pt x="38073802" y="18336822"/>
                    <a:pt x="38093802" y="18316817"/>
                    <a:pt x="38110598" y="18309168"/>
                  </a:cubicBezTo>
                  <a:cubicBezTo>
                    <a:pt x="38127394" y="18301506"/>
                    <a:pt x="38147396" y="18281514"/>
                    <a:pt x="38155050" y="18264710"/>
                  </a:cubicBezTo>
                  <a:cubicBezTo>
                    <a:pt x="38162702" y="18247919"/>
                    <a:pt x="38182702" y="18227914"/>
                    <a:pt x="38199498" y="18220265"/>
                  </a:cubicBezTo>
                  <a:cubicBezTo>
                    <a:pt x="38216294" y="18212616"/>
                    <a:pt x="38236296" y="18192611"/>
                    <a:pt x="38243950" y="18175820"/>
                  </a:cubicBezTo>
                  <a:cubicBezTo>
                    <a:pt x="38251602" y="18159010"/>
                    <a:pt x="38271602" y="18139011"/>
                    <a:pt x="38288398" y="18131362"/>
                  </a:cubicBezTo>
                  <a:cubicBezTo>
                    <a:pt x="38305194" y="18123707"/>
                    <a:pt x="38325062" y="18103993"/>
                    <a:pt x="38332554" y="18087556"/>
                  </a:cubicBezTo>
                  <a:cubicBezTo>
                    <a:pt x="38340046" y="18071132"/>
                    <a:pt x="38357936" y="18047350"/>
                    <a:pt x="38372314" y="18034722"/>
                  </a:cubicBezTo>
                  <a:cubicBezTo>
                    <a:pt x="38386690" y="18022100"/>
                    <a:pt x="38404168" y="17998957"/>
                    <a:pt x="38411154" y="17983292"/>
                  </a:cubicBezTo>
                  <a:cubicBezTo>
                    <a:pt x="38418360" y="17967121"/>
                    <a:pt x="38439614" y="17951532"/>
                    <a:pt x="38460294" y="17947230"/>
                  </a:cubicBezTo>
                  <a:cubicBezTo>
                    <a:pt x="38481788" y="17942757"/>
                    <a:pt x="38502442" y="17927130"/>
                    <a:pt x="38510650" y="17909118"/>
                  </a:cubicBezTo>
                  <a:cubicBezTo>
                    <a:pt x="38518302" y="17892314"/>
                    <a:pt x="38538302" y="17872328"/>
                    <a:pt x="38555098" y="17864660"/>
                  </a:cubicBezTo>
                  <a:cubicBezTo>
                    <a:pt x="38571894" y="17857011"/>
                    <a:pt x="38591896" y="17837006"/>
                    <a:pt x="38599550" y="17820215"/>
                  </a:cubicBezTo>
                  <a:cubicBezTo>
                    <a:pt x="38607202" y="17803424"/>
                    <a:pt x="38627202" y="17783419"/>
                    <a:pt x="38643998" y="17775770"/>
                  </a:cubicBezTo>
                  <a:cubicBezTo>
                    <a:pt x="38662634" y="17767267"/>
                    <a:pt x="38677656" y="17746838"/>
                    <a:pt x="38682546" y="17723309"/>
                  </a:cubicBezTo>
                  <a:cubicBezTo>
                    <a:pt x="38688222" y="17695984"/>
                    <a:pt x="38752160" y="17621898"/>
                    <a:pt x="38902162" y="17468868"/>
                  </a:cubicBezTo>
                  <a:cubicBezTo>
                    <a:pt x="39018546" y="17350116"/>
                    <a:pt x="39218570" y="17143764"/>
                    <a:pt x="39346662" y="17010296"/>
                  </a:cubicBezTo>
                  <a:cubicBezTo>
                    <a:pt x="39474754" y="16876828"/>
                    <a:pt x="39696714" y="16648744"/>
                    <a:pt x="39839904" y="16503445"/>
                  </a:cubicBezTo>
                  <a:cubicBezTo>
                    <a:pt x="39983094" y="16358146"/>
                    <a:pt x="40105968" y="16228069"/>
                    <a:pt x="40112954" y="16214378"/>
                  </a:cubicBezTo>
                  <a:cubicBezTo>
                    <a:pt x="40119940" y="16200693"/>
                    <a:pt x="40142444" y="16185914"/>
                    <a:pt x="40162962" y="16181536"/>
                  </a:cubicBezTo>
                  <a:cubicBezTo>
                    <a:pt x="40190676" y="16175608"/>
                    <a:pt x="40203742" y="16162923"/>
                    <a:pt x="40213762" y="16132213"/>
                  </a:cubicBezTo>
                  <a:cubicBezTo>
                    <a:pt x="40223698" y="16101750"/>
                    <a:pt x="40235134" y="16090520"/>
                    <a:pt x="40257154" y="16089609"/>
                  </a:cubicBezTo>
                  <a:cubicBezTo>
                    <a:pt x="40279346" y="16088679"/>
                    <a:pt x="40290798" y="16077234"/>
                    <a:pt x="40301602" y="16045145"/>
                  </a:cubicBezTo>
                  <a:cubicBezTo>
                    <a:pt x="40312406" y="16013075"/>
                    <a:pt x="40323856" y="16001630"/>
                    <a:pt x="40346054" y="16000700"/>
                  </a:cubicBezTo>
                  <a:cubicBezTo>
                    <a:pt x="40368246" y="15999776"/>
                    <a:pt x="40379698" y="15988325"/>
                    <a:pt x="40390502" y="15956255"/>
                  </a:cubicBezTo>
                  <a:cubicBezTo>
                    <a:pt x="40401230" y="15924400"/>
                    <a:pt x="40412766" y="15912765"/>
                    <a:pt x="40434404" y="15911968"/>
                  </a:cubicBezTo>
                  <a:cubicBezTo>
                    <a:pt x="40453076" y="15911291"/>
                    <a:pt x="40469226" y="15898897"/>
                    <a:pt x="40478802" y="15877886"/>
                  </a:cubicBezTo>
                  <a:cubicBezTo>
                    <a:pt x="40487080" y="15859703"/>
                    <a:pt x="40509338" y="15835959"/>
                    <a:pt x="40528266" y="15825096"/>
                  </a:cubicBezTo>
                  <a:cubicBezTo>
                    <a:pt x="40547766" y="15813904"/>
                    <a:pt x="40564726" y="15791552"/>
                    <a:pt x="40567410" y="15773508"/>
                  </a:cubicBezTo>
                  <a:cubicBezTo>
                    <a:pt x="40570062" y="15755673"/>
                    <a:pt x="40584776" y="15736073"/>
                    <a:pt x="40600838" y="15728968"/>
                  </a:cubicBezTo>
                  <a:cubicBezTo>
                    <a:pt x="40616616" y="15721977"/>
                    <a:pt x="40636966" y="15701972"/>
                    <a:pt x="40646054" y="15684504"/>
                  </a:cubicBezTo>
                  <a:cubicBezTo>
                    <a:pt x="40655142" y="15667055"/>
                    <a:pt x="40676074" y="15646044"/>
                    <a:pt x="40692566" y="15637838"/>
                  </a:cubicBezTo>
                  <a:cubicBezTo>
                    <a:pt x="40709060" y="15629639"/>
                    <a:pt x="40728268" y="15610140"/>
                    <a:pt x="40735254" y="15594513"/>
                  </a:cubicBezTo>
                  <a:cubicBezTo>
                    <a:pt x="40742240" y="15578886"/>
                    <a:pt x="40763686" y="15557021"/>
                    <a:pt x="40782914" y="15545924"/>
                  </a:cubicBezTo>
                  <a:cubicBezTo>
                    <a:pt x="40802140" y="15534827"/>
                    <a:pt x="40824146" y="15518017"/>
                    <a:pt x="40831812" y="15508571"/>
                  </a:cubicBezTo>
                  <a:cubicBezTo>
                    <a:pt x="40839480" y="15499100"/>
                    <a:pt x="40859482" y="15479095"/>
                    <a:pt x="40876262" y="15464126"/>
                  </a:cubicBezTo>
                  <a:cubicBezTo>
                    <a:pt x="40893040" y="15449119"/>
                    <a:pt x="40913046" y="15429114"/>
                    <a:pt x="40920712" y="15419662"/>
                  </a:cubicBezTo>
                  <a:cubicBezTo>
                    <a:pt x="40928380" y="15410197"/>
                    <a:pt x="40948382" y="15390205"/>
                    <a:pt x="40965162" y="15375217"/>
                  </a:cubicBezTo>
                  <a:cubicBezTo>
                    <a:pt x="40981940" y="15360216"/>
                    <a:pt x="41001946" y="15340224"/>
                    <a:pt x="41009612" y="15330759"/>
                  </a:cubicBezTo>
                  <a:cubicBezTo>
                    <a:pt x="41017280" y="15321307"/>
                    <a:pt x="41037282" y="15301302"/>
                    <a:pt x="41054062" y="15286314"/>
                  </a:cubicBezTo>
                  <a:cubicBezTo>
                    <a:pt x="41070840" y="15271326"/>
                    <a:pt x="41090846" y="15251321"/>
                    <a:pt x="41098512" y="15241869"/>
                  </a:cubicBezTo>
                  <a:cubicBezTo>
                    <a:pt x="41106180" y="15232398"/>
                    <a:pt x="41126182" y="15212393"/>
                    <a:pt x="41142962" y="15197411"/>
                  </a:cubicBezTo>
                  <a:cubicBezTo>
                    <a:pt x="41159740" y="15182417"/>
                    <a:pt x="41179746" y="15162418"/>
                    <a:pt x="41187412" y="15152960"/>
                  </a:cubicBezTo>
                  <a:cubicBezTo>
                    <a:pt x="41195080" y="15143495"/>
                    <a:pt x="41215082" y="15123509"/>
                    <a:pt x="41231862" y="15108521"/>
                  </a:cubicBezTo>
                  <a:cubicBezTo>
                    <a:pt x="41248640" y="15093527"/>
                    <a:pt x="41268646" y="15073528"/>
                    <a:pt x="41276312" y="15064057"/>
                  </a:cubicBezTo>
                  <a:cubicBezTo>
                    <a:pt x="41283980" y="15054605"/>
                    <a:pt x="41303982" y="15034600"/>
                    <a:pt x="41320762" y="15019612"/>
                  </a:cubicBezTo>
                  <a:cubicBezTo>
                    <a:pt x="41337540" y="15004624"/>
                    <a:pt x="41354608" y="14980937"/>
                    <a:pt x="41358690" y="14966955"/>
                  </a:cubicBezTo>
                  <a:cubicBezTo>
                    <a:pt x="41362772" y="14952992"/>
                    <a:pt x="41378474" y="14931342"/>
                    <a:pt x="41393582" y="14918853"/>
                  </a:cubicBezTo>
                  <a:cubicBezTo>
                    <a:pt x="41408692" y="14906383"/>
                    <a:pt x="41427766" y="14883512"/>
                    <a:pt x="41435970" y="14868056"/>
                  </a:cubicBezTo>
                  <a:cubicBezTo>
                    <a:pt x="41444172" y="14852606"/>
                    <a:pt x="41463674" y="14834246"/>
                    <a:pt x="41479308" y="14827255"/>
                  </a:cubicBezTo>
                  <a:cubicBezTo>
                    <a:pt x="41494942" y="14820270"/>
                    <a:pt x="41516802" y="14798323"/>
                    <a:pt x="41527890" y="14778495"/>
                  </a:cubicBezTo>
                  <a:cubicBezTo>
                    <a:pt x="41538982" y="14758648"/>
                    <a:pt x="41559482" y="14738042"/>
                    <a:pt x="41573454" y="14732715"/>
                  </a:cubicBezTo>
                  <a:cubicBezTo>
                    <a:pt x="41587426" y="14727375"/>
                    <a:pt x="41605630" y="14709319"/>
                    <a:pt x="41613910" y="14692591"/>
                  </a:cubicBezTo>
                  <a:cubicBezTo>
                    <a:pt x="41622190" y="14675857"/>
                    <a:pt x="41642194" y="14655390"/>
                    <a:pt x="41658360" y="14647102"/>
                  </a:cubicBezTo>
                  <a:cubicBezTo>
                    <a:pt x="41674526" y="14638833"/>
                    <a:pt x="41694466" y="14618828"/>
                    <a:pt x="41702670" y="14602657"/>
                  </a:cubicBezTo>
                  <a:cubicBezTo>
                    <a:pt x="41710872" y="14586486"/>
                    <a:pt x="41730374" y="14567544"/>
                    <a:pt x="41746008" y="14560559"/>
                  </a:cubicBezTo>
                  <a:cubicBezTo>
                    <a:pt x="41761642" y="14553568"/>
                    <a:pt x="41783502" y="14531469"/>
                    <a:pt x="41794590" y="14511426"/>
                  </a:cubicBezTo>
                  <a:cubicBezTo>
                    <a:pt x="41807864" y="14487435"/>
                    <a:pt x="41825102" y="14474845"/>
                    <a:pt x="41845026" y="14474573"/>
                  </a:cubicBezTo>
                  <a:cubicBezTo>
                    <a:pt x="41868218" y="14474263"/>
                    <a:pt x="41878610" y="14463862"/>
                    <a:pt x="41889474" y="14430115"/>
                  </a:cubicBezTo>
                  <a:cubicBezTo>
                    <a:pt x="41900338" y="14396381"/>
                    <a:pt x="41910734" y="14385999"/>
                    <a:pt x="41933926" y="14385670"/>
                  </a:cubicBezTo>
                  <a:cubicBezTo>
                    <a:pt x="41957118" y="14385360"/>
                    <a:pt x="41967510" y="14374978"/>
                    <a:pt x="41978374" y="14341225"/>
                  </a:cubicBezTo>
                  <a:cubicBezTo>
                    <a:pt x="41989238" y="14307491"/>
                    <a:pt x="41999634" y="14297090"/>
                    <a:pt x="42022826" y="14296780"/>
                  </a:cubicBezTo>
                  <a:cubicBezTo>
                    <a:pt x="42046018" y="14296451"/>
                    <a:pt x="42056410" y="14286069"/>
                    <a:pt x="42067274" y="14252316"/>
                  </a:cubicBezTo>
                  <a:cubicBezTo>
                    <a:pt x="42078138" y="14218582"/>
                    <a:pt x="42088534" y="14208181"/>
                    <a:pt x="42111726" y="14207871"/>
                  </a:cubicBezTo>
                  <a:cubicBezTo>
                    <a:pt x="42134842" y="14207561"/>
                    <a:pt x="42145346" y="14197147"/>
                    <a:pt x="42156174" y="14163799"/>
                  </a:cubicBezTo>
                  <a:cubicBezTo>
                    <a:pt x="42163974" y="14139764"/>
                    <a:pt x="42181782" y="14115830"/>
                    <a:pt x="42195754" y="14110579"/>
                  </a:cubicBezTo>
                  <a:cubicBezTo>
                    <a:pt x="42209726" y="14105353"/>
                    <a:pt x="42226868" y="14087461"/>
                    <a:pt x="42233854" y="14070841"/>
                  </a:cubicBezTo>
                  <a:cubicBezTo>
                    <a:pt x="42247280" y="14038897"/>
                    <a:pt x="42266066" y="14017064"/>
                    <a:pt x="42402574" y="13874770"/>
                  </a:cubicBezTo>
                  <a:cubicBezTo>
                    <a:pt x="42449478" y="13825871"/>
                    <a:pt x="42505726" y="13762996"/>
                    <a:pt x="42527570" y="13735070"/>
                  </a:cubicBezTo>
                  <a:cubicBezTo>
                    <a:pt x="42566240" y="13685595"/>
                    <a:pt x="42568882" y="13684463"/>
                    <a:pt x="42627846" y="13691846"/>
                  </a:cubicBezTo>
                  <a:cubicBezTo>
                    <a:pt x="42705270" y="13701532"/>
                    <a:pt x="42714132" y="13706037"/>
                    <a:pt x="42727462" y="13742466"/>
                  </a:cubicBezTo>
                  <a:cubicBezTo>
                    <a:pt x="42736606" y="13767444"/>
                    <a:pt x="42733862" y="13773663"/>
                    <a:pt x="42711222" y="13779199"/>
                  </a:cubicBezTo>
                  <a:cubicBezTo>
                    <a:pt x="42690686" y="13784216"/>
                    <a:pt x="42682202" y="13798508"/>
                    <a:pt x="42676746" y="13837297"/>
                  </a:cubicBezTo>
                  <a:cubicBezTo>
                    <a:pt x="42671394" y="13875314"/>
                    <a:pt x="42660826" y="13893598"/>
                    <a:pt x="42636230" y="13907403"/>
                  </a:cubicBezTo>
                  <a:cubicBezTo>
                    <a:pt x="42617926" y="13917684"/>
                    <a:pt x="42594496" y="13943111"/>
                    <a:pt x="42584158" y="13963926"/>
                  </a:cubicBezTo>
                  <a:cubicBezTo>
                    <a:pt x="42573822" y="13984728"/>
                    <a:pt x="42556498" y="14008295"/>
                    <a:pt x="42545658" y="14016273"/>
                  </a:cubicBezTo>
                  <a:cubicBezTo>
                    <a:pt x="42534822" y="14024251"/>
                    <a:pt x="42517518" y="14047103"/>
                    <a:pt x="42507206" y="14067070"/>
                  </a:cubicBezTo>
                  <a:cubicBezTo>
                    <a:pt x="42496892" y="14087031"/>
                    <a:pt x="42473074" y="14117652"/>
                    <a:pt x="42454268" y="14135120"/>
                  </a:cubicBezTo>
                  <a:cubicBezTo>
                    <a:pt x="42435466" y="14152569"/>
                    <a:pt x="42413270" y="14186860"/>
                    <a:pt x="42404942" y="14211306"/>
                  </a:cubicBezTo>
                  <a:cubicBezTo>
                    <a:pt x="42396614" y="14235759"/>
                    <a:pt x="42380430" y="14262660"/>
                    <a:pt x="42368978" y="14271081"/>
                  </a:cubicBezTo>
                  <a:cubicBezTo>
                    <a:pt x="42357524" y="14279527"/>
                    <a:pt x="42339582" y="14305030"/>
                    <a:pt x="42329104" y="14327768"/>
                  </a:cubicBezTo>
                  <a:cubicBezTo>
                    <a:pt x="42318626" y="14350519"/>
                    <a:pt x="42292908" y="14385632"/>
                    <a:pt x="42271954" y="14405827"/>
                  </a:cubicBezTo>
                  <a:cubicBezTo>
                    <a:pt x="42248628" y="14428293"/>
                    <a:pt x="42232054" y="14458756"/>
                    <a:pt x="42229210" y="14484392"/>
                  </a:cubicBezTo>
                  <a:cubicBezTo>
                    <a:pt x="42225464" y="14518164"/>
                    <a:pt x="42218114" y="14527306"/>
                    <a:pt x="42191110" y="14531722"/>
                  </a:cubicBezTo>
                  <a:cubicBezTo>
                    <a:pt x="42166106" y="14535828"/>
                    <a:pt x="42154446" y="14548051"/>
                    <a:pt x="42144954" y="14580134"/>
                  </a:cubicBezTo>
                  <a:cubicBezTo>
                    <a:pt x="42137968" y="14603739"/>
                    <a:pt x="42117966" y="14639301"/>
                    <a:pt x="42100504" y="14659186"/>
                  </a:cubicBezTo>
                  <a:cubicBezTo>
                    <a:pt x="42083042" y="14679039"/>
                    <a:pt x="42060222" y="14710698"/>
                    <a:pt x="42049794" y="14729539"/>
                  </a:cubicBezTo>
                  <a:cubicBezTo>
                    <a:pt x="42039366" y="14748361"/>
                    <a:pt x="42019366" y="14774098"/>
                    <a:pt x="42005344" y="14786707"/>
                  </a:cubicBezTo>
                  <a:cubicBezTo>
                    <a:pt x="41991326" y="14799329"/>
                    <a:pt x="41974140" y="14827837"/>
                    <a:pt x="41967154" y="14850050"/>
                  </a:cubicBezTo>
                  <a:cubicBezTo>
                    <a:pt x="41960168" y="14872263"/>
                    <a:pt x="41943026" y="14901075"/>
                    <a:pt x="41929054" y="14914051"/>
                  </a:cubicBezTo>
                  <a:cubicBezTo>
                    <a:pt x="41915082" y="14927046"/>
                    <a:pt x="41892328" y="14958553"/>
                    <a:pt x="41878482" y="14984062"/>
                  </a:cubicBezTo>
                  <a:cubicBezTo>
                    <a:pt x="41864636" y="15009578"/>
                    <a:pt x="41841966" y="15046975"/>
                    <a:pt x="41828102" y="15067151"/>
                  </a:cubicBezTo>
                  <a:cubicBezTo>
                    <a:pt x="41814236" y="15087333"/>
                    <a:pt x="41800668" y="15122889"/>
                    <a:pt x="41797950" y="15146184"/>
                  </a:cubicBezTo>
                  <a:cubicBezTo>
                    <a:pt x="41793790" y="15181797"/>
                    <a:pt x="41798234" y="15190901"/>
                    <a:pt x="41825860" y="15203491"/>
                  </a:cubicBezTo>
                  <a:cubicBezTo>
                    <a:pt x="41843930" y="15211722"/>
                    <a:pt x="41862170" y="15229361"/>
                    <a:pt x="41866394" y="15242660"/>
                  </a:cubicBezTo>
                  <a:cubicBezTo>
                    <a:pt x="41870620" y="15255965"/>
                    <a:pt x="41893530" y="15276128"/>
                    <a:pt x="41917312" y="15287472"/>
                  </a:cubicBezTo>
                  <a:cubicBezTo>
                    <a:pt x="41941090" y="15298822"/>
                    <a:pt x="41963958" y="15318846"/>
                    <a:pt x="41968128" y="15331974"/>
                  </a:cubicBezTo>
                  <a:cubicBezTo>
                    <a:pt x="41972294" y="15345108"/>
                    <a:pt x="41988070" y="15359729"/>
                    <a:pt x="42003180" y="15364474"/>
                  </a:cubicBezTo>
                  <a:cubicBezTo>
                    <a:pt x="42039666" y="15375919"/>
                    <a:pt x="42106296" y="15441641"/>
                    <a:pt x="42121626" y="15481303"/>
                  </a:cubicBezTo>
                  <a:cubicBezTo>
                    <a:pt x="42128374" y="15498771"/>
                    <a:pt x="42147514" y="15518776"/>
                    <a:pt x="42164158" y="15525767"/>
                  </a:cubicBezTo>
                  <a:cubicBezTo>
                    <a:pt x="42180802" y="15532739"/>
                    <a:pt x="42203294" y="15548347"/>
                    <a:pt x="42214138" y="15560431"/>
                  </a:cubicBezTo>
                  <a:cubicBezTo>
                    <a:pt x="42224982" y="15572496"/>
                    <a:pt x="42241406" y="15589654"/>
                    <a:pt x="42250642" y="15598518"/>
                  </a:cubicBezTo>
                  <a:cubicBezTo>
                    <a:pt x="42259870" y="15607394"/>
                    <a:pt x="42275486" y="15623230"/>
                    <a:pt x="42285338" y="15633707"/>
                  </a:cubicBezTo>
                  <a:cubicBezTo>
                    <a:pt x="42295194" y="15644184"/>
                    <a:pt x="42317338" y="15667055"/>
                    <a:pt x="42334552" y="15684504"/>
                  </a:cubicBezTo>
                  <a:cubicBezTo>
                    <a:pt x="42351766" y="15701972"/>
                    <a:pt x="42373300" y="15723932"/>
                    <a:pt x="42382402" y="15733283"/>
                  </a:cubicBezTo>
                  <a:cubicBezTo>
                    <a:pt x="42416134" y="15767985"/>
                    <a:pt x="42451022" y="15800308"/>
                    <a:pt x="42497894" y="15840299"/>
                  </a:cubicBezTo>
                  <a:cubicBezTo>
                    <a:pt x="42524370" y="15862879"/>
                    <a:pt x="42552946" y="15898315"/>
                    <a:pt x="42561394" y="15919035"/>
                  </a:cubicBezTo>
                  <a:cubicBezTo>
                    <a:pt x="42569842" y="15939755"/>
                    <a:pt x="42586638" y="15965473"/>
                    <a:pt x="42598714" y="15976184"/>
                  </a:cubicBezTo>
                  <a:cubicBezTo>
                    <a:pt x="42610794" y="15986895"/>
                    <a:pt x="42627942" y="16003319"/>
                    <a:pt x="42636814" y="16012689"/>
                  </a:cubicBezTo>
                  <a:cubicBezTo>
                    <a:pt x="42645692" y="16022040"/>
                    <a:pt x="42664382" y="16040792"/>
                    <a:pt x="42678354" y="16054344"/>
                  </a:cubicBezTo>
                  <a:cubicBezTo>
                    <a:pt x="42731300" y="16105704"/>
                    <a:pt x="42758158" y="16133200"/>
                    <a:pt x="42884842" y="16265757"/>
                  </a:cubicBezTo>
                  <a:cubicBezTo>
                    <a:pt x="42956494" y="16340716"/>
                    <a:pt x="43035222" y="16424918"/>
                    <a:pt x="43059782" y="16452863"/>
                  </a:cubicBezTo>
                  <a:cubicBezTo>
                    <a:pt x="43084344" y="16480808"/>
                    <a:pt x="43120016" y="16519673"/>
                    <a:pt x="43139048" y="16539254"/>
                  </a:cubicBezTo>
                  <a:cubicBezTo>
                    <a:pt x="43158080" y="16558816"/>
                    <a:pt x="43185080" y="16598105"/>
                    <a:pt x="43199056" y="16626531"/>
                  </a:cubicBezTo>
                  <a:cubicBezTo>
                    <a:pt x="43213024" y="16654957"/>
                    <a:pt x="43240816" y="16687299"/>
                    <a:pt x="43260808" y="16698402"/>
                  </a:cubicBezTo>
                  <a:cubicBezTo>
                    <a:pt x="43280808" y="16709512"/>
                    <a:pt x="43297176" y="16724519"/>
                    <a:pt x="43297184" y="16731769"/>
                  </a:cubicBezTo>
                  <a:cubicBezTo>
                    <a:pt x="43297200" y="16739026"/>
                    <a:pt x="43311096" y="16756393"/>
                    <a:pt x="43328072" y="16770356"/>
                  </a:cubicBezTo>
                  <a:cubicBezTo>
                    <a:pt x="43345048" y="16784325"/>
                    <a:pt x="43362576" y="16807190"/>
                    <a:pt x="43367016" y="16821153"/>
                  </a:cubicBezTo>
                  <a:cubicBezTo>
                    <a:pt x="43371464" y="16835122"/>
                    <a:pt x="43412640" y="16882598"/>
                    <a:pt x="43458528" y="16926657"/>
                  </a:cubicBezTo>
                  <a:cubicBezTo>
                    <a:pt x="43504408" y="16970697"/>
                    <a:pt x="43547664" y="17016414"/>
                    <a:pt x="43554656" y="17028245"/>
                  </a:cubicBezTo>
                  <a:cubicBezTo>
                    <a:pt x="43561640" y="17040082"/>
                    <a:pt x="43581640" y="17065351"/>
                    <a:pt x="43599104" y="17084407"/>
                  </a:cubicBezTo>
                  <a:cubicBezTo>
                    <a:pt x="43616568" y="17103444"/>
                    <a:pt x="43636568" y="17131889"/>
                    <a:pt x="43643552" y="17147598"/>
                  </a:cubicBezTo>
                  <a:cubicBezTo>
                    <a:pt x="43650536" y="17163307"/>
                    <a:pt x="43669072" y="17187722"/>
                    <a:pt x="43684736" y="17201856"/>
                  </a:cubicBezTo>
                  <a:cubicBezTo>
                    <a:pt x="43700408" y="17215996"/>
                    <a:pt x="43719936" y="17241543"/>
                    <a:pt x="43728152" y="17258638"/>
                  </a:cubicBezTo>
                  <a:cubicBezTo>
                    <a:pt x="43744344" y="17292353"/>
                    <a:pt x="43775648" y="17329763"/>
                    <a:pt x="43845608" y="17399002"/>
                  </a:cubicBezTo>
                  <a:cubicBezTo>
                    <a:pt x="43870312" y="17423455"/>
                    <a:pt x="43903424" y="17468906"/>
                    <a:pt x="43919192" y="17499989"/>
                  </a:cubicBezTo>
                  <a:cubicBezTo>
                    <a:pt x="43946552" y="17553924"/>
                    <a:pt x="43967792" y="17581768"/>
                    <a:pt x="44035960" y="17653013"/>
                  </a:cubicBezTo>
                  <a:cubicBezTo>
                    <a:pt x="44052672" y="17670481"/>
                    <a:pt x="44073112" y="17697825"/>
                    <a:pt x="44081376" y="17713787"/>
                  </a:cubicBezTo>
                  <a:cubicBezTo>
                    <a:pt x="44089640" y="17729756"/>
                    <a:pt x="44131672" y="17783052"/>
                    <a:pt x="44174776" y="17832217"/>
                  </a:cubicBezTo>
                  <a:cubicBezTo>
                    <a:pt x="44217888" y="17881375"/>
                    <a:pt x="44258864" y="17939676"/>
                    <a:pt x="44265856" y="17961775"/>
                  </a:cubicBezTo>
                  <a:cubicBezTo>
                    <a:pt x="44272840" y="17983868"/>
                    <a:pt x="44289984" y="18012648"/>
                    <a:pt x="44303952" y="18025738"/>
                  </a:cubicBezTo>
                  <a:cubicBezTo>
                    <a:pt x="44317928" y="18038809"/>
                    <a:pt x="44337928" y="18064590"/>
                    <a:pt x="44348400" y="18083026"/>
                  </a:cubicBezTo>
                  <a:cubicBezTo>
                    <a:pt x="44358880" y="18101475"/>
                    <a:pt x="44381744" y="18132172"/>
                    <a:pt x="44399200" y="18151266"/>
                  </a:cubicBezTo>
                  <a:cubicBezTo>
                    <a:pt x="44416664" y="18170360"/>
                    <a:pt x="44439528" y="18201791"/>
                    <a:pt x="44450000" y="18221113"/>
                  </a:cubicBezTo>
                  <a:cubicBezTo>
                    <a:pt x="44460480" y="18240441"/>
                    <a:pt x="44477624" y="18266222"/>
                    <a:pt x="44488104" y="18278401"/>
                  </a:cubicBezTo>
                  <a:cubicBezTo>
                    <a:pt x="44498584" y="18290580"/>
                    <a:pt x="44515728" y="18318892"/>
                    <a:pt x="44526200" y="18341314"/>
                  </a:cubicBezTo>
                  <a:cubicBezTo>
                    <a:pt x="44536680" y="18363761"/>
                    <a:pt x="44559544" y="18398387"/>
                    <a:pt x="44577000" y="18418297"/>
                  </a:cubicBezTo>
                  <a:cubicBezTo>
                    <a:pt x="44594464" y="18438207"/>
                    <a:pt x="44617328" y="18469904"/>
                    <a:pt x="44627800" y="18488726"/>
                  </a:cubicBezTo>
                  <a:cubicBezTo>
                    <a:pt x="44638280" y="18507554"/>
                    <a:pt x="44655424" y="18532918"/>
                    <a:pt x="44665904" y="18545097"/>
                  </a:cubicBezTo>
                  <a:cubicBezTo>
                    <a:pt x="44676384" y="18557276"/>
                    <a:pt x="44693528" y="18585847"/>
                    <a:pt x="44704000" y="18608598"/>
                  </a:cubicBezTo>
                  <a:cubicBezTo>
                    <a:pt x="44714480" y="18631349"/>
                    <a:pt x="44737344" y="18664020"/>
                    <a:pt x="44754800" y="18681197"/>
                  </a:cubicBezTo>
                  <a:cubicBezTo>
                    <a:pt x="44785784" y="18711679"/>
                    <a:pt x="44790544" y="18720998"/>
                    <a:pt x="44817864" y="18804694"/>
                  </a:cubicBezTo>
                  <a:cubicBezTo>
                    <a:pt x="44825128" y="18826920"/>
                    <a:pt x="44842832" y="18848848"/>
                    <a:pt x="44857208" y="18853416"/>
                  </a:cubicBezTo>
                  <a:cubicBezTo>
                    <a:pt x="44871584" y="18857971"/>
                    <a:pt x="44886752" y="18874079"/>
                    <a:pt x="44890912" y="18889181"/>
                  </a:cubicBezTo>
                  <a:cubicBezTo>
                    <a:pt x="44895072" y="18904289"/>
                    <a:pt x="44917808" y="18934404"/>
                    <a:pt x="44941440" y="18956111"/>
                  </a:cubicBezTo>
                  <a:cubicBezTo>
                    <a:pt x="44973224" y="18985277"/>
                    <a:pt x="44984704" y="19006769"/>
                    <a:pt x="44985552" y="19038649"/>
                  </a:cubicBezTo>
                  <a:cubicBezTo>
                    <a:pt x="44986304" y="19066803"/>
                    <a:pt x="44998248" y="19093736"/>
                    <a:pt x="45019976" y="19116284"/>
                  </a:cubicBezTo>
                  <a:cubicBezTo>
                    <a:pt x="45038280" y="19135277"/>
                    <a:pt x="45061824" y="19169207"/>
                    <a:pt x="45072304" y="19191686"/>
                  </a:cubicBezTo>
                  <a:cubicBezTo>
                    <a:pt x="45082784" y="19214158"/>
                    <a:pt x="45098920" y="19238630"/>
                    <a:pt x="45108168" y="19246051"/>
                  </a:cubicBezTo>
                  <a:cubicBezTo>
                    <a:pt x="45117424" y="19253485"/>
                    <a:pt x="45134392" y="19282417"/>
                    <a:pt x="45145880" y="19310362"/>
                  </a:cubicBezTo>
                  <a:cubicBezTo>
                    <a:pt x="45157368" y="19338307"/>
                    <a:pt x="45185832" y="19379456"/>
                    <a:pt x="45209136" y="19401827"/>
                  </a:cubicBezTo>
                  <a:cubicBezTo>
                    <a:pt x="45239960" y="19431417"/>
                    <a:pt x="45251648" y="19453915"/>
                    <a:pt x="45252032" y="19484378"/>
                  </a:cubicBezTo>
                  <a:cubicBezTo>
                    <a:pt x="45252416" y="19516231"/>
                    <a:pt x="45263672" y="19536778"/>
                    <a:pt x="45296816" y="19566646"/>
                  </a:cubicBezTo>
                  <a:cubicBezTo>
                    <a:pt x="45329072" y="19595713"/>
                    <a:pt x="45342616" y="19619841"/>
                    <a:pt x="45346744" y="19655545"/>
                  </a:cubicBezTo>
                  <a:cubicBezTo>
                    <a:pt x="45350616" y="19689090"/>
                    <a:pt x="45363312" y="19713491"/>
                    <a:pt x="45386976" y="19732883"/>
                  </a:cubicBezTo>
                  <a:cubicBezTo>
                    <a:pt x="45405992" y="19748464"/>
                    <a:pt x="45429248" y="19784112"/>
                    <a:pt x="45438656" y="19812101"/>
                  </a:cubicBezTo>
                  <a:cubicBezTo>
                    <a:pt x="45448056" y="19840093"/>
                    <a:pt x="45465200" y="19875164"/>
                    <a:pt x="45476752" y="19890045"/>
                  </a:cubicBezTo>
                  <a:cubicBezTo>
                    <a:pt x="45488304" y="19904923"/>
                    <a:pt x="45509176" y="19946417"/>
                    <a:pt x="45523136" y="19982255"/>
                  </a:cubicBezTo>
                  <a:cubicBezTo>
                    <a:pt x="45537096" y="20018094"/>
                    <a:pt x="45557096" y="20055523"/>
                    <a:pt x="45567584" y="20065432"/>
                  </a:cubicBezTo>
                  <a:cubicBezTo>
                    <a:pt x="45578072" y="20075344"/>
                    <a:pt x="45594552" y="20106785"/>
                    <a:pt x="45604200" y="20135303"/>
                  </a:cubicBezTo>
                  <a:cubicBezTo>
                    <a:pt x="45613848" y="20163821"/>
                    <a:pt x="45633856" y="20200307"/>
                    <a:pt x="45648648" y="20216386"/>
                  </a:cubicBezTo>
                  <a:cubicBezTo>
                    <a:pt x="45663448" y="20232462"/>
                    <a:pt x="45683288" y="20272467"/>
                    <a:pt x="45692744" y="20305285"/>
                  </a:cubicBezTo>
                  <a:cubicBezTo>
                    <a:pt x="45702208" y="20338102"/>
                    <a:pt x="45722208" y="20378107"/>
                    <a:pt x="45737200" y="20394185"/>
                  </a:cubicBezTo>
                  <a:cubicBezTo>
                    <a:pt x="45752184" y="20410262"/>
                    <a:pt x="45772192" y="20450268"/>
                    <a:pt x="45781648" y="20483084"/>
                  </a:cubicBezTo>
                  <a:cubicBezTo>
                    <a:pt x="45791104" y="20515902"/>
                    <a:pt x="45811112" y="20555908"/>
                    <a:pt x="45826096" y="20571984"/>
                  </a:cubicBezTo>
                  <a:cubicBezTo>
                    <a:pt x="45841088" y="20588062"/>
                    <a:pt x="45861112" y="20628067"/>
                    <a:pt x="45870592" y="20660885"/>
                  </a:cubicBezTo>
                  <a:cubicBezTo>
                    <a:pt x="45880072" y="20693702"/>
                    <a:pt x="45897216" y="20730586"/>
                    <a:pt x="45908696" y="20742847"/>
                  </a:cubicBezTo>
                  <a:cubicBezTo>
                    <a:pt x="45939248" y="20775500"/>
                    <a:pt x="45958552" y="20815089"/>
                    <a:pt x="45974360" y="20877508"/>
                  </a:cubicBezTo>
                  <a:cubicBezTo>
                    <a:pt x="45982064" y="20907952"/>
                    <a:pt x="46002944" y="20946367"/>
                    <a:pt x="46020752" y="20962868"/>
                  </a:cubicBezTo>
                  <a:cubicBezTo>
                    <a:pt x="46040048" y="20980752"/>
                    <a:pt x="46058256" y="21016899"/>
                    <a:pt x="46065808" y="21052334"/>
                  </a:cubicBezTo>
                  <a:cubicBezTo>
                    <a:pt x="46073392" y="21087879"/>
                    <a:pt x="46091576" y="21123917"/>
                    <a:pt x="46111024" y="21141941"/>
                  </a:cubicBezTo>
                  <a:cubicBezTo>
                    <a:pt x="46135536" y="21164663"/>
                    <a:pt x="46145056" y="21188431"/>
                    <a:pt x="46149664" y="21238421"/>
                  </a:cubicBezTo>
                  <a:cubicBezTo>
                    <a:pt x="46154104" y="21286606"/>
                    <a:pt x="46164792" y="21314501"/>
                    <a:pt x="46188712" y="21340379"/>
                  </a:cubicBezTo>
                  <a:cubicBezTo>
                    <a:pt x="46209864" y="21363252"/>
                    <a:pt x="46225336" y="21399055"/>
                    <a:pt x="46231936" y="21440387"/>
                  </a:cubicBezTo>
                  <a:cubicBezTo>
                    <a:pt x="46238672" y="21482532"/>
                    <a:pt x="46252512" y="21514089"/>
                    <a:pt x="46272008" y="21531760"/>
                  </a:cubicBezTo>
                  <a:cubicBezTo>
                    <a:pt x="46288384" y="21546606"/>
                    <a:pt x="46304856" y="21570184"/>
                    <a:pt x="46308616" y="21584153"/>
                  </a:cubicBezTo>
                  <a:cubicBezTo>
                    <a:pt x="46312368" y="21598125"/>
                    <a:pt x="46321712" y="21633674"/>
                    <a:pt x="46329376" y="21663154"/>
                  </a:cubicBezTo>
                  <a:cubicBezTo>
                    <a:pt x="46337040" y="21692635"/>
                    <a:pt x="46355944" y="21732093"/>
                    <a:pt x="46371384" y="21750837"/>
                  </a:cubicBezTo>
                  <a:cubicBezTo>
                    <a:pt x="46387616" y="21770546"/>
                    <a:pt x="46404120" y="21814890"/>
                    <a:pt x="46410512" y="21855988"/>
                  </a:cubicBezTo>
                  <a:cubicBezTo>
                    <a:pt x="46419040" y="21910773"/>
                    <a:pt x="46430528" y="21935411"/>
                    <a:pt x="46460656" y="21963531"/>
                  </a:cubicBezTo>
                  <a:cubicBezTo>
                    <a:pt x="46492640" y="21993392"/>
                    <a:pt x="46501352" y="22013766"/>
                    <a:pt x="46508672" y="22075836"/>
                  </a:cubicBezTo>
                  <a:cubicBezTo>
                    <a:pt x="46515552" y="22134207"/>
                    <a:pt x="46525808" y="22160214"/>
                    <a:pt x="46553200" y="22188804"/>
                  </a:cubicBezTo>
                  <a:cubicBezTo>
                    <a:pt x="46583240" y="22220168"/>
                    <a:pt x="46589624" y="22239184"/>
                    <a:pt x="46594200" y="22311077"/>
                  </a:cubicBezTo>
                  <a:cubicBezTo>
                    <a:pt x="46598968" y="22385967"/>
                    <a:pt x="46604248" y="22400530"/>
                    <a:pt x="46638056" y="22432115"/>
                  </a:cubicBezTo>
                  <a:cubicBezTo>
                    <a:pt x="46668504" y="22460559"/>
                    <a:pt x="46677288" y="22480422"/>
                    <a:pt x="46680320" y="22527734"/>
                  </a:cubicBezTo>
                  <a:cubicBezTo>
                    <a:pt x="46683880" y="22583135"/>
                    <a:pt x="46694784" y="22612609"/>
                    <a:pt x="46742368" y="22695404"/>
                  </a:cubicBezTo>
                  <a:cubicBezTo>
                    <a:pt x="46752400" y="22712867"/>
                    <a:pt x="46767048" y="22769389"/>
                    <a:pt x="46774912" y="22821007"/>
                  </a:cubicBezTo>
                  <a:cubicBezTo>
                    <a:pt x="46784816" y="22886030"/>
                    <a:pt x="46797464" y="22923091"/>
                    <a:pt x="46816080" y="22941657"/>
                  </a:cubicBezTo>
                  <a:cubicBezTo>
                    <a:pt x="46833656" y="22959191"/>
                    <a:pt x="46849112" y="23001328"/>
                    <a:pt x="46860792" y="23063547"/>
                  </a:cubicBezTo>
                  <a:cubicBezTo>
                    <a:pt x="46885592" y="23195765"/>
                    <a:pt x="46884536" y="23192713"/>
                    <a:pt x="46920200" y="23235218"/>
                  </a:cubicBezTo>
                  <a:cubicBezTo>
                    <a:pt x="46948080" y="23268450"/>
                    <a:pt x="46952464" y="23286508"/>
                    <a:pt x="46954136" y="23374918"/>
                  </a:cubicBezTo>
                  <a:cubicBezTo>
                    <a:pt x="46955808" y="23463484"/>
                    <a:pt x="46960248" y="23481698"/>
                    <a:pt x="46988904" y="23517496"/>
                  </a:cubicBezTo>
                  <a:cubicBezTo>
                    <a:pt x="47006968" y="23540068"/>
                    <a:pt x="47022872" y="23568645"/>
                    <a:pt x="47024248" y="23580995"/>
                  </a:cubicBezTo>
                  <a:cubicBezTo>
                    <a:pt x="47040528" y="23727444"/>
                    <a:pt x="47058176" y="23792041"/>
                    <a:pt x="47092648" y="23831308"/>
                  </a:cubicBezTo>
                  <a:cubicBezTo>
                    <a:pt x="47126120" y="23869427"/>
                    <a:pt x="47130656" y="23885772"/>
                    <a:pt x="47140704" y="24004705"/>
                  </a:cubicBezTo>
                  <a:cubicBezTo>
                    <a:pt x="47148848" y="24100948"/>
                    <a:pt x="47157104" y="24139355"/>
                    <a:pt x="47171632" y="24148519"/>
                  </a:cubicBezTo>
                  <a:cubicBezTo>
                    <a:pt x="47200064" y="24166453"/>
                    <a:pt x="47207416" y="24197756"/>
                    <a:pt x="47215136" y="24333703"/>
                  </a:cubicBezTo>
                  <a:cubicBezTo>
                    <a:pt x="47218904" y="24400061"/>
                    <a:pt x="47228368" y="24461701"/>
                    <a:pt x="47236168" y="24470681"/>
                  </a:cubicBezTo>
                  <a:cubicBezTo>
                    <a:pt x="47279608" y="24520683"/>
                    <a:pt x="47294432" y="24566025"/>
                    <a:pt x="47308544" y="24692145"/>
                  </a:cubicBezTo>
                  <a:cubicBezTo>
                    <a:pt x="47316928" y="24767049"/>
                    <a:pt x="47331152" y="24835629"/>
                    <a:pt x="47340152" y="24844545"/>
                  </a:cubicBezTo>
                  <a:cubicBezTo>
                    <a:pt x="47371656" y="24875765"/>
                    <a:pt x="47385120" y="24938436"/>
                    <a:pt x="47399040" y="25118751"/>
                  </a:cubicBezTo>
                  <a:cubicBezTo>
                    <a:pt x="47410720" y="25270001"/>
                    <a:pt x="47417920" y="25308412"/>
                    <a:pt x="47441904" y="25347350"/>
                  </a:cubicBezTo>
                  <a:cubicBezTo>
                    <a:pt x="47466232" y="25386836"/>
                    <a:pt x="47472016" y="25418973"/>
                    <a:pt x="47478920" y="25552903"/>
                  </a:cubicBezTo>
                  <a:cubicBezTo>
                    <a:pt x="47486488" y="25699837"/>
                    <a:pt x="47490400" y="25718471"/>
                    <a:pt x="47531432" y="25803260"/>
                  </a:cubicBezTo>
                  <a:lnTo>
                    <a:pt x="47575768" y="25894867"/>
                  </a:lnTo>
                  <a:lnTo>
                    <a:pt x="47576928" y="26346653"/>
                  </a:lnTo>
                  <a:lnTo>
                    <a:pt x="47664864" y="26517365"/>
                  </a:lnTo>
                  <a:lnTo>
                    <a:pt x="47666320" y="27121352"/>
                  </a:lnTo>
                  <a:lnTo>
                    <a:pt x="47699576" y="27157242"/>
                  </a:lnTo>
                  <a:cubicBezTo>
                    <a:pt x="47727144" y="27186984"/>
                    <a:pt x="47733608" y="27207644"/>
                    <a:pt x="47737336" y="27277892"/>
                  </a:cubicBezTo>
                  <a:cubicBezTo>
                    <a:pt x="47739808" y="27324510"/>
                    <a:pt x="47742696" y="28078332"/>
                    <a:pt x="47743744" y="28953050"/>
                  </a:cubicBezTo>
                  <a:cubicBezTo>
                    <a:pt x="47745560" y="30461602"/>
                    <a:pt x="47744472" y="30546050"/>
                    <a:pt x="47722576" y="30603550"/>
                  </a:cubicBezTo>
                  <a:cubicBezTo>
                    <a:pt x="47678480" y="30719330"/>
                    <a:pt x="47673888" y="30754786"/>
                    <a:pt x="47662088" y="31070550"/>
                  </a:cubicBezTo>
                  <a:cubicBezTo>
                    <a:pt x="47650528" y="31379800"/>
                    <a:pt x="47649336" y="31389702"/>
                    <a:pt x="47616160" y="31451551"/>
                  </a:cubicBezTo>
                  <a:cubicBezTo>
                    <a:pt x="47583472" y="31512506"/>
                    <a:pt x="47581968" y="31523918"/>
                    <a:pt x="47578544" y="31736306"/>
                  </a:cubicBezTo>
                  <a:cubicBezTo>
                    <a:pt x="47575008" y="31956432"/>
                    <a:pt x="47574784" y="31957954"/>
                    <a:pt x="47535088" y="32034756"/>
                  </a:cubicBezTo>
                  <a:cubicBezTo>
                    <a:pt x="47499144" y="32104290"/>
                    <a:pt x="47494096" y="32128338"/>
                    <a:pt x="47484184" y="32277050"/>
                  </a:cubicBezTo>
                  <a:cubicBezTo>
                    <a:pt x="47478136" y="32367854"/>
                    <a:pt x="47472792" y="32463604"/>
                    <a:pt x="47472312" y="32489826"/>
                  </a:cubicBezTo>
                  <a:cubicBezTo>
                    <a:pt x="47471608" y="32527834"/>
                    <a:pt x="47464472" y="32541494"/>
                    <a:pt x="47437096" y="32557182"/>
                  </a:cubicBezTo>
                  <a:cubicBezTo>
                    <a:pt x="47400176" y="32578338"/>
                    <a:pt x="47397688" y="32593974"/>
                    <a:pt x="47395368" y="32819480"/>
                  </a:cubicBezTo>
                  <a:cubicBezTo>
                    <a:pt x="47394584" y="32895855"/>
                    <a:pt x="47390952" y="32907638"/>
                    <a:pt x="47360520" y="32932879"/>
                  </a:cubicBezTo>
                  <a:cubicBezTo>
                    <a:pt x="47314000" y="32971450"/>
                    <a:pt x="47309632" y="32990842"/>
                    <a:pt x="47307120" y="33169784"/>
                  </a:cubicBezTo>
                  <a:lnTo>
                    <a:pt x="47304928" y="33325910"/>
                  </a:lnTo>
                  <a:lnTo>
                    <a:pt x="47264944" y="33359406"/>
                  </a:lnTo>
                  <a:cubicBezTo>
                    <a:pt x="47226848" y="33391322"/>
                    <a:pt x="47224512" y="33398648"/>
                    <a:pt x="47215600" y="33514426"/>
                  </a:cubicBezTo>
                  <a:cubicBezTo>
                    <a:pt x="47210456" y="33581266"/>
                    <a:pt x="47206096" y="33651506"/>
                    <a:pt x="47205920" y="33670516"/>
                  </a:cubicBezTo>
                  <a:cubicBezTo>
                    <a:pt x="47205712" y="33693367"/>
                    <a:pt x="47196856" y="33708434"/>
                    <a:pt x="47179800" y="33714967"/>
                  </a:cubicBezTo>
                  <a:cubicBezTo>
                    <a:pt x="47140944" y="33729853"/>
                    <a:pt x="47131280" y="33764081"/>
                    <a:pt x="47129152" y="33894370"/>
                  </a:cubicBezTo>
                  <a:cubicBezTo>
                    <a:pt x="47127360" y="34004218"/>
                    <a:pt x="47125056" y="34014182"/>
                    <a:pt x="47098272" y="34027718"/>
                  </a:cubicBezTo>
                  <a:cubicBezTo>
                    <a:pt x="47064720" y="34044683"/>
                    <a:pt x="47055376" y="34077657"/>
                    <a:pt x="47044632" y="34216960"/>
                  </a:cubicBezTo>
                  <a:cubicBezTo>
                    <a:pt x="47037432" y="34310304"/>
                    <a:pt x="47033768" y="34320711"/>
                    <a:pt x="46997536" y="34350662"/>
                  </a:cubicBezTo>
                  <a:cubicBezTo>
                    <a:pt x="46953832" y="34386793"/>
                    <a:pt x="46953952" y="34386375"/>
                    <a:pt x="46951544" y="34515687"/>
                  </a:cubicBezTo>
                  <a:cubicBezTo>
                    <a:pt x="46950088" y="34594044"/>
                    <a:pt x="46945048" y="34613696"/>
                    <a:pt x="46918272" y="34645520"/>
                  </a:cubicBezTo>
                  <a:cubicBezTo>
                    <a:pt x="46900920" y="34666146"/>
                    <a:pt x="46878064" y="34718890"/>
                    <a:pt x="46867480" y="34762734"/>
                  </a:cubicBezTo>
                  <a:cubicBezTo>
                    <a:pt x="46856904" y="34806578"/>
                    <a:pt x="46842880" y="34853881"/>
                    <a:pt x="46836312" y="34867850"/>
                  </a:cubicBezTo>
                  <a:cubicBezTo>
                    <a:pt x="46803112" y="34938507"/>
                    <a:pt x="46785520" y="34991318"/>
                    <a:pt x="46772488" y="35059494"/>
                  </a:cubicBezTo>
                  <a:cubicBezTo>
                    <a:pt x="46764600" y="35100776"/>
                    <a:pt x="46747008" y="35152463"/>
                    <a:pt x="46733408" y="35174356"/>
                  </a:cubicBezTo>
                  <a:cubicBezTo>
                    <a:pt x="46719800" y="35196250"/>
                    <a:pt x="46699800" y="35253400"/>
                    <a:pt x="46688960" y="35301356"/>
                  </a:cubicBezTo>
                  <a:cubicBezTo>
                    <a:pt x="46678120" y="35349314"/>
                    <a:pt x="46655528" y="35406250"/>
                    <a:pt x="46638760" y="35427883"/>
                  </a:cubicBezTo>
                  <a:cubicBezTo>
                    <a:pt x="46621992" y="35449514"/>
                    <a:pt x="46601888" y="35495237"/>
                    <a:pt x="46594080" y="35529482"/>
                  </a:cubicBezTo>
                  <a:cubicBezTo>
                    <a:pt x="46578848" y="35596378"/>
                    <a:pt x="46570120" y="35620031"/>
                    <a:pt x="46537488" y="35682881"/>
                  </a:cubicBezTo>
                  <a:cubicBezTo>
                    <a:pt x="46525976" y="35705063"/>
                    <a:pt x="46513720" y="35752710"/>
                    <a:pt x="46510256" y="35788762"/>
                  </a:cubicBezTo>
                  <a:cubicBezTo>
                    <a:pt x="46505856" y="35834580"/>
                    <a:pt x="46497784" y="35856026"/>
                    <a:pt x="46483456" y="35859992"/>
                  </a:cubicBezTo>
                  <a:cubicBezTo>
                    <a:pt x="46434064" y="35873663"/>
                    <a:pt x="46417976" y="35897299"/>
                    <a:pt x="46411032" y="35966402"/>
                  </a:cubicBezTo>
                  <a:cubicBezTo>
                    <a:pt x="46404008" y="36036306"/>
                    <a:pt x="46398992" y="36052052"/>
                    <a:pt x="46359760" y="36127380"/>
                  </a:cubicBezTo>
                  <a:cubicBezTo>
                    <a:pt x="46348208" y="36149562"/>
                    <a:pt x="46335920" y="36197210"/>
                    <a:pt x="46332456" y="36233262"/>
                  </a:cubicBezTo>
                  <a:cubicBezTo>
                    <a:pt x="46328056" y="36279080"/>
                    <a:pt x="46319984" y="36300526"/>
                    <a:pt x="46305656" y="36304492"/>
                  </a:cubicBezTo>
                  <a:cubicBezTo>
                    <a:pt x="46270768" y="36314150"/>
                    <a:pt x="46250352" y="36353038"/>
                    <a:pt x="46243672" y="36422578"/>
                  </a:cubicBezTo>
                  <a:cubicBezTo>
                    <a:pt x="46239200" y="36469094"/>
                    <a:pt x="46231048" y="36491198"/>
                    <a:pt x="46216760" y="36495516"/>
                  </a:cubicBezTo>
                  <a:cubicBezTo>
                    <a:pt x="46186576" y="36504644"/>
                    <a:pt x="46176776" y="36525134"/>
                    <a:pt x="46156616" y="36621316"/>
                  </a:cubicBezTo>
                  <a:cubicBezTo>
                    <a:pt x="46143128" y="36685670"/>
                    <a:pt x="46131128" y="36712434"/>
                    <a:pt x="46110192" y="36724860"/>
                  </a:cubicBezTo>
                  <a:cubicBezTo>
                    <a:pt x="46093072" y="36735022"/>
                    <a:pt x="46072480" y="36770268"/>
                    <a:pt x="46057896" y="36814382"/>
                  </a:cubicBezTo>
                  <a:cubicBezTo>
                    <a:pt x="46044664" y="36854406"/>
                    <a:pt x="46022776" y="36905088"/>
                    <a:pt x="46009256" y="36927010"/>
                  </a:cubicBezTo>
                  <a:cubicBezTo>
                    <a:pt x="45995728" y="36948930"/>
                    <a:pt x="45981408" y="36991142"/>
                    <a:pt x="45977432" y="37020810"/>
                  </a:cubicBezTo>
                  <a:cubicBezTo>
                    <a:pt x="45972760" y="37055658"/>
                    <a:pt x="45956416" y="37090454"/>
                    <a:pt x="45931256" y="37119100"/>
                  </a:cubicBezTo>
                  <a:cubicBezTo>
                    <a:pt x="45908672" y="37144826"/>
                    <a:pt x="45890160" y="37181980"/>
                    <a:pt x="45887168" y="37207586"/>
                  </a:cubicBezTo>
                  <a:cubicBezTo>
                    <a:pt x="45884168" y="37233310"/>
                    <a:pt x="45865616" y="37270410"/>
                    <a:pt x="45842720" y="37296486"/>
                  </a:cubicBezTo>
                  <a:cubicBezTo>
                    <a:pt x="45819824" y="37322566"/>
                    <a:pt x="45801272" y="37359668"/>
                    <a:pt x="45798272" y="37385386"/>
                  </a:cubicBezTo>
                  <a:cubicBezTo>
                    <a:pt x="45795264" y="37411110"/>
                    <a:pt x="45776720" y="37448210"/>
                    <a:pt x="45753824" y="37474286"/>
                  </a:cubicBezTo>
                  <a:cubicBezTo>
                    <a:pt x="45731152" y="37500110"/>
                    <a:pt x="45712368" y="37537496"/>
                    <a:pt x="45709432" y="37562658"/>
                  </a:cubicBezTo>
                  <a:cubicBezTo>
                    <a:pt x="45705960" y="37592430"/>
                    <a:pt x="45691712" y="37616514"/>
                    <a:pt x="45664544" y="37638538"/>
                  </a:cubicBezTo>
                  <a:cubicBezTo>
                    <a:pt x="45642656" y="37656282"/>
                    <a:pt x="45619040" y="37688566"/>
                    <a:pt x="45612056" y="37710274"/>
                  </a:cubicBezTo>
                  <a:cubicBezTo>
                    <a:pt x="45605064" y="37731982"/>
                    <a:pt x="45585064" y="37766450"/>
                    <a:pt x="45567600" y="37786870"/>
                  </a:cubicBezTo>
                  <a:cubicBezTo>
                    <a:pt x="45550144" y="37807286"/>
                    <a:pt x="45530272" y="37844662"/>
                    <a:pt x="45523456" y="37869922"/>
                  </a:cubicBezTo>
                  <a:cubicBezTo>
                    <a:pt x="45516640" y="37895182"/>
                    <a:pt x="45499816" y="37932932"/>
                    <a:pt x="45486080" y="37953808"/>
                  </a:cubicBezTo>
                  <a:cubicBezTo>
                    <a:pt x="45472336" y="37974688"/>
                    <a:pt x="45455296" y="38017088"/>
                    <a:pt x="45448216" y="38048038"/>
                  </a:cubicBezTo>
                  <a:cubicBezTo>
                    <a:pt x="45439640" y="38085518"/>
                    <a:pt x="45422432" y="38114846"/>
                    <a:pt x="45396696" y="38135866"/>
                  </a:cubicBezTo>
                  <a:cubicBezTo>
                    <a:pt x="45375440" y="38153218"/>
                    <a:pt x="45353048" y="38182254"/>
                    <a:pt x="45346928" y="38200386"/>
                  </a:cubicBezTo>
                  <a:cubicBezTo>
                    <a:pt x="45340808" y="38218518"/>
                    <a:pt x="45317952" y="38251316"/>
                    <a:pt x="45296128" y="38273270"/>
                  </a:cubicBezTo>
                  <a:cubicBezTo>
                    <a:pt x="45266856" y="38302720"/>
                    <a:pt x="45257064" y="38323550"/>
                    <a:pt x="45258784" y="38352678"/>
                  </a:cubicBezTo>
                  <a:cubicBezTo>
                    <a:pt x="45260576" y="38383140"/>
                    <a:pt x="45251872" y="38399830"/>
                    <a:pt x="45220680" y="38425702"/>
                  </a:cubicBezTo>
                  <a:cubicBezTo>
                    <a:pt x="45198448" y="38444146"/>
                    <a:pt x="45174744" y="38476994"/>
                    <a:pt x="45168000" y="38498696"/>
                  </a:cubicBezTo>
                  <a:cubicBezTo>
                    <a:pt x="45161264" y="38520398"/>
                    <a:pt x="45143320" y="38549580"/>
                    <a:pt x="45128128" y="38563550"/>
                  </a:cubicBezTo>
                  <a:cubicBezTo>
                    <a:pt x="45112936" y="38577522"/>
                    <a:pt x="45091496" y="38617526"/>
                    <a:pt x="45080480" y="38652450"/>
                  </a:cubicBezTo>
                  <a:cubicBezTo>
                    <a:pt x="45069464" y="38687376"/>
                    <a:pt x="45047648" y="38727466"/>
                    <a:pt x="45031984" y="38741540"/>
                  </a:cubicBezTo>
                  <a:cubicBezTo>
                    <a:pt x="45016328" y="38755618"/>
                    <a:pt x="44998840" y="38789618"/>
                    <a:pt x="44993128" y="38817106"/>
                  </a:cubicBezTo>
                  <a:cubicBezTo>
                    <a:pt x="44986672" y="38848194"/>
                    <a:pt x="44972072" y="38873126"/>
                    <a:pt x="44954496" y="38883086"/>
                  </a:cubicBezTo>
                  <a:cubicBezTo>
                    <a:pt x="44938960" y="38891890"/>
                    <a:pt x="44914824" y="38922882"/>
                    <a:pt x="44900856" y="38951952"/>
                  </a:cubicBezTo>
                  <a:cubicBezTo>
                    <a:pt x="44886880" y="38981026"/>
                    <a:pt x="44865544" y="39013558"/>
                    <a:pt x="44853440" y="39024248"/>
                  </a:cubicBezTo>
                  <a:cubicBezTo>
                    <a:pt x="44841328" y="39034938"/>
                    <a:pt x="44825112" y="39061384"/>
                    <a:pt x="44817392" y="39083018"/>
                  </a:cubicBezTo>
                  <a:cubicBezTo>
                    <a:pt x="44809680" y="39104654"/>
                    <a:pt x="44787192" y="39136638"/>
                    <a:pt x="44767424" y="39154102"/>
                  </a:cubicBezTo>
                  <a:cubicBezTo>
                    <a:pt x="44747656" y="39171564"/>
                    <a:pt x="44724576" y="39205854"/>
                    <a:pt x="44716136" y="39230302"/>
                  </a:cubicBezTo>
                  <a:cubicBezTo>
                    <a:pt x="44707696" y="39254750"/>
                    <a:pt x="44691512" y="39284714"/>
                    <a:pt x="44680176" y="39296892"/>
                  </a:cubicBezTo>
                  <a:cubicBezTo>
                    <a:pt x="44668832" y="39309068"/>
                    <a:pt x="44650984" y="39337642"/>
                    <a:pt x="44640504" y="39360392"/>
                  </a:cubicBezTo>
                  <a:cubicBezTo>
                    <a:pt x="44630024" y="39383138"/>
                    <a:pt x="44604304" y="39417586"/>
                    <a:pt x="44583352" y="39436942"/>
                  </a:cubicBezTo>
                  <a:cubicBezTo>
                    <a:pt x="44562400" y="39456298"/>
                    <a:pt x="44540224" y="39487730"/>
                    <a:pt x="44534072" y="39506794"/>
                  </a:cubicBezTo>
                  <a:cubicBezTo>
                    <a:pt x="44527920" y="39525854"/>
                    <a:pt x="44513632" y="39551466"/>
                    <a:pt x="44502320" y="39563706"/>
                  </a:cubicBezTo>
                  <a:cubicBezTo>
                    <a:pt x="44491008" y="39575948"/>
                    <a:pt x="44476040" y="39597916"/>
                    <a:pt x="44469056" y="39612522"/>
                  </a:cubicBezTo>
                  <a:cubicBezTo>
                    <a:pt x="44462064" y="39627130"/>
                    <a:pt x="44442064" y="39652774"/>
                    <a:pt x="44424600" y="39669508"/>
                  </a:cubicBezTo>
                  <a:cubicBezTo>
                    <a:pt x="44407144" y="39686246"/>
                    <a:pt x="44384280" y="39717980"/>
                    <a:pt x="44373800" y="39740030"/>
                  </a:cubicBezTo>
                  <a:cubicBezTo>
                    <a:pt x="44363328" y="39762082"/>
                    <a:pt x="44343328" y="39791346"/>
                    <a:pt x="44329352" y="39805062"/>
                  </a:cubicBezTo>
                  <a:cubicBezTo>
                    <a:pt x="44315384" y="39818778"/>
                    <a:pt x="44295384" y="39845086"/>
                    <a:pt x="44284904" y="39863524"/>
                  </a:cubicBezTo>
                  <a:cubicBezTo>
                    <a:pt x="44274424" y="39881964"/>
                    <a:pt x="44260136" y="39901690"/>
                    <a:pt x="44253152" y="39907360"/>
                  </a:cubicBezTo>
                  <a:cubicBezTo>
                    <a:pt x="44232488" y="39924138"/>
                    <a:pt x="44220120" y="39947532"/>
                    <a:pt x="44200632" y="40006718"/>
                  </a:cubicBezTo>
                  <a:cubicBezTo>
                    <a:pt x="44185992" y="40051186"/>
                    <a:pt x="44174104" y="40065170"/>
                    <a:pt x="44142512" y="40075086"/>
                  </a:cubicBezTo>
                  <a:cubicBezTo>
                    <a:pt x="44115064" y="40083700"/>
                    <a:pt x="44098896" y="40099324"/>
                    <a:pt x="44090184" y="40125650"/>
                  </a:cubicBezTo>
                  <a:cubicBezTo>
                    <a:pt x="44083256" y="40146606"/>
                    <a:pt x="44068504" y="40170094"/>
                    <a:pt x="44057416" y="40177846"/>
                  </a:cubicBezTo>
                  <a:cubicBezTo>
                    <a:pt x="44046328" y="40185598"/>
                    <a:pt x="44028680" y="40209898"/>
                    <a:pt x="44018200" y="40231840"/>
                  </a:cubicBezTo>
                  <a:cubicBezTo>
                    <a:pt x="43998768" y="40272546"/>
                    <a:pt x="43961320" y="40319498"/>
                    <a:pt x="43885104" y="40398702"/>
                  </a:cubicBezTo>
                  <a:cubicBezTo>
                    <a:pt x="43861576" y="40423150"/>
                    <a:pt x="43838272" y="40451724"/>
                    <a:pt x="43833312" y="40462202"/>
                  </a:cubicBezTo>
                  <a:cubicBezTo>
                    <a:pt x="43828352" y="40472678"/>
                    <a:pt x="43816232" y="40492680"/>
                    <a:pt x="43806384" y="40506650"/>
                  </a:cubicBezTo>
                  <a:cubicBezTo>
                    <a:pt x="43796536" y="40520622"/>
                    <a:pt x="43775872" y="40550940"/>
                    <a:pt x="43760464" y="40574024"/>
                  </a:cubicBezTo>
                  <a:cubicBezTo>
                    <a:pt x="43745064" y="40597106"/>
                    <a:pt x="43722840" y="40624998"/>
                    <a:pt x="43711088" y="40635994"/>
                  </a:cubicBezTo>
                  <a:cubicBezTo>
                    <a:pt x="43699336" y="40646996"/>
                    <a:pt x="43683032" y="40672148"/>
                    <a:pt x="43674856" y="40691890"/>
                  </a:cubicBezTo>
                  <a:cubicBezTo>
                    <a:pt x="43666680" y="40711628"/>
                    <a:pt x="43636288" y="40747882"/>
                    <a:pt x="43607320" y="40772450"/>
                  </a:cubicBezTo>
                  <a:cubicBezTo>
                    <a:pt x="43538792" y="40830570"/>
                    <a:pt x="43495712" y="40876948"/>
                    <a:pt x="43472104" y="40918014"/>
                  </a:cubicBezTo>
                  <a:cubicBezTo>
                    <a:pt x="43461624" y="40936240"/>
                    <a:pt x="43444480" y="40958068"/>
                    <a:pt x="43434000" y="40966524"/>
                  </a:cubicBezTo>
                  <a:cubicBezTo>
                    <a:pt x="43423528" y="40974978"/>
                    <a:pt x="43403528" y="40998844"/>
                    <a:pt x="43389552" y="41019554"/>
                  </a:cubicBezTo>
                  <a:cubicBezTo>
                    <a:pt x="43375584" y="41040266"/>
                    <a:pt x="43352728" y="41062370"/>
                    <a:pt x="43338752" y="41068676"/>
                  </a:cubicBezTo>
                  <a:cubicBezTo>
                    <a:pt x="43324784" y="41074982"/>
                    <a:pt x="43307640" y="41093482"/>
                    <a:pt x="43300656" y="41109786"/>
                  </a:cubicBezTo>
                  <a:cubicBezTo>
                    <a:pt x="43293664" y="41126090"/>
                    <a:pt x="43272080" y="41148500"/>
                    <a:pt x="43252672" y="41159588"/>
                  </a:cubicBezTo>
                  <a:cubicBezTo>
                    <a:pt x="43227912" y="41173738"/>
                    <a:pt x="43217016" y="41190470"/>
                    <a:pt x="43216120" y="41215694"/>
                  </a:cubicBezTo>
                  <a:cubicBezTo>
                    <a:pt x="43215248" y="41240138"/>
                    <a:pt x="43205488" y="41255894"/>
                    <a:pt x="43185584" y="41264964"/>
                  </a:cubicBezTo>
                  <a:cubicBezTo>
                    <a:pt x="43169488" y="41272298"/>
                    <a:pt x="43149840" y="41293936"/>
                    <a:pt x="43141928" y="41313050"/>
                  </a:cubicBezTo>
                  <a:cubicBezTo>
                    <a:pt x="43134008" y="41332166"/>
                    <a:pt x="43114248" y="41354912"/>
                    <a:pt x="43098016" y="41363600"/>
                  </a:cubicBezTo>
                  <a:cubicBezTo>
                    <a:pt x="43081784" y="41372288"/>
                    <a:pt x="43061330" y="41392786"/>
                    <a:pt x="43052576" y="41409154"/>
                  </a:cubicBezTo>
                  <a:cubicBezTo>
                    <a:pt x="43043818" y="41425518"/>
                    <a:pt x="43013182" y="41458534"/>
                    <a:pt x="42984502" y="41482520"/>
                  </a:cubicBezTo>
                  <a:cubicBezTo>
                    <a:pt x="42901872" y="41551620"/>
                    <a:pt x="42698586" y="41760334"/>
                    <a:pt x="42674694" y="41800590"/>
                  </a:cubicBezTo>
                  <a:cubicBezTo>
                    <a:pt x="42662736" y="41820742"/>
                    <a:pt x="42637222" y="41846462"/>
                    <a:pt x="42617994" y="41857742"/>
                  </a:cubicBezTo>
                  <a:cubicBezTo>
                    <a:pt x="42598768" y="41869022"/>
                    <a:pt x="42579662" y="41889680"/>
                    <a:pt x="42575534" y="41903650"/>
                  </a:cubicBezTo>
                  <a:cubicBezTo>
                    <a:pt x="42571410" y="41917622"/>
                    <a:pt x="42559068" y="41934766"/>
                    <a:pt x="42548108" y="41941750"/>
                  </a:cubicBezTo>
                  <a:cubicBezTo>
                    <a:pt x="42537150" y="41948738"/>
                    <a:pt x="42522746" y="41966662"/>
                    <a:pt x="42516100" y="41981584"/>
                  </a:cubicBezTo>
                  <a:cubicBezTo>
                    <a:pt x="42509456" y="41996504"/>
                    <a:pt x="42486094" y="42021710"/>
                    <a:pt x="42464186" y="42037594"/>
                  </a:cubicBezTo>
                  <a:cubicBezTo>
                    <a:pt x="42442278" y="42053478"/>
                    <a:pt x="42418690" y="42075558"/>
                    <a:pt x="42411766" y="42086660"/>
                  </a:cubicBezTo>
                  <a:cubicBezTo>
                    <a:pt x="42404842" y="42097766"/>
                    <a:pt x="42387698" y="42116870"/>
                    <a:pt x="42373666" y="42129110"/>
                  </a:cubicBezTo>
                  <a:cubicBezTo>
                    <a:pt x="42359634" y="42141354"/>
                    <a:pt x="42336726" y="42167702"/>
                    <a:pt x="42322754" y="42187668"/>
                  </a:cubicBezTo>
                  <a:cubicBezTo>
                    <a:pt x="42308782" y="42207630"/>
                    <a:pt x="42286390" y="42229046"/>
                    <a:pt x="42272994" y="42235258"/>
                  </a:cubicBezTo>
                  <a:cubicBezTo>
                    <a:pt x="42259594" y="42241470"/>
                    <a:pt x="42242450" y="42257980"/>
                    <a:pt x="42234894" y="42271950"/>
                  </a:cubicBezTo>
                  <a:lnTo>
                    <a:pt x="42214926" y="42308954"/>
                  </a:lnTo>
                  <a:cubicBezTo>
                    <a:pt x="42208866" y="42320242"/>
                    <a:pt x="42141500" y="42373550"/>
                    <a:pt x="42101388" y="42398798"/>
                  </a:cubicBezTo>
                  <a:cubicBezTo>
                    <a:pt x="42090424" y="42405702"/>
                    <a:pt x="42072882" y="42421882"/>
                    <a:pt x="42062404" y="42434758"/>
                  </a:cubicBezTo>
                  <a:cubicBezTo>
                    <a:pt x="42051926" y="42447634"/>
                    <a:pt x="42027086" y="42467702"/>
                    <a:pt x="42007198" y="42479358"/>
                  </a:cubicBezTo>
                  <a:cubicBezTo>
                    <a:pt x="41985916" y="42491832"/>
                    <a:pt x="41967734" y="42515722"/>
                    <a:pt x="41962996" y="42537432"/>
                  </a:cubicBezTo>
                  <a:cubicBezTo>
                    <a:pt x="41958460" y="42558210"/>
                    <a:pt x="41944626" y="42577008"/>
                    <a:pt x="41931306" y="42580494"/>
                  </a:cubicBezTo>
                  <a:cubicBezTo>
                    <a:pt x="41881166" y="42593606"/>
                    <a:pt x="41828566" y="42636526"/>
                    <a:pt x="41797292" y="42689850"/>
                  </a:cubicBezTo>
                  <a:cubicBezTo>
                    <a:pt x="41787686" y="42706228"/>
                    <a:pt x="41767684" y="42726246"/>
                    <a:pt x="41752842" y="42734338"/>
                  </a:cubicBezTo>
                  <a:cubicBezTo>
                    <a:pt x="41737998" y="42742430"/>
                    <a:pt x="41685850" y="42786274"/>
                    <a:pt x="41636954" y="42831766"/>
                  </a:cubicBezTo>
                  <a:cubicBezTo>
                    <a:pt x="41588058" y="42877254"/>
                    <a:pt x="41515458" y="42941358"/>
                    <a:pt x="41475618" y="42974212"/>
                  </a:cubicBezTo>
                  <a:cubicBezTo>
                    <a:pt x="41376344" y="43056080"/>
                    <a:pt x="41357902" y="43075198"/>
                    <a:pt x="41308014" y="43147960"/>
                  </a:cubicBezTo>
                  <a:cubicBezTo>
                    <a:pt x="41279050" y="43190196"/>
                    <a:pt x="41252154" y="43214410"/>
                    <a:pt x="41226946" y="43220944"/>
                  </a:cubicBezTo>
                  <a:cubicBezTo>
                    <a:pt x="41202222" y="43227350"/>
                    <a:pt x="41183930" y="43243486"/>
                    <a:pt x="41173878" y="43267758"/>
                  </a:cubicBezTo>
                  <a:cubicBezTo>
                    <a:pt x="41165442" y="43288126"/>
                    <a:pt x="41145666" y="43308022"/>
                    <a:pt x="41129934" y="43311970"/>
                  </a:cubicBezTo>
                  <a:cubicBezTo>
                    <a:pt x="41114206" y="43315918"/>
                    <a:pt x="41095700" y="43331772"/>
                    <a:pt x="41088814" y="43347200"/>
                  </a:cubicBezTo>
                  <a:cubicBezTo>
                    <a:pt x="41081930" y="43362632"/>
                    <a:pt x="41062428" y="43378420"/>
                    <a:pt x="41045478" y="43382290"/>
                  </a:cubicBezTo>
                  <a:cubicBezTo>
                    <a:pt x="41028522" y="43386162"/>
                    <a:pt x="41004624" y="43400806"/>
                    <a:pt x="40992362" y="43414838"/>
                  </a:cubicBezTo>
                  <a:cubicBezTo>
                    <a:pt x="40980102" y="43428870"/>
                    <a:pt x="40952462" y="43448924"/>
                    <a:pt x="40930944" y="43459402"/>
                  </a:cubicBezTo>
                  <a:cubicBezTo>
                    <a:pt x="40905466" y="43471806"/>
                    <a:pt x="40889034" y="43491160"/>
                    <a:pt x="40883834" y="43514892"/>
                  </a:cubicBezTo>
                  <a:cubicBezTo>
                    <a:pt x="40877762" y="43542586"/>
                    <a:pt x="40866594" y="43553226"/>
                    <a:pt x="40837300" y="43559212"/>
                  </a:cubicBezTo>
                  <a:cubicBezTo>
                    <a:pt x="40816098" y="43563546"/>
                    <a:pt x="40784466" y="43582054"/>
                    <a:pt x="40767004" y="43600338"/>
                  </a:cubicBezTo>
                  <a:cubicBezTo>
                    <a:pt x="40732600" y="43636358"/>
                    <a:pt x="40687190" y="43672940"/>
                    <a:pt x="40654346" y="43691084"/>
                  </a:cubicBezTo>
                  <a:cubicBezTo>
                    <a:pt x="40642966" y="43697380"/>
                    <a:pt x="40625082" y="43711036"/>
                    <a:pt x="40614604" y="43721444"/>
                  </a:cubicBezTo>
                  <a:cubicBezTo>
                    <a:pt x="40585110" y="43750740"/>
                    <a:pt x="40527484" y="43793980"/>
                    <a:pt x="40489908" y="43815004"/>
                  </a:cubicBezTo>
                  <a:cubicBezTo>
                    <a:pt x="40471178" y="43825476"/>
                    <a:pt x="40438708" y="43850420"/>
                    <a:pt x="40417754" y="43870420"/>
                  </a:cubicBezTo>
                  <a:cubicBezTo>
                    <a:pt x="40396800" y="43890428"/>
                    <a:pt x="40362508" y="43923132"/>
                    <a:pt x="40341554" y="43943092"/>
                  </a:cubicBezTo>
                  <a:cubicBezTo>
                    <a:pt x="40320600" y="43963052"/>
                    <a:pt x="40286308" y="43986692"/>
                    <a:pt x="40265354" y="43995620"/>
                  </a:cubicBezTo>
                  <a:cubicBezTo>
                    <a:pt x="40244400" y="44004548"/>
                    <a:pt x="40212966" y="44026692"/>
                    <a:pt x="40195504" y="44044828"/>
                  </a:cubicBezTo>
                  <a:cubicBezTo>
                    <a:pt x="40178042" y="44062972"/>
                    <a:pt x="40149466" y="44081780"/>
                    <a:pt x="40132004" y="44086636"/>
                  </a:cubicBezTo>
                  <a:cubicBezTo>
                    <a:pt x="40114542" y="44091492"/>
                    <a:pt x="40087796" y="44110940"/>
                    <a:pt x="40072570" y="44129852"/>
                  </a:cubicBezTo>
                  <a:cubicBezTo>
                    <a:pt x="40057342" y="44148772"/>
                    <a:pt x="40032518" y="44169964"/>
                    <a:pt x="40017402" y="44176948"/>
                  </a:cubicBezTo>
                  <a:cubicBezTo>
                    <a:pt x="40002290" y="44183940"/>
                    <a:pt x="39976070" y="44203940"/>
                    <a:pt x="39959138" y="44221404"/>
                  </a:cubicBezTo>
                  <a:cubicBezTo>
                    <a:pt x="39942202" y="44238860"/>
                    <a:pt x="39912734" y="44261612"/>
                    <a:pt x="39893650" y="44271948"/>
                  </a:cubicBezTo>
                  <a:cubicBezTo>
                    <a:pt x="39874570" y="44282284"/>
                    <a:pt x="39847526" y="44303164"/>
                    <a:pt x="39833554" y="44318348"/>
                  </a:cubicBezTo>
                  <a:cubicBezTo>
                    <a:pt x="39819582" y="44333524"/>
                    <a:pt x="39793866" y="44349572"/>
                    <a:pt x="39776404" y="44354004"/>
                  </a:cubicBezTo>
                  <a:cubicBezTo>
                    <a:pt x="39758942" y="44358428"/>
                    <a:pt x="39731204" y="44377556"/>
                    <a:pt x="39714766" y="44396500"/>
                  </a:cubicBezTo>
                  <a:cubicBezTo>
                    <a:pt x="39698328" y="44415452"/>
                    <a:pt x="39659930" y="44444460"/>
                    <a:pt x="39629436" y="44460972"/>
                  </a:cubicBezTo>
                  <a:cubicBezTo>
                    <a:pt x="39598946" y="44477484"/>
                    <a:pt x="39570500" y="44502012"/>
                    <a:pt x="39566228" y="44515468"/>
                  </a:cubicBezTo>
                  <a:cubicBezTo>
                    <a:pt x="39561702" y="44529732"/>
                    <a:pt x="39542288" y="44543180"/>
                    <a:pt x="39519686" y="44547700"/>
                  </a:cubicBezTo>
                  <a:cubicBezTo>
                    <a:pt x="39498358" y="44551964"/>
                    <a:pt x="39468818" y="44568964"/>
                    <a:pt x="39454034" y="44585484"/>
                  </a:cubicBezTo>
                  <a:cubicBezTo>
                    <a:pt x="39439250" y="44601996"/>
                    <a:pt x="39404294" y="44621428"/>
                    <a:pt x="39376354" y="44628660"/>
                  </a:cubicBezTo>
                  <a:cubicBezTo>
                    <a:pt x="39348414" y="44635884"/>
                    <a:pt x="39314126" y="44655596"/>
                    <a:pt x="39300154" y="44672460"/>
                  </a:cubicBezTo>
                  <a:cubicBezTo>
                    <a:pt x="39286182" y="44689316"/>
                    <a:pt x="39260466" y="44706724"/>
                    <a:pt x="39243004" y="44711136"/>
                  </a:cubicBezTo>
                  <a:cubicBezTo>
                    <a:pt x="39225542" y="44715548"/>
                    <a:pt x="39199826" y="44732992"/>
                    <a:pt x="39185854" y="44749904"/>
                  </a:cubicBezTo>
                  <a:cubicBezTo>
                    <a:pt x="39171882" y="44766812"/>
                    <a:pt x="39140452" y="44790308"/>
                    <a:pt x="39116004" y="44802116"/>
                  </a:cubicBezTo>
                  <a:cubicBezTo>
                    <a:pt x="39091556" y="44813928"/>
                    <a:pt x="39058606" y="44835256"/>
                    <a:pt x="39042784" y="44849520"/>
                  </a:cubicBezTo>
                  <a:cubicBezTo>
                    <a:pt x="39026958" y="44863780"/>
                    <a:pt x="38995526" y="44881164"/>
                    <a:pt x="38972934" y="44888148"/>
                  </a:cubicBezTo>
                  <a:cubicBezTo>
                    <a:pt x="38950340" y="44895136"/>
                    <a:pt x="38920426" y="44913684"/>
                    <a:pt x="38906454" y="44929368"/>
                  </a:cubicBezTo>
                  <a:cubicBezTo>
                    <a:pt x="38892482" y="44945052"/>
                    <a:pt x="38858860" y="44967916"/>
                    <a:pt x="38831734" y="44980168"/>
                  </a:cubicBezTo>
                  <a:cubicBezTo>
                    <a:pt x="38804606" y="44992420"/>
                    <a:pt x="38771634" y="45013876"/>
                    <a:pt x="38758462" y="45027848"/>
                  </a:cubicBezTo>
                  <a:cubicBezTo>
                    <a:pt x="38745290" y="45041820"/>
                    <a:pt x="38713190" y="45061332"/>
                    <a:pt x="38687134" y="45071208"/>
                  </a:cubicBezTo>
                  <a:cubicBezTo>
                    <a:pt x="38661074" y="45081084"/>
                    <a:pt x="38626992" y="45106348"/>
                    <a:pt x="38611396" y="45127348"/>
                  </a:cubicBezTo>
                  <a:cubicBezTo>
                    <a:pt x="38593418" y="45151560"/>
                    <a:pt x="38568398" y="45167684"/>
                    <a:pt x="38543030" y="45171404"/>
                  </a:cubicBezTo>
                  <a:cubicBezTo>
                    <a:pt x="38488132" y="45179464"/>
                    <a:pt x="38453086" y="45201104"/>
                    <a:pt x="38449198" y="45229348"/>
                  </a:cubicBezTo>
                  <a:cubicBezTo>
                    <a:pt x="38446726" y="45247308"/>
                    <a:pt x="38435584" y="45252872"/>
                    <a:pt x="38403146" y="45252340"/>
                  </a:cubicBezTo>
                  <a:cubicBezTo>
                    <a:pt x="38348810" y="45251452"/>
                    <a:pt x="38318894" y="45267740"/>
                    <a:pt x="38300426" y="45308276"/>
                  </a:cubicBezTo>
                  <a:cubicBezTo>
                    <a:pt x="38288656" y="45334108"/>
                    <a:pt x="38273432" y="45342076"/>
                    <a:pt x="38222242" y="45349200"/>
                  </a:cubicBezTo>
                  <a:cubicBezTo>
                    <a:pt x="38183722" y="45354564"/>
                    <a:pt x="38149520" y="45368060"/>
                    <a:pt x="38135444" y="45383448"/>
                  </a:cubicBezTo>
                  <a:cubicBezTo>
                    <a:pt x="38122666" y="45397420"/>
                    <a:pt x="38090890" y="45416932"/>
                    <a:pt x="38064834" y="45426808"/>
                  </a:cubicBezTo>
                  <a:cubicBezTo>
                    <a:pt x="38038774" y="45436684"/>
                    <a:pt x="38001408" y="45459548"/>
                    <a:pt x="37981798" y="45477608"/>
                  </a:cubicBezTo>
                  <a:cubicBezTo>
                    <a:pt x="37962186" y="45495672"/>
                    <a:pt x="37925038" y="45514764"/>
                    <a:pt x="37899246" y="45520032"/>
                  </a:cubicBezTo>
                  <a:cubicBezTo>
                    <a:pt x="37873458" y="45525304"/>
                    <a:pt x="37843782" y="45541308"/>
                    <a:pt x="37833304" y="45555600"/>
                  </a:cubicBezTo>
                  <a:cubicBezTo>
                    <a:pt x="37813490" y="45582620"/>
                    <a:pt x="37792630" y="45594268"/>
                    <a:pt x="37720798" y="45618424"/>
                  </a:cubicBezTo>
                  <a:cubicBezTo>
                    <a:pt x="37697340" y="45626316"/>
                    <a:pt x="37664744" y="45647228"/>
                    <a:pt x="37648366" y="45664900"/>
                  </a:cubicBezTo>
                  <a:cubicBezTo>
                    <a:pt x="37626858" y="45688108"/>
                    <a:pt x="37601666" y="45698660"/>
                    <a:pt x="37557668" y="45702892"/>
                  </a:cubicBezTo>
                  <a:cubicBezTo>
                    <a:pt x="37510862" y="45707392"/>
                    <a:pt x="37490422" y="45716668"/>
                    <a:pt x="37469410" y="45742948"/>
                  </a:cubicBezTo>
                  <a:cubicBezTo>
                    <a:pt x="37454016" y="45762208"/>
                    <a:pt x="37418418" y="45783756"/>
                    <a:pt x="37387938" y="45792272"/>
                  </a:cubicBezTo>
                  <a:cubicBezTo>
                    <a:pt x="37358166" y="45800588"/>
                    <a:pt x="37318204" y="45820592"/>
                    <a:pt x="37299130" y="45836720"/>
                  </a:cubicBezTo>
                  <a:cubicBezTo>
                    <a:pt x="37280054" y="45852852"/>
                    <a:pt x="37245768" y="45870736"/>
                    <a:pt x="37222938" y="45876464"/>
                  </a:cubicBezTo>
                  <a:cubicBezTo>
                    <a:pt x="37200110" y="45882196"/>
                    <a:pt x="37161658" y="45902196"/>
                    <a:pt x="37137490" y="45920916"/>
                  </a:cubicBezTo>
                  <a:cubicBezTo>
                    <a:pt x="37113322" y="45939636"/>
                    <a:pt x="37067124" y="45961640"/>
                    <a:pt x="37034830" y="45969820"/>
                  </a:cubicBezTo>
                  <a:cubicBezTo>
                    <a:pt x="37002530" y="45978000"/>
                    <a:pt x="36964666" y="45994004"/>
                    <a:pt x="36950678" y="46005388"/>
                  </a:cubicBezTo>
                  <a:cubicBezTo>
                    <a:pt x="36922722" y="46028144"/>
                    <a:pt x="36895572" y="46041380"/>
                    <a:pt x="36833154" y="46062668"/>
                  </a:cubicBezTo>
                  <a:cubicBezTo>
                    <a:pt x="36810442" y="46070420"/>
                    <a:pt x="36778290" y="46091388"/>
                    <a:pt x="36761706" y="46109276"/>
                  </a:cubicBezTo>
                  <a:cubicBezTo>
                    <a:pt x="36742482" y="46130008"/>
                    <a:pt x="36709342" y="46145940"/>
                    <a:pt x="36670246" y="46153244"/>
                  </a:cubicBezTo>
                  <a:cubicBezTo>
                    <a:pt x="36632662" y="46160264"/>
                    <a:pt x="36595298" y="46177764"/>
                    <a:pt x="36573694" y="46198460"/>
                  </a:cubicBezTo>
                  <a:cubicBezTo>
                    <a:pt x="36545282" y="46225680"/>
                    <a:pt x="36523018" y="46233364"/>
                    <a:pt x="36458806" y="46238104"/>
                  </a:cubicBezTo>
                  <a:cubicBezTo>
                    <a:pt x="36393370" y="46242936"/>
                    <a:pt x="36373698" y="46249924"/>
                    <a:pt x="36348582" y="46277268"/>
                  </a:cubicBezTo>
                  <a:cubicBezTo>
                    <a:pt x="36327904" y="46299772"/>
                    <a:pt x="36295162" y="46315144"/>
                    <a:pt x="36247426" y="46324744"/>
                  </a:cubicBezTo>
                  <a:cubicBezTo>
                    <a:pt x="36164488" y="46341420"/>
                    <a:pt x="36144204" y="46352728"/>
                    <a:pt x="36138220" y="46385640"/>
                  </a:cubicBezTo>
                  <a:cubicBezTo>
                    <a:pt x="36134678" y="46405104"/>
                    <a:pt x="36117154" y="46412324"/>
                    <a:pt x="36050022" y="46421980"/>
                  </a:cubicBezTo>
                  <a:cubicBezTo>
                    <a:pt x="36003940" y="46428604"/>
                    <a:pt x="35948362" y="46443392"/>
                    <a:pt x="35926512" y="46454836"/>
                  </a:cubicBezTo>
                  <a:cubicBezTo>
                    <a:pt x="35880302" y="46479048"/>
                    <a:pt x="35853150" y="46488804"/>
                    <a:pt x="35779138" y="46507800"/>
                  </a:cubicBezTo>
                  <a:cubicBezTo>
                    <a:pt x="35749486" y="46515412"/>
                    <a:pt x="35707130" y="46536864"/>
                    <a:pt x="35685014" y="46555476"/>
                  </a:cubicBezTo>
                  <a:cubicBezTo>
                    <a:pt x="35652602" y="46582744"/>
                    <a:pt x="35628570" y="46590340"/>
                    <a:pt x="35561126" y="46594620"/>
                  </a:cubicBezTo>
                  <a:cubicBezTo>
                    <a:pt x="35491018" y="46599072"/>
                    <a:pt x="35472502" y="46605300"/>
                    <a:pt x="35446918" y="46633040"/>
                  </a:cubicBezTo>
                  <a:cubicBezTo>
                    <a:pt x="35425634" y="46656124"/>
                    <a:pt x="35391980" y="46671320"/>
                    <a:pt x="35335794" y="46683228"/>
                  </a:cubicBezTo>
                  <a:cubicBezTo>
                    <a:pt x="35291468" y="46692620"/>
                    <a:pt x="35230914" y="46712284"/>
                    <a:pt x="35201226" y="46726932"/>
                  </a:cubicBezTo>
                  <a:cubicBezTo>
                    <a:pt x="35171542" y="46741572"/>
                    <a:pt x="35110918" y="46761920"/>
                    <a:pt x="35066510" y="46772148"/>
                  </a:cubicBezTo>
                  <a:cubicBezTo>
                    <a:pt x="35020316" y="46782788"/>
                    <a:pt x="34969386" y="46804528"/>
                    <a:pt x="34947490" y="46822952"/>
                  </a:cubicBezTo>
                  <a:cubicBezTo>
                    <a:pt x="34916934" y="46848660"/>
                    <a:pt x="34892238" y="46856140"/>
                    <a:pt x="34825034" y="46860028"/>
                  </a:cubicBezTo>
                  <a:cubicBezTo>
                    <a:pt x="34734438" y="46865276"/>
                    <a:pt x="34707662" y="46873872"/>
                    <a:pt x="34658304" y="46913580"/>
                  </a:cubicBezTo>
                  <a:cubicBezTo>
                    <a:pt x="34637000" y="46930716"/>
                    <a:pt x="34599394" y="46941492"/>
                    <a:pt x="34544004" y="46946324"/>
                  </a:cubicBezTo>
                  <a:cubicBezTo>
                    <a:pt x="34455290" y="46954068"/>
                    <a:pt x="34439214" y="46960252"/>
                    <a:pt x="34381456" y="47008852"/>
                  </a:cubicBezTo>
                  <a:cubicBezTo>
                    <a:pt x="34350274" y="47035092"/>
                    <a:pt x="34325264" y="47041844"/>
                    <a:pt x="34233080" y="47048932"/>
                  </a:cubicBezTo>
                  <a:cubicBezTo>
                    <a:pt x="34123840" y="47057328"/>
                    <a:pt x="34105330" y="47062392"/>
                    <a:pt x="34055054" y="47097636"/>
                  </a:cubicBezTo>
                  <a:cubicBezTo>
                    <a:pt x="34041082" y="47107428"/>
                    <a:pt x="33973636" y="47123580"/>
                    <a:pt x="33905170" y="47133524"/>
                  </a:cubicBezTo>
                  <a:cubicBezTo>
                    <a:pt x="33801310" y="47148612"/>
                    <a:pt x="33774790" y="47157260"/>
                    <a:pt x="33745092" y="47185712"/>
                  </a:cubicBezTo>
                  <a:cubicBezTo>
                    <a:pt x="33712370" y="47217060"/>
                    <a:pt x="33698518" y="47220436"/>
                    <a:pt x="33573522" y="47227512"/>
                  </a:cubicBezTo>
                  <a:cubicBezTo>
                    <a:pt x="33452702" y="47234356"/>
                    <a:pt x="33431538" y="47239196"/>
                    <a:pt x="33383630" y="47270928"/>
                  </a:cubicBezTo>
                  <a:cubicBezTo>
                    <a:pt x="33333614" y="47304056"/>
                    <a:pt x="33320122" y="47306736"/>
                    <a:pt x="33197086" y="47307944"/>
                  </a:cubicBezTo>
                  <a:cubicBezTo>
                    <a:pt x="33059760" y="47309296"/>
                    <a:pt x="33035446" y="47314968"/>
                    <a:pt x="32981904" y="47358140"/>
                  </a:cubicBezTo>
                  <a:cubicBezTo>
                    <a:pt x="32956802" y="47378380"/>
                    <a:pt x="32914926" y="47387220"/>
                    <a:pt x="32781898" y="47400372"/>
                  </a:cubicBezTo>
                  <a:cubicBezTo>
                    <a:pt x="32627064" y="47415684"/>
                    <a:pt x="32610746" y="47419784"/>
                    <a:pt x="32577358" y="47451776"/>
                  </a:cubicBezTo>
                  <a:cubicBezTo>
                    <a:pt x="32541154" y="47486460"/>
                    <a:pt x="32540660" y="47486536"/>
                    <a:pt x="32351914" y="47486692"/>
                  </a:cubicBezTo>
                  <a:cubicBezTo>
                    <a:pt x="32200598" y="47486812"/>
                    <a:pt x="32153862" y="47491132"/>
                    <a:pt x="32118304" y="47508296"/>
                  </a:cubicBezTo>
                  <a:cubicBezTo>
                    <a:pt x="32015520" y="47557900"/>
                    <a:pt x="31977488" y="47565340"/>
                    <a:pt x="31764266" y="47577520"/>
                  </a:cubicBezTo>
                  <a:cubicBezTo>
                    <a:pt x="31599824" y="47586912"/>
                    <a:pt x="31535140" y="47595380"/>
                    <a:pt x="31510468" y="47610736"/>
                  </a:cubicBezTo>
                  <a:cubicBezTo>
                    <a:pt x="31459278" y="47642604"/>
                    <a:pt x="31386504" y="47650668"/>
                    <a:pt x="31062024" y="47660416"/>
                  </a:cubicBezTo>
                  <a:cubicBezTo>
                    <a:pt x="30764610" y="47669352"/>
                    <a:pt x="30761030" y="47669788"/>
                    <a:pt x="30727422" y="47701200"/>
                  </a:cubicBezTo>
                  <a:cubicBezTo>
                    <a:pt x="30698936" y="47727820"/>
                    <a:pt x="30678770" y="47733600"/>
                    <a:pt x="30602602" y="47736980"/>
                  </a:cubicBezTo>
                  <a:cubicBezTo>
                    <a:pt x="30552634" y="47739196"/>
                    <a:pt x="29768804" y="47742056"/>
                    <a:pt x="28860754" y="47743332"/>
                  </a:cubicBezTo>
                  <a:lnTo>
                    <a:pt x="27209752" y="47745648"/>
                  </a:lnTo>
                  <a:lnTo>
                    <a:pt x="27044656" y="47665508"/>
                  </a:lnTo>
                  <a:lnTo>
                    <a:pt x="26771604" y="47659040"/>
                  </a:lnTo>
                  <a:cubicBezTo>
                    <a:pt x="26498800" y="47652580"/>
                    <a:pt x="26498480" y="47652540"/>
                    <a:pt x="26416004" y="47613396"/>
                  </a:cubicBezTo>
                  <a:cubicBezTo>
                    <a:pt x="26340040" y="47577344"/>
                    <a:pt x="26322312" y="47574132"/>
                    <a:pt x="26193752" y="47573104"/>
                  </a:cubicBezTo>
                  <a:cubicBezTo>
                    <a:pt x="25941256" y="47571084"/>
                    <a:pt x="25836764" y="47558764"/>
                    <a:pt x="25814392" y="47528368"/>
                  </a:cubicBezTo>
                  <a:cubicBezTo>
                    <a:pt x="25796824" y="47504496"/>
                    <a:pt x="25774984" y="47500212"/>
                    <a:pt x="25613220" y="47488932"/>
                  </a:cubicBezTo>
                  <a:cubicBezTo>
                    <a:pt x="25453200" y="47477768"/>
                    <a:pt x="25423500" y="47472036"/>
                    <a:pt x="25361904" y="47440416"/>
                  </a:cubicBezTo>
                  <a:cubicBezTo>
                    <a:pt x="25301644" y="47409484"/>
                    <a:pt x="25271128" y="47403280"/>
                    <a:pt x="25139656" y="47395216"/>
                  </a:cubicBezTo>
                  <a:cubicBezTo>
                    <a:pt x="25020644" y="47387916"/>
                    <a:pt x="24971316" y="47379036"/>
                    <a:pt x="24914508" y="47354692"/>
                  </a:cubicBezTo>
                  <a:cubicBezTo>
                    <a:pt x="24862112" y="47332232"/>
                    <a:pt x="24806016" y="47320976"/>
                    <a:pt x="24714000" y="47314452"/>
                  </a:cubicBezTo>
                  <a:cubicBezTo>
                    <a:pt x="24604480" y="47306688"/>
                    <a:pt x="24582220" y="47301260"/>
                    <a:pt x="24558144" y="47276420"/>
                  </a:cubicBezTo>
                  <a:cubicBezTo>
                    <a:pt x="24542696" y="47260484"/>
                    <a:pt x="24520428" y="47243812"/>
                    <a:pt x="24508664" y="47239372"/>
                  </a:cubicBezTo>
                  <a:cubicBezTo>
                    <a:pt x="24487596" y="47231420"/>
                    <a:pt x="24370960" y="47219636"/>
                    <a:pt x="24254804" y="47213724"/>
                  </a:cubicBezTo>
                  <a:cubicBezTo>
                    <a:pt x="24214680" y="47211684"/>
                    <a:pt x="24179484" y="47199640"/>
                    <a:pt x="24146168" y="47176552"/>
                  </a:cubicBezTo>
                  <a:cubicBezTo>
                    <a:pt x="24115564" y="47155340"/>
                    <a:pt x="24073084" y="47139876"/>
                    <a:pt x="24034072" y="47135744"/>
                  </a:cubicBezTo>
                  <a:cubicBezTo>
                    <a:pt x="23999520" y="47132084"/>
                    <a:pt x="23952520" y="47126936"/>
                    <a:pt x="23929620" y="47124304"/>
                  </a:cubicBezTo>
                  <a:cubicBezTo>
                    <a:pt x="23903832" y="47121336"/>
                    <a:pt x="23878104" y="47106948"/>
                    <a:pt x="23862024" y="47086504"/>
                  </a:cubicBezTo>
                  <a:cubicBezTo>
                    <a:pt x="23835424" y="47052692"/>
                    <a:pt x="23799072" y="47045104"/>
                    <a:pt x="23619456" y="47035876"/>
                  </a:cubicBezTo>
                  <a:cubicBezTo>
                    <a:pt x="23574128" y="47033548"/>
                    <a:pt x="23551544" y="47024604"/>
                    <a:pt x="23525648" y="46998704"/>
                  </a:cubicBezTo>
                  <a:cubicBezTo>
                    <a:pt x="23499316" y="46972376"/>
                    <a:pt x="23475288" y="46963084"/>
                    <a:pt x="23420248" y="46957944"/>
                  </a:cubicBezTo>
                  <a:cubicBezTo>
                    <a:pt x="23275044" y="46944396"/>
                    <a:pt x="23267944" y="46942404"/>
                    <a:pt x="23237120" y="46906572"/>
                  </a:cubicBezTo>
                  <a:cubicBezTo>
                    <a:pt x="23214516" y="46880292"/>
                    <a:pt x="23190224" y="46868708"/>
                    <a:pt x="23144376" y="46862356"/>
                  </a:cubicBezTo>
                  <a:cubicBezTo>
                    <a:pt x="23110208" y="46857616"/>
                    <a:pt x="23072448" y="46855824"/>
                    <a:pt x="23060464" y="46858372"/>
                  </a:cubicBezTo>
                  <a:cubicBezTo>
                    <a:pt x="23048484" y="46860916"/>
                    <a:pt x="23021140" y="46845852"/>
                    <a:pt x="22999704" y="46824900"/>
                  </a:cubicBezTo>
                  <a:cubicBezTo>
                    <a:pt x="22951332" y="46777616"/>
                    <a:pt x="22890812" y="46759512"/>
                    <a:pt x="22813164" y="46769100"/>
                  </a:cubicBezTo>
                  <a:cubicBezTo>
                    <a:pt x="22781992" y="46772948"/>
                    <a:pt x="22763396" y="46765628"/>
                    <a:pt x="22732392" y="46737308"/>
                  </a:cubicBezTo>
                  <a:cubicBezTo>
                    <a:pt x="22689120" y="46697788"/>
                    <a:pt x="22647576" y="46685200"/>
                    <a:pt x="22560408" y="46685200"/>
                  </a:cubicBezTo>
                  <a:cubicBezTo>
                    <a:pt x="22517120" y="46685200"/>
                    <a:pt x="22495856" y="46676916"/>
                    <a:pt x="22461340" y="46646612"/>
                  </a:cubicBezTo>
                  <a:cubicBezTo>
                    <a:pt x="22428884" y="46618116"/>
                    <a:pt x="22399800" y="46605940"/>
                    <a:pt x="22350112" y="46600056"/>
                  </a:cubicBezTo>
                  <a:cubicBezTo>
                    <a:pt x="22295860" y="46593632"/>
                    <a:pt x="22275092" y="46583888"/>
                    <a:pt x="22242892" y="46549744"/>
                  </a:cubicBezTo>
                  <a:cubicBezTo>
                    <a:pt x="22206896" y="46511580"/>
                    <a:pt x="22195956" y="46507400"/>
                    <a:pt x="22132084" y="46507400"/>
                  </a:cubicBezTo>
                  <a:cubicBezTo>
                    <a:pt x="22070228" y="46507400"/>
                    <a:pt x="22055880" y="46502372"/>
                    <a:pt x="22019284" y="46467892"/>
                  </a:cubicBezTo>
                  <a:cubicBezTo>
                    <a:pt x="21973464" y="46424716"/>
                    <a:pt x="21956104" y="46418500"/>
                    <a:pt x="21881376" y="46418500"/>
                  </a:cubicBezTo>
                  <a:cubicBezTo>
                    <a:pt x="21842440" y="46418500"/>
                    <a:pt x="21824356" y="46410484"/>
                    <a:pt x="21798944" y="46381960"/>
                  </a:cubicBezTo>
                  <a:cubicBezTo>
                    <a:pt x="21772520" y="46352300"/>
                    <a:pt x="21752104" y="46343804"/>
                    <a:pt x="21690576" y="46336844"/>
                  </a:cubicBezTo>
                  <a:cubicBezTo>
                    <a:pt x="21631824" y="46330196"/>
                    <a:pt x="21605012" y="46319700"/>
                    <a:pt x="21571400" y="46290188"/>
                  </a:cubicBezTo>
                  <a:cubicBezTo>
                    <a:pt x="21541792" y="46264192"/>
                    <a:pt x="21507212" y="46248820"/>
                    <a:pt x="21462412" y="46241740"/>
                  </a:cubicBezTo>
                  <a:cubicBezTo>
                    <a:pt x="21413556" y="46234012"/>
                    <a:pt x="21389724" y="46222500"/>
                    <a:pt x="21369136" y="46196680"/>
                  </a:cubicBezTo>
                  <a:cubicBezTo>
                    <a:pt x="21348856" y="46171248"/>
                    <a:pt x="21322964" y="46158492"/>
                    <a:pt x="21272068" y="46148864"/>
                  </a:cubicBezTo>
                  <a:cubicBezTo>
                    <a:pt x="21222416" y="46139468"/>
                    <a:pt x="21193128" y="46125360"/>
                    <a:pt x="21169192" y="46099312"/>
                  </a:cubicBezTo>
                  <a:cubicBezTo>
                    <a:pt x="21142044" y="46069772"/>
                    <a:pt x="21125136" y="46062900"/>
                    <a:pt x="21079616" y="46062900"/>
                  </a:cubicBezTo>
                  <a:cubicBezTo>
                    <a:pt x="21037444" y="46062900"/>
                    <a:pt x="21010836" y="46053580"/>
                    <a:pt x="20972480" y="46025376"/>
                  </a:cubicBezTo>
                  <a:cubicBezTo>
                    <a:pt x="20944420" y="46004736"/>
                    <a:pt x="20897308" y="45982424"/>
                    <a:pt x="20867792" y="45975792"/>
                  </a:cubicBezTo>
                  <a:cubicBezTo>
                    <a:pt x="20838272" y="45969160"/>
                    <a:pt x="20800496" y="45949028"/>
                    <a:pt x="20783840" y="45931056"/>
                  </a:cubicBezTo>
                  <a:cubicBezTo>
                    <a:pt x="20764916" y="45910636"/>
                    <a:pt x="20733352" y="45895148"/>
                    <a:pt x="20699700" y="45889768"/>
                  </a:cubicBezTo>
                  <a:cubicBezTo>
                    <a:pt x="20666992" y="45884540"/>
                    <a:pt x="20631576" y="45867520"/>
                    <a:pt x="20609512" y="45846432"/>
                  </a:cubicBezTo>
                  <a:cubicBezTo>
                    <a:pt x="20589524" y="45827332"/>
                    <a:pt x="20546536" y="45804996"/>
                    <a:pt x="20513976" y="45796800"/>
                  </a:cubicBezTo>
                  <a:cubicBezTo>
                    <a:pt x="20481416" y="45788600"/>
                    <a:pt x="20441992" y="45768100"/>
                    <a:pt x="20426368" y="45751236"/>
                  </a:cubicBezTo>
                  <a:cubicBezTo>
                    <a:pt x="20409216" y="45732732"/>
                    <a:pt x="20376488" y="45717148"/>
                    <a:pt x="20343800" y="45711920"/>
                  </a:cubicBezTo>
                  <a:cubicBezTo>
                    <a:pt x="20311792" y="45706804"/>
                    <a:pt x="20278404" y="45691128"/>
                    <a:pt x="20262152" y="45673592"/>
                  </a:cubicBezTo>
                  <a:cubicBezTo>
                    <a:pt x="20247032" y="45657276"/>
                    <a:pt x="20210512" y="45635404"/>
                    <a:pt x="20180996" y="45624996"/>
                  </a:cubicBezTo>
                  <a:cubicBezTo>
                    <a:pt x="20151480" y="45614580"/>
                    <a:pt x="20111240" y="45588832"/>
                    <a:pt x="20091572" y="45567780"/>
                  </a:cubicBezTo>
                  <a:cubicBezTo>
                    <a:pt x="20063328" y="45537544"/>
                    <a:pt x="20045136" y="45529500"/>
                    <a:pt x="20005012" y="45529500"/>
                  </a:cubicBezTo>
                  <a:cubicBezTo>
                    <a:pt x="19960416" y="45529500"/>
                    <a:pt x="19951008" y="45524068"/>
                    <a:pt x="19927984" y="45485048"/>
                  </a:cubicBezTo>
                  <a:cubicBezTo>
                    <a:pt x="19905956" y="45447708"/>
                    <a:pt x="19894648" y="45440600"/>
                    <a:pt x="19857304" y="45440600"/>
                  </a:cubicBezTo>
                  <a:cubicBezTo>
                    <a:pt x="19823432" y="45440600"/>
                    <a:pt x="19802272" y="45430016"/>
                    <a:pt x="19768400" y="45396148"/>
                  </a:cubicBezTo>
                  <a:cubicBezTo>
                    <a:pt x="19743952" y="45371700"/>
                    <a:pt x="19712280" y="45351700"/>
                    <a:pt x="19698012" y="45351700"/>
                  </a:cubicBezTo>
                  <a:cubicBezTo>
                    <a:pt x="19683744" y="45351700"/>
                    <a:pt x="19654644" y="45335044"/>
                    <a:pt x="19633344" y="45314688"/>
                  </a:cubicBezTo>
                  <a:cubicBezTo>
                    <a:pt x="19610588" y="45292940"/>
                    <a:pt x="19568624" y="45271440"/>
                    <a:pt x="19531592" y="45262556"/>
                  </a:cubicBezTo>
                  <a:cubicBezTo>
                    <a:pt x="19495468" y="45253892"/>
                    <a:pt x="19463320" y="45237620"/>
                    <a:pt x="19456260" y="45224428"/>
                  </a:cubicBezTo>
                  <a:cubicBezTo>
                    <a:pt x="19449488" y="45211776"/>
                    <a:pt x="19413888" y="45189484"/>
                    <a:pt x="19377152" y="45174900"/>
                  </a:cubicBezTo>
                  <a:cubicBezTo>
                    <a:pt x="19334448" y="45157944"/>
                    <a:pt x="19304840" y="45136948"/>
                    <a:pt x="19295072" y="45116688"/>
                  </a:cubicBezTo>
                  <a:cubicBezTo>
                    <a:pt x="19282916" y="45091496"/>
                    <a:pt x="19270296" y="45085000"/>
                    <a:pt x="19233488" y="45085000"/>
                  </a:cubicBezTo>
                  <a:cubicBezTo>
                    <a:pt x="19198372" y="45085000"/>
                    <a:pt x="19178556" y="45075748"/>
                    <a:pt x="19151416" y="45046696"/>
                  </a:cubicBezTo>
                  <a:cubicBezTo>
                    <a:pt x="19131736" y="45025628"/>
                    <a:pt x="19095544" y="45000000"/>
                    <a:pt x="19070988" y="44989740"/>
                  </a:cubicBezTo>
                  <a:cubicBezTo>
                    <a:pt x="19046432" y="44979480"/>
                    <a:pt x="19022688" y="44965172"/>
                    <a:pt x="19018224" y="44957948"/>
                  </a:cubicBezTo>
                  <a:cubicBezTo>
                    <a:pt x="19013760" y="44950724"/>
                    <a:pt x="18980508" y="44928268"/>
                    <a:pt x="18944328" y="44908040"/>
                  </a:cubicBezTo>
                  <a:cubicBezTo>
                    <a:pt x="18908152" y="44887812"/>
                    <a:pt x="18874556" y="44862740"/>
                    <a:pt x="18869668" y="44852324"/>
                  </a:cubicBezTo>
                  <a:cubicBezTo>
                    <a:pt x="18864780" y="44841912"/>
                    <a:pt x="18836208" y="44823592"/>
                    <a:pt x="18806168" y="44811612"/>
                  </a:cubicBezTo>
                  <a:cubicBezTo>
                    <a:pt x="18776132" y="44799636"/>
                    <a:pt x="18737268" y="44777148"/>
                    <a:pt x="18719804" y="44761644"/>
                  </a:cubicBezTo>
                  <a:cubicBezTo>
                    <a:pt x="18702344" y="44746136"/>
                    <a:pt x="18673148" y="44729324"/>
                    <a:pt x="18654928" y="44724280"/>
                  </a:cubicBezTo>
                  <a:cubicBezTo>
                    <a:pt x="18636712" y="44719236"/>
                    <a:pt x="18609760" y="44698820"/>
                    <a:pt x="18595040" y="44678908"/>
                  </a:cubicBezTo>
                  <a:cubicBezTo>
                    <a:pt x="18580320" y="44659004"/>
                    <a:pt x="18550944" y="44638900"/>
                    <a:pt x="18529756" y="44634252"/>
                  </a:cubicBezTo>
                  <a:cubicBezTo>
                    <a:pt x="18508568" y="44629596"/>
                    <a:pt x="18483992" y="44615444"/>
                    <a:pt x="18475136" y="44602804"/>
                  </a:cubicBezTo>
                  <a:cubicBezTo>
                    <a:pt x="18466284" y="44590164"/>
                    <a:pt x="18437520" y="44570828"/>
                    <a:pt x="18411224" y="44559844"/>
                  </a:cubicBezTo>
                  <a:cubicBezTo>
                    <a:pt x="18384924" y="44548852"/>
                    <a:pt x="18344336" y="44519644"/>
                    <a:pt x="18321032" y="44494932"/>
                  </a:cubicBezTo>
                  <a:cubicBezTo>
                    <a:pt x="18297724" y="44470220"/>
                    <a:pt x="18270028" y="44450004"/>
                    <a:pt x="18259484" y="44450004"/>
                  </a:cubicBezTo>
                  <a:cubicBezTo>
                    <a:pt x="18248940" y="44450004"/>
                    <a:pt x="18232852" y="44441012"/>
                    <a:pt x="18223736" y="44430020"/>
                  </a:cubicBezTo>
                  <a:cubicBezTo>
                    <a:pt x="18214616" y="44419036"/>
                    <a:pt x="18181056" y="44395332"/>
                    <a:pt x="18149152" y="44377348"/>
                  </a:cubicBezTo>
                  <a:cubicBezTo>
                    <a:pt x="18091592" y="44344900"/>
                    <a:pt x="18069788" y="44327100"/>
                    <a:pt x="17982060" y="44240948"/>
                  </a:cubicBezTo>
                  <a:cubicBezTo>
                    <a:pt x="17956988" y="44216324"/>
                    <a:pt x="17914124" y="44189564"/>
                    <a:pt x="17886812" y="44181468"/>
                  </a:cubicBezTo>
                  <a:cubicBezTo>
                    <a:pt x="17840660" y="44167804"/>
                    <a:pt x="17791928" y="44132484"/>
                    <a:pt x="17697456" y="44044228"/>
                  </a:cubicBezTo>
                  <a:cubicBezTo>
                    <a:pt x="17676500" y="44024652"/>
                    <a:pt x="17649360" y="44004876"/>
                    <a:pt x="17637144" y="44000276"/>
                  </a:cubicBezTo>
                  <a:cubicBezTo>
                    <a:pt x="17615808" y="43992252"/>
                    <a:pt x="17591128" y="43971668"/>
                    <a:pt x="17494928" y="43881676"/>
                  </a:cubicBezTo>
                  <a:cubicBezTo>
                    <a:pt x="17470664" y="43858972"/>
                    <a:pt x="17442172" y="43840404"/>
                    <a:pt x="17431616" y="43840404"/>
                  </a:cubicBezTo>
                  <a:cubicBezTo>
                    <a:pt x="17413624" y="43840404"/>
                    <a:pt x="17381980" y="43814132"/>
                    <a:pt x="17259480" y="43697524"/>
                  </a:cubicBezTo>
                  <a:cubicBezTo>
                    <a:pt x="17231964" y="43671332"/>
                    <a:pt x="17202848" y="43649902"/>
                    <a:pt x="17194780" y="43649902"/>
                  </a:cubicBezTo>
                  <a:cubicBezTo>
                    <a:pt x="17186712" y="43649902"/>
                    <a:pt x="17160580" y="43632754"/>
                    <a:pt x="17136712" y="43611802"/>
                  </a:cubicBezTo>
                  <a:cubicBezTo>
                    <a:pt x="17112848" y="43590846"/>
                    <a:pt x="17087280" y="43573702"/>
                    <a:pt x="17079896" y="43573702"/>
                  </a:cubicBezTo>
                  <a:cubicBezTo>
                    <a:pt x="17060836" y="43573702"/>
                    <a:pt x="16955720" y="43479250"/>
                    <a:pt x="16758344" y="43284776"/>
                  </a:cubicBezTo>
                  <a:cubicBezTo>
                    <a:pt x="16664412" y="43192224"/>
                    <a:pt x="16578880" y="43116502"/>
                    <a:pt x="16568272" y="43116502"/>
                  </a:cubicBezTo>
                  <a:cubicBezTo>
                    <a:pt x="16541792" y="43116502"/>
                    <a:pt x="16462056" y="43044558"/>
                    <a:pt x="16438896" y="42999770"/>
                  </a:cubicBezTo>
                  <a:cubicBezTo>
                    <a:pt x="16428440" y="42979550"/>
                    <a:pt x="16405772" y="42957642"/>
                    <a:pt x="16388520" y="42951082"/>
                  </a:cubicBezTo>
                  <a:cubicBezTo>
                    <a:pt x="16371264" y="42944524"/>
                    <a:pt x="16351944" y="42925468"/>
                    <a:pt x="16345584" y="42908738"/>
                  </a:cubicBezTo>
                  <a:cubicBezTo>
                    <a:pt x="16339224" y="42892006"/>
                    <a:pt x="16315036" y="42869802"/>
                    <a:pt x="16291836" y="42859390"/>
                  </a:cubicBezTo>
                  <a:cubicBezTo>
                    <a:pt x="16268636" y="42848982"/>
                    <a:pt x="16215052" y="42806850"/>
                    <a:pt x="16172760" y="42765760"/>
                  </a:cubicBezTo>
                  <a:cubicBezTo>
                    <a:pt x="16130464" y="42724670"/>
                    <a:pt x="16076172" y="42675866"/>
                    <a:pt x="16052108" y="42657310"/>
                  </a:cubicBezTo>
                  <a:cubicBezTo>
                    <a:pt x="15952120" y="42580210"/>
                    <a:pt x="15395708" y="42016634"/>
                    <a:pt x="15163804" y="41757566"/>
                  </a:cubicBezTo>
                  <a:cubicBezTo>
                    <a:pt x="15111416" y="41699046"/>
                    <a:pt x="15056188" y="41640314"/>
                    <a:pt x="15041072" y="41627058"/>
                  </a:cubicBezTo>
                  <a:cubicBezTo>
                    <a:pt x="15025960" y="41613798"/>
                    <a:pt x="15010232" y="41589552"/>
                    <a:pt x="15006120" y="41573174"/>
                  </a:cubicBezTo>
                  <a:cubicBezTo>
                    <a:pt x="15002008" y="41556794"/>
                    <a:pt x="14987132" y="41539738"/>
                    <a:pt x="14973060" y="41535274"/>
                  </a:cubicBezTo>
                  <a:cubicBezTo>
                    <a:pt x="14958988" y="41530806"/>
                    <a:pt x="14939272" y="41507530"/>
                    <a:pt x="14929252" y="41483546"/>
                  </a:cubicBezTo>
                  <a:cubicBezTo>
                    <a:pt x="14918976" y="41458954"/>
                    <a:pt x="14897228" y="41434690"/>
                    <a:pt x="14879372" y="41427902"/>
                  </a:cubicBezTo>
                  <a:cubicBezTo>
                    <a:pt x="14843288" y="41414182"/>
                    <a:pt x="14742296" y="41311420"/>
                    <a:pt x="14751400" y="41297686"/>
                  </a:cubicBezTo>
                  <a:cubicBezTo>
                    <a:pt x="14754704" y="41292698"/>
                    <a:pt x="14713112" y="41243618"/>
                    <a:pt x="14658980" y="41188612"/>
                  </a:cubicBezTo>
                  <a:cubicBezTo>
                    <a:pt x="14470416" y="40997022"/>
                    <a:pt x="14393992" y="40912782"/>
                    <a:pt x="14371536" y="40871776"/>
                  </a:cubicBezTo>
                  <a:cubicBezTo>
                    <a:pt x="14359104" y="40849074"/>
                    <a:pt x="14343756" y="40830502"/>
                    <a:pt x="14337428" y="40830502"/>
                  </a:cubicBezTo>
                  <a:cubicBezTo>
                    <a:pt x="14326532" y="40830502"/>
                    <a:pt x="14273540" y="40761018"/>
                    <a:pt x="14217656" y="40673450"/>
                  </a:cubicBezTo>
                  <a:cubicBezTo>
                    <a:pt x="14203684" y="40651560"/>
                    <a:pt x="14175108" y="40616158"/>
                    <a:pt x="14154152" y="40594778"/>
                  </a:cubicBezTo>
                  <a:cubicBezTo>
                    <a:pt x="14077680" y="40516756"/>
                    <a:pt x="14020804" y="40446214"/>
                    <a:pt x="14020804" y="40429390"/>
                  </a:cubicBezTo>
                  <a:cubicBezTo>
                    <a:pt x="14020804" y="40419914"/>
                    <a:pt x="14003660" y="40399486"/>
                    <a:pt x="13982704" y="40383992"/>
                  </a:cubicBezTo>
                  <a:cubicBezTo>
                    <a:pt x="13961748" y="40368502"/>
                    <a:pt x="13944604" y="40349394"/>
                    <a:pt x="13944604" y="40341538"/>
                  </a:cubicBezTo>
                  <a:cubicBezTo>
                    <a:pt x="13944604" y="40333682"/>
                    <a:pt x="13927460" y="40310826"/>
                    <a:pt x="13906504" y="40290750"/>
                  </a:cubicBezTo>
                  <a:cubicBezTo>
                    <a:pt x="13885548" y="40270674"/>
                    <a:pt x="13868404" y="40246938"/>
                    <a:pt x="13868404" y="40237998"/>
                  </a:cubicBezTo>
                  <a:cubicBezTo>
                    <a:pt x="13868404" y="40229062"/>
                    <a:pt x="13842688" y="40192790"/>
                    <a:pt x="13811256" y="40157402"/>
                  </a:cubicBezTo>
                  <a:cubicBezTo>
                    <a:pt x="13779824" y="40122010"/>
                    <a:pt x="13754104" y="40084714"/>
                    <a:pt x="13754104" y="40074526"/>
                  </a:cubicBezTo>
                  <a:cubicBezTo>
                    <a:pt x="13754104" y="40064334"/>
                    <a:pt x="13737452" y="40041160"/>
                    <a:pt x="13717100" y="40023026"/>
                  </a:cubicBezTo>
                  <a:cubicBezTo>
                    <a:pt x="13696744" y="40004890"/>
                    <a:pt x="13676812" y="39976972"/>
                    <a:pt x="13672796" y="39960986"/>
                  </a:cubicBezTo>
                  <a:cubicBezTo>
                    <a:pt x="13668784" y="39944998"/>
                    <a:pt x="13651148" y="39922514"/>
                    <a:pt x="13633604" y="39911016"/>
                  </a:cubicBezTo>
                  <a:cubicBezTo>
                    <a:pt x="13616056" y="39899522"/>
                    <a:pt x="13601704" y="39883074"/>
                    <a:pt x="13601704" y="39874462"/>
                  </a:cubicBezTo>
                  <a:cubicBezTo>
                    <a:pt x="13601704" y="39865856"/>
                    <a:pt x="13579432" y="39835170"/>
                    <a:pt x="13552212" y="39806272"/>
                  </a:cubicBezTo>
                  <a:cubicBezTo>
                    <a:pt x="13524992" y="39777370"/>
                    <a:pt x="13498808" y="39735922"/>
                    <a:pt x="13494032" y="39714160"/>
                  </a:cubicBezTo>
                  <a:cubicBezTo>
                    <a:pt x="13489248" y="39692398"/>
                    <a:pt x="13474364" y="39668718"/>
                    <a:pt x="13460952" y="39661538"/>
                  </a:cubicBezTo>
                  <a:cubicBezTo>
                    <a:pt x="13447536" y="39654358"/>
                    <a:pt x="13428296" y="39628702"/>
                    <a:pt x="13418192" y="39604520"/>
                  </a:cubicBezTo>
                  <a:cubicBezTo>
                    <a:pt x="13408088" y="39580342"/>
                    <a:pt x="13385256" y="39553922"/>
                    <a:pt x="13367452" y="39545806"/>
                  </a:cubicBezTo>
                  <a:cubicBezTo>
                    <a:pt x="13336092" y="39531520"/>
                    <a:pt x="13289396" y="39438398"/>
                    <a:pt x="13303324" y="39417918"/>
                  </a:cubicBezTo>
                  <a:cubicBezTo>
                    <a:pt x="13306776" y="39412842"/>
                    <a:pt x="13295860" y="39399682"/>
                    <a:pt x="13279064" y="39388676"/>
                  </a:cubicBezTo>
                  <a:cubicBezTo>
                    <a:pt x="13262264" y="39377670"/>
                    <a:pt x="13245108" y="39355056"/>
                    <a:pt x="13240932" y="39338426"/>
                  </a:cubicBezTo>
                  <a:cubicBezTo>
                    <a:pt x="13236760" y="39321796"/>
                    <a:pt x="13216356" y="39296090"/>
                    <a:pt x="13195592" y="39281306"/>
                  </a:cubicBezTo>
                  <a:cubicBezTo>
                    <a:pt x="13171680" y="39264278"/>
                    <a:pt x="13152748" y="39235516"/>
                    <a:pt x="13143952" y="39202848"/>
                  </a:cubicBezTo>
                  <a:cubicBezTo>
                    <a:pt x="13136312" y="39174484"/>
                    <a:pt x="13114104" y="39136194"/>
                    <a:pt x="13094600" y="39117762"/>
                  </a:cubicBezTo>
                  <a:cubicBezTo>
                    <a:pt x="13075092" y="39099332"/>
                    <a:pt x="13057688" y="39073406"/>
                    <a:pt x="13055920" y="39060154"/>
                  </a:cubicBezTo>
                  <a:cubicBezTo>
                    <a:pt x="13054152" y="39046898"/>
                    <a:pt x="13033352" y="39016706"/>
                    <a:pt x="13009704" y="38993054"/>
                  </a:cubicBezTo>
                  <a:cubicBezTo>
                    <a:pt x="12983772" y="38967120"/>
                    <a:pt x="12966704" y="38937454"/>
                    <a:pt x="12966704" y="38918306"/>
                  </a:cubicBezTo>
                  <a:cubicBezTo>
                    <a:pt x="12966704" y="38898950"/>
                    <a:pt x="12949348" y="38869198"/>
                    <a:pt x="12922256" y="38842106"/>
                  </a:cubicBezTo>
                  <a:cubicBezTo>
                    <a:pt x="12897808" y="38817656"/>
                    <a:pt x="12877804" y="38790340"/>
                    <a:pt x="12877804" y="38781404"/>
                  </a:cubicBezTo>
                  <a:cubicBezTo>
                    <a:pt x="12877804" y="38772466"/>
                    <a:pt x="12861044" y="38749096"/>
                    <a:pt x="12840556" y="38729470"/>
                  </a:cubicBezTo>
                  <a:cubicBezTo>
                    <a:pt x="12818164" y="38708014"/>
                    <a:pt x="12800100" y="38674782"/>
                    <a:pt x="12795260" y="38646130"/>
                  </a:cubicBezTo>
                  <a:cubicBezTo>
                    <a:pt x="12789844" y="38614078"/>
                    <a:pt x="12772928" y="38585832"/>
                    <a:pt x="12743604" y="38559870"/>
                  </a:cubicBezTo>
                  <a:cubicBezTo>
                    <a:pt x="12711508" y="38531454"/>
                    <a:pt x="12700004" y="38510816"/>
                    <a:pt x="12700004" y="38481662"/>
                  </a:cubicBezTo>
                  <a:cubicBezTo>
                    <a:pt x="12700004" y="38453548"/>
                    <a:pt x="12687468" y="38429518"/>
                    <a:pt x="12656812" y="38398860"/>
                  </a:cubicBezTo>
                  <a:cubicBezTo>
                    <a:pt x="12628012" y="38370066"/>
                    <a:pt x="12610684" y="38338298"/>
                    <a:pt x="12604812" y="38303542"/>
                  </a:cubicBezTo>
                  <a:cubicBezTo>
                    <a:pt x="12599008" y="38269194"/>
                    <a:pt x="12585804" y="38244730"/>
                    <a:pt x="12566096" y="38231816"/>
                  </a:cubicBezTo>
                  <a:cubicBezTo>
                    <a:pt x="12549648" y="38221038"/>
                    <a:pt x="12529544" y="38192092"/>
                    <a:pt x="12521424" y="38167490"/>
                  </a:cubicBezTo>
                  <a:cubicBezTo>
                    <a:pt x="12513308" y="38142890"/>
                    <a:pt x="12493092" y="38110966"/>
                    <a:pt x="12476508" y="38096544"/>
                  </a:cubicBezTo>
                  <a:cubicBezTo>
                    <a:pt x="12459924" y="38082122"/>
                    <a:pt x="12439928" y="38046996"/>
                    <a:pt x="12432080" y="38018486"/>
                  </a:cubicBezTo>
                  <a:cubicBezTo>
                    <a:pt x="12424232" y="37989978"/>
                    <a:pt x="12401292" y="37951226"/>
                    <a:pt x="12381104" y="37932374"/>
                  </a:cubicBezTo>
                  <a:cubicBezTo>
                    <a:pt x="12352404" y="37905570"/>
                    <a:pt x="12344404" y="37886962"/>
                    <a:pt x="12344404" y="37847026"/>
                  </a:cubicBezTo>
                  <a:cubicBezTo>
                    <a:pt x="12344404" y="37805104"/>
                    <a:pt x="12337636" y="37790958"/>
                    <a:pt x="12306608" y="37768014"/>
                  </a:cubicBezTo>
                  <a:cubicBezTo>
                    <a:pt x="12283488" y="37750926"/>
                    <a:pt x="12261088" y="37716826"/>
                    <a:pt x="12248932" y="37680228"/>
                  </a:cubicBezTo>
                  <a:cubicBezTo>
                    <a:pt x="12238000" y="37647314"/>
                    <a:pt x="12217804" y="37610208"/>
                    <a:pt x="12204052" y="37597762"/>
                  </a:cubicBezTo>
                  <a:cubicBezTo>
                    <a:pt x="12190304" y="37585316"/>
                    <a:pt x="12170524" y="37546426"/>
                    <a:pt x="12160104" y="37511338"/>
                  </a:cubicBezTo>
                  <a:cubicBezTo>
                    <a:pt x="12149684" y="37476250"/>
                    <a:pt x="12127656" y="37432894"/>
                    <a:pt x="12111148" y="37414994"/>
                  </a:cubicBezTo>
                  <a:cubicBezTo>
                    <a:pt x="12094640" y="37397094"/>
                    <a:pt x="12074624" y="37357078"/>
                    <a:pt x="12066668" y="37326066"/>
                  </a:cubicBezTo>
                  <a:cubicBezTo>
                    <a:pt x="12058712" y="37295054"/>
                    <a:pt x="12038656" y="37255048"/>
                    <a:pt x="12022096" y="37237166"/>
                  </a:cubicBezTo>
                  <a:cubicBezTo>
                    <a:pt x="12005536" y="37219282"/>
                    <a:pt x="11985320" y="37178178"/>
                    <a:pt x="11977168" y="37145820"/>
                  </a:cubicBezTo>
                  <a:cubicBezTo>
                    <a:pt x="11969020" y="37113462"/>
                    <a:pt x="11950976" y="37076694"/>
                    <a:pt x="11937076" y="37064110"/>
                  </a:cubicBezTo>
                  <a:cubicBezTo>
                    <a:pt x="11923168" y="37051526"/>
                    <a:pt x="11905560" y="37016464"/>
                    <a:pt x="11897936" y="36986196"/>
                  </a:cubicBezTo>
                  <a:cubicBezTo>
                    <a:pt x="11890312" y="36955926"/>
                    <a:pt x="11867636" y="36910470"/>
                    <a:pt x="11847540" y="36885186"/>
                  </a:cubicBezTo>
                  <a:cubicBezTo>
                    <a:pt x="11819624" y="36850052"/>
                    <a:pt x="11811004" y="36825842"/>
                    <a:pt x="11811004" y="36782550"/>
                  </a:cubicBezTo>
                  <a:cubicBezTo>
                    <a:pt x="11811004" y="36735934"/>
                    <a:pt x="11804232" y="36719564"/>
                    <a:pt x="11772792" y="36690198"/>
                  </a:cubicBezTo>
                  <a:cubicBezTo>
                    <a:pt x="11745544" y="36664742"/>
                    <a:pt x="11730972" y="36635464"/>
                    <a:pt x="11721992" y="36588118"/>
                  </a:cubicBezTo>
                  <a:cubicBezTo>
                    <a:pt x="11715072" y="36551610"/>
                    <a:pt x="11709404" y="36520442"/>
                    <a:pt x="11709404" y="36518862"/>
                  </a:cubicBezTo>
                  <a:cubicBezTo>
                    <a:pt x="11709404" y="36517286"/>
                    <a:pt x="11692544" y="36494782"/>
                    <a:pt x="11671940" y="36468850"/>
                  </a:cubicBezTo>
                  <a:cubicBezTo>
                    <a:pt x="11649064" y="36440062"/>
                    <a:pt x="11631056" y="36398906"/>
                    <a:pt x="11625692" y="36363130"/>
                  </a:cubicBezTo>
                  <a:cubicBezTo>
                    <a:pt x="11619544" y="36322130"/>
                    <a:pt x="11605212" y="36292874"/>
                    <a:pt x="11577936" y="36265650"/>
                  </a:cubicBezTo>
                  <a:cubicBezTo>
                    <a:pt x="11545048" y="36232823"/>
                    <a:pt x="11538568" y="36216020"/>
                    <a:pt x="11536424" y="36158006"/>
                  </a:cubicBezTo>
                  <a:cubicBezTo>
                    <a:pt x="11534252" y="36099242"/>
                    <a:pt x="11528188" y="36083934"/>
                    <a:pt x="11494644" y="36052588"/>
                  </a:cubicBezTo>
                  <a:cubicBezTo>
                    <a:pt x="11466128" y="36025934"/>
                    <a:pt x="11455404" y="36004462"/>
                    <a:pt x="11455404" y="35974004"/>
                  </a:cubicBezTo>
                  <a:cubicBezTo>
                    <a:pt x="11455404" y="35922473"/>
                    <a:pt x="11423448" y="35843734"/>
                    <a:pt x="11385312" y="35801302"/>
                  </a:cubicBezTo>
                  <a:cubicBezTo>
                    <a:pt x="11363888" y="35777462"/>
                    <a:pt x="11356836" y="35754145"/>
                    <a:pt x="11357008" y="35707694"/>
                  </a:cubicBezTo>
                  <a:cubicBezTo>
                    <a:pt x="11357208" y="35654602"/>
                    <a:pt x="11351596" y="35640566"/>
                    <a:pt x="11317420" y="35608625"/>
                  </a:cubicBezTo>
                  <a:cubicBezTo>
                    <a:pt x="11291280" y="35584194"/>
                    <a:pt x="11275400" y="35555278"/>
                    <a:pt x="11271184" y="35524430"/>
                  </a:cubicBezTo>
                  <a:cubicBezTo>
                    <a:pt x="11256188" y="35414714"/>
                    <a:pt x="11250684" y="35397902"/>
                    <a:pt x="11220472" y="35369520"/>
                  </a:cubicBezTo>
                  <a:cubicBezTo>
                    <a:pt x="11195936" y="35346466"/>
                    <a:pt x="11188704" y="35326980"/>
                    <a:pt x="11188704" y="35283902"/>
                  </a:cubicBezTo>
                  <a:cubicBezTo>
                    <a:pt x="11188704" y="35230766"/>
                    <a:pt x="11169964" y="35185470"/>
                    <a:pt x="11128592" y="35138622"/>
                  </a:cubicBezTo>
                  <a:cubicBezTo>
                    <a:pt x="11118236" y="35126891"/>
                    <a:pt x="11105324" y="35076894"/>
                    <a:pt x="11099904" y="35027517"/>
                  </a:cubicBezTo>
                  <a:cubicBezTo>
                    <a:pt x="11092896" y="34963690"/>
                    <a:pt x="11081364" y="34926233"/>
                    <a:pt x="11060000" y="34897938"/>
                  </a:cubicBezTo>
                  <a:cubicBezTo>
                    <a:pt x="11007408" y="34828278"/>
                    <a:pt x="10998584" y="34805798"/>
                    <a:pt x="10998344" y="34740850"/>
                  </a:cubicBezTo>
                  <a:cubicBezTo>
                    <a:pt x="10998180" y="34696682"/>
                    <a:pt x="10989424" y="34664132"/>
                    <a:pt x="10969584" y="34633922"/>
                  </a:cubicBezTo>
                  <a:cubicBezTo>
                    <a:pt x="10913456" y="34548478"/>
                    <a:pt x="10909664" y="34537773"/>
                    <a:pt x="10915840" y="34482102"/>
                  </a:cubicBezTo>
                  <a:cubicBezTo>
                    <a:pt x="10920784" y="34437554"/>
                    <a:pt x="10913336" y="34407352"/>
                    <a:pt x="10878256" y="34329654"/>
                  </a:cubicBezTo>
                  <a:cubicBezTo>
                    <a:pt x="10845220" y="34256486"/>
                    <a:pt x="10832600" y="34208134"/>
                    <a:pt x="10826724" y="34132170"/>
                  </a:cubicBezTo>
                  <a:cubicBezTo>
                    <a:pt x="10820444" y="34051026"/>
                    <a:pt x="10812944" y="34024448"/>
                    <a:pt x="10787920" y="33994710"/>
                  </a:cubicBezTo>
                  <a:cubicBezTo>
                    <a:pt x="10746672" y="33945696"/>
                    <a:pt x="10733036" y="33903238"/>
                    <a:pt x="10733388" y="33824934"/>
                  </a:cubicBezTo>
                  <a:cubicBezTo>
                    <a:pt x="10733584" y="33781441"/>
                    <a:pt x="10720788" y="33727716"/>
                    <a:pt x="10694720" y="33662622"/>
                  </a:cubicBezTo>
                  <a:cubicBezTo>
                    <a:pt x="10665272" y="33589074"/>
                    <a:pt x="10653676" y="33535638"/>
                    <a:pt x="10647212" y="33443697"/>
                  </a:cubicBezTo>
                  <a:cubicBezTo>
                    <a:pt x="10640072" y="33342126"/>
                    <a:pt x="10633752" y="33316228"/>
                    <a:pt x="10608884" y="33286676"/>
                  </a:cubicBezTo>
                  <a:cubicBezTo>
                    <a:pt x="10592504" y="33267210"/>
                    <a:pt x="10579104" y="33237535"/>
                    <a:pt x="10579104" y="33220734"/>
                  </a:cubicBezTo>
                  <a:cubicBezTo>
                    <a:pt x="10579104" y="33159868"/>
                    <a:pt x="10577748" y="33159702"/>
                    <a:pt x="10080856" y="33159702"/>
                  </a:cubicBezTo>
                  <a:cubicBezTo>
                    <a:pt x="9582112" y="33159702"/>
                    <a:pt x="9537240" y="33154758"/>
                    <a:pt x="9519176" y="33097842"/>
                  </a:cubicBezTo>
                  <a:cubicBezTo>
                    <a:pt x="9501976" y="33043659"/>
                    <a:pt x="9552440" y="32997472"/>
                    <a:pt x="9640512" y="32986774"/>
                  </a:cubicBezTo>
                  <a:cubicBezTo>
                    <a:pt x="9672728" y="32982862"/>
                    <a:pt x="9691120" y="32971982"/>
                    <a:pt x="9702984" y="32949816"/>
                  </a:cubicBezTo>
                  <a:cubicBezTo>
                    <a:pt x="9712232" y="32932538"/>
                    <a:pt x="9730260" y="32917689"/>
                    <a:pt x="9743048" y="32916815"/>
                  </a:cubicBezTo>
                  <a:cubicBezTo>
                    <a:pt x="9755840" y="32915938"/>
                    <a:pt x="9772020" y="32913798"/>
                    <a:pt x="9779004" y="32912051"/>
                  </a:cubicBezTo>
                  <a:cubicBezTo>
                    <a:pt x="9785988" y="32910306"/>
                    <a:pt x="9803400" y="32908162"/>
                    <a:pt x="9817696" y="32907290"/>
                  </a:cubicBezTo>
                  <a:cubicBezTo>
                    <a:pt x="9835296" y="32906214"/>
                    <a:pt x="9848620" y="32891460"/>
                    <a:pt x="9858968" y="32861583"/>
                  </a:cubicBezTo>
                  <a:cubicBezTo>
                    <a:pt x="9872088" y="32823712"/>
                    <a:pt x="9880232" y="32817244"/>
                    <a:pt x="9916472" y="32815914"/>
                  </a:cubicBezTo>
                  <a:cubicBezTo>
                    <a:pt x="9947608" y="32814774"/>
                    <a:pt x="9967608" y="32803524"/>
                    <a:pt x="9992672" y="32773047"/>
                  </a:cubicBezTo>
                  <a:cubicBezTo>
                    <a:pt x="10017640" y="32742686"/>
                    <a:pt x="10038424" y="32730946"/>
                    <a:pt x="10071032" y="32728790"/>
                  </a:cubicBezTo>
                  <a:cubicBezTo>
                    <a:pt x="10106936" y="32726419"/>
                    <a:pt x="10120272" y="32717406"/>
                    <a:pt x="10140880" y="32681572"/>
                  </a:cubicBezTo>
                  <a:cubicBezTo>
                    <a:pt x="10164236" y="32640968"/>
                    <a:pt x="10171416" y="32637210"/>
                    <a:pt x="10227256" y="32636397"/>
                  </a:cubicBezTo>
                  <a:cubicBezTo>
                    <a:pt x="10280176" y="32635619"/>
                    <a:pt x="10290492" y="32630996"/>
                    <a:pt x="10305928" y="32601146"/>
                  </a:cubicBezTo>
                  <a:cubicBezTo>
                    <a:pt x="10317160" y="32579422"/>
                    <a:pt x="10344968" y="32558668"/>
                    <a:pt x="10381548" y="32544698"/>
                  </a:cubicBezTo>
                  <a:cubicBezTo>
                    <a:pt x="10436508" y="32523706"/>
                    <a:pt x="10439404" y="32520131"/>
                    <a:pt x="10439404" y="32473242"/>
                  </a:cubicBezTo>
                  <a:cubicBezTo>
                    <a:pt x="10439404" y="32444059"/>
                    <a:pt x="10426656" y="32401664"/>
                    <a:pt x="10408216" y="32369518"/>
                  </a:cubicBezTo>
                  <a:cubicBezTo>
                    <a:pt x="10382292" y="32324318"/>
                    <a:pt x="10375068" y="32288374"/>
                    <a:pt x="10365376" y="32156403"/>
                  </a:cubicBezTo>
                  <a:cubicBezTo>
                    <a:pt x="10357440" y="32048326"/>
                    <a:pt x="10344864" y="31973910"/>
                    <a:pt x="10325984" y="31923282"/>
                  </a:cubicBezTo>
                  <a:cubicBezTo>
                    <a:pt x="10303048" y="31861778"/>
                    <a:pt x="10296544" y="31807950"/>
                    <a:pt x="10288368" y="31612026"/>
                  </a:cubicBezTo>
                  <a:cubicBezTo>
                    <a:pt x="10278744" y="31381462"/>
                    <a:pt x="10277408" y="31372935"/>
                    <a:pt x="10238380" y="31292692"/>
                  </a:cubicBezTo>
                  <a:lnTo>
                    <a:pt x="10198280" y="31210250"/>
                  </a:lnTo>
                  <a:lnTo>
                    <a:pt x="10187264" y="30861002"/>
                  </a:lnTo>
                  <a:cubicBezTo>
                    <a:pt x="10177428" y="30549022"/>
                    <a:pt x="10173392" y="30504975"/>
                    <a:pt x="10149428" y="30448250"/>
                  </a:cubicBezTo>
                  <a:cubicBezTo>
                    <a:pt x="10127360" y="30396006"/>
                    <a:pt x="10120304" y="30340858"/>
                    <a:pt x="10109636" y="30137102"/>
                  </a:cubicBezTo>
                  <a:cubicBezTo>
                    <a:pt x="10094280" y="29843818"/>
                    <a:pt x="10093748" y="28131216"/>
                    <a:pt x="10108888" y="27730952"/>
                  </a:cubicBezTo>
                  <a:lnTo>
                    <a:pt x="10119460" y="27451552"/>
                  </a:lnTo>
                  <a:lnTo>
                    <a:pt x="10193980" y="27347448"/>
                  </a:lnTo>
                  <a:lnTo>
                    <a:pt x="10201772" y="27024124"/>
                  </a:lnTo>
                  <a:cubicBezTo>
                    <a:pt x="10209112" y="26719508"/>
                    <a:pt x="10211436" y="26695701"/>
                    <a:pt x="10241924" y="26612627"/>
                  </a:cubicBezTo>
                  <a:cubicBezTo>
                    <a:pt x="10270616" y="26534443"/>
                    <a:pt x="10274388" y="26504312"/>
                    <a:pt x="10275200" y="26346653"/>
                  </a:cubicBezTo>
                  <a:cubicBezTo>
                    <a:pt x="10276244" y="26143205"/>
                    <a:pt x="10294608" y="26012732"/>
                    <a:pt x="10333480" y="25932542"/>
                  </a:cubicBezTo>
                  <a:cubicBezTo>
                    <a:pt x="10355916" y="25886262"/>
                    <a:pt x="10361988" y="25843200"/>
                    <a:pt x="10369112" y="25679903"/>
                  </a:cubicBezTo>
                  <a:cubicBezTo>
                    <a:pt x="10375820" y="25526205"/>
                    <a:pt x="10382376" y="25476421"/>
                    <a:pt x="10399028" y="25452797"/>
                  </a:cubicBezTo>
                  <a:cubicBezTo>
                    <a:pt x="10445396" y="25387020"/>
                    <a:pt x="10451776" y="25365071"/>
                    <a:pt x="10452988" y="25267154"/>
                  </a:cubicBezTo>
                  <a:cubicBezTo>
                    <a:pt x="10454596" y="25137528"/>
                    <a:pt x="10477008" y="25041537"/>
                    <a:pt x="10515148" y="25000940"/>
                  </a:cubicBezTo>
                  <a:cubicBezTo>
                    <a:pt x="10542068" y="24972285"/>
                    <a:pt x="10545556" y="24955468"/>
                    <a:pt x="10548824" y="24838664"/>
                  </a:cubicBezTo>
                  <a:cubicBezTo>
                    <a:pt x="10552964" y="24690758"/>
                    <a:pt x="10553984" y="24686900"/>
                    <a:pt x="10600424" y="24643865"/>
                  </a:cubicBezTo>
                  <a:cubicBezTo>
                    <a:pt x="10632728" y="24613923"/>
                    <a:pt x="10634608" y="24605484"/>
                    <a:pt x="10637808" y="24476195"/>
                  </a:cubicBezTo>
                  <a:cubicBezTo>
                    <a:pt x="10641696" y="24319023"/>
                    <a:pt x="10642704" y="24314952"/>
                    <a:pt x="10693404" y="24251153"/>
                  </a:cubicBezTo>
                  <a:cubicBezTo>
                    <a:pt x="10727800" y="24207871"/>
                    <a:pt x="10730960" y="24196283"/>
                    <a:pt x="10725912" y="24131932"/>
                  </a:cubicBezTo>
                  <a:cubicBezTo>
                    <a:pt x="10719080" y="24044877"/>
                    <a:pt x="10742152" y="23962936"/>
                    <a:pt x="10784564" y="23923632"/>
                  </a:cubicBezTo>
                  <a:cubicBezTo>
                    <a:pt x="10812800" y="23897464"/>
                    <a:pt x="10817280" y="23880293"/>
                    <a:pt x="10825176" y="23768004"/>
                  </a:cubicBezTo>
                  <a:cubicBezTo>
                    <a:pt x="10833396" y="23651039"/>
                    <a:pt x="10836804" y="23638946"/>
                    <a:pt x="10871676" y="23602968"/>
                  </a:cubicBezTo>
                  <a:cubicBezTo>
                    <a:pt x="10905356" y="23568218"/>
                    <a:pt x="10908716" y="23557544"/>
                    <a:pt x="10903712" y="23501249"/>
                  </a:cubicBezTo>
                  <a:cubicBezTo>
                    <a:pt x="10896720" y="23422648"/>
                    <a:pt x="10920664" y="23340982"/>
                    <a:pt x="10963152" y="23298493"/>
                  </a:cubicBezTo>
                  <a:cubicBezTo>
                    <a:pt x="10989340" y="23272304"/>
                    <a:pt x="10997480" y="23248464"/>
                    <a:pt x="11004664" y="23176892"/>
                  </a:cubicBezTo>
                  <a:cubicBezTo>
                    <a:pt x="11012540" y="23098479"/>
                    <a:pt x="11017988" y="23084628"/>
                    <a:pt x="11050356" y="23060696"/>
                  </a:cubicBezTo>
                  <a:cubicBezTo>
                    <a:pt x="11084240" y="23035644"/>
                    <a:pt x="11086652" y="23028517"/>
                    <a:pt x="11081308" y="22969239"/>
                  </a:cubicBezTo>
                  <a:cubicBezTo>
                    <a:pt x="11075496" y="22904785"/>
                    <a:pt x="11098928" y="22807879"/>
                    <a:pt x="11122204" y="22800119"/>
                  </a:cubicBezTo>
                  <a:cubicBezTo>
                    <a:pt x="11167160" y="22785134"/>
                    <a:pt x="11180796" y="22760344"/>
                    <a:pt x="11177196" y="22700135"/>
                  </a:cubicBezTo>
                  <a:cubicBezTo>
                    <a:pt x="11172288" y="22618112"/>
                    <a:pt x="11180928" y="22590843"/>
                    <a:pt x="11229264" y="22535794"/>
                  </a:cubicBezTo>
                  <a:cubicBezTo>
                    <a:pt x="11266440" y="22493454"/>
                    <a:pt x="11269752" y="22482558"/>
                    <a:pt x="11269016" y="22405176"/>
                  </a:cubicBezTo>
                  <a:cubicBezTo>
                    <a:pt x="11268248" y="22324653"/>
                    <a:pt x="11270148" y="22319166"/>
                    <a:pt x="11310148" y="22286365"/>
                  </a:cubicBezTo>
                  <a:cubicBezTo>
                    <a:pt x="11347300" y="22255900"/>
                    <a:pt x="11352304" y="22244306"/>
                    <a:pt x="11354012" y="22184765"/>
                  </a:cubicBezTo>
                  <a:cubicBezTo>
                    <a:pt x="11356052" y="22113550"/>
                    <a:pt x="11366380" y="22091588"/>
                    <a:pt x="11403328" y="22079860"/>
                  </a:cubicBezTo>
                  <a:cubicBezTo>
                    <a:pt x="11435000" y="22069807"/>
                    <a:pt x="11455404" y="22019065"/>
                    <a:pt x="11455404" y="21950358"/>
                  </a:cubicBezTo>
                  <a:cubicBezTo>
                    <a:pt x="11455404" y="21904265"/>
                    <a:pt x="11463076" y="21883571"/>
                    <a:pt x="11492644" y="21849890"/>
                  </a:cubicBezTo>
                  <a:cubicBezTo>
                    <a:pt x="11522924" y="21815404"/>
                    <a:pt x="11530248" y="21794910"/>
                    <a:pt x="11531812" y="21740265"/>
                  </a:cubicBezTo>
                  <a:cubicBezTo>
                    <a:pt x="11533888" y="21667816"/>
                    <a:pt x="11544056" y="21647125"/>
                    <a:pt x="11583780" y="21634516"/>
                  </a:cubicBezTo>
                  <a:cubicBezTo>
                    <a:pt x="11614592" y="21624737"/>
                    <a:pt x="11633204" y="21580050"/>
                    <a:pt x="11633204" y="21515853"/>
                  </a:cubicBezTo>
                  <a:cubicBezTo>
                    <a:pt x="11633204" y="21479908"/>
                    <a:pt x="11642224" y="21459615"/>
                    <a:pt x="11670036" y="21432969"/>
                  </a:cubicBezTo>
                  <a:cubicBezTo>
                    <a:pt x="11695408" y="21408663"/>
                    <a:pt x="11709560" y="21379742"/>
                    <a:pt x="11715512" y="21340040"/>
                  </a:cubicBezTo>
                  <a:cubicBezTo>
                    <a:pt x="11720264" y="21308337"/>
                    <a:pt x="11737488" y="21264568"/>
                    <a:pt x="11753780" y="21242776"/>
                  </a:cubicBezTo>
                  <a:cubicBezTo>
                    <a:pt x="11772968" y="21217112"/>
                    <a:pt x="11786528" y="21176312"/>
                    <a:pt x="11792276" y="21126953"/>
                  </a:cubicBezTo>
                  <a:cubicBezTo>
                    <a:pt x="11800096" y="21059814"/>
                    <a:pt x="11806316" y="21046855"/>
                    <a:pt x="11844604" y="21017957"/>
                  </a:cubicBezTo>
                  <a:cubicBezTo>
                    <a:pt x="11883504" y="20988598"/>
                    <a:pt x="11888440" y="20977945"/>
                    <a:pt x="11891652" y="20916359"/>
                  </a:cubicBezTo>
                  <a:cubicBezTo>
                    <a:pt x="11894936" y="20853422"/>
                    <a:pt x="11899232" y="20844657"/>
                    <a:pt x="11942024" y="20813605"/>
                  </a:cubicBezTo>
                  <a:cubicBezTo>
                    <a:pt x="11980720" y="20785524"/>
                    <a:pt x="11988804" y="20771891"/>
                    <a:pt x="11988804" y="20734724"/>
                  </a:cubicBezTo>
                  <a:cubicBezTo>
                    <a:pt x="11988804" y="20693094"/>
                    <a:pt x="12026008" y="20638003"/>
                    <a:pt x="12054124" y="20638003"/>
                  </a:cubicBezTo>
                  <a:cubicBezTo>
                    <a:pt x="12059476" y="20638003"/>
                    <a:pt x="12064440" y="20613716"/>
                    <a:pt x="12065160" y="20584028"/>
                  </a:cubicBezTo>
                  <a:cubicBezTo>
                    <a:pt x="12066720" y="20519711"/>
                    <a:pt x="12078804" y="20496103"/>
                    <a:pt x="12122024" y="20472974"/>
                  </a:cubicBezTo>
                  <a:cubicBezTo>
                    <a:pt x="12145072" y="20460641"/>
                    <a:pt x="12156592" y="20441515"/>
                    <a:pt x="12162236" y="20406229"/>
                  </a:cubicBezTo>
                  <a:cubicBezTo>
                    <a:pt x="12166848" y="20377363"/>
                    <a:pt x="12187912" y="20335502"/>
                    <a:pt x="12212824" y="20305685"/>
                  </a:cubicBezTo>
                  <a:cubicBezTo>
                    <a:pt x="12239024" y="20274326"/>
                    <a:pt x="12255504" y="20240816"/>
                    <a:pt x="12255504" y="20218904"/>
                  </a:cubicBezTo>
                  <a:cubicBezTo>
                    <a:pt x="12255504" y="20196708"/>
                    <a:pt x="12272316" y="20163085"/>
                    <a:pt x="12299952" y="20130004"/>
                  </a:cubicBezTo>
                  <a:cubicBezTo>
                    <a:pt x="12331592" y="20092136"/>
                    <a:pt x="12344404" y="20064365"/>
                    <a:pt x="12344404" y="20033649"/>
                  </a:cubicBezTo>
                  <a:cubicBezTo>
                    <a:pt x="12344404" y="20001822"/>
                    <a:pt x="12354292" y="19981691"/>
                    <a:pt x="12382088" y="19956922"/>
                  </a:cubicBezTo>
                  <a:cubicBezTo>
                    <a:pt x="12402816" y="19938454"/>
                    <a:pt x="12425968" y="19904587"/>
                    <a:pt x="12433532" y="19881663"/>
                  </a:cubicBezTo>
                  <a:cubicBezTo>
                    <a:pt x="12441096" y="19858740"/>
                    <a:pt x="12460748" y="19831166"/>
                    <a:pt x="12477196" y="19820386"/>
                  </a:cubicBezTo>
                  <a:cubicBezTo>
                    <a:pt x="12496800" y="19807542"/>
                    <a:pt x="12510104" y="19783033"/>
                    <a:pt x="12515812" y="19749260"/>
                  </a:cubicBezTo>
                  <a:cubicBezTo>
                    <a:pt x="12522240" y="19711211"/>
                    <a:pt x="12535840" y="19689096"/>
                    <a:pt x="12567808" y="19664710"/>
                  </a:cubicBezTo>
                  <a:cubicBezTo>
                    <a:pt x="12604128" y="19637008"/>
                    <a:pt x="12611104" y="19623646"/>
                    <a:pt x="12611104" y="19581748"/>
                  </a:cubicBezTo>
                  <a:cubicBezTo>
                    <a:pt x="12611104" y="19546059"/>
                    <a:pt x="12621544" y="19518405"/>
                    <a:pt x="12647688" y="19484340"/>
                  </a:cubicBezTo>
                  <a:cubicBezTo>
                    <a:pt x="12667808" y="19458502"/>
                    <a:pt x="12690372" y="19418416"/>
                    <a:pt x="12697824" y="19395260"/>
                  </a:cubicBezTo>
                  <a:cubicBezTo>
                    <a:pt x="12705276" y="19372117"/>
                    <a:pt x="12725548" y="19342008"/>
                    <a:pt x="12742872" y="19328387"/>
                  </a:cubicBezTo>
                  <a:cubicBezTo>
                    <a:pt x="12760192" y="19314753"/>
                    <a:pt x="12780784" y="19284163"/>
                    <a:pt x="12788624" y="19260400"/>
                  </a:cubicBezTo>
                  <a:cubicBezTo>
                    <a:pt x="12796468" y="19236637"/>
                    <a:pt x="12816112" y="19208521"/>
                    <a:pt x="12832280" y="19197930"/>
                  </a:cubicBezTo>
                  <a:cubicBezTo>
                    <a:pt x="12849904" y="19186384"/>
                    <a:pt x="12867276" y="19156408"/>
                    <a:pt x="12875672" y="19123060"/>
                  </a:cubicBezTo>
                  <a:cubicBezTo>
                    <a:pt x="12885172" y="19085334"/>
                    <a:pt x="12899916" y="19061963"/>
                    <a:pt x="12921504" y="19050417"/>
                  </a:cubicBezTo>
                  <a:cubicBezTo>
                    <a:pt x="12939008" y="19041047"/>
                    <a:pt x="12959708" y="19014051"/>
                    <a:pt x="12967500" y="18990446"/>
                  </a:cubicBezTo>
                  <a:cubicBezTo>
                    <a:pt x="12975296" y="18966835"/>
                    <a:pt x="12995488" y="18938453"/>
                    <a:pt x="13012380" y="18927388"/>
                  </a:cubicBezTo>
                  <a:cubicBezTo>
                    <a:pt x="13040128" y="18909205"/>
                    <a:pt x="13051664" y="18877046"/>
                    <a:pt x="13060120" y="18794293"/>
                  </a:cubicBezTo>
                  <a:cubicBezTo>
                    <a:pt x="13061128" y="18784436"/>
                    <a:pt x="13079736" y="18769758"/>
                    <a:pt x="13101468" y="18761647"/>
                  </a:cubicBezTo>
                  <a:cubicBezTo>
                    <a:pt x="13130856" y="18750702"/>
                    <a:pt x="13143048" y="18736606"/>
                    <a:pt x="13149036" y="18706662"/>
                  </a:cubicBezTo>
                  <a:cubicBezTo>
                    <a:pt x="13153464" y="18684531"/>
                    <a:pt x="13170964" y="18655485"/>
                    <a:pt x="13187920" y="18642155"/>
                  </a:cubicBezTo>
                  <a:cubicBezTo>
                    <a:pt x="13204880" y="18628812"/>
                    <a:pt x="13222520" y="18600753"/>
                    <a:pt x="13227120" y="18579805"/>
                  </a:cubicBezTo>
                  <a:cubicBezTo>
                    <a:pt x="13231860" y="18558225"/>
                    <a:pt x="13253644" y="18527863"/>
                    <a:pt x="13277376" y="18509756"/>
                  </a:cubicBezTo>
                  <a:cubicBezTo>
                    <a:pt x="13302352" y="18490719"/>
                    <a:pt x="13322424" y="18462040"/>
                    <a:pt x="13327080" y="18438764"/>
                  </a:cubicBezTo>
                  <a:cubicBezTo>
                    <a:pt x="13331376" y="18417285"/>
                    <a:pt x="13348764" y="18388802"/>
                    <a:pt x="13365720" y="18375459"/>
                  </a:cubicBezTo>
                  <a:cubicBezTo>
                    <a:pt x="13382680" y="18362116"/>
                    <a:pt x="13400320" y="18334057"/>
                    <a:pt x="13404920" y="18313103"/>
                  </a:cubicBezTo>
                  <a:cubicBezTo>
                    <a:pt x="13409748" y="18291124"/>
                    <a:pt x="13431652" y="18261009"/>
                    <a:pt x="13456696" y="18241915"/>
                  </a:cubicBezTo>
                  <a:cubicBezTo>
                    <a:pt x="13480568" y="18223694"/>
                    <a:pt x="13500104" y="18201089"/>
                    <a:pt x="13500104" y="18191681"/>
                  </a:cubicBezTo>
                  <a:cubicBezTo>
                    <a:pt x="13500104" y="18182254"/>
                    <a:pt x="13520104" y="18154556"/>
                    <a:pt x="13544552" y="18130103"/>
                  </a:cubicBezTo>
                  <a:cubicBezTo>
                    <a:pt x="13569000" y="18105657"/>
                    <a:pt x="13589004" y="18075156"/>
                    <a:pt x="13589004" y="18062325"/>
                  </a:cubicBezTo>
                  <a:cubicBezTo>
                    <a:pt x="13589004" y="18049501"/>
                    <a:pt x="13608560" y="18020031"/>
                    <a:pt x="13632460" y="17996869"/>
                  </a:cubicBezTo>
                  <a:cubicBezTo>
                    <a:pt x="13656364" y="17973701"/>
                    <a:pt x="13678988" y="17942523"/>
                    <a:pt x="13682736" y="17927573"/>
                  </a:cubicBezTo>
                  <a:cubicBezTo>
                    <a:pt x="13686488" y="17912629"/>
                    <a:pt x="13706292" y="17890530"/>
                    <a:pt x="13726744" y="17878446"/>
                  </a:cubicBezTo>
                  <a:cubicBezTo>
                    <a:pt x="13752020" y="17863515"/>
                    <a:pt x="13766532" y="17842586"/>
                    <a:pt x="13772060" y="17813123"/>
                  </a:cubicBezTo>
                  <a:cubicBezTo>
                    <a:pt x="13776936" y="17787139"/>
                    <a:pt x="13792764" y="17761541"/>
                    <a:pt x="13811600" y="17749198"/>
                  </a:cubicBezTo>
                  <a:cubicBezTo>
                    <a:pt x="13828872" y="17737892"/>
                    <a:pt x="13843004" y="17720386"/>
                    <a:pt x="13843004" y="17710295"/>
                  </a:cubicBezTo>
                  <a:cubicBezTo>
                    <a:pt x="13843004" y="17700204"/>
                    <a:pt x="13868720" y="17663003"/>
                    <a:pt x="13900152" y="17627605"/>
                  </a:cubicBezTo>
                  <a:cubicBezTo>
                    <a:pt x="13931584" y="17592226"/>
                    <a:pt x="13957304" y="17557891"/>
                    <a:pt x="13957304" y="17551305"/>
                  </a:cubicBezTo>
                  <a:cubicBezTo>
                    <a:pt x="13957304" y="17544738"/>
                    <a:pt x="13974448" y="17530509"/>
                    <a:pt x="13995404" y="17519665"/>
                  </a:cubicBezTo>
                  <a:cubicBezTo>
                    <a:pt x="14016360" y="17508821"/>
                    <a:pt x="14033504" y="17491334"/>
                    <a:pt x="14033504" y="17480813"/>
                  </a:cubicBezTo>
                  <a:cubicBezTo>
                    <a:pt x="14033504" y="17470279"/>
                    <a:pt x="14053504" y="17441657"/>
                    <a:pt x="14077952" y="17417217"/>
                  </a:cubicBezTo>
                  <a:cubicBezTo>
                    <a:pt x="14102400" y="17392764"/>
                    <a:pt x="14122404" y="17364724"/>
                    <a:pt x="14122404" y="17354905"/>
                  </a:cubicBezTo>
                  <a:cubicBezTo>
                    <a:pt x="14122404" y="17323221"/>
                    <a:pt x="14208588" y="17203349"/>
                    <a:pt x="14261496" y="17161447"/>
                  </a:cubicBezTo>
                  <a:cubicBezTo>
                    <a:pt x="14289772" y="17139057"/>
                    <a:pt x="14312904" y="17114927"/>
                    <a:pt x="14312904" y="17107803"/>
                  </a:cubicBezTo>
                  <a:cubicBezTo>
                    <a:pt x="14312904" y="17100679"/>
                    <a:pt x="14329432" y="17086324"/>
                    <a:pt x="14349628" y="17075866"/>
                  </a:cubicBezTo>
                  <a:cubicBezTo>
                    <a:pt x="14369824" y="17065427"/>
                    <a:pt x="14392232" y="17040000"/>
                    <a:pt x="14399424" y="17019375"/>
                  </a:cubicBezTo>
                  <a:cubicBezTo>
                    <a:pt x="14406612" y="16998756"/>
                    <a:pt x="14423992" y="16975727"/>
                    <a:pt x="14438040" y="16968217"/>
                  </a:cubicBezTo>
                  <a:cubicBezTo>
                    <a:pt x="14452692" y="16960372"/>
                    <a:pt x="14464720" y="16939633"/>
                    <a:pt x="14466248" y="16919609"/>
                  </a:cubicBezTo>
                  <a:cubicBezTo>
                    <a:pt x="14468068" y="16895770"/>
                    <a:pt x="14494740" y="16858411"/>
                    <a:pt x="14550128" y="16802103"/>
                  </a:cubicBezTo>
                  <a:cubicBezTo>
                    <a:pt x="14594796" y="16756703"/>
                    <a:pt x="14684824" y="16663713"/>
                    <a:pt x="14750184" y="16595435"/>
                  </a:cubicBezTo>
                  <a:cubicBezTo>
                    <a:pt x="14815548" y="16527170"/>
                    <a:pt x="14883916" y="16459601"/>
                    <a:pt x="14902116" y="16445290"/>
                  </a:cubicBezTo>
                  <a:cubicBezTo>
                    <a:pt x="14920316" y="16430979"/>
                    <a:pt x="14935204" y="16410993"/>
                    <a:pt x="14935204" y="16400864"/>
                  </a:cubicBezTo>
                  <a:cubicBezTo>
                    <a:pt x="14935204" y="16390741"/>
                    <a:pt x="14949460" y="16375968"/>
                    <a:pt x="14966884" y="16368028"/>
                  </a:cubicBezTo>
                  <a:cubicBezTo>
                    <a:pt x="14984304" y="16360088"/>
                    <a:pt x="15009832" y="16334503"/>
                    <a:pt x="15023604" y="16311151"/>
                  </a:cubicBezTo>
                  <a:cubicBezTo>
                    <a:pt x="15037376" y="16287812"/>
                    <a:pt x="15057264" y="16268718"/>
                    <a:pt x="15067800" y="16268718"/>
                  </a:cubicBezTo>
                  <a:cubicBezTo>
                    <a:pt x="15078332" y="16268718"/>
                    <a:pt x="15095944" y="16251313"/>
                    <a:pt x="15106940" y="16230062"/>
                  </a:cubicBezTo>
                  <a:cubicBezTo>
                    <a:pt x="15117932" y="16208798"/>
                    <a:pt x="15140652" y="16185155"/>
                    <a:pt x="15157432" y="16177506"/>
                  </a:cubicBezTo>
                  <a:cubicBezTo>
                    <a:pt x="15174212" y="16169863"/>
                    <a:pt x="15193668" y="16147182"/>
                    <a:pt x="15200672" y="16127101"/>
                  </a:cubicBezTo>
                  <a:cubicBezTo>
                    <a:pt x="15207672" y="16107001"/>
                    <a:pt x="15222456" y="16087110"/>
                    <a:pt x="15233520" y="16082852"/>
                  </a:cubicBezTo>
                  <a:cubicBezTo>
                    <a:pt x="15244588" y="16078607"/>
                    <a:pt x="15262280" y="16058431"/>
                    <a:pt x="15272832" y="16038021"/>
                  </a:cubicBezTo>
                  <a:cubicBezTo>
                    <a:pt x="15283384" y="16017611"/>
                    <a:pt x="15306136" y="15995550"/>
                    <a:pt x="15323392" y="15988989"/>
                  </a:cubicBezTo>
                  <a:cubicBezTo>
                    <a:pt x="15340644" y="15982441"/>
                    <a:pt x="15360056" y="15963132"/>
                    <a:pt x="15366524" y="15946113"/>
                  </a:cubicBezTo>
                  <a:cubicBezTo>
                    <a:pt x="15372996" y="15929107"/>
                    <a:pt x="15391224" y="15904705"/>
                    <a:pt x="15407036" y="15891912"/>
                  </a:cubicBezTo>
                  <a:cubicBezTo>
                    <a:pt x="15422848" y="15879126"/>
                    <a:pt x="15438880" y="15856369"/>
                    <a:pt x="15442668" y="15841343"/>
                  </a:cubicBezTo>
                  <a:cubicBezTo>
                    <a:pt x="15450192" y="15811481"/>
                    <a:pt x="15464440" y="15795392"/>
                    <a:pt x="15629912" y="15629917"/>
                  </a:cubicBezTo>
                  <a:cubicBezTo>
                    <a:pt x="15795388" y="15464436"/>
                    <a:pt x="15811472" y="15450201"/>
                    <a:pt x="15841332" y="15442672"/>
                  </a:cubicBezTo>
                  <a:cubicBezTo>
                    <a:pt x="15856360" y="15438889"/>
                    <a:pt x="15879120" y="15422857"/>
                    <a:pt x="15891912" y="15407040"/>
                  </a:cubicBezTo>
                  <a:cubicBezTo>
                    <a:pt x="15904700" y="15391236"/>
                    <a:pt x="15928644" y="15373186"/>
                    <a:pt x="15945112" y="15366910"/>
                  </a:cubicBezTo>
                  <a:cubicBezTo>
                    <a:pt x="15961584" y="15360653"/>
                    <a:pt x="15981564" y="15343368"/>
                    <a:pt x="15989516" y="15328507"/>
                  </a:cubicBezTo>
                  <a:cubicBezTo>
                    <a:pt x="15997464" y="15313658"/>
                    <a:pt x="16019888" y="15295956"/>
                    <a:pt x="16039336" y="15289180"/>
                  </a:cubicBezTo>
                  <a:cubicBezTo>
                    <a:pt x="16058788" y="15282398"/>
                    <a:pt x="16080956" y="15263114"/>
                    <a:pt x="16088604" y="15246342"/>
                  </a:cubicBezTo>
                  <a:cubicBezTo>
                    <a:pt x="16096248" y="15229557"/>
                    <a:pt x="16119488" y="15207047"/>
                    <a:pt x="16140252" y="15196304"/>
                  </a:cubicBezTo>
                  <a:cubicBezTo>
                    <a:pt x="16161016" y="15185574"/>
                    <a:pt x="16181672" y="15165240"/>
                    <a:pt x="16186152" y="15151106"/>
                  </a:cubicBezTo>
                  <a:cubicBezTo>
                    <a:pt x="16190636" y="15136985"/>
                    <a:pt x="16211044" y="15116771"/>
                    <a:pt x="16231504" y="15106193"/>
                  </a:cubicBezTo>
                  <a:cubicBezTo>
                    <a:pt x="16251964" y="15095621"/>
                    <a:pt x="16268704" y="15078349"/>
                    <a:pt x="16268704" y="15067815"/>
                  </a:cubicBezTo>
                  <a:cubicBezTo>
                    <a:pt x="16268704" y="15057275"/>
                    <a:pt x="16287804" y="15037390"/>
                    <a:pt x="16311148" y="15023623"/>
                  </a:cubicBezTo>
                  <a:cubicBezTo>
                    <a:pt x="16334492" y="15009831"/>
                    <a:pt x="16360088" y="14984309"/>
                    <a:pt x="16368024" y="14966885"/>
                  </a:cubicBezTo>
                  <a:cubicBezTo>
                    <a:pt x="16375964" y="14949468"/>
                    <a:pt x="16390740" y="14935220"/>
                    <a:pt x="16400860" y="14935220"/>
                  </a:cubicBezTo>
                  <a:cubicBezTo>
                    <a:pt x="16410980" y="14935220"/>
                    <a:pt x="16430972" y="14920327"/>
                    <a:pt x="16445288" y="14902125"/>
                  </a:cubicBezTo>
                  <a:cubicBezTo>
                    <a:pt x="16459600" y="14883917"/>
                    <a:pt x="16527168" y="14815715"/>
                    <a:pt x="16595432" y="14750512"/>
                  </a:cubicBezTo>
                  <a:cubicBezTo>
                    <a:pt x="16663700" y="14685347"/>
                    <a:pt x="16733840" y="14618227"/>
                    <a:pt x="16751304" y="14601398"/>
                  </a:cubicBezTo>
                  <a:cubicBezTo>
                    <a:pt x="16768768" y="14584550"/>
                    <a:pt x="16803372" y="14564621"/>
                    <a:pt x="16828208" y="14557092"/>
                  </a:cubicBezTo>
                  <a:cubicBezTo>
                    <a:pt x="16856440" y="14548551"/>
                    <a:pt x="16878940" y="14531159"/>
                    <a:pt x="16888260" y="14510711"/>
                  </a:cubicBezTo>
                  <a:cubicBezTo>
                    <a:pt x="16896456" y="14492724"/>
                    <a:pt x="16911464" y="14478002"/>
                    <a:pt x="16921616" y="14478002"/>
                  </a:cubicBezTo>
                  <a:cubicBezTo>
                    <a:pt x="16931768" y="14478002"/>
                    <a:pt x="16952272" y="14460882"/>
                    <a:pt x="16967184" y="14439934"/>
                  </a:cubicBezTo>
                  <a:cubicBezTo>
                    <a:pt x="16982092" y="14418999"/>
                    <a:pt x="17008400" y="14398330"/>
                    <a:pt x="17025640" y="14394015"/>
                  </a:cubicBezTo>
                  <a:cubicBezTo>
                    <a:pt x="17042884" y="14389675"/>
                    <a:pt x="17065300" y="14370056"/>
                    <a:pt x="17075456" y="14350424"/>
                  </a:cubicBezTo>
                  <a:cubicBezTo>
                    <a:pt x="17085616" y="14330786"/>
                    <a:pt x="17104912" y="14311224"/>
                    <a:pt x="17118336" y="14306966"/>
                  </a:cubicBezTo>
                  <a:cubicBezTo>
                    <a:pt x="17131764" y="14302708"/>
                    <a:pt x="17157480" y="14279913"/>
                    <a:pt x="17175480" y="14256308"/>
                  </a:cubicBezTo>
                  <a:cubicBezTo>
                    <a:pt x="17194488" y="14231381"/>
                    <a:pt x="17224424" y="14209832"/>
                    <a:pt x="17246892" y="14204891"/>
                  </a:cubicBezTo>
                  <a:cubicBezTo>
                    <a:pt x="17268168" y="14200222"/>
                    <a:pt x="17297888" y="14179755"/>
                    <a:pt x="17312928" y="14159402"/>
                  </a:cubicBezTo>
                  <a:cubicBezTo>
                    <a:pt x="17327972" y="14139049"/>
                    <a:pt x="17348100" y="14122416"/>
                    <a:pt x="17357656" y="14122416"/>
                  </a:cubicBezTo>
                  <a:cubicBezTo>
                    <a:pt x="17367216" y="14122416"/>
                    <a:pt x="17387572" y="14103069"/>
                    <a:pt x="17402896" y="14079420"/>
                  </a:cubicBezTo>
                  <a:cubicBezTo>
                    <a:pt x="17422328" y="14049425"/>
                    <a:pt x="17441360" y="14035715"/>
                    <a:pt x="17465820" y="14034070"/>
                  </a:cubicBezTo>
                  <a:cubicBezTo>
                    <a:pt x="17490440" y="14032406"/>
                    <a:pt x="17506612" y="14020632"/>
                    <a:pt x="17520120" y="13994503"/>
                  </a:cubicBezTo>
                  <a:cubicBezTo>
                    <a:pt x="17530700" y="13974042"/>
                    <a:pt x="17545052" y="13957308"/>
                    <a:pt x="17552012" y="13957308"/>
                  </a:cubicBezTo>
                  <a:cubicBezTo>
                    <a:pt x="17558976" y="13957308"/>
                    <a:pt x="17585976" y="13932362"/>
                    <a:pt x="17612012" y="13901861"/>
                  </a:cubicBezTo>
                  <a:cubicBezTo>
                    <a:pt x="17640716" y="13868241"/>
                    <a:pt x="17677500" y="13840922"/>
                    <a:pt x="17705440" y="13832476"/>
                  </a:cubicBezTo>
                  <a:cubicBezTo>
                    <a:pt x="17730788" y="13824827"/>
                    <a:pt x="17754620" y="13810478"/>
                    <a:pt x="17758400" y="13800640"/>
                  </a:cubicBezTo>
                  <a:cubicBezTo>
                    <a:pt x="17762184" y="13790783"/>
                    <a:pt x="17785720" y="13778876"/>
                    <a:pt x="17810708" y="13774188"/>
                  </a:cubicBezTo>
                  <a:cubicBezTo>
                    <a:pt x="17843248" y="13768083"/>
                    <a:pt x="17861516" y="13755271"/>
                    <a:pt x="17875084" y="13729047"/>
                  </a:cubicBezTo>
                  <a:cubicBezTo>
                    <a:pt x="17885500" y="13708890"/>
                    <a:pt x="17904088" y="13685532"/>
                    <a:pt x="17916388" y="13677124"/>
                  </a:cubicBezTo>
                  <a:cubicBezTo>
                    <a:pt x="18024700" y="13603095"/>
                    <a:pt x="18051584" y="13589012"/>
                    <a:pt x="18084512" y="13589012"/>
                  </a:cubicBezTo>
                  <a:cubicBezTo>
                    <a:pt x="18113400" y="13589012"/>
                    <a:pt x="18126768" y="13580281"/>
                    <a:pt x="18141488" y="13551811"/>
                  </a:cubicBezTo>
                  <a:cubicBezTo>
                    <a:pt x="18152068" y="13531350"/>
                    <a:pt x="18171380" y="13511225"/>
                    <a:pt x="18184400" y="13507100"/>
                  </a:cubicBezTo>
                  <a:cubicBezTo>
                    <a:pt x="18197424" y="13502956"/>
                    <a:pt x="18223040" y="13482780"/>
                    <a:pt x="18241332" y="13462250"/>
                  </a:cubicBezTo>
                  <a:cubicBezTo>
                    <a:pt x="18271768" y="13428092"/>
                    <a:pt x="18307816" y="13396851"/>
                    <a:pt x="18367744" y="13352678"/>
                  </a:cubicBezTo>
                  <a:cubicBezTo>
                    <a:pt x="18380168" y="13343517"/>
                    <a:pt x="18410496" y="13332249"/>
                    <a:pt x="18435140" y="13327618"/>
                  </a:cubicBezTo>
                  <a:cubicBezTo>
                    <a:pt x="18470176" y="13321057"/>
                    <a:pt x="18483188" y="13310542"/>
                    <a:pt x="18494808" y="13279478"/>
                  </a:cubicBezTo>
                  <a:cubicBezTo>
                    <a:pt x="18502980" y="13257632"/>
                    <a:pt x="18517732" y="13238930"/>
                    <a:pt x="18527584" y="13237924"/>
                  </a:cubicBezTo>
                  <a:cubicBezTo>
                    <a:pt x="18610344" y="13229478"/>
                    <a:pt x="18642504" y="13217932"/>
                    <a:pt x="18660680" y="13190183"/>
                  </a:cubicBezTo>
                  <a:cubicBezTo>
                    <a:pt x="18671752" y="13173297"/>
                    <a:pt x="18701008" y="13152811"/>
                    <a:pt x="18725704" y="13144656"/>
                  </a:cubicBezTo>
                  <a:cubicBezTo>
                    <a:pt x="18750400" y="13136507"/>
                    <a:pt x="18770604" y="13124575"/>
                    <a:pt x="18770604" y="13118128"/>
                  </a:cubicBezTo>
                  <a:cubicBezTo>
                    <a:pt x="18770604" y="13088595"/>
                    <a:pt x="18823544" y="13055614"/>
                    <a:pt x="18870952" y="13055614"/>
                  </a:cubicBezTo>
                  <a:cubicBezTo>
                    <a:pt x="18914112" y="13055614"/>
                    <a:pt x="18923872" y="13049882"/>
                    <a:pt x="18946720" y="13011156"/>
                  </a:cubicBezTo>
                  <a:cubicBezTo>
                    <a:pt x="18961144" y="12986710"/>
                    <a:pt x="18981172" y="12966705"/>
                    <a:pt x="18991224" y="12966705"/>
                  </a:cubicBezTo>
                  <a:cubicBezTo>
                    <a:pt x="19001276" y="12966705"/>
                    <a:pt x="19033440" y="12946706"/>
                    <a:pt x="19062704" y="12922266"/>
                  </a:cubicBezTo>
                  <a:cubicBezTo>
                    <a:pt x="19095544" y="12894821"/>
                    <a:pt x="19129452" y="12877821"/>
                    <a:pt x="19151300" y="12877821"/>
                  </a:cubicBezTo>
                  <a:cubicBezTo>
                    <a:pt x="19176640" y="12877821"/>
                    <a:pt x="19196064" y="12865522"/>
                    <a:pt x="19219712" y="12834521"/>
                  </a:cubicBezTo>
                  <a:cubicBezTo>
                    <a:pt x="19244096" y="12802546"/>
                    <a:pt x="19266212" y="12788950"/>
                    <a:pt x="19304260" y="12782522"/>
                  </a:cubicBezTo>
                  <a:cubicBezTo>
                    <a:pt x="19338384" y="12776752"/>
                    <a:pt x="19362536" y="12763529"/>
                    <a:pt x="19375748" y="12743347"/>
                  </a:cubicBezTo>
                  <a:cubicBezTo>
                    <a:pt x="19386728" y="12726594"/>
                    <a:pt x="19416508" y="12703324"/>
                    <a:pt x="19441928" y="12691639"/>
                  </a:cubicBezTo>
                  <a:cubicBezTo>
                    <a:pt x="19467352" y="12679966"/>
                    <a:pt x="19508428" y="12657057"/>
                    <a:pt x="19533208" y="12640747"/>
                  </a:cubicBezTo>
                  <a:cubicBezTo>
                    <a:pt x="19557988" y="12624443"/>
                    <a:pt x="19590440" y="12611106"/>
                    <a:pt x="19605328" y="12611106"/>
                  </a:cubicBezTo>
                  <a:cubicBezTo>
                    <a:pt x="19632920" y="12611106"/>
                    <a:pt x="19662476" y="12588330"/>
                    <a:pt x="19683424" y="12550895"/>
                  </a:cubicBezTo>
                  <a:cubicBezTo>
                    <a:pt x="19689848" y="12539412"/>
                    <a:pt x="19719536" y="12523975"/>
                    <a:pt x="19749396" y="12516598"/>
                  </a:cubicBezTo>
                  <a:cubicBezTo>
                    <a:pt x="19789136" y="12506760"/>
                    <a:pt x="19809324" y="12492955"/>
                    <a:pt x="19824720" y="12465067"/>
                  </a:cubicBezTo>
                  <a:cubicBezTo>
                    <a:pt x="19842964" y="12432016"/>
                    <a:pt x="19854636" y="12426082"/>
                    <a:pt x="19912640" y="12420350"/>
                  </a:cubicBezTo>
                  <a:cubicBezTo>
                    <a:pt x="19966032" y="12415067"/>
                    <a:pt x="19984452" y="12406969"/>
                    <a:pt x="20003928" y="12380226"/>
                  </a:cubicBezTo>
                  <a:cubicBezTo>
                    <a:pt x="20022392" y="12354881"/>
                    <a:pt x="20043720" y="12344613"/>
                    <a:pt x="20091600" y="12338033"/>
                  </a:cubicBezTo>
                  <a:cubicBezTo>
                    <a:pt x="20140844" y="12331257"/>
                    <a:pt x="20160464" y="12321470"/>
                    <a:pt x="20180124" y="12293860"/>
                  </a:cubicBezTo>
                  <a:cubicBezTo>
                    <a:pt x="20196248" y="12271217"/>
                    <a:pt x="20221828" y="12255305"/>
                    <a:pt x="20250884" y="12249858"/>
                  </a:cubicBezTo>
                  <a:cubicBezTo>
                    <a:pt x="20275912" y="12245170"/>
                    <a:pt x="20313332" y="12225127"/>
                    <a:pt x="20334040" y="12205343"/>
                  </a:cubicBezTo>
                  <a:cubicBezTo>
                    <a:pt x="20358040" y="12182409"/>
                    <a:pt x="20391568" y="12166377"/>
                    <a:pt x="20426496" y="12161145"/>
                  </a:cubicBezTo>
                  <a:cubicBezTo>
                    <a:pt x="20463636" y="12155571"/>
                    <a:pt x="20492908" y="12140811"/>
                    <a:pt x="20517324" y="12115314"/>
                  </a:cubicBezTo>
                  <a:cubicBezTo>
                    <a:pt x="20537144" y="12094626"/>
                    <a:pt x="20566032" y="12077702"/>
                    <a:pt x="20581528" y="12077702"/>
                  </a:cubicBezTo>
                  <a:cubicBezTo>
                    <a:pt x="20597024" y="12077702"/>
                    <a:pt x="20633640" y="12057716"/>
                    <a:pt x="20662904" y="12033257"/>
                  </a:cubicBezTo>
                  <a:cubicBezTo>
                    <a:pt x="20692168" y="12008817"/>
                    <a:pt x="20730040" y="11988812"/>
                    <a:pt x="20747064" y="11988812"/>
                  </a:cubicBezTo>
                  <a:cubicBezTo>
                    <a:pt x="20764088" y="11988812"/>
                    <a:pt x="20793552" y="11978164"/>
                    <a:pt x="20812536" y="11965169"/>
                  </a:cubicBezTo>
                  <a:cubicBezTo>
                    <a:pt x="20831520" y="11952155"/>
                    <a:pt x="20860492" y="11932498"/>
                    <a:pt x="20876916" y="11921464"/>
                  </a:cubicBezTo>
                  <a:cubicBezTo>
                    <a:pt x="20893340" y="11910443"/>
                    <a:pt x="20937136" y="11897625"/>
                    <a:pt x="20974232" y="11892981"/>
                  </a:cubicBezTo>
                  <a:cubicBezTo>
                    <a:pt x="21025228" y="11886623"/>
                    <a:pt x="21050176" y="11875703"/>
                    <a:pt x="21076452" y="11848277"/>
                  </a:cubicBezTo>
                  <a:cubicBezTo>
                    <a:pt x="21099776" y="11823938"/>
                    <a:pt x="21129464" y="11809260"/>
                    <a:pt x="21166700" y="11803680"/>
                  </a:cubicBezTo>
                  <a:cubicBezTo>
                    <a:pt x="21204784" y="11797967"/>
                    <a:pt x="21230244" y="11785111"/>
                    <a:pt x="21247880" y="11762683"/>
                  </a:cubicBezTo>
                  <a:cubicBezTo>
                    <a:pt x="21268456" y="11736522"/>
                    <a:pt x="21289156" y="11728177"/>
                    <a:pt x="21351792" y="11720800"/>
                  </a:cubicBezTo>
                  <a:cubicBezTo>
                    <a:pt x="21424996" y="11712164"/>
                    <a:pt x="21452516" y="11696417"/>
                    <a:pt x="21466212" y="11655344"/>
                  </a:cubicBezTo>
                  <a:cubicBezTo>
                    <a:pt x="21468480" y="11648524"/>
                    <a:pt x="21501076" y="11638110"/>
                    <a:pt x="21538648" y="11632163"/>
                  </a:cubicBezTo>
                  <a:cubicBezTo>
                    <a:pt x="21595360" y="11623198"/>
                    <a:pt x="21612528" y="11613999"/>
                    <a:pt x="21639760" y="11577918"/>
                  </a:cubicBezTo>
                  <a:cubicBezTo>
                    <a:pt x="21670488" y="11537193"/>
                    <a:pt x="21677560" y="11534308"/>
                    <a:pt x="21752060" y="11532100"/>
                  </a:cubicBezTo>
                  <a:cubicBezTo>
                    <a:pt x="21817188" y="11530170"/>
                    <a:pt x="21838688" y="11523755"/>
                    <a:pt x="21870948" y="11496607"/>
                  </a:cubicBezTo>
                  <a:cubicBezTo>
                    <a:pt x="21897424" y="11474337"/>
                    <a:pt x="21933308" y="11460355"/>
                    <a:pt x="21980440" y="11453959"/>
                  </a:cubicBezTo>
                  <a:cubicBezTo>
                    <a:pt x="22040432" y="11445829"/>
                    <a:pt x="22055352" y="11438060"/>
                    <a:pt x="22083804" y="11400220"/>
                  </a:cubicBezTo>
                  <a:cubicBezTo>
                    <a:pt x="22116792" y="11356338"/>
                    <a:pt x="22117852" y="11355977"/>
                    <a:pt x="22217988" y="11355332"/>
                  </a:cubicBezTo>
                  <a:cubicBezTo>
                    <a:pt x="22314064" y="11354718"/>
                    <a:pt x="22320312" y="11352915"/>
                    <a:pt x="22347912" y="11317650"/>
                  </a:cubicBezTo>
                  <a:cubicBezTo>
                    <a:pt x="22371456" y="11287554"/>
                    <a:pt x="22390208" y="11278937"/>
                    <a:pt x="22447704" y="11271750"/>
                  </a:cubicBezTo>
                  <a:cubicBezTo>
                    <a:pt x="22499792" y="11265246"/>
                    <a:pt x="22529664" y="11253105"/>
                    <a:pt x="22560752" y="11225805"/>
                  </a:cubicBezTo>
                  <a:cubicBezTo>
                    <a:pt x="22604800" y="11187130"/>
                    <a:pt x="22634784" y="11177754"/>
                    <a:pt x="22737044" y="11170649"/>
                  </a:cubicBezTo>
                  <a:cubicBezTo>
                    <a:pt x="22787896" y="11167119"/>
                    <a:pt x="22802916" y="11159976"/>
                    <a:pt x="22825944" y="11128330"/>
                  </a:cubicBezTo>
                  <a:cubicBezTo>
                    <a:pt x="22852000" y="11092524"/>
                    <a:pt x="22858864" y="11090222"/>
                    <a:pt x="22940844" y="11089748"/>
                  </a:cubicBezTo>
                  <a:cubicBezTo>
                    <a:pt x="23025204" y="11089260"/>
                    <a:pt x="23029120" y="11087812"/>
                    <a:pt x="23061496" y="11045196"/>
                  </a:cubicBezTo>
                  <a:cubicBezTo>
                    <a:pt x="23094680" y="11001508"/>
                    <a:pt x="23095768" y="11001148"/>
                    <a:pt x="23194264" y="11001308"/>
                  </a:cubicBezTo>
                  <a:cubicBezTo>
                    <a:pt x="23288412" y="11001458"/>
                    <a:pt x="23295708" y="10999402"/>
                    <a:pt x="23334568" y="10961732"/>
                  </a:cubicBezTo>
                  <a:cubicBezTo>
                    <a:pt x="23377856" y="10919776"/>
                    <a:pt x="23405240" y="10912404"/>
                    <a:pt x="23551656" y="10903280"/>
                  </a:cubicBezTo>
                  <a:cubicBezTo>
                    <a:pt x="23623384" y="10898814"/>
                    <a:pt x="23643944" y="10892620"/>
                    <a:pt x="23660656" y="10870472"/>
                  </a:cubicBezTo>
                  <a:cubicBezTo>
                    <a:pt x="23690424" y="10831000"/>
                    <a:pt x="23768988" y="10807822"/>
                    <a:pt x="23850000" y="10814604"/>
                  </a:cubicBezTo>
                  <a:cubicBezTo>
                    <a:pt x="23916576" y="10820178"/>
                    <a:pt x="23920492" y="10818748"/>
                    <a:pt x="23951600" y="10777512"/>
                  </a:cubicBezTo>
                  <a:lnTo>
                    <a:pt x="23983952" y="10734624"/>
                  </a:lnTo>
                  <a:lnTo>
                    <a:pt x="24120872" y="10728562"/>
                  </a:lnTo>
                  <a:cubicBezTo>
                    <a:pt x="24242432" y="10723172"/>
                    <a:pt x="24261344" y="10719154"/>
                    <a:pt x="24289496" y="10692704"/>
                  </a:cubicBezTo>
                  <a:cubicBezTo>
                    <a:pt x="24331576" y="10653172"/>
                    <a:pt x="24433512" y="10630828"/>
                    <a:pt x="24542148" y="10637324"/>
                  </a:cubicBezTo>
                  <a:cubicBezTo>
                    <a:pt x="24630400" y="10642600"/>
                    <a:pt x="24630460" y="10642582"/>
                    <a:pt x="24662800" y="10598816"/>
                  </a:cubicBezTo>
                  <a:lnTo>
                    <a:pt x="24695152" y="10555032"/>
                  </a:lnTo>
                  <a:lnTo>
                    <a:pt x="24852064" y="10552426"/>
                  </a:lnTo>
                  <a:cubicBezTo>
                    <a:pt x="24997552" y="10550004"/>
                    <a:pt x="25011632" y="10547576"/>
                    <a:pt x="25045504" y="10519078"/>
                  </a:cubicBezTo>
                  <a:cubicBezTo>
                    <a:pt x="25099024" y="10474044"/>
                    <a:pt x="25208304" y="10451484"/>
                    <a:pt x="25337932" y="10458704"/>
                  </a:cubicBezTo>
                  <a:cubicBezTo>
                    <a:pt x="25443688" y="10464600"/>
                    <a:pt x="25448844" y="10463580"/>
                    <a:pt x="25493600" y="10428018"/>
                  </a:cubicBezTo>
                  <a:cubicBezTo>
                    <a:pt x="25536960" y="10393556"/>
                    <a:pt x="25551312" y="10390280"/>
                    <a:pt x="25720768" y="10376192"/>
                  </a:cubicBezTo>
                  <a:cubicBezTo>
                    <a:pt x="25852112" y="10365270"/>
                    <a:pt x="25925256" y="10352568"/>
                    <a:pt x="25987824" y="10329824"/>
                  </a:cubicBezTo>
                  <a:cubicBezTo>
                    <a:pt x="26061568" y="10303016"/>
                    <a:pt x="26111008" y="10296550"/>
                    <a:pt x="26330728" y="10284960"/>
                  </a:cubicBezTo>
                  <a:cubicBezTo>
                    <a:pt x="26543976" y="10273716"/>
                    <a:pt x="26596632" y="10267044"/>
                    <a:pt x="26641648" y="10245584"/>
                  </a:cubicBezTo>
                  <a:cubicBezTo>
                    <a:pt x="26720944" y="10207780"/>
                    <a:pt x="26962896" y="10185404"/>
                    <a:pt x="27217388" y="10192348"/>
                  </a:cubicBezTo>
                  <a:cubicBezTo>
                    <a:pt x="27422088" y="10197934"/>
                    <a:pt x="27429920" y="10197196"/>
                    <a:pt x="27486592" y="10167066"/>
                  </a:cubicBezTo>
                  <a:cubicBezTo>
                    <a:pt x="27535768" y="10140918"/>
                    <a:pt x="27578602" y="10133106"/>
                    <a:pt x="27758358" y="10117498"/>
                  </a:cubicBezTo>
                  <a:cubicBezTo>
                    <a:pt x="27894640" y="10105666"/>
                    <a:pt x="28377206" y="10099644"/>
                    <a:pt x="28882248" y="10098924"/>
                  </a:cubicBezTo>
                  <a:close/>
                  <a:moveTo>
                    <a:pt x="42569150" y="9045652"/>
                  </a:moveTo>
                  <a:cubicBezTo>
                    <a:pt x="42593742" y="9045628"/>
                    <a:pt x="42620218" y="9045786"/>
                    <a:pt x="42647394" y="9046142"/>
                  </a:cubicBezTo>
                  <a:lnTo>
                    <a:pt x="42845028" y="9048752"/>
                  </a:lnTo>
                  <a:lnTo>
                    <a:pt x="42891736" y="9089098"/>
                  </a:lnTo>
                  <a:cubicBezTo>
                    <a:pt x="42926890" y="9119460"/>
                    <a:pt x="42955784" y="9131608"/>
                    <a:pt x="43008536" y="9138200"/>
                  </a:cubicBezTo>
                  <a:cubicBezTo>
                    <a:pt x="43057680" y="9144338"/>
                    <a:pt x="43092408" y="9157904"/>
                    <a:pt x="43124716" y="9183580"/>
                  </a:cubicBezTo>
                  <a:cubicBezTo>
                    <a:pt x="43150060" y="9203720"/>
                    <a:pt x="43184284" y="9220200"/>
                    <a:pt x="43200764" y="9220200"/>
                  </a:cubicBezTo>
                  <a:cubicBezTo>
                    <a:pt x="43217248" y="9220200"/>
                    <a:pt x="43249324" y="9236588"/>
                    <a:pt x="43272044" y="9256616"/>
                  </a:cubicBezTo>
                  <a:cubicBezTo>
                    <a:pt x="43294764" y="9276646"/>
                    <a:pt x="43329136" y="9299910"/>
                    <a:pt x="43348420" y="9308318"/>
                  </a:cubicBezTo>
                  <a:cubicBezTo>
                    <a:pt x="43367706" y="9316726"/>
                    <a:pt x="43392142" y="9340340"/>
                    <a:pt x="43402720" y="9360800"/>
                  </a:cubicBezTo>
                  <a:cubicBezTo>
                    <a:pt x="43413300" y="9381260"/>
                    <a:pt x="43428832" y="9398000"/>
                    <a:pt x="43437232" y="9398000"/>
                  </a:cubicBezTo>
                  <a:cubicBezTo>
                    <a:pt x="43445628" y="9398000"/>
                    <a:pt x="43470584" y="9416576"/>
                    <a:pt x="43492688" y="9439276"/>
                  </a:cubicBezTo>
                  <a:cubicBezTo>
                    <a:pt x="43514788" y="9461976"/>
                    <a:pt x="43540632" y="9488308"/>
                    <a:pt x="43550114" y="9497790"/>
                  </a:cubicBezTo>
                  <a:cubicBezTo>
                    <a:pt x="43625308" y="9572972"/>
                    <a:pt x="43647696" y="9598544"/>
                    <a:pt x="43660220" y="9623536"/>
                  </a:cubicBezTo>
                  <a:cubicBezTo>
                    <a:pt x="43668124" y="9639312"/>
                    <a:pt x="43688930" y="9658754"/>
                    <a:pt x="43706454" y="9666738"/>
                  </a:cubicBezTo>
                  <a:cubicBezTo>
                    <a:pt x="43723980" y="9674724"/>
                    <a:pt x="43741716" y="9691972"/>
                    <a:pt x="43745876" y="9705068"/>
                  </a:cubicBezTo>
                  <a:cubicBezTo>
                    <a:pt x="43750030" y="9718164"/>
                    <a:pt x="43765860" y="9735498"/>
                    <a:pt x="43781044" y="9743584"/>
                  </a:cubicBezTo>
                  <a:cubicBezTo>
                    <a:pt x="43796232" y="9751674"/>
                    <a:pt x="43824040" y="9772210"/>
                    <a:pt x="43842844" y="9789218"/>
                  </a:cubicBezTo>
                  <a:lnTo>
                    <a:pt x="43877030" y="9820142"/>
                  </a:lnTo>
                  <a:lnTo>
                    <a:pt x="43946176" y="9791482"/>
                  </a:lnTo>
                  <a:cubicBezTo>
                    <a:pt x="44065448" y="9742048"/>
                    <a:pt x="44107106" y="9773312"/>
                    <a:pt x="44107106" y="9912258"/>
                  </a:cubicBezTo>
                  <a:cubicBezTo>
                    <a:pt x="44107106" y="9969402"/>
                    <a:pt x="44102100" y="9984296"/>
                    <a:pt x="44075992" y="10004832"/>
                  </a:cubicBezTo>
                  <a:cubicBezTo>
                    <a:pt x="44058880" y="10018294"/>
                    <a:pt x="44035372" y="10053072"/>
                    <a:pt x="44023748" y="10082118"/>
                  </a:cubicBezTo>
                  <a:cubicBezTo>
                    <a:pt x="44012126" y="10111164"/>
                    <a:pt x="43986896" y="10146126"/>
                    <a:pt x="43967682" y="10159804"/>
                  </a:cubicBezTo>
                  <a:cubicBezTo>
                    <a:pt x="43945640" y="10175500"/>
                    <a:pt x="43930190" y="10200436"/>
                    <a:pt x="43925818" y="10227372"/>
                  </a:cubicBezTo>
                  <a:cubicBezTo>
                    <a:pt x="43921936" y="10251300"/>
                    <a:pt x="43901644" y="10287312"/>
                    <a:pt x="43879648" y="10309304"/>
                  </a:cubicBezTo>
                  <a:cubicBezTo>
                    <a:pt x="43858064" y="10330890"/>
                    <a:pt x="43840406" y="10357748"/>
                    <a:pt x="43840406" y="10368998"/>
                  </a:cubicBezTo>
                  <a:cubicBezTo>
                    <a:pt x="43840406" y="10380244"/>
                    <a:pt x="43820404" y="10409450"/>
                    <a:pt x="43795956" y="10433896"/>
                  </a:cubicBezTo>
                  <a:cubicBezTo>
                    <a:pt x="43771508" y="10458344"/>
                    <a:pt x="43751506" y="10489874"/>
                    <a:pt x="43751506" y="10503958"/>
                  </a:cubicBezTo>
                  <a:cubicBezTo>
                    <a:pt x="43751506" y="10545696"/>
                    <a:pt x="43714544" y="10604698"/>
                    <a:pt x="43680220" y="10617750"/>
                  </a:cubicBezTo>
                  <a:cubicBezTo>
                    <a:pt x="43662636" y="10624432"/>
                    <a:pt x="43620252" y="10629902"/>
                    <a:pt x="43586024" y="10629902"/>
                  </a:cubicBezTo>
                  <a:cubicBezTo>
                    <a:pt x="43537504" y="10629902"/>
                    <a:pt x="43520906" y="10624494"/>
                    <a:pt x="43510652" y="10605336"/>
                  </a:cubicBezTo>
                  <a:cubicBezTo>
                    <a:pt x="43496388" y="10578676"/>
                    <a:pt x="43493534" y="10440946"/>
                    <a:pt x="43504244" y="10295784"/>
                  </a:cubicBezTo>
                  <a:cubicBezTo>
                    <a:pt x="43507952" y="10245552"/>
                    <a:pt x="43505748" y="10145508"/>
                    <a:pt x="43499344" y="10073464"/>
                  </a:cubicBezTo>
                  <a:cubicBezTo>
                    <a:pt x="43489300" y="9960408"/>
                    <a:pt x="43483370" y="9937806"/>
                    <a:pt x="43456026" y="9908364"/>
                  </a:cubicBezTo>
                  <a:cubicBezTo>
                    <a:pt x="43438604" y="9889602"/>
                    <a:pt x="43415628" y="9850454"/>
                    <a:pt x="43404972" y="9821364"/>
                  </a:cubicBezTo>
                  <a:cubicBezTo>
                    <a:pt x="43394316" y="9792272"/>
                    <a:pt x="43374412" y="9762488"/>
                    <a:pt x="43360742" y="9755174"/>
                  </a:cubicBezTo>
                  <a:cubicBezTo>
                    <a:pt x="43347076" y="9747856"/>
                    <a:pt x="43328834" y="9724842"/>
                    <a:pt x="43320212" y="9704024"/>
                  </a:cubicBezTo>
                  <a:cubicBezTo>
                    <a:pt x="43309924" y="9679190"/>
                    <a:pt x="43292524" y="9663538"/>
                    <a:pt x="43269594" y="9658502"/>
                  </a:cubicBezTo>
                  <a:cubicBezTo>
                    <a:pt x="43250374" y="9654282"/>
                    <a:pt x="43215884" y="9631464"/>
                    <a:pt x="43192944" y="9607798"/>
                  </a:cubicBezTo>
                  <a:cubicBezTo>
                    <a:pt x="43165678" y="9579664"/>
                    <a:pt x="43134170" y="9561880"/>
                    <a:pt x="43101956" y="9556440"/>
                  </a:cubicBezTo>
                  <a:cubicBezTo>
                    <a:pt x="43074356" y="9551776"/>
                    <a:pt x="43047376" y="9538208"/>
                    <a:pt x="43040624" y="9525602"/>
                  </a:cubicBezTo>
                  <a:cubicBezTo>
                    <a:pt x="43018162" y="9483632"/>
                    <a:pt x="42960356" y="9472394"/>
                    <a:pt x="42754968" y="9470088"/>
                  </a:cubicBezTo>
                  <a:lnTo>
                    <a:pt x="42555616" y="9467852"/>
                  </a:lnTo>
                  <a:lnTo>
                    <a:pt x="42536536" y="9509148"/>
                  </a:lnTo>
                  <a:cubicBezTo>
                    <a:pt x="42520958" y="9542868"/>
                    <a:pt x="42508024" y="9551954"/>
                    <a:pt x="42466056" y="9558666"/>
                  </a:cubicBezTo>
                  <a:cubicBezTo>
                    <a:pt x="42435834" y="9563496"/>
                    <a:pt x="42403570" y="9579272"/>
                    <a:pt x="42387754" y="9596948"/>
                  </a:cubicBezTo>
                  <a:cubicBezTo>
                    <a:pt x="42372960" y="9613480"/>
                    <a:pt x="42342540" y="9635642"/>
                    <a:pt x="42320152" y="9646192"/>
                  </a:cubicBezTo>
                  <a:cubicBezTo>
                    <a:pt x="42275936" y="9667030"/>
                    <a:pt x="42240206" y="9698100"/>
                    <a:pt x="42240206" y="9715716"/>
                  </a:cubicBezTo>
                  <a:cubicBezTo>
                    <a:pt x="42240206" y="9721820"/>
                    <a:pt x="42221800" y="9731412"/>
                    <a:pt x="42199304" y="9737034"/>
                  </a:cubicBezTo>
                  <a:cubicBezTo>
                    <a:pt x="42168570" y="9744710"/>
                    <a:pt x="42156270" y="9756268"/>
                    <a:pt x="42149840" y="9783512"/>
                  </a:cubicBezTo>
                  <a:cubicBezTo>
                    <a:pt x="42143660" y="9809698"/>
                    <a:pt x="42131202" y="9822154"/>
                    <a:pt x="42105016" y="9828336"/>
                  </a:cubicBezTo>
                  <a:cubicBezTo>
                    <a:pt x="42078180" y="9834670"/>
                    <a:pt x="42066400" y="9846904"/>
                    <a:pt x="42059684" y="9875412"/>
                  </a:cubicBezTo>
                  <a:cubicBezTo>
                    <a:pt x="42054692" y="9896594"/>
                    <a:pt x="42037108" y="9921150"/>
                    <a:pt x="42020610" y="9929982"/>
                  </a:cubicBezTo>
                  <a:cubicBezTo>
                    <a:pt x="42004108" y="9938812"/>
                    <a:pt x="41983728" y="9965062"/>
                    <a:pt x="41975324" y="9988312"/>
                  </a:cubicBezTo>
                  <a:cubicBezTo>
                    <a:pt x="41966914" y="10011562"/>
                    <a:pt x="41946160" y="10039678"/>
                    <a:pt x="41929196" y="10050794"/>
                  </a:cubicBezTo>
                  <a:cubicBezTo>
                    <a:pt x="41912236" y="10061904"/>
                    <a:pt x="41888468" y="10092452"/>
                    <a:pt x="41876386" y="10118676"/>
                  </a:cubicBezTo>
                  <a:cubicBezTo>
                    <a:pt x="41864304" y="10144898"/>
                    <a:pt x="41841208" y="10187982"/>
                    <a:pt x="41825062" y="10214418"/>
                  </a:cubicBezTo>
                  <a:cubicBezTo>
                    <a:pt x="41807912" y="10242496"/>
                    <a:pt x="41795706" y="10282638"/>
                    <a:pt x="41795706" y="10310948"/>
                  </a:cubicBezTo>
                  <a:cubicBezTo>
                    <a:pt x="41795706" y="10364290"/>
                    <a:pt x="41773546" y="10439400"/>
                    <a:pt x="41757812" y="10439400"/>
                  </a:cubicBezTo>
                  <a:cubicBezTo>
                    <a:pt x="41752304" y="10439400"/>
                    <a:pt x="41738578" y="10458842"/>
                    <a:pt x="41727304" y="10482598"/>
                  </a:cubicBezTo>
                  <a:cubicBezTo>
                    <a:pt x="41710728" y="10517528"/>
                    <a:pt x="41706806" y="10570902"/>
                    <a:pt x="41706806" y="10761618"/>
                  </a:cubicBezTo>
                  <a:lnTo>
                    <a:pt x="41706806" y="10997440"/>
                  </a:lnTo>
                  <a:lnTo>
                    <a:pt x="41744646" y="11025416"/>
                  </a:lnTo>
                  <a:cubicBezTo>
                    <a:pt x="41765456" y="11040804"/>
                    <a:pt x="41788534" y="11071716"/>
                    <a:pt x="41795924" y="11094112"/>
                  </a:cubicBezTo>
                  <a:cubicBezTo>
                    <a:pt x="41803316" y="11116508"/>
                    <a:pt x="41820252" y="11144697"/>
                    <a:pt x="41833564" y="11156743"/>
                  </a:cubicBezTo>
                  <a:cubicBezTo>
                    <a:pt x="41846876" y="11168789"/>
                    <a:pt x="41861290" y="11194684"/>
                    <a:pt x="41865600" y="11214297"/>
                  </a:cubicBezTo>
                  <a:cubicBezTo>
                    <a:pt x="41872898" y="11247544"/>
                    <a:pt x="41921572" y="11297645"/>
                    <a:pt x="42046348" y="11400359"/>
                  </a:cubicBezTo>
                  <a:cubicBezTo>
                    <a:pt x="42073204" y="11422471"/>
                    <a:pt x="42116176" y="11444494"/>
                    <a:pt x="42141840" y="11449315"/>
                  </a:cubicBezTo>
                  <a:cubicBezTo>
                    <a:pt x="42167504" y="11454136"/>
                    <a:pt x="42195434" y="11466416"/>
                    <a:pt x="42203904" y="11476621"/>
                  </a:cubicBezTo>
                  <a:cubicBezTo>
                    <a:pt x="42238276" y="11518042"/>
                    <a:pt x="42284672" y="11523736"/>
                    <a:pt x="42593644" y="11524495"/>
                  </a:cubicBezTo>
                  <a:lnTo>
                    <a:pt x="42902634" y="11525267"/>
                  </a:lnTo>
                  <a:lnTo>
                    <a:pt x="42927020" y="11556255"/>
                  </a:lnTo>
                  <a:cubicBezTo>
                    <a:pt x="42944588" y="11578595"/>
                    <a:pt x="42951406" y="11607489"/>
                    <a:pt x="42951406" y="11659621"/>
                  </a:cubicBezTo>
                  <a:cubicBezTo>
                    <a:pt x="42951406" y="11766618"/>
                    <a:pt x="42943456" y="11769870"/>
                    <a:pt x="42672006" y="11774305"/>
                  </a:cubicBezTo>
                  <a:cubicBezTo>
                    <a:pt x="42549768" y="11776304"/>
                    <a:pt x="42385140" y="11779670"/>
                    <a:pt x="42306164" y="11781777"/>
                  </a:cubicBezTo>
                  <a:lnTo>
                    <a:pt x="42162574" y="11785611"/>
                  </a:lnTo>
                  <a:lnTo>
                    <a:pt x="42126152" y="11745721"/>
                  </a:lnTo>
                  <a:cubicBezTo>
                    <a:pt x="42094048" y="11710576"/>
                    <a:pt x="42079184" y="11704876"/>
                    <a:pt x="42000912" y="11697714"/>
                  </a:cubicBezTo>
                  <a:cubicBezTo>
                    <a:pt x="41927788" y="11691014"/>
                    <a:pt x="41906112" y="11683580"/>
                    <a:pt x="41878188" y="11655654"/>
                  </a:cubicBezTo>
                  <a:cubicBezTo>
                    <a:pt x="41859538" y="11637003"/>
                    <a:pt x="41824420" y="11615182"/>
                    <a:pt x="41800152" y="11607179"/>
                  </a:cubicBezTo>
                  <a:cubicBezTo>
                    <a:pt x="41772940" y="11598195"/>
                    <a:pt x="41751496" y="11580689"/>
                    <a:pt x="41744200" y="11561500"/>
                  </a:cubicBezTo>
                  <a:cubicBezTo>
                    <a:pt x="41737580" y="11544089"/>
                    <a:pt x="41712954" y="11522262"/>
                    <a:pt x="41688296" y="11511962"/>
                  </a:cubicBezTo>
                  <a:cubicBezTo>
                    <a:pt x="41664056" y="11501833"/>
                    <a:pt x="41638308" y="11482492"/>
                    <a:pt x="41631076" y="11468991"/>
                  </a:cubicBezTo>
                  <a:cubicBezTo>
                    <a:pt x="41623848" y="11455477"/>
                    <a:pt x="41602212" y="11437712"/>
                    <a:pt x="41582992" y="11429506"/>
                  </a:cubicBezTo>
                  <a:cubicBezTo>
                    <a:pt x="41542096" y="11412038"/>
                    <a:pt x="41452806" y="11329443"/>
                    <a:pt x="41452806" y="11309090"/>
                  </a:cubicBezTo>
                  <a:cubicBezTo>
                    <a:pt x="41452806" y="11301384"/>
                    <a:pt x="41435940" y="11278899"/>
                    <a:pt x="41415324" y="11259147"/>
                  </a:cubicBezTo>
                  <a:cubicBezTo>
                    <a:pt x="41394708" y="11239395"/>
                    <a:pt x="41374156" y="11206471"/>
                    <a:pt x="41369658" y="11185985"/>
                  </a:cubicBezTo>
                  <a:cubicBezTo>
                    <a:pt x="41365156" y="11165493"/>
                    <a:pt x="41343036" y="11127716"/>
                    <a:pt x="41320500" y="11102034"/>
                  </a:cubicBezTo>
                  <a:cubicBezTo>
                    <a:pt x="41293708" y="11071506"/>
                    <a:pt x="41274274" y="11031186"/>
                    <a:pt x="41264334" y="10985502"/>
                  </a:cubicBezTo>
                  <a:cubicBezTo>
                    <a:pt x="41255976" y="10947086"/>
                    <a:pt x="41233526" y="10884220"/>
                    <a:pt x="41214444" y="10845802"/>
                  </a:cubicBezTo>
                  <a:cubicBezTo>
                    <a:pt x="41180128" y="10776702"/>
                    <a:pt x="41179756" y="10773210"/>
                    <a:pt x="41179756" y="10520864"/>
                  </a:cubicBezTo>
                  <a:lnTo>
                    <a:pt x="41179756" y="10265782"/>
                  </a:lnTo>
                  <a:lnTo>
                    <a:pt x="41221296" y="10221356"/>
                  </a:lnTo>
                  <a:cubicBezTo>
                    <a:pt x="41257428" y="10182706"/>
                    <a:pt x="41263810" y="10165510"/>
                    <a:pt x="41270374" y="10089090"/>
                  </a:cubicBezTo>
                  <a:cubicBezTo>
                    <a:pt x="41276572" y="10016892"/>
                    <a:pt x="41284152" y="9994468"/>
                    <a:pt x="41312948" y="9963152"/>
                  </a:cubicBezTo>
                  <a:cubicBezTo>
                    <a:pt x="41332218" y="9942196"/>
                    <a:pt x="41354812" y="9911076"/>
                    <a:pt x="41363160" y="9893994"/>
                  </a:cubicBezTo>
                  <a:cubicBezTo>
                    <a:pt x="41371508" y="9876912"/>
                    <a:pt x="41395092" y="9843848"/>
                    <a:pt x="41415572" y="9820524"/>
                  </a:cubicBezTo>
                  <a:cubicBezTo>
                    <a:pt x="41436050" y="9797202"/>
                    <a:pt x="41452806" y="9769516"/>
                    <a:pt x="41452806" y="9759008"/>
                  </a:cubicBezTo>
                  <a:cubicBezTo>
                    <a:pt x="41452806" y="9748498"/>
                    <a:pt x="41475668" y="9717488"/>
                    <a:pt x="41503606" y="9690104"/>
                  </a:cubicBezTo>
                  <a:cubicBezTo>
                    <a:pt x="41531544" y="9662714"/>
                    <a:pt x="41554406" y="9632588"/>
                    <a:pt x="41554406" y="9623142"/>
                  </a:cubicBezTo>
                  <a:cubicBezTo>
                    <a:pt x="41554406" y="9613702"/>
                    <a:pt x="41571552" y="9593300"/>
                    <a:pt x="41592506" y="9577810"/>
                  </a:cubicBezTo>
                  <a:cubicBezTo>
                    <a:pt x="41613460" y="9562316"/>
                    <a:pt x="41630606" y="9541994"/>
                    <a:pt x="41630606" y="9532644"/>
                  </a:cubicBezTo>
                  <a:cubicBezTo>
                    <a:pt x="41630606" y="9511506"/>
                    <a:pt x="41742660" y="9398000"/>
                    <a:pt x="41763528" y="9398000"/>
                  </a:cubicBezTo>
                  <a:cubicBezTo>
                    <a:pt x="41771932" y="9398000"/>
                    <a:pt x="41794084" y="9380856"/>
                    <a:pt x="41812756" y="9359900"/>
                  </a:cubicBezTo>
                  <a:cubicBezTo>
                    <a:pt x="41831424" y="9338946"/>
                    <a:pt x="41853678" y="9321800"/>
                    <a:pt x="41862200" y="9321800"/>
                  </a:cubicBezTo>
                  <a:cubicBezTo>
                    <a:pt x="41870724" y="9321800"/>
                    <a:pt x="41898596" y="9298942"/>
                    <a:pt x="41924136" y="9271000"/>
                  </a:cubicBezTo>
                  <a:cubicBezTo>
                    <a:pt x="41956480" y="9235618"/>
                    <a:pt x="41981032" y="9220200"/>
                    <a:pt x="42005042" y="9220200"/>
                  </a:cubicBezTo>
                  <a:cubicBezTo>
                    <a:pt x="42027132" y="9220200"/>
                    <a:pt x="42052574" y="9206220"/>
                    <a:pt x="42075864" y="9181290"/>
                  </a:cubicBezTo>
                  <a:cubicBezTo>
                    <a:pt x="42108168" y="9146708"/>
                    <a:pt x="42123376" y="9141256"/>
                    <a:pt x="42212540" y="9132266"/>
                  </a:cubicBezTo>
                  <a:cubicBezTo>
                    <a:pt x="42287532" y="9124704"/>
                    <a:pt x="42325336" y="9113892"/>
                    <a:pt x="42362260" y="9089434"/>
                  </a:cubicBezTo>
                  <a:cubicBezTo>
                    <a:pt x="42389428" y="9071440"/>
                    <a:pt x="42420228" y="9053750"/>
                    <a:pt x="42430706" y="9050126"/>
                  </a:cubicBezTo>
                  <a:cubicBezTo>
                    <a:pt x="42438564" y="9047406"/>
                    <a:pt x="42495378" y="9045718"/>
                    <a:pt x="42569150" y="9045652"/>
                  </a:cubicBezTo>
                  <a:close/>
                  <a:moveTo>
                    <a:pt x="15266952" y="8858256"/>
                  </a:moveTo>
                  <a:cubicBezTo>
                    <a:pt x="15288044" y="8858844"/>
                    <a:pt x="15310828" y="8864230"/>
                    <a:pt x="15324856" y="8874124"/>
                  </a:cubicBezTo>
                  <a:cubicBezTo>
                    <a:pt x="15340920" y="8885454"/>
                    <a:pt x="15379704" y="9004260"/>
                    <a:pt x="15379704" y="9042148"/>
                  </a:cubicBezTo>
                  <a:cubicBezTo>
                    <a:pt x="15379704" y="9056978"/>
                    <a:pt x="15354416" y="9093324"/>
                    <a:pt x="15322552" y="9124290"/>
                  </a:cubicBezTo>
                  <a:cubicBezTo>
                    <a:pt x="15268280" y="9177036"/>
                    <a:pt x="15265404" y="9183404"/>
                    <a:pt x="15265404" y="9250720"/>
                  </a:cubicBezTo>
                  <a:cubicBezTo>
                    <a:pt x="15265404" y="9313088"/>
                    <a:pt x="15269872" y="9325584"/>
                    <a:pt x="15302608" y="9354752"/>
                  </a:cubicBezTo>
                  <a:cubicBezTo>
                    <a:pt x="15326372" y="9375926"/>
                    <a:pt x="15342828" y="9405752"/>
                    <a:pt x="15348160" y="9437320"/>
                  </a:cubicBezTo>
                  <a:cubicBezTo>
                    <a:pt x="15353972" y="9471708"/>
                    <a:pt x="15367764" y="9494754"/>
                    <a:pt x="15393504" y="9513084"/>
                  </a:cubicBezTo>
                  <a:cubicBezTo>
                    <a:pt x="15413856" y="9527576"/>
                    <a:pt x="15430504" y="9545544"/>
                    <a:pt x="15430504" y="9553018"/>
                  </a:cubicBezTo>
                  <a:cubicBezTo>
                    <a:pt x="15430504" y="9560494"/>
                    <a:pt x="15453364" y="9591408"/>
                    <a:pt x="15481304" y="9621720"/>
                  </a:cubicBezTo>
                  <a:cubicBezTo>
                    <a:pt x="15509244" y="9652032"/>
                    <a:pt x="15532104" y="9685490"/>
                    <a:pt x="15532104" y="9696070"/>
                  </a:cubicBezTo>
                  <a:cubicBezTo>
                    <a:pt x="15532104" y="9706648"/>
                    <a:pt x="15549248" y="9730582"/>
                    <a:pt x="15570204" y="9749252"/>
                  </a:cubicBezTo>
                  <a:cubicBezTo>
                    <a:pt x="15591160" y="9767922"/>
                    <a:pt x="15608304" y="9790666"/>
                    <a:pt x="15608304" y="9799790"/>
                  </a:cubicBezTo>
                  <a:cubicBezTo>
                    <a:pt x="15608304" y="9816716"/>
                    <a:pt x="15641736" y="9857394"/>
                    <a:pt x="15724696" y="9941412"/>
                  </a:cubicBezTo>
                  <a:cubicBezTo>
                    <a:pt x="15750296" y="9967340"/>
                    <a:pt x="15782380" y="10011670"/>
                    <a:pt x="15795992" y="10039928"/>
                  </a:cubicBezTo>
                  <a:cubicBezTo>
                    <a:pt x="15809600" y="10068188"/>
                    <a:pt x="15835808" y="10101180"/>
                    <a:pt x="15854220" y="10113246"/>
                  </a:cubicBezTo>
                  <a:cubicBezTo>
                    <a:pt x="15872636" y="10125312"/>
                    <a:pt x="15887704" y="10142740"/>
                    <a:pt x="15887704" y="10151972"/>
                  </a:cubicBezTo>
                  <a:cubicBezTo>
                    <a:pt x="15887704" y="10161208"/>
                    <a:pt x="15899720" y="10179638"/>
                    <a:pt x="15914404" y="10192926"/>
                  </a:cubicBezTo>
                  <a:cubicBezTo>
                    <a:pt x="15929088" y="10206216"/>
                    <a:pt x="15949764" y="10233838"/>
                    <a:pt x="15960352" y="10254312"/>
                  </a:cubicBezTo>
                  <a:cubicBezTo>
                    <a:pt x="15970936" y="10274780"/>
                    <a:pt x="15994640" y="10307326"/>
                    <a:pt x="16013028" y="10326632"/>
                  </a:cubicBezTo>
                  <a:cubicBezTo>
                    <a:pt x="16080048" y="10397012"/>
                    <a:pt x="16138764" y="10471956"/>
                    <a:pt x="16153616" y="10506090"/>
                  </a:cubicBezTo>
                  <a:cubicBezTo>
                    <a:pt x="16161984" y="10525304"/>
                    <a:pt x="16179408" y="10546694"/>
                    <a:pt x="16192348" y="10553616"/>
                  </a:cubicBezTo>
                  <a:cubicBezTo>
                    <a:pt x="16205284" y="10560540"/>
                    <a:pt x="16222208" y="10585408"/>
                    <a:pt x="16229952" y="10608880"/>
                  </a:cubicBezTo>
                  <a:cubicBezTo>
                    <a:pt x="16238044" y="10633398"/>
                    <a:pt x="16257500" y="10657690"/>
                    <a:pt x="16275676" y="10665972"/>
                  </a:cubicBezTo>
                  <a:cubicBezTo>
                    <a:pt x="16293080" y="10673900"/>
                    <a:pt x="16312804" y="10694834"/>
                    <a:pt x="16319520" y="10712486"/>
                  </a:cubicBezTo>
                  <a:cubicBezTo>
                    <a:pt x="16326228" y="10730140"/>
                    <a:pt x="16349324" y="10761790"/>
                    <a:pt x="16370840" y="10782820"/>
                  </a:cubicBezTo>
                  <a:cubicBezTo>
                    <a:pt x="16392352" y="10803852"/>
                    <a:pt x="16415748" y="10837680"/>
                    <a:pt x="16422828" y="10857994"/>
                  </a:cubicBezTo>
                  <a:cubicBezTo>
                    <a:pt x="16429912" y="10878304"/>
                    <a:pt x="16449564" y="10904004"/>
                    <a:pt x="16466504" y="10915104"/>
                  </a:cubicBezTo>
                  <a:cubicBezTo>
                    <a:pt x="16483444" y="10926204"/>
                    <a:pt x="16497304" y="10944980"/>
                    <a:pt x="16497304" y="10956828"/>
                  </a:cubicBezTo>
                  <a:cubicBezTo>
                    <a:pt x="16497304" y="10977992"/>
                    <a:pt x="16533104" y="11020104"/>
                    <a:pt x="16627480" y="11109938"/>
                  </a:cubicBezTo>
                  <a:cubicBezTo>
                    <a:pt x="16656560" y="11137630"/>
                    <a:pt x="16672544" y="11163019"/>
                    <a:pt x="16668532" y="11175179"/>
                  </a:cubicBezTo>
                  <a:cubicBezTo>
                    <a:pt x="16664916" y="11186099"/>
                    <a:pt x="16636220" y="11228646"/>
                    <a:pt x="16604760" y="11269719"/>
                  </a:cubicBezTo>
                  <a:cubicBezTo>
                    <a:pt x="16548568" y="11343058"/>
                    <a:pt x="16546652" y="11344254"/>
                    <a:pt x="16495784" y="11337427"/>
                  </a:cubicBezTo>
                  <a:cubicBezTo>
                    <a:pt x="16465132" y="11333315"/>
                    <a:pt x="16430268" y="11317454"/>
                    <a:pt x="16410332" y="11298537"/>
                  </a:cubicBezTo>
                  <a:cubicBezTo>
                    <a:pt x="16371168" y="11261393"/>
                    <a:pt x="16348180" y="11254535"/>
                    <a:pt x="16232952" y="11245665"/>
                  </a:cubicBezTo>
                  <a:cubicBezTo>
                    <a:pt x="16152832" y="11239496"/>
                    <a:pt x="16133984" y="11233195"/>
                    <a:pt x="16066588" y="11190034"/>
                  </a:cubicBezTo>
                  <a:cubicBezTo>
                    <a:pt x="16050336" y="11179614"/>
                    <a:pt x="15984196" y="11168808"/>
                    <a:pt x="15906344" y="11163835"/>
                  </a:cubicBezTo>
                  <a:cubicBezTo>
                    <a:pt x="15792744" y="11156585"/>
                    <a:pt x="15769380" y="11151245"/>
                    <a:pt x="15743064" y="11126526"/>
                  </a:cubicBezTo>
                  <a:cubicBezTo>
                    <a:pt x="15697796" y="11083996"/>
                    <a:pt x="15613960" y="11061328"/>
                    <a:pt x="15527952" y="11068352"/>
                  </a:cubicBezTo>
                  <a:cubicBezTo>
                    <a:pt x="15456184" y="11074216"/>
                    <a:pt x="15452540" y="11072976"/>
                    <a:pt x="15407304" y="11027334"/>
                  </a:cubicBezTo>
                  <a:lnTo>
                    <a:pt x="15360656" y="10980266"/>
                  </a:lnTo>
                  <a:lnTo>
                    <a:pt x="15237320" y="10979212"/>
                  </a:lnTo>
                  <a:cubicBezTo>
                    <a:pt x="15123008" y="10978232"/>
                    <a:pt x="15111400" y="10975752"/>
                    <a:pt x="15078572" y="10945314"/>
                  </a:cubicBezTo>
                  <a:cubicBezTo>
                    <a:pt x="15029712" y="10900008"/>
                    <a:pt x="15016208" y="10896600"/>
                    <a:pt x="14885680" y="10896600"/>
                  </a:cubicBezTo>
                  <a:cubicBezTo>
                    <a:pt x="14774732" y="10896600"/>
                    <a:pt x="14769476" y="10895270"/>
                    <a:pt x="14724648" y="10855912"/>
                  </a:cubicBezTo>
                  <a:cubicBezTo>
                    <a:pt x="14680304" y="10816978"/>
                    <a:pt x="14672348" y="10814876"/>
                    <a:pt x="14539772" y="10807060"/>
                  </a:cubicBezTo>
                  <a:cubicBezTo>
                    <a:pt x="14415164" y="10799712"/>
                    <a:pt x="14397752" y="10795664"/>
                    <a:pt x="14366592" y="10766782"/>
                  </a:cubicBezTo>
                  <a:cubicBezTo>
                    <a:pt x="14324112" y="10727404"/>
                    <a:pt x="14302104" y="10718800"/>
                    <a:pt x="14243888" y="10718800"/>
                  </a:cubicBezTo>
                  <a:cubicBezTo>
                    <a:pt x="14188580" y="10718800"/>
                    <a:pt x="14183144" y="10746184"/>
                    <a:pt x="14232088" y="10778252"/>
                  </a:cubicBezTo>
                  <a:cubicBezTo>
                    <a:pt x="14250504" y="10790322"/>
                    <a:pt x="14273392" y="10818914"/>
                    <a:pt x="14282952" y="10841796"/>
                  </a:cubicBezTo>
                  <a:cubicBezTo>
                    <a:pt x="14292516" y="10864680"/>
                    <a:pt x="14314016" y="10892366"/>
                    <a:pt x="14330736" y="10903320"/>
                  </a:cubicBezTo>
                  <a:cubicBezTo>
                    <a:pt x="14347456" y="10914276"/>
                    <a:pt x="14368212" y="10940322"/>
                    <a:pt x="14376860" y="10961208"/>
                  </a:cubicBezTo>
                  <a:cubicBezTo>
                    <a:pt x="14385512" y="10982086"/>
                    <a:pt x="14403232" y="11004868"/>
                    <a:pt x="14416248" y="11011834"/>
                  </a:cubicBezTo>
                  <a:cubicBezTo>
                    <a:pt x="14429256" y="11018798"/>
                    <a:pt x="14439904" y="11033312"/>
                    <a:pt x="14439904" y="11044094"/>
                  </a:cubicBezTo>
                  <a:cubicBezTo>
                    <a:pt x="14439904" y="11054874"/>
                    <a:pt x="14458480" y="11082712"/>
                    <a:pt x="14481180" y="11105962"/>
                  </a:cubicBezTo>
                  <a:cubicBezTo>
                    <a:pt x="14555264" y="11181841"/>
                    <a:pt x="14660824" y="11322901"/>
                    <a:pt x="14706232" y="11406730"/>
                  </a:cubicBezTo>
                  <a:cubicBezTo>
                    <a:pt x="14720108" y="11432328"/>
                    <a:pt x="14748292" y="11465271"/>
                    <a:pt x="14768860" y="11479917"/>
                  </a:cubicBezTo>
                  <a:cubicBezTo>
                    <a:pt x="14789432" y="11494570"/>
                    <a:pt x="14809976" y="11523464"/>
                    <a:pt x="14814516" y="11544133"/>
                  </a:cubicBezTo>
                  <a:cubicBezTo>
                    <a:pt x="14819056" y="11564809"/>
                    <a:pt x="14838896" y="11595291"/>
                    <a:pt x="14858608" y="11611873"/>
                  </a:cubicBezTo>
                  <a:cubicBezTo>
                    <a:pt x="14878320" y="11628462"/>
                    <a:pt x="14903768" y="11660051"/>
                    <a:pt x="14915152" y="11682068"/>
                  </a:cubicBezTo>
                  <a:cubicBezTo>
                    <a:pt x="14926540" y="11704085"/>
                    <a:pt x="14941720" y="11722116"/>
                    <a:pt x="14948892" y="11722116"/>
                  </a:cubicBezTo>
                  <a:cubicBezTo>
                    <a:pt x="14956060" y="11722116"/>
                    <a:pt x="14967536" y="11738205"/>
                    <a:pt x="14974396" y="11757881"/>
                  </a:cubicBezTo>
                  <a:cubicBezTo>
                    <a:pt x="14981256" y="11777544"/>
                    <a:pt x="15010916" y="11813265"/>
                    <a:pt x="15040312" y="11837262"/>
                  </a:cubicBezTo>
                  <a:lnTo>
                    <a:pt x="15093760" y="11880853"/>
                  </a:lnTo>
                  <a:lnTo>
                    <a:pt x="15259512" y="11880853"/>
                  </a:lnTo>
                  <a:cubicBezTo>
                    <a:pt x="15411492" y="11880853"/>
                    <a:pt x="15428648" y="11883251"/>
                    <a:pt x="15465984" y="11909728"/>
                  </a:cubicBezTo>
                  <a:cubicBezTo>
                    <a:pt x="15529728" y="11954907"/>
                    <a:pt x="15521800" y="11992823"/>
                    <a:pt x="15435264" y="12056710"/>
                  </a:cubicBezTo>
                  <a:cubicBezTo>
                    <a:pt x="15395972" y="12085718"/>
                    <a:pt x="15347184" y="12124374"/>
                    <a:pt x="15326844" y="12142595"/>
                  </a:cubicBezTo>
                  <a:cubicBezTo>
                    <a:pt x="15287788" y="12177607"/>
                    <a:pt x="15270524" y="12189128"/>
                    <a:pt x="15206952" y="12222729"/>
                  </a:cubicBezTo>
                  <a:cubicBezTo>
                    <a:pt x="15185280" y="12234174"/>
                    <a:pt x="15161112" y="12257665"/>
                    <a:pt x="15153248" y="12274918"/>
                  </a:cubicBezTo>
                  <a:cubicBezTo>
                    <a:pt x="15145384" y="12292177"/>
                    <a:pt x="15133304" y="12306311"/>
                    <a:pt x="15126400" y="12306311"/>
                  </a:cubicBezTo>
                  <a:cubicBezTo>
                    <a:pt x="15103816" y="12306311"/>
                    <a:pt x="14978344" y="12400484"/>
                    <a:pt x="14936032" y="12449174"/>
                  </a:cubicBezTo>
                  <a:cubicBezTo>
                    <a:pt x="14897156" y="12493923"/>
                    <a:pt x="14890232" y="12496808"/>
                    <a:pt x="14821392" y="12496808"/>
                  </a:cubicBezTo>
                  <a:cubicBezTo>
                    <a:pt x="14707448" y="12496808"/>
                    <a:pt x="14639264" y="12426025"/>
                    <a:pt x="14707304" y="12378366"/>
                  </a:cubicBezTo>
                  <a:cubicBezTo>
                    <a:pt x="14721660" y="12368319"/>
                    <a:pt x="14737712" y="12343974"/>
                    <a:pt x="14742976" y="12324285"/>
                  </a:cubicBezTo>
                  <a:cubicBezTo>
                    <a:pt x="14748244" y="12304603"/>
                    <a:pt x="14766500" y="12276354"/>
                    <a:pt x="14783552" y="12261518"/>
                  </a:cubicBezTo>
                  <a:cubicBezTo>
                    <a:pt x="14800604" y="12246688"/>
                    <a:pt x="14819168" y="12213530"/>
                    <a:pt x="14824812" y="12187831"/>
                  </a:cubicBezTo>
                  <a:cubicBezTo>
                    <a:pt x="14834208" y="12145018"/>
                    <a:pt x="14831412" y="12137660"/>
                    <a:pt x="14791372" y="12099877"/>
                  </a:cubicBezTo>
                  <a:cubicBezTo>
                    <a:pt x="14767336" y="12077202"/>
                    <a:pt x="14741668" y="12043949"/>
                    <a:pt x="14734328" y="12025975"/>
                  </a:cubicBezTo>
                  <a:cubicBezTo>
                    <a:pt x="14726984" y="12008007"/>
                    <a:pt x="14712072" y="11985908"/>
                    <a:pt x="14701184" y="11976886"/>
                  </a:cubicBezTo>
                  <a:cubicBezTo>
                    <a:pt x="14690296" y="11967839"/>
                    <a:pt x="14675432" y="11938331"/>
                    <a:pt x="14668156" y="11911316"/>
                  </a:cubicBezTo>
                  <a:cubicBezTo>
                    <a:pt x="14660880" y="11884282"/>
                    <a:pt x="14635120" y="11842937"/>
                    <a:pt x="14610912" y="11819427"/>
                  </a:cubicBezTo>
                  <a:cubicBezTo>
                    <a:pt x="14586708" y="11795917"/>
                    <a:pt x="14566904" y="11770319"/>
                    <a:pt x="14566904" y="11762550"/>
                  </a:cubicBezTo>
                  <a:cubicBezTo>
                    <a:pt x="14566904" y="11754762"/>
                    <a:pt x="14547672" y="11726760"/>
                    <a:pt x="14524168" y="11700327"/>
                  </a:cubicBezTo>
                  <a:cubicBezTo>
                    <a:pt x="14500664" y="11673881"/>
                    <a:pt x="14480256" y="11642191"/>
                    <a:pt x="14478816" y="11629898"/>
                  </a:cubicBezTo>
                  <a:cubicBezTo>
                    <a:pt x="14477380" y="11617599"/>
                    <a:pt x="14460136" y="11599220"/>
                    <a:pt x="14440492" y="11589053"/>
                  </a:cubicBezTo>
                  <a:cubicBezTo>
                    <a:pt x="14420852" y="11578905"/>
                    <a:pt x="14401264" y="11556578"/>
                    <a:pt x="14396964" y="11539445"/>
                  </a:cubicBezTo>
                  <a:cubicBezTo>
                    <a:pt x="14392664" y="11522319"/>
                    <a:pt x="14369136" y="11489439"/>
                    <a:pt x="14344676" y="11466359"/>
                  </a:cubicBezTo>
                  <a:cubicBezTo>
                    <a:pt x="14320216" y="11443292"/>
                    <a:pt x="14300204" y="11417302"/>
                    <a:pt x="14300204" y="11408609"/>
                  </a:cubicBezTo>
                  <a:cubicBezTo>
                    <a:pt x="14300204" y="11399910"/>
                    <a:pt x="14280972" y="11371155"/>
                    <a:pt x="14257468" y="11344722"/>
                  </a:cubicBezTo>
                  <a:cubicBezTo>
                    <a:pt x="14233964" y="11318289"/>
                    <a:pt x="14213612" y="11286782"/>
                    <a:pt x="14212244" y="11274698"/>
                  </a:cubicBezTo>
                  <a:cubicBezTo>
                    <a:pt x="14210880" y="11262614"/>
                    <a:pt x="14192952" y="11242799"/>
                    <a:pt x="14172416" y="11230664"/>
                  </a:cubicBezTo>
                  <a:cubicBezTo>
                    <a:pt x="14151876" y="11218536"/>
                    <a:pt x="14128616" y="11194134"/>
                    <a:pt x="14120732" y="11176438"/>
                  </a:cubicBezTo>
                  <a:cubicBezTo>
                    <a:pt x="14112844" y="11158736"/>
                    <a:pt x="14085704" y="11120160"/>
                    <a:pt x="14060424" y="11090720"/>
                  </a:cubicBezTo>
                  <a:cubicBezTo>
                    <a:pt x="13982496" y="10999980"/>
                    <a:pt x="13959328" y="10966224"/>
                    <a:pt x="13950308" y="10930304"/>
                  </a:cubicBezTo>
                  <a:cubicBezTo>
                    <a:pt x="13945324" y="10910442"/>
                    <a:pt x="13926040" y="10887652"/>
                    <a:pt x="13905016" y="10876780"/>
                  </a:cubicBezTo>
                  <a:cubicBezTo>
                    <a:pt x="13884880" y="10866370"/>
                    <a:pt x="13868404" y="10852470"/>
                    <a:pt x="13868404" y="10845896"/>
                  </a:cubicBezTo>
                  <a:cubicBezTo>
                    <a:pt x="13868404" y="10839324"/>
                    <a:pt x="13842688" y="10804994"/>
                    <a:pt x="13811256" y="10769602"/>
                  </a:cubicBezTo>
                  <a:cubicBezTo>
                    <a:pt x="13779824" y="10734208"/>
                    <a:pt x="13754104" y="10697864"/>
                    <a:pt x="13754104" y="10688842"/>
                  </a:cubicBezTo>
                  <a:cubicBezTo>
                    <a:pt x="13754104" y="10679814"/>
                    <a:pt x="13739816" y="10659006"/>
                    <a:pt x="13722352" y="10642600"/>
                  </a:cubicBezTo>
                  <a:cubicBezTo>
                    <a:pt x="13704892" y="10626196"/>
                    <a:pt x="13690604" y="10603036"/>
                    <a:pt x="13690604" y="10591140"/>
                  </a:cubicBezTo>
                  <a:cubicBezTo>
                    <a:pt x="13690604" y="10551546"/>
                    <a:pt x="13655912" y="10538338"/>
                    <a:pt x="13546980" y="10536470"/>
                  </a:cubicBezTo>
                  <a:cubicBezTo>
                    <a:pt x="13442412" y="10534674"/>
                    <a:pt x="13440420" y="10535224"/>
                    <a:pt x="13399872" y="10577196"/>
                  </a:cubicBezTo>
                  <a:cubicBezTo>
                    <a:pt x="13368488" y="10609682"/>
                    <a:pt x="13348152" y="10619742"/>
                    <a:pt x="13313864" y="10619742"/>
                  </a:cubicBezTo>
                  <a:cubicBezTo>
                    <a:pt x="13289168" y="10619742"/>
                    <a:pt x="13263904" y="10614680"/>
                    <a:pt x="13257724" y="10608500"/>
                  </a:cubicBezTo>
                  <a:cubicBezTo>
                    <a:pt x="13241872" y="10592648"/>
                    <a:pt x="13221352" y="10476470"/>
                    <a:pt x="13225348" y="10425208"/>
                  </a:cubicBezTo>
                  <a:cubicBezTo>
                    <a:pt x="13228196" y="10388654"/>
                    <a:pt x="13234712" y="10380732"/>
                    <a:pt x="13269048" y="10372080"/>
                  </a:cubicBezTo>
                  <a:cubicBezTo>
                    <a:pt x="13291240" y="10366490"/>
                    <a:pt x="13315368" y="10350762"/>
                    <a:pt x="13322660" y="10337134"/>
                  </a:cubicBezTo>
                  <a:cubicBezTo>
                    <a:pt x="13329952" y="10323508"/>
                    <a:pt x="13356688" y="10303680"/>
                    <a:pt x="13382068" y="10293076"/>
                  </a:cubicBezTo>
                  <a:cubicBezTo>
                    <a:pt x="13407452" y="10282472"/>
                    <a:pt x="13436196" y="10262400"/>
                    <a:pt x="13445948" y="10248478"/>
                  </a:cubicBezTo>
                  <a:cubicBezTo>
                    <a:pt x="13455704" y="10234554"/>
                    <a:pt x="13486444" y="10211550"/>
                    <a:pt x="13514260" y="10197360"/>
                  </a:cubicBezTo>
                  <a:cubicBezTo>
                    <a:pt x="13542080" y="10183164"/>
                    <a:pt x="13568008" y="10163302"/>
                    <a:pt x="13571880" y="10153212"/>
                  </a:cubicBezTo>
                  <a:cubicBezTo>
                    <a:pt x="13575748" y="10143128"/>
                    <a:pt x="13600328" y="10129108"/>
                    <a:pt x="13626500" y="10122064"/>
                  </a:cubicBezTo>
                  <a:cubicBezTo>
                    <a:pt x="13652672" y="10115016"/>
                    <a:pt x="13692352" y="10091792"/>
                    <a:pt x="13714680" y="10070452"/>
                  </a:cubicBezTo>
                  <a:cubicBezTo>
                    <a:pt x="13759168" y="10027942"/>
                    <a:pt x="13782872" y="10028648"/>
                    <a:pt x="13844664" y="10074336"/>
                  </a:cubicBezTo>
                  <a:cubicBezTo>
                    <a:pt x="13870268" y="10093266"/>
                    <a:pt x="13906068" y="10100948"/>
                    <a:pt x="13990960" y="10105724"/>
                  </a:cubicBezTo>
                  <a:cubicBezTo>
                    <a:pt x="14088448" y="10111214"/>
                    <a:pt x="14114056" y="10117872"/>
                    <a:pt x="14184048" y="10155926"/>
                  </a:cubicBezTo>
                  <a:cubicBezTo>
                    <a:pt x="14252444" y="10193110"/>
                    <a:pt x="14277612" y="10199892"/>
                    <a:pt x="14349152" y="10200422"/>
                  </a:cubicBezTo>
                  <a:cubicBezTo>
                    <a:pt x="14421160" y="10200948"/>
                    <a:pt x="14440080" y="10206122"/>
                    <a:pt x="14478004" y="10235642"/>
                  </a:cubicBezTo>
                  <a:cubicBezTo>
                    <a:pt x="14512608" y="10262580"/>
                    <a:pt x="14545672" y="10273292"/>
                    <a:pt x="14627272" y="10283996"/>
                  </a:cubicBezTo>
                  <a:cubicBezTo>
                    <a:pt x="14684924" y="10291558"/>
                    <a:pt x="14767792" y="10312082"/>
                    <a:pt x="14811424" y="10329596"/>
                  </a:cubicBezTo>
                  <a:cubicBezTo>
                    <a:pt x="14855056" y="10347112"/>
                    <a:pt x="14936100" y="10368004"/>
                    <a:pt x="14991520" y="10376026"/>
                  </a:cubicBezTo>
                  <a:cubicBezTo>
                    <a:pt x="15054604" y="10385148"/>
                    <a:pt x="15120540" y="10404862"/>
                    <a:pt x="15167824" y="10428728"/>
                  </a:cubicBezTo>
                  <a:cubicBezTo>
                    <a:pt x="15221844" y="10455996"/>
                    <a:pt x="15272084" y="10469756"/>
                    <a:pt x="15344192" y="10477024"/>
                  </a:cubicBezTo>
                  <a:cubicBezTo>
                    <a:pt x="15417108" y="10484376"/>
                    <a:pt x="15452680" y="10494210"/>
                    <a:pt x="15472688" y="10512550"/>
                  </a:cubicBezTo>
                  <a:cubicBezTo>
                    <a:pt x="15492656" y="10530858"/>
                    <a:pt x="15533036" y="10542064"/>
                    <a:pt x="15617828" y="10552818"/>
                  </a:cubicBezTo>
                  <a:lnTo>
                    <a:pt x="15735304" y="10567724"/>
                  </a:lnTo>
                  <a:lnTo>
                    <a:pt x="15735304" y="10523102"/>
                  </a:lnTo>
                  <a:cubicBezTo>
                    <a:pt x="15735304" y="10487812"/>
                    <a:pt x="15724016" y="10466828"/>
                    <a:pt x="15681328" y="10422766"/>
                  </a:cubicBezTo>
                  <a:cubicBezTo>
                    <a:pt x="15600412" y="10339236"/>
                    <a:pt x="15556492" y="10278052"/>
                    <a:pt x="15543392" y="10230612"/>
                  </a:cubicBezTo>
                  <a:cubicBezTo>
                    <a:pt x="15536924" y="10207180"/>
                    <a:pt x="15517452" y="10178720"/>
                    <a:pt x="15500116" y="10167364"/>
                  </a:cubicBezTo>
                  <a:cubicBezTo>
                    <a:pt x="15482784" y="10156004"/>
                    <a:pt x="15468604" y="10138964"/>
                    <a:pt x="15468604" y="10129488"/>
                  </a:cubicBezTo>
                  <a:cubicBezTo>
                    <a:pt x="15468604" y="10120016"/>
                    <a:pt x="15445744" y="10088706"/>
                    <a:pt x="15417804" y="10059918"/>
                  </a:cubicBezTo>
                  <a:cubicBezTo>
                    <a:pt x="15385096" y="10026212"/>
                    <a:pt x="15367004" y="9995860"/>
                    <a:pt x="15367004" y="9974690"/>
                  </a:cubicBezTo>
                  <a:cubicBezTo>
                    <a:pt x="15367004" y="9954054"/>
                    <a:pt x="15352820" y="9929360"/>
                    <a:pt x="15328904" y="9908376"/>
                  </a:cubicBezTo>
                  <a:cubicBezTo>
                    <a:pt x="15307948" y="9889988"/>
                    <a:pt x="15290804" y="9868712"/>
                    <a:pt x="15290804" y="9861096"/>
                  </a:cubicBezTo>
                  <a:cubicBezTo>
                    <a:pt x="15290804" y="9853484"/>
                    <a:pt x="15270144" y="9827608"/>
                    <a:pt x="15244896" y="9803600"/>
                  </a:cubicBezTo>
                  <a:cubicBezTo>
                    <a:pt x="15219648" y="9779594"/>
                    <a:pt x="15191496" y="9739040"/>
                    <a:pt x="15182344" y="9713480"/>
                  </a:cubicBezTo>
                  <a:cubicBezTo>
                    <a:pt x="15172812" y="9686870"/>
                    <a:pt x="15154380" y="9663420"/>
                    <a:pt x="15139212" y="9658608"/>
                  </a:cubicBezTo>
                  <a:cubicBezTo>
                    <a:pt x="15124644" y="9653984"/>
                    <a:pt x="15104280" y="9633864"/>
                    <a:pt x="15093952" y="9613900"/>
                  </a:cubicBezTo>
                  <a:cubicBezTo>
                    <a:pt x="15075212" y="9577654"/>
                    <a:pt x="15045936" y="9559128"/>
                    <a:pt x="14986004" y="9545584"/>
                  </a:cubicBezTo>
                  <a:cubicBezTo>
                    <a:pt x="14968544" y="9541640"/>
                    <a:pt x="14946960" y="9523238"/>
                    <a:pt x="14938048" y="9504700"/>
                  </a:cubicBezTo>
                  <a:cubicBezTo>
                    <a:pt x="14923592" y="9474634"/>
                    <a:pt x="14916732" y="9471812"/>
                    <a:pt x="14874648" y="9478642"/>
                  </a:cubicBezTo>
                  <a:cubicBezTo>
                    <a:pt x="14848688" y="9482854"/>
                    <a:pt x="14825264" y="9492864"/>
                    <a:pt x="14822592" y="9500890"/>
                  </a:cubicBezTo>
                  <a:cubicBezTo>
                    <a:pt x="14819916" y="9508912"/>
                    <a:pt x="14806388" y="9526818"/>
                    <a:pt x="14792528" y="9540680"/>
                  </a:cubicBezTo>
                  <a:cubicBezTo>
                    <a:pt x="14757656" y="9575546"/>
                    <a:pt x="14612808" y="9568568"/>
                    <a:pt x="14585280" y="9530692"/>
                  </a:cubicBezTo>
                  <a:cubicBezTo>
                    <a:pt x="14561520" y="9498006"/>
                    <a:pt x="14572556" y="9428064"/>
                    <a:pt x="14604144" y="9411160"/>
                  </a:cubicBezTo>
                  <a:cubicBezTo>
                    <a:pt x="14617640" y="9403936"/>
                    <a:pt x="14632480" y="9386068"/>
                    <a:pt x="14637120" y="9371452"/>
                  </a:cubicBezTo>
                  <a:cubicBezTo>
                    <a:pt x="14641756" y="9356838"/>
                    <a:pt x="14665336" y="9336614"/>
                    <a:pt x="14689520" y="9326510"/>
                  </a:cubicBezTo>
                  <a:cubicBezTo>
                    <a:pt x="14713700" y="9316406"/>
                    <a:pt x="14770024" y="9266922"/>
                    <a:pt x="14814688" y="9216544"/>
                  </a:cubicBezTo>
                  <a:cubicBezTo>
                    <a:pt x="14897160" y="9123512"/>
                    <a:pt x="15006532" y="9042400"/>
                    <a:pt x="15049508" y="9042400"/>
                  </a:cubicBezTo>
                  <a:cubicBezTo>
                    <a:pt x="15062524" y="9042400"/>
                    <a:pt x="15084928" y="9025888"/>
                    <a:pt x="15099296" y="9005712"/>
                  </a:cubicBezTo>
                  <a:cubicBezTo>
                    <a:pt x="15113664" y="8985532"/>
                    <a:pt x="15139688" y="8965444"/>
                    <a:pt x="15157120" y="8961070"/>
                  </a:cubicBezTo>
                  <a:cubicBezTo>
                    <a:pt x="15176784" y="8956132"/>
                    <a:pt x="15191840" y="8941072"/>
                    <a:pt x="15196780" y="8921392"/>
                  </a:cubicBezTo>
                  <a:cubicBezTo>
                    <a:pt x="15201156" y="8903948"/>
                    <a:pt x="15211244" y="8881348"/>
                    <a:pt x="15219196" y="8871174"/>
                  </a:cubicBezTo>
                  <a:cubicBezTo>
                    <a:pt x="15226464" y="8861874"/>
                    <a:pt x="15245864" y="8857668"/>
                    <a:pt x="15266952" y="8858256"/>
                  </a:cubicBezTo>
                  <a:close/>
                  <a:moveTo>
                    <a:pt x="40959244" y="7886702"/>
                  </a:moveTo>
                  <a:cubicBezTo>
                    <a:pt x="41062372" y="7886702"/>
                    <a:pt x="41082620" y="7892770"/>
                    <a:pt x="41113668" y="7932984"/>
                  </a:cubicBezTo>
                  <a:cubicBezTo>
                    <a:pt x="41126824" y="7950022"/>
                    <a:pt x="41165748" y="7971040"/>
                    <a:pt x="41205592" y="7982624"/>
                  </a:cubicBezTo>
                  <a:cubicBezTo>
                    <a:pt x="41243602" y="7993674"/>
                    <a:pt x="41279120" y="8010612"/>
                    <a:pt x="41284520" y="8020266"/>
                  </a:cubicBezTo>
                  <a:cubicBezTo>
                    <a:pt x="41289924" y="8029920"/>
                    <a:pt x="41322852" y="8049856"/>
                    <a:pt x="41357698" y="8064564"/>
                  </a:cubicBezTo>
                  <a:cubicBezTo>
                    <a:pt x="41392542" y="8079276"/>
                    <a:pt x="41441054" y="8102410"/>
                    <a:pt x="41465502" y="8115976"/>
                  </a:cubicBezTo>
                  <a:cubicBezTo>
                    <a:pt x="41489950" y="8129540"/>
                    <a:pt x="41529954" y="8149602"/>
                    <a:pt x="41554402" y="8160560"/>
                  </a:cubicBezTo>
                  <a:cubicBezTo>
                    <a:pt x="41606160" y="8183760"/>
                    <a:pt x="41743426" y="8258732"/>
                    <a:pt x="41826426" y="8309130"/>
                  </a:cubicBezTo>
                  <a:cubicBezTo>
                    <a:pt x="41862356" y="8330950"/>
                    <a:pt x="41887272" y="8356468"/>
                    <a:pt x="41892336" y="8376638"/>
                  </a:cubicBezTo>
                  <a:cubicBezTo>
                    <a:pt x="41901568" y="8413426"/>
                    <a:pt x="41878190" y="8545894"/>
                    <a:pt x="41859096" y="8564988"/>
                  </a:cubicBezTo>
                  <a:cubicBezTo>
                    <a:pt x="41840292" y="8583790"/>
                    <a:pt x="41753924" y="8580516"/>
                    <a:pt x="41747336" y="8560752"/>
                  </a:cubicBezTo>
                  <a:cubicBezTo>
                    <a:pt x="41725524" y="8495318"/>
                    <a:pt x="41605152" y="8470950"/>
                    <a:pt x="41554402" y="8521700"/>
                  </a:cubicBezTo>
                  <a:cubicBezTo>
                    <a:pt x="41540432" y="8535670"/>
                    <a:pt x="41529002" y="8552670"/>
                    <a:pt x="41529002" y="8559474"/>
                  </a:cubicBezTo>
                  <a:cubicBezTo>
                    <a:pt x="41529002" y="8566280"/>
                    <a:pt x="41511664" y="8580812"/>
                    <a:pt x="41490474" y="8591774"/>
                  </a:cubicBezTo>
                  <a:cubicBezTo>
                    <a:pt x="41465490" y="8604694"/>
                    <a:pt x="41449370" y="8624586"/>
                    <a:pt x="41444612" y="8648368"/>
                  </a:cubicBezTo>
                  <a:cubicBezTo>
                    <a:pt x="41440580" y="8668538"/>
                    <a:pt x="41423900" y="8692580"/>
                    <a:pt x="41407548" y="8701796"/>
                  </a:cubicBezTo>
                  <a:cubicBezTo>
                    <a:pt x="41369536" y="8723220"/>
                    <a:pt x="41353344" y="8751476"/>
                    <a:pt x="41343382" y="8813780"/>
                  </a:cubicBezTo>
                  <a:cubicBezTo>
                    <a:pt x="41338192" y="8846244"/>
                    <a:pt x="41325014" y="8870516"/>
                    <a:pt x="41305726" y="8883158"/>
                  </a:cubicBezTo>
                  <a:cubicBezTo>
                    <a:pt x="41289404" y="8893850"/>
                    <a:pt x="41266164" y="8924054"/>
                    <a:pt x="41254082" y="8950274"/>
                  </a:cubicBezTo>
                  <a:cubicBezTo>
                    <a:pt x="41242000" y="8976496"/>
                    <a:pt x="41219666" y="9018714"/>
                    <a:pt x="41204452" y="9044090"/>
                  </a:cubicBezTo>
                  <a:cubicBezTo>
                    <a:pt x="41189234" y="9069468"/>
                    <a:pt x="41172956" y="9110654"/>
                    <a:pt x="41168272" y="9135614"/>
                  </a:cubicBezTo>
                  <a:cubicBezTo>
                    <a:pt x="41163572" y="9160654"/>
                    <a:pt x="41146222" y="9191648"/>
                    <a:pt x="41129560" y="9204752"/>
                  </a:cubicBezTo>
                  <a:cubicBezTo>
                    <a:pt x="41112952" y="9217816"/>
                    <a:pt x="41093020" y="9252068"/>
                    <a:pt x="41085264" y="9280866"/>
                  </a:cubicBezTo>
                  <a:cubicBezTo>
                    <a:pt x="41076324" y="9314082"/>
                    <a:pt x="41057528" y="9342934"/>
                    <a:pt x="41033860" y="9359788"/>
                  </a:cubicBezTo>
                  <a:cubicBezTo>
                    <a:pt x="40995840" y="9386860"/>
                    <a:pt x="40967616" y="9445528"/>
                    <a:pt x="40968444" y="9495778"/>
                  </a:cubicBezTo>
                  <a:cubicBezTo>
                    <a:pt x="40968708" y="9511778"/>
                    <a:pt x="40959158" y="9526794"/>
                    <a:pt x="40946080" y="9530944"/>
                  </a:cubicBezTo>
                  <a:cubicBezTo>
                    <a:pt x="40920460" y="9539078"/>
                    <a:pt x="40894002" y="9588806"/>
                    <a:pt x="40894002" y="9628832"/>
                  </a:cubicBezTo>
                  <a:cubicBezTo>
                    <a:pt x="40894002" y="9643374"/>
                    <a:pt x="40874000" y="9677412"/>
                    <a:pt x="40849552" y="9704472"/>
                  </a:cubicBezTo>
                  <a:cubicBezTo>
                    <a:pt x="40825104" y="9731532"/>
                    <a:pt x="40805102" y="9764094"/>
                    <a:pt x="40805102" y="9776824"/>
                  </a:cubicBezTo>
                  <a:cubicBezTo>
                    <a:pt x="40805102" y="9789558"/>
                    <a:pt x="40790594" y="9813606"/>
                    <a:pt x="40772862" y="9830260"/>
                  </a:cubicBezTo>
                  <a:cubicBezTo>
                    <a:pt x="40755130" y="9846924"/>
                    <a:pt x="40734556" y="9884624"/>
                    <a:pt x="40727150" y="9914050"/>
                  </a:cubicBezTo>
                  <a:cubicBezTo>
                    <a:pt x="40719660" y="9943798"/>
                    <a:pt x="40698180" y="9981360"/>
                    <a:pt x="40678780" y="9998644"/>
                  </a:cubicBezTo>
                  <a:cubicBezTo>
                    <a:pt x="40651324" y="10023108"/>
                    <a:pt x="40642042" y="10045386"/>
                    <a:pt x="40635260" y="10103098"/>
                  </a:cubicBezTo>
                  <a:cubicBezTo>
                    <a:pt x="40628716" y="10158778"/>
                    <a:pt x="40617538" y="10186818"/>
                    <a:pt x="40588870" y="10219470"/>
                  </a:cubicBezTo>
                  <a:cubicBezTo>
                    <a:pt x="40534644" y="10281228"/>
                    <a:pt x="40537960" y="10330672"/>
                    <a:pt x="40601684" y="10410710"/>
                  </a:cubicBezTo>
                  <a:cubicBezTo>
                    <a:pt x="40635190" y="10452790"/>
                    <a:pt x="40664968" y="10476778"/>
                    <a:pt x="40689894" y="10481764"/>
                  </a:cubicBezTo>
                  <a:cubicBezTo>
                    <a:pt x="40749958" y="10493778"/>
                    <a:pt x="40760524" y="10529568"/>
                    <a:pt x="40727140" y="10607912"/>
                  </a:cubicBezTo>
                  <a:cubicBezTo>
                    <a:pt x="40684508" y="10707962"/>
                    <a:pt x="40676060" y="10718800"/>
                    <a:pt x="40640708" y="10718800"/>
                  </a:cubicBezTo>
                  <a:cubicBezTo>
                    <a:pt x="40622812" y="10718800"/>
                    <a:pt x="40580036" y="10698796"/>
                    <a:pt x="40545652" y="10674350"/>
                  </a:cubicBezTo>
                  <a:cubicBezTo>
                    <a:pt x="40511266" y="10649904"/>
                    <a:pt x="40473246" y="10629902"/>
                    <a:pt x="40461170" y="10629902"/>
                  </a:cubicBezTo>
                  <a:cubicBezTo>
                    <a:pt x="40449090" y="10629902"/>
                    <a:pt x="40415262" y="10609898"/>
                    <a:pt x="40386002" y="10585452"/>
                  </a:cubicBezTo>
                  <a:cubicBezTo>
                    <a:pt x="40356742" y="10561006"/>
                    <a:pt x="40321252" y="10541000"/>
                    <a:pt x="40307140" y="10541000"/>
                  </a:cubicBezTo>
                  <a:cubicBezTo>
                    <a:pt x="40293024" y="10541000"/>
                    <a:pt x="40260704" y="10518600"/>
                    <a:pt x="40235314" y="10491222"/>
                  </a:cubicBezTo>
                  <a:cubicBezTo>
                    <a:pt x="40209926" y="10463846"/>
                    <a:pt x="40172006" y="10437264"/>
                    <a:pt x="40151052" y="10432162"/>
                  </a:cubicBezTo>
                  <a:cubicBezTo>
                    <a:pt x="40130098" y="10427056"/>
                    <a:pt x="40097036" y="10409452"/>
                    <a:pt x="40077584" y="10393040"/>
                  </a:cubicBezTo>
                  <a:cubicBezTo>
                    <a:pt x="40058134" y="10376628"/>
                    <a:pt x="40034386" y="10363200"/>
                    <a:pt x="40024812" y="10363200"/>
                  </a:cubicBezTo>
                  <a:cubicBezTo>
                    <a:pt x="40015236" y="10363200"/>
                    <a:pt x="39983462" y="10343196"/>
                    <a:pt x="39954202" y="10318750"/>
                  </a:cubicBezTo>
                  <a:cubicBezTo>
                    <a:pt x="39924942" y="10294304"/>
                    <a:pt x="39886960" y="10274300"/>
                    <a:pt x="39869804" y="10274300"/>
                  </a:cubicBezTo>
                  <a:cubicBezTo>
                    <a:pt x="39850038" y="10274300"/>
                    <a:pt x="39821392" y="10256154"/>
                    <a:pt x="39791628" y="10224778"/>
                  </a:cubicBezTo>
                  <a:cubicBezTo>
                    <a:pt x="39765792" y="10197536"/>
                    <a:pt x="39730364" y="10171048"/>
                    <a:pt x="39712902" y="10165912"/>
                  </a:cubicBezTo>
                  <a:cubicBezTo>
                    <a:pt x="39671880" y="10153852"/>
                    <a:pt x="39661052" y="10136262"/>
                    <a:pt x="39668648" y="10094044"/>
                  </a:cubicBezTo>
                  <a:cubicBezTo>
                    <a:pt x="39681502" y="10022604"/>
                    <a:pt x="39766322" y="10003774"/>
                    <a:pt x="39935128" y="10034876"/>
                  </a:cubicBezTo>
                  <a:cubicBezTo>
                    <a:pt x="40010174" y="10048706"/>
                    <a:pt x="40016420" y="10047890"/>
                    <a:pt x="40056980" y="10019002"/>
                  </a:cubicBezTo>
                  <a:cubicBezTo>
                    <a:pt x="40080496" y="10002252"/>
                    <a:pt x="40106456" y="9971926"/>
                    <a:pt x="40114676" y="9951600"/>
                  </a:cubicBezTo>
                  <a:cubicBezTo>
                    <a:pt x="40122896" y="9931280"/>
                    <a:pt x="40146810" y="9898588"/>
                    <a:pt x="40167820" y="9878956"/>
                  </a:cubicBezTo>
                  <a:cubicBezTo>
                    <a:pt x="40188830" y="9859318"/>
                    <a:pt x="40209662" y="9826658"/>
                    <a:pt x="40214118" y="9806372"/>
                  </a:cubicBezTo>
                  <a:cubicBezTo>
                    <a:pt x="40218572" y="9786086"/>
                    <a:pt x="40236276" y="9756286"/>
                    <a:pt x="40253452" y="9740148"/>
                  </a:cubicBezTo>
                  <a:cubicBezTo>
                    <a:pt x="40270632" y="9724008"/>
                    <a:pt x="40290836" y="9687972"/>
                    <a:pt x="40298352" y="9660064"/>
                  </a:cubicBezTo>
                  <a:cubicBezTo>
                    <a:pt x="40305864" y="9632164"/>
                    <a:pt x="40328660" y="9593774"/>
                    <a:pt x="40349008" y="9574768"/>
                  </a:cubicBezTo>
                  <a:cubicBezTo>
                    <a:pt x="40372292" y="9553018"/>
                    <a:pt x="40386002" y="9527434"/>
                    <a:pt x="40386002" y="9505742"/>
                  </a:cubicBezTo>
                  <a:cubicBezTo>
                    <a:pt x="40386002" y="9482574"/>
                    <a:pt x="40400572" y="9457932"/>
                    <a:pt x="40430452" y="9430562"/>
                  </a:cubicBezTo>
                  <a:cubicBezTo>
                    <a:pt x="40463580" y="9400220"/>
                    <a:pt x="40474902" y="9379452"/>
                    <a:pt x="40474902" y="9349050"/>
                  </a:cubicBezTo>
                  <a:cubicBezTo>
                    <a:pt x="40474902" y="9319656"/>
                    <a:pt x="40486868" y="9296288"/>
                    <a:pt x="40517708" y="9265444"/>
                  </a:cubicBezTo>
                  <a:cubicBezTo>
                    <a:pt x="40551694" y="9231462"/>
                    <a:pt x="40561056" y="9211262"/>
                    <a:pt x="40563126" y="9167444"/>
                  </a:cubicBezTo>
                  <a:cubicBezTo>
                    <a:pt x="40565052" y="9126780"/>
                    <a:pt x="40575112" y="9102220"/>
                    <a:pt x="40601356" y="9074150"/>
                  </a:cubicBezTo>
                  <a:cubicBezTo>
                    <a:pt x="40621544" y="9052554"/>
                    <a:pt x="40640800" y="9014044"/>
                    <a:pt x="40645806" y="8985252"/>
                  </a:cubicBezTo>
                  <a:cubicBezTo>
                    <a:pt x="40650832" y="8956338"/>
                    <a:pt x="40670032" y="8918036"/>
                    <a:pt x="40690368" y="8896350"/>
                  </a:cubicBezTo>
                  <a:cubicBezTo>
                    <a:pt x="40710020" y="8875396"/>
                    <a:pt x="40733248" y="8846938"/>
                    <a:pt x="40741984" y="8833108"/>
                  </a:cubicBezTo>
                  <a:cubicBezTo>
                    <a:pt x="40750720" y="8819276"/>
                    <a:pt x="40774212" y="8792694"/>
                    <a:pt x="40794184" y="8774036"/>
                  </a:cubicBezTo>
                  <a:cubicBezTo>
                    <a:pt x="40821008" y="8748980"/>
                    <a:pt x="40830502" y="8728274"/>
                    <a:pt x="40830502" y="8694830"/>
                  </a:cubicBezTo>
                  <a:cubicBezTo>
                    <a:pt x="40830502" y="8660014"/>
                    <a:pt x="40840774" y="8639276"/>
                    <a:pt x="40874952" y="8605100"/>
                  </a:cubicBezTo>
                  <a:cubicBezTo>
                    <a:pt x="40903376" y="8576674"/>
                    <a:pt x="40919402" y="8548520"/>
                    <a:pt x="40919402" y="8527014"/>
                  </a:cubicBezTo>
                  <a:cubicBezTo>
                    <a:pt x="40919402" y="8507782"/>
                    <a:pt x="40937078" y="8471974"/>
                    <a:pt x="40960676" y="8443404"/>
                  </a:cubicBezTo>
                  <a:cubicBezTo>
                    <a:pt x="41001022" y="8394560"/>
                    <a:pt x="41001952" y="8390636"/>
                    <a:pt x="41001952" y="8269240"/>
                  </a:cubicBezTo>
                  <a:lnTo>
                    <a:pt x="41001952" y="8145046"/>
                  </a:lnTo>
                  <a:lnTo>
                    <a:pt x="40948978" y="8092074"/>
                  </a:lnTo>
                  <a:cubicBezTo>
                    <a:pt x="40919844" y="8062938"/>
                    <a:pt x="40887184" y="8039100"/>
                    <a:pt x="40876400" y="8039100"/>
                  </a:cubicBezTo>
                  <a:cubicBezTo>
                    <a:pt x="40833382" y="8039100"/>
                    <a:pt x="40814484" y="7942632"/>
                    <a:pt x="40850460" y="7906656"/>
                  </a:cubicBezTo>
                  <a:cubicBezTo>
                    <a:pt x="40864798" y="7892320"/>
                    <a:pt x="40895424" y="7886702"/>
                    <a:pt x="40959244" y="7886702"/>
                  </a:cubicBezTo>
                  <a:close/>
                  <a:moveTo>
                    <a:pt x="17835552" y="7696200"/>
                  </a:moveTo>
                  <a:lnTo>
                    <a:pt x="17799052" y="7734300"/>
                  </a:lnTo>
                  <a:cubicBezTo>
                    <a:pt x="17776668" y="7757664"/>
                    <a:pt x="17749672" y="7772400"/>
                    <a:pt x="17729252" y="7772400"/>
                  </a:cubicBezTo>
                  <a:cubicBezTo>
                    <a:pt x="17710940" y="7772400"/>
                    <a:pt x="17683360" y="7776688"/>
                    <a:pt x="17667964" y="7781926"/>
                  </a:cubicBezTo>
                  <a:cubicBezTo>
                    <a:pt x="17640044" y="7791424"/>
                    <a:pt x="17640016" y="7791764"/>
                    <a:pt x="17657684" y="7909686"/>
                  </a:cubicBezTo>
                  <a:cubicBezTo>
                    <a:pt x="17670436" y="7994802"/>
                    <a:pt x="17682812" y="8035810"/>
                    <a:pt x="17701868" y="8056094"/>
                  </a:cubicBezTo>
                  <a:cubicBezTo>
                    <a:pt x="17716432" y="8071594"/>
                    <a:pt x="17737332" y="8109750"/>
                    <a:pt x="17748316" y="8140880"/>
                  </a:cubicBezTo>
                  <a:cubicBezTo>
                    <a:pt x="17759300" y="8172018"/>
                    <a:pt x="17778892" y="8209000"/>
                    <a:pt x="17791856" y="8223070"/>
                  </a:cubicBezTo>
                  <a:cubicBezTo>
                    <a:pt x="17804816" y="8237140"/>
                    <a:pt x="17822288" y="8270506"/>
                    <a:pt x="17830680" y="8297218"/>
                  </a:cubicBezTo>
                  <a:cubicBezTo>
                    <a:pt x="17839068" y="8323934"/>
                    <a:pt x="17858944" y="8361080"/>
                    <a:pt x="17874848" y="8379768"/>
                  </a:cubicBezTo>
                  <a:cubicBezTo>
                    <a:pt x="17890752" y="8398458"/>
                    <a:pt x="17910484" y="8434376"/>
                    <a:pt x="17918696" y="8459584"/>
                  </a:cubicBezTo>
                  <a:cubicBezTo>
                    <a:pt x="17926912" y="8484792"/>
                    <a:pt x="17953360" y="8522880"/>
                    <a:pt x="17977464" y="8544224"/>
                  </a:cubicBezTo>
                  <a:cubicBezTo>
                    <a:pt x="18006664" y="8570074"/>
                    <a:pt x="18021300" y="8594276"/>
                    <a:pt x="18021300" y="8616702"/>
                  </a:cubicBezTo>
                  <a:cubicBezTo>
                    <a:pt x="18021300" y="8685770"/>
                    <a:pt x="18039080" y="8698754"/>
                    <a:pt x="18126000" y="8693156"/>
                  </a:cubicBezTo>
                  <a:cubicBezTo>
                    <a:pt x="18200648" y="8688348"/>
                    <a:pt x="18206508" y="8685606"/>
                    <a:pt x="18230664" y="8644154"/>
                  </a:cubicBezTo>
                  <a:cubicBezTo>
                    <a:pt x="18248256" y="8613962"/>
                    <a:pt x="18270952" y="8595900"/>
                    <a:pt x="18303308" y="8586340"/>
                  </a:cubicBezTo>
                  <a:cubicBezTo>
                    <a:pt x="18337812" y="8576144"/>
                    <a:pt x="18354748" y="8561744"/>
                    <a:pt x="18366808" y="8532348"/>
                  </a:cubicBezTo>
                  <a:cubicBezTo>
                    <a:pt x="18375852" y="8510296"/>
                    <a:pt x="18403252" y="8472858"/>
                    <a:pt x="18427700" y="8449146"/>
                  </a:cubicBezTo>
                  <a:lnTo>
                    <a:pt x="18472152" y="8406032"/>
                  </a:lnTo>
                  <a:lnTo>
                    <a:pt x="18472152" y="8255726"/>
                  </a:lnTo>
                  <a:cubicBezTo>
                    <a:pt x="18472152" y="8107700"/>
                    <a:pt x="18471548" y="8104580"/>
                    <a:pt x="18432496" y="8050034"/>
                  </a:cubicBezTo>
                  <a:cubicBezTo>
                    <a:pt x="18410684" y="8019572"/>
                    <a:pt x="18391624" y="7978796"/>
                    <a:pt x="18390144" y="7959422"/>
                  </a:cubicBezTo>
                  <a:cubicBezTo>
                    <a:pt x="18388664" y="7940044"/>
                    <a:pt x="18373808" y="7907980"/>
                    <a:pt x="18357132" y="7888164"/>
                  </a:cubicBezTo>
                  <a:cubicBezTo>
                    <a:pt x="18340456" y="7868344"/>
                    <a:pt x="18321056" y="7836980"/>
                    <a:pt x="18314012" y="7818462"/>
                  </a:cubicBezTo>
                  <a:cubicBezTo>
                    <a:pt x="18306972" y="7799940"/>
                    <a:pt x="18282520" y="7774910"/>
                    <a:pt x="18259680" y="7762838"/>
                  </a:cubicBezTo>
                  <a:cubicBezTo>
                    <a:pt x="18236840" y="7750766"/>
                    <a:pt x="18201636" y="7730832"/>
                    <a:pt x="18181456" y="7718544"/>
                  </a:cubicBezTo>
                  <a:cubicBezTo>
                    <a:pt x="18151740" y="7700452"/>
                    <a:pt x="18115336" y="7696200"/>
                    <a:pt x="17990152" y="7696200"/>
                  </a:cubicBezTo>
                  <a:close/>
                  <a:moveTo>
                    <a:pt x="18275304" y="7277630"/>
                  </a:moveTo>
                  <a:cubicBezTo>
                    <a:pt x="18341192" y="7277412"/>
                    <a:pt x="18384520" y="7287508"/>
                    <a:pt x="18489980" y="7327650"/>
                  </a:cubicBezTo>
                  <a:cubicBezTo>
                    <a:pt x="18562648" y="7355310"/>
                    <a:pt x="18631228" y="7385982"/>
                    <a:pt x="18642380" y="7395806"/>
                  </a:cubicBezTo>
                  <a:cubicBezTo>
                    <a:pt x="18653528" y="7405632"/>
                    <a:pt x="18687032" y="7423422"/>
                    <a:pt x="18716828" y="7435338"/>
                  </a:cubicBezTo>
                  <a:cubicBezTo>
                    <a:pt x="18746624" y="7447252"/>
                    <a:pt x="18778056" y="7468678"/>
                    <a:pt x="18786680" y="7482944"/>
                  </a:cubicBezTo>
                  <a:cubicBezTo>
                    <a:pt x="18795300" y="7497208"/>
                    <a:pt x="18823356" y="7531460"/>
                    <a:pt x="18849024" y="7559062"/>
                  </a:cubicBezTo>
                  <a:cubicBezTo>
                    <a:pt x="18879120" y="7591416"/>
                    <a:pt x="18898696" y="7626992"/>
                    <a:pt x="18904144" y="7659238"/>
                  </a:cubicBezTo>
                  <a:cubicBezTo>
                    <a:pt x="18908940" y="7687614"/>
                    <a:pt x="18930504" y="7730680"/>
                    <a:pt x="18954008" y="7758814"/>
                  </a:cubicBezTo>
                  <a:cubicBezTo>
                    <a:pt x="18991012" y="7803102"/>
                    <a:pt x="18996160" y="7819084"/>
                    <a:pt x="19002304" y="7908676"/>
                  </a:cubicBezTo>
                  <a:cubicBezTo>
                    <a:pt x="19006084" y="7963838"/>
                    <a:pt x="19019464" y="8037930"/>
                    <a:pt x="19032036" y="8073328"/>
                  </a:cubicBezTo>
                  <a:cubicBezTo>
                    <a:pt x="19054088" y="8135420"/>
                    <a:pt x="19054080" y="8138936"/>
                    <a:pt x="19031772" y="8172980"/>
                  </a:cubicBezTo>
                  <a:cubicBezTo>
                    <a:pt x="19019056" y="8192390"/>
                    <a:pt x="19003024" y="8243072"/>
                    <a:pt x="18996152" y="8285610"/>
                  </a:cubicBezTo>
                  <a:cubicBezTo>
                    <a:pt x="18978444" y="8395180"/>
                    <a:pt x="18964028" y="8430962"/>
                    <a:pt x="18925248" y="8461644"/>
                  </a:cubicBezTo>
                  <a:cubicBezTo>
                    <a:pt x="18855304" y="8516988"/>
                    <a:pt x="18823968" y="8554790"/>
                    <a:pt x="18810164" y="8600494"/>
                  </a:cubicBezTo>
                  <a:cubicBezTo>
                    <a:pt x="18797704" y="8641736"/>
                    <a:pt x="18788520" y="8649728"/>
                    <a:pt x="18735652" y="8665324"/>
                  </a:cubicBezTo>
                  <a:cubicBezTo>
                    <a:pt x="18694072" y="8677592"/>
                    <a:pt x="18669884" y="8693464"/>
                    <a:pt x="18657736" y="8716462"/>
                  </a:cubicBezTo>
                  <a:cubicBezTo>
                    <a:pt x="18645960" y="8738744"/>
                    <a:pt x="18625692" y="8752512"/>
                    <a:pt x="18596636" y="8757960"/>
                  </a:cubicBezTo>
                  <a:cubicBezTo>
                    <a:pt x="18569556" y="8763040"/>
                    <a:pt x="18542896" y="8779996"/>
                    <a:pt x="18525948" y="8802922"/>
                  </a:cubicBezTo>
                  <a:cubicBezTo>
                    <a:pt x="18503392" y="8833432"/>
                    <a:pt x="18488864" y="8840042"/>
                    <a:pt x="18440996" y="8841572"/>
                  </a:cubicBezTo>
                  <a:cubicBezTo>
                    <a:pt x="18390376" y="8843188"/>
                    <a:pt x="18379872" y="8848648"/>
                    <a:pt x="18355856" y="8885840"/>
                  </a:cubicBezTo>
                  <a:cubicBezTo>
                    <a:pt x="18333120" y="8921048"/>
                    <a:pt x="18320160" y="8928558"/>
                    <a:pt x="18279656" y="8929976"/>
                  </a:cubicBezTo>
                  <a:cubicBezTo>
                    <a:pt x="18213520" y="8932284"/>
                    <a:pt x="18194580" y="8955392"/>
                    <a:pt x="18202344" y="9024288"/>
                  </a:cubicBezTo>
                  <a:cubicBezTo>
                    <a:pt x="18206652" y="9062478"/>
                    <a:pt x="18221028" y="9094004"/>
                    <a:pt x="18248304" y="9125072"/>
                  </a:cubicBezTo>
                  <a:cubicBezTo>
                    <a:pt x="18279996" y="9161166"/>
                    <a:pt x="18288004" y="9181638"/>
                    <a:pt x="18288004" y="9226570"/>
                  </a:cubicBezTo>
                  <a:cubicBezTo>
                    <a:pt x="18288004" y="9273964"/>
                    <a:pt x="18295024" y="9289876"/>
                    <a:pt x="18332452" y="9327304"/>
                  </a:cubicBezTo>
                  <a:cubicBezTo>
                    <a:pt x="18367068" y="9361920"/>
                    <a:pt x="18376904" y="9382044"/>
                    <a:pt x="18376904" y="9418264"/>
                  </a:cubicBezTo>
                  <a:cubicBezTo>
                    <a:pt x="18376904" y="9466986"/>
                    <a:pt x="18399068" y="9499568"/>
                    <a:pt x="18508016" y="9611000"/>
                  </a:cubicBezTo>
                  <a:lnTo>
                    <a:pt x="18561052" y="9665248"/>
                  </a:lnTo>
                  <a:lnTo>
                    <a:pt x="18707896" y="9663252"/>
                  </a:lnTo>
                  <a:cubicBezTo>
                    <a:pt x="18891904" y="9660754"/>
                    <a:pt x="18910304" y="9668772"/>
                    <a:pt x="18910304" y="9751472"/>
                  </a:cubicBezTo>
                  <a:cubicBezTo>
                    <a:pt x="18910304" y="9808034"/>
                    <a:pt x="18906812" y="9814468"/>
                    <a:pt x="18856328" y="9850946"/>
                  </a:cubicBezTo>
                  <a:cubicBezTo>
                    <a:pt x="18826640" y="9872396"/>
                    <a:pt x="18776988" y="9899624"/>
                    <a:pt x="18745984" y="9911458"/>
                  </a:cubicBezTo>
                  <a:cubicBezTo>
                    <a:pt x="18714984" y="9923292"/>
                    <a:pt x="18670492" y="9949764"/>
                    <a:pt x="18647120" y="9970288"/>
                  </a:cubicBezTo>
                  <a:cubicBezTo>
                    <a:pt x="18623744" y="9990812"/>
                    <a:pt x="18593336" y="10007602"/>
                    <a:pt x="18579544" y="10007602"/>
                  </a:cubicBezTo>
                  <a:cubicBezTo>
                    <a:pt x="18565756" y="10007602"/>
                    <a:pt x="18536660" y="10024622"/>
                    <a:pt x="18514892" y="10045424"/>
                  </a:cubicBezTo>
                  <a:cubicBezTo>
                    <a:pt x="18485200" y="10073800"/>
                    <a:pt x="18462232" y="10083696"/>
                    <a:pt x="18422936" y="10085042"/>
                  </a:cubicBezTo>
                  <a:cubicBezTo>
                    <a:pt x="18379320" y="10086528"/>
                    <a:pt x="18365160" y="10093994"/>
                    <a:pt x="18338320" y="10129644"/>
                  </a:cubicBezTo>
                  <a:cubicBezTo>
                    <a:pt x="18313504" y="10162620"/>
                    <a:pt x="18292408" y="10175020"/>
                    <a:pt x="18246584" y="10183580"/>
                  </a:cubicBezTo>
                  <a:cubicBezTo>
                    <a:pt x="18205276" y="10191298"/>
                    <a:pt x="18175700" y="10206870"/>
                    <a:pt x="18149896" y="10234504"/>
                  </a:cubicBezTo>
                  <a:cubicBezTo>
                    <a:pt x="18117584" y="10269084"/>
                    <a:pt x="18106308" y="10273476"/>
                    <a:pt x="18063832" y="10267998"/>
                  </a:cubicBezTo>
                  <a:cubicBezTo>
                    <a:pt x="18024240" y="10262892"/>
                    <a:pt x="18008260" y="10267720"/>
                    <a:pt x="17979720" y="10293398"/>
                  </a:cubicBezTo>
                  <a:cubicBezTo>
                    <a:pt x="17960344" y="10310836"/>
                    <a:pt x="17936940" y="10325102"/>
                    <a:pt x="17927716" y="10325102"/>
                  </a:cubicBezTo>
                  <a:cubicBezTo>
                    <a:pt x="17883092" y="10325102"/>
                    <a:pt x="17843512" y="10224988"/>
                    <a:pt x="17860840" y="10155950"/>
                  </a:cubicBezTo>
                  <a:cubicBezTo>
                    <a:pt x="17865220" y="10138496"/>
                    <a:pt x="17883944" y="10118752"/>
                    <a:pt x="17903984" y="10110452"/>
                  </a:cubicBezTo>
                  <a:cubicBezTo>
                    <a:pt x="17927252" y="10100814"/>
                    <a:pt x="17941456" y="10083936"/>
                    <a:pt x="17945420" y="10061222"/>
                  </a:cubicBezTo>
                  <a:cubicBezTo>
                    <a:pt x="17948936" y="10041076"/>
                    <a:pt x="17963600" y="10021352"/>
                    <a:pt x="17980560" y="10013954"/>
                  </a:cubicBezTo>
                  <a:cubicBezTo>
                    <a:pt x="17996564" y="10006966"/>
                    <a:pt x="18011928" y="9989820"/>
                    <a:pt x="18014696" y="9975854"/>
                  </a:cubicBezTo>
                  <a:cubicBezTo>
                    <a:pt x="18017464" y="9961880"/>
                    <a:pt x="18025404" y="9927898"/>
                    <a:pt x="18032340" y="9900328"/>
                  </a:cubicBezTo>
                  <a:cubicBezTo>
                    <a:pt x="18044260" y="9852972"/>
                    <a:pt x="18042664" y="9848042"/>
                    <a:pt x="18003424" y="9811034"/>
                  </a:cubicBezTo>
                  <a:cubicBezTo>
                    <a:pt x="17974748" y="9783988"/>
                    <a:pt x="17957596" y="9752332"/>
                    <a:pt x="17948008" y="9708760"/>
                  </a:cubicBezTo>
                  <a:cubicBezTo>
                    <a:pt x="17938512" y="9665612"/>
                    <a:pt x="17922384" y="9635608"/>
                    <a:pt x="17897012" y="9613900"/>
                  </a:cubicBezTo>
                  <a:cubicBezTo>
                    <a:pt x="17868560" y="9589560"/>
                    <a:pt x="17858016" y="9567340"/>
                    <a:pt x="17851800" y="9518652"/>
                  </a:cubicBezTo>
                  <a:cubicBezTo>
                    <a:pt x="17846380" y="9476190"/>
                    <a:pt x="17834560" y="9447398"/>
                    <a:pt x="17816116" y="9431746"/>
                  </a:cubicBezTo>
                  <a:cubicBezTo>
                    <a:pt x="17798408" y="9416714"/>
                    <a:pt x="17784892" y="9385282"/>
                    <a:pt x="17778352" y="9343912"/>
                  </a:cubicBezTo>
                  <a:cubicBezTo>
                    <a:pt x="17771820" y="9302582"/>
                    <a:pt x="17754688" y="9262716"/>
                    <a:pt x="17730568" y="9232702"/>
                  </a:cubicBezTo>
                  <a:cubicBezTo>
                    <a:pt x="17709888" y="9206970"/>
                    <a:pt x="17688928" y="9164386"/>
                    <a:pt x="17683992" y="9138074"/>
                  </a:cubicBezTo>
                  <a:cubicBezTo>
                    <a:pt x="17679056" y="9111760"/>
                    <a:pt x="17656592" y="9069468"/>
                    <a:pt x="17634072" y="9044092"/>
                  </a:cubicBezTo>
                  <a:cubicBezTo>
                    <a:pt x="17611552" y="9018714"/>
                    <a:pt x="17589296" y="8977950"/>
                    <a:pt x="17584616" y="8953500"/>
                  </a:cubicBezTo>
                  <a:cubicBezTo>
                    <a:pt x="17579936" y="8929054"/>
                    <a:pt x="17561976" y="8889460"/>
                    <a:pt x="17544704" y="8865512"/>
                  </a:cubicBezTo>
                  <a:cubicBezTo>
                    <a:pt x="17527432" y="8841568"/>
                    <a:pt x="17513304" y="8811374"/>
                    <a:pt x="17513304" y="8798418"/>
                  </a:cubicBezTo>
                  <a:cubicBezTo>
                    <a:pt x="17513304" y="8785456"/>
                    <a:pt x="17494120" y="8755674"/>
                    <a:pt x="17470676" y="8732228"/>
                  </a:cubicBezTo>
                  <a:cubicBezTo>
                    <a:pt x="17437788" y="8699342"/>
                    <a:pt x="17426088" y="8674850"/>
                    <a:pt x="17419484" y="8625056"/>
                  </a:cubicBezTo>
                  <a:cubicBezTo>
                    <a:pt x="17413468" y="8579704"/>
                    <a:pt x="17400132" y="8548702"/>
                    <a:pt x="17374632" y="8520784"/>
                  </a:cubicBezTo>
                  <a:cubicBezTo>
                    <a:pt x="17354264" y="8498482"/>
                    <a:pt x="17334944" y="8459806"/>
                    <a:pt x="17330600" y="8432626"/>
                  </a:cubicBezTo>
                  <a:cubicBezTo>
                    <a:pt x="17325772" y="8402442"/>
                    <a:pt x="17308788" y="8370928"/>
                    <a:pt x="17285504" y="8348950"/>
                  </a:cubicBezTo>
                  <a:cubicBezTo>
                    <a:pt x="17264960" y="8329558"/>
                    <a:pt x="17244644" y="8299728"/>
                    <a:pt x="17240360" y="8282664"/>
                  </a:cubicBezTo>
                  <a:cubicBezTo>
                    <a:pt x="17236080" y="8265596"/>
                    <a:pt x="17209716" y="8224524"/>
                    <a:pt x="17181780" y="8191392"/>
                  </a:cubicBezTo>
                  <a:cubicBezTo>
                    <a:pt x="17138976" y="8140630"/>
                    <a:pt x="17120608" y="8129028"/>
                    <a:pt x="17064972" y="8117620"/>
                  </a:cubicBezTo>
                  <a:cubicBezTo>
                    <a:pt x="17018768" y="8108146"/>
                    <a:pt x="16976080" y="8108054"/>
                    <a:pt x="16922752" y="8117312"/>
                  </a:cubicBezTo>
                  <a:cubicBezTo>
                    <a:pt x="16814068" y="8136182"/>
                    <a:pt x="16793584" y="8127508"/>
                    <a:pt x="16756728" y="8046996"/>
                  </a:cubicBezTo>
                  <a:cubicBezTo>
                    <a:pt x="16731984" y="7992946"/>
                    <a:pt x="16728004" y="7971728"/>
                    <a:pt x="16737796" y="7945976"/>
                  </a:cubicBezTo>
                  <a:cubicBezTo>
                    <a:pt x="16750324" y="7913024"/>
                    <a:pt x="16825120" y="7871804"/>
                    <a:pt x="16868888" y="7873732"/>
                  </a:cubicBezTo>
                  <a:cubicBezTo>
                    <a:pt x="16881172" y="7874272"/>
                    <a:pt x="16897584" y="7860752"/>
                    <a:pt x="16905360" y="7843686"/>
                  </a:cubicBezTo>
                  <a:cubicBezTo>
                    <a:pt x="16925416" y="7799662"/>
                    <a:pt x="16954244" y="7784514"/>
                    <a:pt x="17004400" y="7791624"/>
                  </a:cubicBezTo>
                  <a:cubicBezTo>
                    <a:pt x="17041808" y="7796932"/>
                    <a:pt x="17053692" y="7791532"/>
                    <a:pt x="17088664" y="7753354"/>
                  </a:cubicBezTo>
                  <a:cubicBezTo>
                    <a:pt x="17122184" y="7716760"/>
                    <a:pt x="17138348" y="7708902"/>
                    <a:pt x="17180136" y="7708902"/>
                  </a:cubicBezTo>
                  <a:cubicBezTo>
                    <a:pt x="17223216" y="7708902"/>
                    <a:pt x="17236016" y="7702180"/>
                    <a:pt x="17264792" y="7664452"/>
                  </a:cubicBezTo>
                  <a:cubicBezTo>
                    <a:pt x="17294504" y="7625498"/>
                    <a:pt x="17305620" y="7620000"/>
                    <a:pt x="17354700" y="7620000"/>
                  </a:cubicBezTo>
                  <a:cubicBezTo>
                    <a:pt x="17396792" y="7620000"/>
                    <a:pt x="17412512" y="7614484"/>
                    <a:pt x="17417984" y="7597776"/>
                  </a:cubicBezTo>
                  <a:cubicBezTo>
                    <a:pt x="17430056" y="7560946"/>
                    <a:pt x="17465140" y="7543294"/>
                    <a:pt x="17550188" y="7531274"/>
                  </a:cubicBezTo>
                  <a:cubicBezTo>
                    <a:pt x="17609328" y="7522912"/>
                    <a:pt x="17640116" y="7511164"/>
                    <a:pt x="17664768" y="7487550"/>
                  </a:cubicBezTo>
                  <a:cubicBezTo>
                    <a:pt x="17683308" y="7469786"/>
                    <a:pt x="17726820" y="7446512"/>
                    <a:pt x="17761464" y="7435830"/>
                  </a:cubicBezTo>
                  <a:cubicBezTo>
                    <a:pt x="17796108" y="7425146"/>
                    <a:pt x="17843316" y="7402210"/>
                    <a:pt x="17866372" y="7384852"/>
                  </a:cubicBezTo>
                  <a:cubicBezTo>
                    <a:pt x="17903696" y="7356758"/>
                    <a:pt x="17920664" y="7353300"/>
                    <a:pt x="18021240" y="7353300"/>
                  </a:cubicBezTo>
                  <a:cubicBezTo>
                    <a:pt x="18131428" y="7353300"/>
                    <a:pt x="18134904" y="7352380"/>
                    <a:pt x="18163472" y="7315604"/>
                  </a:cubicBezTo>
                  <a:cubicBezTo>
                    <a:pt x="18190548" y="7280744"/>
                    <a:pt x="18198968" y="7277884"/>
                    <a:pt x="18275304" y="7277630"/>
                  </a:cubicBezTo>
                  <a:close/>
                  <a:moveTo>
                    <a:pt x="20143088" y="6540500"/>
                  </a:moveTo>
                  <a:lnTo>
                    <a:pt x="20099696" y="6578600"/>
                  </a:lnTo>
                  <a:cubicBezTo>
                    <a:pt x="20075828" y="6599556"/>
                    <a:pt x="20044604" y="6616700"/>
                    <a:pt x="20030312" y="6616700"/>
                  </a:cubicBezTo>
                  <a:cubicBezTo>
                    <a:pt x="20002748" y="6616700"/>
                    <a:pt x="19964404" y="6647656"/>
                    <a:pt x="19964404" y="6669906"/>
                  </a:cubicBezTo>
                  <a:cubicBezTo>
                    <a:pt x="19964404" y="6677216"/>
                    <a:pt x="19947260" y="6702724"/>
                    <a:pt x="19926304" y="6726594"/>
                  </a:cubicBezTo>
                  <a:cubicBezTo>
                    <a:pt x="19905348" y="6750458"/>
                    <a:pt x="19888204" y="6780800"/>
                    <a:pt x="19888204" y="6794024"/>
                  </a:cubicBezTo>
                  <a:cubicBezTo>
                    <a:pt x="19888204" y="6807246"/>
                    <a:pt x="19869736" y="6832512"/>
                    <a:pt x="19847168" y="6850176"/>
                  </a:cubicBezTo>
                  <a:cubicBezTo>
                    <a:pt x="19808536" y="6880408"/>
                    <a:pt x="19805696" y="6888266"/>
                    <a:pt x="19798632" y="6984394"/>
                  </a:cubicBezTo>
                  <a:cubicBezTo>
                    <a:pt x="19792468" y="7068254"/>
                    <a:pt x="19785728" y="7092246"/>
                    <a:pt x="19760912" y="7118660"/>
                  </a:cubicBezTo>
                  <a:cubicBezTo>
                    <a:pt x="19738180" y="7142860"/>
                    <a:pt x="19728540" y="7171660"/>
                    <a:pt x="19721992" y="7234940"/>
                  </a:cubicBezTo>
                  <a:cubicBezTo>
                    <a:pt x="19712008" y="7331388"/>
                    <a:pt x="19723196" y="7382692"/>
                    <a:pt x="19763576" y="7425676"/>
                  </a:cubicBezTo>
                  <a:cubicBezTo>
                    <a:pt x="19787896" y="7451560"/>
                    <a:pt x="19793000" y="7474638"/>
                    <a:pt x="19799224" y="7586760"/>
                  </a:cubicBezTo>
                  <a:cubicBezTo>
                    <a:pt x="19803776" y="7668830"/>
                    <a:pt x="19813432" y="7728472"/>
                    <a:pt x="19825120" y="7746698"/>
                  </a:cubicBezTo>
                  <a:cubicBezTo>
                    <a:pt x="19868088" y="7813710"/>
                    <a:pt x="19875444" y="7832532"/>
                    <a:pt x="19881664" y="7891336"/>
                  </a:cubicBezTo>
                  <a:cubicBezTo>
                    <a:pt x="19886560" y="7937606"/>
                    <a:pt x="19897192" y="7961528"/>
                    <a:pt x="19924000" y="7986588"/>
                  </a:cubicBezTo>
                  <a:cubicBezTo>
                    <a:pt x="19943688" y="8004992"/>
                    <a:pt x="19969604" y="8047104"/>
                    <a:pt x="19981596" y="8080168"/>
                  </a:cubicBezTo>
                  <a:cubicBezTo>
                    <a:pt x="19993588" y="8113232"/>
                    <a:pt x="20013624" y="8145756"/>
                    <a:pt x="20026116" y="8152444"/>
                  </a:cubicBezTo>
                  <a:cubicBezTo>
                    <a:pt x="20038612" y="8159132"/>
                    <a:pt x="20055792" y="8187824"/>
                    <a:pt x="20064296" y="8216204"/>
                  </a:cubicBezTo>
                  <a:cubicBezTo>
                    <a:pt x="20072796" y="8244584"/>
                    <a:pt x="20093320" y="8276692"/>
                    <a:pt x="20109904" y="8287556"/>
                  </a:cubicBezTo>
                  <a:cubicBezTo>
                    <a:pt x="20126484" y="8298420"/>
                    <a:pt x="20148944" y="8329546"/>
                    <a:pt x="20159816" y="8356720"/>
                  </a:cubicBezTo>
                  <a:cubicBezTo>
                    <a:pt x="20170692" y="8383892"/>
                    <a:pt x="20191120" y="8412300"/>
                    <a:pt x="20205216" y="8419840"/>
                  </a:cubicBezTo>
                  <a:cubicBezTo>
                    <a:pt x="20219308" y="8427382"/>
                    <a:pt x="20239372" y="8450052"/>
                    <a:pt x="20249800" y="8470220"/>
                  </a:cubicBezTo>
                  <a:cubicBezTo>
                    <a:pt x="20261632" y="8493100"/>
                    <a:pt x="20282676" y="8509940"/>
                    <a:pt x="20305768" y="8515014"/>
                  </a:cubicBezTo>
                  <a:cubicBezTo>
                    <a:pt x="20326120" y="8519486"/>
                    <a:pt x="20353352" y="8534834"/>
                    <a:pt x="20366280" y="8549120"/>
                  </a:cubicBezTo>
                  <a:cubicBezTo>
                    <a:pt x="20398920" y="8585184"/>
                    <a:pt x="20451800" y="8610600"/>
                    <a:pt x="20494188" y="8610600"/>
                  </a:cubicBezTo>
                  <a:cubicBezTo>
                    <a:pt x="20513848" y="8610600"/>
                    <a:pt x="20566348" y="8628368"/>
                    <a:pt x="20610856" y="8650082"/>
                  </a:cubicBezTo>
                  <a:cubicBezTo>
                    <a:pt x="20704324" y="8695680"/>
                    <a:pt x="20755872" y="8694308"/>
                    <a:pt x="20814892" y="8644648"/>
                  </a:cubicBezTo>
                  <a:cubicBezTo>
                    <a:pt x="20843624" y="8620468"/>
                    <a:pt x="20872844" y="8611764"/>
                    <a:pt x="20949320" y="8604596"/>
                  </a:cubicBezTo>
                  <a:cubicBezTo>
                    <a:pt x="21041860" y="8595926"/>
                    <a:pt x="21047768" y="8593504"/>
                    <a:pt x="21060840" y="8558884"/>
                  </a:cubicBezTo>
                  <a:cubicBezTo>
                    <a:pt x="21068860" y="8537632"/>
                    <a:pt x="21088968" y="8517336"/>
                    <a:pt x="21108872" y="8510394"/>
                  </a:cubicBezTo>
                  <a:cubicBezTo>
                    <a:pt x="21134044" y="8501616"/>
                    <a:pt x="21143812" y="8488924"/>
                    <a:pt x="21145764" y="8462452"/>
                  </a:cubicBezTo>
                  <a:cubicBezTo>
                    <a:pt x="21147624" y="8437228"/>
                    <a:pt x="21160972" y="8418400"/>
                    <a:pt x="21190348" y="8399564"/>
                  </a:cubicBezTo>
                  <a:cubicBezTo>
                    <a:pt x="21218544" y="8381482"/>
                    <a:pt x="21236672" y="8356770"/>
                    <a:pt x="21245684" y="8324124"/>
                  </a:cubicBezTo>
                  <a:cubicBezTo>
                    <a:pt x="21253056" y="8297420"/>
                    <a:pt x="21272108" y="8260060"/>
                    <a:pt x="21288020" y="8241098"/>
                  </a:cubicBezTo>
                  <a:cubicBezTo>
                    <a:pt x="21316408" y="8207272"/>
                    <a:pt x="21316952" y="8200746"/>
                    <a:pt x="21316952" y="7895110"/>
                  </a:cubicBezTo>
                  <a:lnTo>
                    <a:pt x="21316952" y="7583602"/>
                  </a:lnTo>
                  <a:lnTo>
                    <a:pt x="21286336" y="7551344"/>
                  </a:lnTo>
                  <a:cubicBezTo>
                    <a:pt x="21261524" y="7525214"/>
                    <a:pt x="21254208" y="7500654"/>
                    <a:pt x="21247768" y="7421920"/>
                  </a:cubicBezTo>
                  <a:cubicBezTo>
                    <a:pt x="21240720" y="7335756"/>
                    <a:pt x="21235840" y="7321576"/>
                    <a:pt x="21204712" y="7296756"/>
                  </a:cubicBezTo>
                  <a:cubicBezTo>
                    <a:pt x="21176684" y="7274410"/>
                    <a:pt x="21165840" y="7249756"/>
                    <a:pt x="21150920" y="7174506"/>
                  </a:cubicBezTo>
                  <a:cubicBezTo>
                    <a:pt x="21137624" y="7107420"/>
                    <a:pt x="21123480" y="7072126"/>
                    <a:pt x="21101864" y="7052052"/>
                  </a:cubicBezTo>
                  <a:cubicBezTo>
                    <a:pt x="21085156" y="7036546"/>
                    <a:pt x="21065120" y="7005114"/>
                    <a:pt x="21057336" y="6982206"/>
                  </a:cubicBezTo>
                  <a:cubicBezTo>
                    <a:pt x="21049552" y="6959292"/>
                    <a:pt x="21006192" y="6903602"/>
                    <a:pt x="20960984" y="6858444"/>
                  </a:cubicBezTo>
                  <a:cubicBezTo>
                    <a:pt x="20915772" y="6813284"/>
                    <a:pt x="20875656" y="6766490"/>
                    <a:pt x="20871836" y="6754452"/>
                  </a:cubicBezTo>
                  <a:cubicBezTo>
                    <a:pt x="20868016" y="6742416"/>
                    <a:pt x="20840876" y="6722888"/>
                    <a:pt x="20811524" y="6711056"/>
                  </a:cubicBezTo>
                  <a:cubicBezTo>
                    <a:pt x="20782168" y="6699220"/>
                    <a:pt x="20743096" y="6673152"/>
                    <a:pt x="20724692" y="6653122"/>
                  </a:cubicBezTo>
                  <a:cubicBezTo>
                    <a:pt x="20698432" y="6624540"/>
                    <a:pt x="20680168" y="6616700"/>
                    <a:pt x="20639832" y="6616700"/>
                  </a:cubicBezTo>
                  <a:cubicBezTo>
                    <a:pt x="20597216" y="6616700"/>
                    <a:pt x="20583796" y="6610188"/>
                    <a:pt x="20561304" y="6578600"/>
                  </a:cubicBezTo>
                  <a:lnTo>
                    <a:pt x="20534176" y="6540500"/>
                  </a:lnTo>
                  <a:close/>
                  <a:moveTo>
                    <a:pt x="38393678" y="6496140"/>
                  </a:moveTo>
                  <a:cubicBezTo>
                    <a:pt x="38414582" y="6494660"/>
                    <a:pt x="38436296" y="6505356"/>
                    <a:pt x="38464834" y="6527802"/>
                  </a:cubicBezTo>
                  <a:cubicBezTo>
                    <a:pt x="38485738" y="6544242"/>
                    <a:pt x="38516356" y="6553200"/>
                    <a:pt x="38551656" y="6553200"/>
                  </a:cubicBezTo>
                  <a:cubicBezTo>
                    <a:pt x="38604816" y="6553200"/>
                    <a:pt x="38632166" y="6568656"/>
                    <a:pt x="38656754" y="6612596"/>
                  </a:cubicBezTo>
                  <a:cubicBezTo>
                    <a:pt x="38663290" y="6624272"/>
                    <a:pt x="38696232" y="6637104"/>
                    <a:pt x="38735696" y="6643340"/>
                  </a:cubicBezTo>
                  <a:cubicBezTo>
                    <a:pt x="38772942" y="6649230"/>
                    <a:pt x="38808152" y="6662510"/>
                    <a:pt x="38813940" y="6672848"/>
                  </a:cubicBezTo>
                  <a:cubicBezTo>
                    <a:pt x="38835924" y="6712132"/>
                    <a:pt x="38863080" y="6728770"/>
                    <a:pt x="38909374" y="6731316"/>
                  </a:cubicBezTo>
                  <a:cubicBezTo>
                    <a:pt x="38935704" y="6732764"/>
                    <a:pt x="38969620" y="6741804"/>
                    <a:pt x="38984744" y="6751394"/>
                  </a:cubicBezTo>
                  <a:cubicBezTo>
                    <a:pt x="39016484" y="6771532"/>
                    <a:pt x="39039800" y="6861396"/>
                    <a:pt x="39039800" y="6963588"/>
                  </a:cubicBezTo>
                  <a:cubicBezTo>
                    <a:pt x="39039800" y="7011266"/>
                    <a:pt x="39050404" y="7051564"/>
                    <a:pt x="39077640" y="7107392"/>
                  </a:cubicBezTo>
                  <a:cubicBezTo>
                    <a:pt x="39113676" y="7181252"/>
                    <a:pt x="39115572" y="7193372"/>
                    <a:pt x="39117384" y="7361206"/>
                  </a:cubicBezTo>
                  <a:cubicBezTo>
                    <a:pt x="39118976" y="7508922"/>
                    <a:pt x="39122874" y="7541562"/>
                    <a:pt x="39141456" y="7562850"/>
                  </a:cubicBezTo>
                  <a:cubicBezTo>
                    <a:pt x="39199142" y="7628940"/>
                    <a:pt x="39205356" y="7652830"/>
                    <a:pt x="39206600" y="7813300"/>
                  </a:cubicBezTo>
                  <a:cubicBezTo>
                    <a:pt x="39207790" y="7966390"/>
                    <a:pt x="39208532" y="7970266"/>
                    <a:pt x="39247108" y="8024560"/>
                  </a:cubicBezTo>
                  <a:cubicBezTo>
                    <a:pt x="39277176" y="8066880"/>
                    <a:pt x="39287022" y="8095218"/>
                    <a:pt x="39289032" y="8145212"/>
                  </a:cubicBezTo>
                  <a:cubicBezTo>
                    <a:pt x="39297768" y="8362680"/>
                    <a:pt x="39307346" y="8443092"/>
                    <a:pt x="39326388" y="8458896"/>
                  </a:cubicBezTo>
                  <a:cubicBezTo>
                    <a:pt x="39369300" y="8494508"/>
                    <a:pt x="39382568" y="8546426"/>
                    <a:pt x="39390916" y="8711394"/>
                  </a:cubicBezTo>
                  <a:cubicBezTo>
                    <a:pt x="39395532" y="8802644"/>
                    <a:pt x="39402924" y="8877300"/>
                    <a:pt x="39407336" y="8877300"/>
                  </a:cubicBezTo>
                  <a:cubicBezTo>
                    <a:pt x="39411752" y="8877300"/>
                    <a:pt x="39433732" y="8853404"/>
                    <a:pt x="39456180" y="8824192"/>
                  </a:cubicBezTo>
                  <a:cubicBezTo>
                    <a:pt x="39485632" y="8785872"/>
                    <a:pt x="39497000" y="8757668"/>
                    <a:pt x="39497000" y="8722902"/>
                  </a:cubicBezTo>
                  <a:cubicBezTo>
                    <a:pt x="39497000" y="8684006"/>
                    <a:pt x="39505568" y="8666920"/>
                    <a:pt x="39541450" y="8634268"/>
                  </a:cubicBezTo>
                  <a:cubicBezTo>
                    <a:pt x="39577702" y="8601280"/>
                    <a:pt x="39585900" y="8584704"/>
                    <a:pt x="39585900" y="8544414"/>
                  </a:cubicBezTo>
                  <a:cubicBezTo>
                    <a:pt x="39585900" y="8509282"/>
                    <a:pt x="39596482" y="8481432"/>
                    <a:pt x="39622532" y="8448028"/>
                  </a:cubicBezTo>
                  <a:cubicBezTo>
                    <a:pt x="39642684" y="8422190"/>
                    <a:pt x="39665128" y="8378660"/>
                    <a:pt x="39672412" y="8351298"/>
                  </a:cubicBezTo>
                  <a:cubicBezTo>
                    <a:pt x="39680400" y="8321284"/>
                    <a:pt x="39701140" y="8289422"/>
                    <a:pt x="39724676" y="8271000"/>
                  </a:cubicBezTo>
                  <a:cubicBezTo>
                    <a:pt x="39756684" y="8245952"/>
                    <a:pt x="39763700" y="8231298"/>
                    <a:pt x="39763700" y="8189498"/>
                  </a:cubicBezTo>
                  <a:cubicBezTo>
                    <a:pt x="39763700" y="8147216"/>
                    <a:pt x="39771272" y="8131830"/>
                    <a:pt x="39808150" y="8099180"/>
                  </a:cubicBezTo>
                  <a:cubicBezTo>
                    <a:pt x="39844308" y="8067168"/>
                    <a:pt x="39852600" y="8050788"/>
                    <a:pt x="39852600" y="8011364"/>
                  </a:cubicBezTo>
                  <a:cubicBezTo>
                    <a:pt x="39852600" y="7955664"/>
                    <a:pt x="39877206" y="7910200"/>
                    <a:pt x="39915188" y="7895724"/>
                  </a:cubicBezTo>
                  <a:cubicBezTo>
                    <a:pt x="39936488" y="7887608"/>
                    <a:pt x="39941500" y="7874674"/>
                    <a:pt x="39941500" y="7827794"/>
                  </a:cubicBezTo>
                  <a:cubicBezTo>
                    <a:pt x="39941500" y="7779832"/>
                    <a:pt x="39948042" y="7763780"/>
                    <a:pt x="39979600" y="7734300"/>
                  </a:cubicBezTo>
                  <a:cubicBezTo>
                    <a:pt x="40026024" y="7690934"/>
                    <a:pt x="40027802" y="7654722"/>
                    <a:pt x="39985950" y="7604986"/>
                  </a:cubicBezTo>
                  <a:cubicBezTo>
                    <a:pt x="39968488" y="7584236"/>
                    <a:pt x="39954200" y="7559162"/>
                    <a:pt x="39954200" y="7549276"/>
                  </a:cubicBezTo>
                  <a:cubicBezTo>
                    <a:pt x="39954200" y="7539388"/>
                    <a:pt x="39929910" y="7518374"/>
                    <a:pt x="39900224" y="7502572"/>
                  </a:cubicBezTo>
                  <a:lnTo>
                    <a:pt x="39846250" y="7473842"/>
                  </a:lnTo>
                  <a:lnTo>
                    <a:pt x="39848882" y="7388822"/>
                  </a:lnTo>
                  <a:cubicBezTo>
                    <a:pt x="39851220" y="7313262"/>
                    <a:pt x="39855102" y="7301450"/>
                    <a:pt x="39883752" y="7282676"/>
                  </a:cubicBezTo>
                  <a:cubicBezTo>
                    <a:pt x="39923436" y="7256672"/>
                    <a:pt x="39998812" y="7267210"/>
                    <a:pt x="40017060" y="7301304"/>
                  </a:cubicBezTo>
                  <a:cubicBezTo>
                    <a:pt x="40028920" y="7323464"/>
                    <a:pt x="40040408" y="7328282"/>
                    <a:pt x="40125650" y="7346826"/>
                  </a:cubicBezTo>
                  <a:cubicBezTo>
                    <a:pt x="40146604" y="7351382"/>
                    <a:pt x="40178038" y="7368292"/>
                    <a:pt x="40195500" y="7384396"/>
                  </a:cubicBezTo>
                  <a:cubicBezTo>
                    <a:pt x="40212964" y="7400504"/>
                    <a:pt x="40259440" y="7426054"/>
                    <a:pt x="40298780" y="7441166"/>
                  </a:cubicBezTo>
                  <a:cubicBezTo>
                    <a:pt x="40338124" y="7456284"/>
                    <a:pt x="40380564" y="7479978"/>
                    <a:pt x="40393092" y="7493820"/>
                  </a:cubicBezTo>
                  <a:cubicBezTo>
                    <a:pt x="40405620" y="7507664"/>
                    <a:pt x="40445820" y="7527696"/>
                    <a:pt x="40482422" y="7538336"/>
                  </a:cubicBezTo>
                  <a:cubicBezTo>
                    <a:pt x="40519024" y="7548978"/>
                    <a:pt x="40556364" y="7566592"/>
                    <a:pt x="40565404" y="7577484"/>
                  </a:cubicBezTo>
                  <a:cubicBezTo>
                    <a:pt x="40574440" y="7588372"/>
                    <a:pt x="40612068" y="7610650"/>
                    <a:pt x="40649016" y="7626990"/>
                  </a:cubicBezTo>
                  <a:lnTo>
                    <a:pt x="40716200" y="7656702"/>
                  </a:lnTo>
                  <a:lnTo>
                    <a:pt x="40716200" y="7745858"/>
                  </a:lnTo>
                  <a:cubicBezTo>
                    <a:pt x="40716200" y="7821000"/>
                    <a:pt x="40712340" y="7837072"/>
                    <a:pt x="40691634" y="7848154"/>
                  </a:cubicBezTo>
                  <a:cubicBezTo>
                    <a:pt x="40653816" y="7868392"/>
                    <a:pt x="40607974" y="7863922"/>
                    <a:pt x="40546352" y="7833984"/>
                  </a:cubicBezTo>
                  <a:lnTo>
                    <a:pt x="40490130" y="7806670"/>
                  </a:lnTo>
                  <a:lnTo>
                    <a:pt x="40455824" y="7833652"/>
                  </a:lnTo>
                  <a:cubicBezTo>
                    <a:pt x="40434986" y="7850046"/>
                    <a:pt x="40400844" y="7861420"/>
                    <a:pt x="40368836" y="7862638"/>
                  </a:cubicBezTo>
                  <a:cubicBezTo>
                    <a:pt x="40312880" y="7864768"/>
                    <a:pt x="40284400" y="7885376"/>
                    <a:pt x="40284400" y="7923740"/>
                  </a:cubicBezTo>
                  <a:cubicBezTo>
                    <a:pt x="40284400" y="7936638"/>
                    <a:pt x="40267512" y="7963698"/>
                    <a:pt x="40246872" y="7983880"/>
                  </a:cubicBezTo>
                  <a:cubicBezTo>
                    <a:pt x="40226228" y="8004062"/>
                    <a:pt x="40199856" y="8043264"/>
                    <a:pt x="40188268" y="8071000"/>
                  </a:cubicBezTo>
                  <a:cubicBezTo>
                    <a:pt x="40176684" y="8098736"/>
                    <a:pt x="40154368" y="8133320"/>
                    <a:pt x="40138682" y="8147856"/>
                  </a:cubicBezTo>
                  <a:cubicBezTo>
                    <a:pt x="40121020" y="8164222"/>
                    <a:pt x="40106756" y="8197002"/>
                    <a:pt x="40101216" y="8233936"/>
                  </a:cubicBezTo>
                  <a:cubicBezTo>
                    <a:pt x="40094856" y="8276346"/>
                    <a:pt x="40083646" y="8299234"/>
                    <a:pt x="40062424" y="8313140"/>
                  </a:cubicBezTo>
                  <a:cubicBezTo>
                    <a:pt x="40046004" y="8323896"/>
                    <a:pt x="40022800" y="8359510"/>
                    <a:pt x="40010856" y="8392276"/>
                  </a:cubicBezTo>
                  <a:cubicBezTo>
                    <a:pt x="39998914" y="8425042"/>
                    <a:pt x="39976428" y="8469312"/>
                    <a:pt x="39960892" y="8490656"/>
                  </a:cubicBezTo>
                  <a:cubicBezTo>
                    <a:pt x="39943116" y="8515072"/>
                    <a:pt x="39929412" y="8558004"/>
                    <a:pt x="39923932" y="8606422"/>
                  </a:cubicBezTo>
                  <a:cubicBezTo>
                    <a:pt x="39916770" y="8669722"/>
                    <a:pt x="39908568" y="8689314"/>
                    <a:pt x="39877720" y="8716800"/>
                  </a:cubicBezTo>
                  <a:cubicBezTo>
                    <a:pt x="39852692" y="8739098"/>
                    <a:pt x="39837460" y="8767438"/>
                    <a:pt x="39831938" y="8801976"/>
                  </a:cubicBezTo>
                  <a:cubicBezTo>
                    <a:pt x="39826936" y="8833258"/>
                    <a:pt x="39806772" y="8873946"/>
                    <a:pt x="39780980" y="8904820"/>
                  </a:cubicBezTo>
                  <a:cubicBezTo>
                    <a:pt x="39754316" y="8936734"/>
                    <a:pt x="39738300" y="8969586"/>
                    <a:pt x="39738300" y="8992362"/>
                  </a:cubicBezTo>
                  <a:cubicBezTo>
                    <a:pt x="39738300" y="9014900"/>
                    <a:pt x="39723496" y="9045678"/>
                    <a:pt x="39699518" y="9072986"/>
                  </a:cubicBezTo>
                  <a:cubicBezTo>
                    <a:pt x="39678188" y="9097280"/>
                    <a:pt x="39654596" y="9136054"/>
                    <a:pt x="39647092" y="9159154"/>
                  </a:cubicBezTo>
                  <a:cubicBezTo>
                    <a:pt x="39639588" y="9182252"/>
                    <a:pt x="39617352" y="9218296"/>
                    <a:pt x="39597682" y="9239250"/>
                  </a:cubicBezTo>
                  <a:cubicBezTo>
                    <a:pt x="39571842" y="9266780"/>
                    <a:pt x="39560340" y="9294072"/>
                    <a:pt x="39556220" y="9337624"/>
                  </a:cubicBezTo>
                  <a:cubicBezTo>
                    <a:pt x="39552042" y="9381828"/>
                    <a:pt x="39540004" y="9409876"/>
                    <a:pt x="39511060" y="9442842"/>
                  </a:cubicBezTo>
                  <a:cubicBezTo>
                    <a:pt x="39486114" y="9471252"/>
                    <a:pt x="39471600" y="9501472"/>
                    <a:pt x="39471600" y="9525002"/>
                  </a:cubicBezTo>
                  <a:cubicBezTo>
                    <a:pt x="39471600" y="9548492"/>
                    <a:pt x="39457112" y="9578718"/>
                    <a:pt x="39432308" y="9606964"/>
                  </a:cubicBezTo>
                  <a:cubicBezTo>
                    <a:pt x="39407970" y="9634688"/>
                    <a:pt x="39390458" y="9670832"/>
                    <a:pt x="39386280" y="9701966"/>
                  </a:cubicBezTo>
                  <a:cubicBezTo>
                    <a:pt x="39381816" y="9735256"/>
                    <a:pt x="39367628" y="9762830"/>
                    <a:pt x="39344250" y="9783662"/>
                  </a:cubicBezTo>
                  <a:cubicBezTo>
                    <a:pt x="39324836" y="9800960"/>
                    <a:pt x="39305180" y="9832308"/>
                    <a:pt x="39300562" y="9853326"/>
                  </a:cubicBezTo>
                  <a:cubicBezTo>
                    <a:pt x="39287832" y="9911290"/>
                    <a:pt x="39265898" y="9922490"/>
                    <a:pt x="39177644" y="9916106"/>
                  </a:cubicBezTo>
                  <a:cubicBezTo>
                    <a:pt x="39079088" y="9908978"/>
                    <a:pt x="39059166" y="9887244"/>
                    <a:pt x="39048728" y="9775452"/>
                  </a:cubicBezTo>
                  <a:cubicBezTo>
                    <a:pt x="39043656" y="9721174"/>
                    <a:pt x="39027592" y="9666506"/>
                    <a:pt x="39000860" y="9612556"/>
                  </a:cubicBezTo>
                  <a:cubicBezTo>
                    <a:pt x="38965910" y="9542016"/>
                    <a:pt x="38959300" y="9512164"/>
                    <a:pt x="38950536" y="9385302"/>
                  </a:cubicBezTo>
                  <a:cubicBezTo>
                    <a:pt x="38938054" y="9204556"/>
                    <a:pt x="38932596" y="9176338"/>
                    <a:pt x="38897772" y="9112440"/>
                  </a:cubicBezTo>
                  <a:cubicBezTo>
                    <a:pt x="38874792" y="9070282"/>
                    <a:pt x="38868492" y="9031760"/>
                    <a:pt x="38861386" y="8890004"/>
                  </a:cubicBezTo>
                  <a:cubicBezTo>
                    <a:pt x="38853764" y="8737956"/>
                    <a:pt x="38848702" y="8709926"/>
                    <a:pt x="38816636" y="8642350"/>
                  </a:cubicBezTo>
                  <a:cubicBezTo>
                    <a:pt x="38786024" y="8577838"/>
                    <a:pt x="38779192" y="8543756"/>
                    <a:pt x="38772088" y="8420100"/>
                  </a:cubicBezTo>
                  <a:cubicBezTo>
                    <a:pt x="38765004" y="8296754"/>
                    <a:pt x="38758102" y="8262204"/>
                    <a:pt x="38727698" y="8197850"/>
                  </a:cubicBezTo>
                  <a:cubicBezTo>
                    <a:pt x="38696908" y="8132690"/>
                    <a:pt x="38690460" y="8099576"/>
                    <a:pt x="38683158" y="7969252"/>
                  </a:cubicBezTo>
                  <a:cubicBezTo>
                    <a:pt x="38675956" y="7840624"/>
                    <a:pt x="38669134" y="7804962"/>
                    <a:pt x="38639436" y="7740650"/>
                  </a:cubicBezTo>
                  <a:cubicBezTo>
                    <a:pt x="38608868" y="7674450"/>
                    <a:pt x="38604304" y="7649034"/>
                    <a:pt x="38604648" y="7546978"/>
                  </a:cubicBezTo>
                  <a:cubicBezTo>
                    <a:pt x="38605042" y="7430554"/>
                    <a:pt x="38592286" y="7394592"/>
                    <a:pt x="38576344" y="7467178"/>
                  </a:cubicBezTo>
                  <a:cubicBezTo>
                    <a:pt x="38571792" y="7487900"/>
                    <a:pt x="38553888" y="7525752"/>
                    <a:pt x="38536560" y="7551286"/>
                  </a:cubicBezTo>
                  <a:cubicBezTo>
                    <a:pt x="38519230" y="7576826"/>
                    <a:pt x="38500192" y="7623720"/>
                    <a:pt x="38494256" y="7655500"/>
                  </a:cubicBezTo>
                  <a:cubicBezTo>
                    <a:pt x="38485928" y="7700084"/>
                    <a:pt x="38476040" y="7716412"/>
                    <a:pt x="38450976" y="7726968"/>
                  </a:cubicBezTo>
                  <a:cubicBezTo>
                    <a:pt x="38427378" y="7736912"/>
                    <a:pt x="38414620" y="7755936"/>
                    <a:pt x="38404320" y="7796556"/>
                  </a:cubicBezTo>
                  <a:cubicBezTo>
                    <a:pt x="38394368" y="7835816"/>
                    <a:pt x="38380860" y="7856612"/>
                    <a:pt x="38358964" y="7866406"/>
                  </a:cubicBezTo>
                  <a:cubicBezTo>
                    <a:pt x="38333598" y="7877750"/>
                    <a:pt x="38325820" y="7893538"/>
                    <a:pt x="38317258" y="7951028"/>
                  </a:cubicBezTo>
                  <a:cubicBezTo>
                    <a:pt x="38310012" y="7999712"/>
                    <a:pt x="38296940" y="8031504"/>
                    <a:pt x="38275260" y="8053184"/>
                  </a:cubicBezTo>
                  <a:cubicBezTo>
                    <a:pt x="38256958" y="8071488"/>
                    <a:pt x="38240240" y="8106834"/>
                    <a:pt x="38235312" y="8137640"/>
                  </a:cubicBezTo>
                  <a:cubicBezTo>
                    <a:pt x="38230196" y="8169628"/>
                    <a:pt x="38214424" y="8202132"/>
                    <a:pt x="38195508" y="8219676"/>
                  </a:cubicBezTo>
                  <a:cubicBezTo>
                    <a:pt x="38178272" y="8235658"/>
                    <a:pt x="38155940" y="8276078"/>
                    <a:pt x="38145882" y="8309502"/>
                  </a:cubicBezTo>
                  <a:cubicBezTo>
                    <a:pt x="38135824" y="8342922"/>
                    <a:pt x="38113478" y="8381374"/>
                    <a:pt x="38096228" y="8394944"/>
                  </a:cubicBezTo>
                  <a:cubicBezTo>
                    <a:pt x="38074550" y="8411996"/>
                    <a:pt x="38062120" y="8437866"/>
                    <a:pt x="38056004" y="8478662"/>
                  </a:cubicBezTo>
                  <a:cubicBezTo>
                    <a:pt x="38048716" y="8527250"/>
                    <a:pt x="38039594" y="8542474"/>
                    <a:pt x="38004486" y="8564628"/>
                  </a:cubicBezTo>
                  <a:cubicBezTo>
                    <a:pt x="37963382" y="8590568"/>
                    <a:pt x="37961522" y="8595256"/>
                    <a:pt x="37953494" y="8693150"/>
                  </a:cubicBezTo>
                  <a:cubicBezTo>
                    <a:pt x="37948912" y="8749032"/>
                    <a:pt x="37937140" y="8813092"/>
                    <a:pt x="37927332" y="8835512"/>
                  </a:cubicBezTo>
                  <a:cubicBezTo>
                    <a:pt x="37906858" y="8882312"/>
                    <a:pt x="37903736" y="8940800"/>
                    <a:pt x="37921710" y="8940800"/>
                  </a:cubicBezTo>
                  <a:cubicBezTo>
                    <a:pt x="37941452" y="8940800"/>
                    <a:pt x="38037660" y="9043798"/>
                    <a:pt x="38051212" y="9079444"/>
                  </a:cubicBezTo>
                  <a:cubicBezTo>
                    <a:pt x="38058100" y="9097552"/>
                    <a:pt x="38059844" y="9145104"/>
                    <a:pt x="38055120" y="9185814"/>
                  </a:cubicBezTo>
                  <a:cubicBezTo>
                    <a:pt x="38048420" y="9243554"/>
                    <a:pt x="38040144" y="9263648"/>
                    <a:pt x="38016760" y="9278974"/>
                  </a:cubicBezTo>
                  <a:cubicBezTo>
                    <a:pt x="37977800" y="9304496"/>
                    <a:pt x="37939636" y="9291596"/>
                    <a:pt x="37915384" y="9244700"/>
                  </a:cubicBezTo>
                  <a:cubicBezTo>
                    <a:pt x="37898872" y="9212768"/>
                    <a:pt x="37888794" y="9207502"/>
                    <a:pt x="37844212" y="9207502"/>
                  </a:cubicBezTo>
                  <a:cubicBezTo>
                    <a:pt x="37800114" y="9207502"/>
                    <a:pt x="37785306" y="9199986"/>
                    <a:pt x="37746112" y="9157720"/>
                  </a:cubicBezTo>
                  <a:cubicBezTo>
                    <a:pt x="37720724" y="9130344"/>
                    <a:pt x="37682804" y="9103764"/>
                    <a:pt x="37661850" y="9098660"/>
                  </a:cubicBezTo>
                  <a:cubicBezTo>
                    <a:pt x="37640896" y="9093558"/>
                    <a:pt x="37607836" y="9075952"/>
                    <a:pt x="37588382" y="9059540"/>
                  </a:cubicBezTo>
                  <a:cubicBezTo>
                    <a:pt x="37568932" y="9043128"/>
                    <a:pt x="37545184" y="9029702"/>
                    <a:pt x="37535610" y="9029702"/>
                  </a:cubicBezTo>
                  <a:cubicBezTo>
                    <a:pt x="37526036" y="9029702"/>
                    <a:pt x="37494260" y="9009698"/>
                    <a:pt x="37465000" y="8985252"/>
                  </a:cubicBezTo>
                  <a:cubicBezTo>
                    <a:pt x="37435740" y="8960806"/>
                    <a:pt x="37397768" y="8940800"/>
                    <a:pt x="37380618" y="8940800"/>
                  </a:cubicBezTo>
                  <a:cubicBezTo>
                    <a:pt x="37343138" y="8940800"/>
                    <a:pt x="37274500" y="8907268"/>
                    <a:pt x="37274500" y="8888960"/>
                  </a:cubicBezTo>
                  <a:cubicBezTo>
                    <a:pt x="37274500" y="8881760"/>
                    <a:pt x="37255152" y="8857616"/>
                    <a:pt x="37231508" y="8835308"/>
                  </a:cubicBezTo>
                  <a:cubicBezTo>
                    <a:pt x="37182436" y="8789016"/>
                    <a:pt x="37177594" y="8768770"/>
                    <a:pt x="37203242" y="8717144"/>
                  </a:cubicBezTo>
                  <a:lnTo>
                    <a:pt x="37221474" y="8680450"/>
                  </a:lnTo>
                  <a:lnTo>
                    <a:pt x="37403562" y="8680004"/>
                  </a:lnTo>
                  <a:cubicBezTo>
                    <a:pt x="37646112" y="8679408"/>
                    <a:pt x="37631418" y="8683456"/>
                    <a:pt x="37623636" y="8619378"/>
                  </a:cubicBezTo>
                  <a:cubicBezTo>
                    <a:pt x="37617518" y="8569006"/>
                    <a:pt x="37619596" y="8564778"/>
                    <a:pt x="37662424" y="8540516"/>
                  </a:cubicBezTo>
                  <a:cubicBezTo>
                    <a:pt x="37702816" y="8517634"/>
                    <a:pt x="37708364" y="8508080"/>
                    <a:pt x="37714064" y="8451614"/>
                  </a:cubicBezTo>
                  <a:cubicBezTo>
                    <a:pt x="37719596" y="8396818"/>
                    <a:pt x="37725600" y="8385758"/>
                    <a:pt x="37758932" y="8368980"/>
                  </a:cubicBezTo>
                  <a:cubicBezTo>
                    <a:pt x="37793468" y="8351594"/>
                    <a:pt x="37797948" y="8342478"/>
                    <a:pt x="37802604" y="8280078"/>
                  </a:cubicBezTo>
                  <a:cubicBezTo>
                    <a:pt x="37806648" y="8225946"/>
                    <a:pt x="37814568" y="8204928"/>
                    <a:pt x="37838382" y="8185152"/>
                  </a:cubicBezTo>
                  <a:cubicBezTo>
                    <a:pt x="37855206" y="8171182"/>
                    <a:pt x="37880464" y="8141636"/>
                    <a:pt x="37894508" y="8119496"/>
                  </a:cubicBezTo>
                  <a:cubicBezTo>
                    <a:pt x="37908556" y="8097358"/>
                    <a:pt x="37931416" y="8073162"/>
                    <a:pt x="37945306" y="8065728"/>
                  </a:cubicBezTo>
                  <a:cubicBezTo>
                    <a:pt x="37963068" y="8056222"/>
                    <a:pt x="37973184" y="8033148"/>
                    <a:pt x="37979400" y="7987948"/>
                  </a:cubicBezTo>
                  <a:cubicBezTo>
                    <a:pt x="37986268" y="7938006"/>
                    <a:pt x="37996172" y="7917818"/>
                    <a:pt x="38023850" y="7897356"/>
                  </a:cubicBezTo>
                  <a:cubicBezTo>
                    <a:pt x="38049832" y="7878148"/>
                    <a:pt x="38061728" y="7855910"/>
                    <a:pt x="38067844" y="7815122"/>
                  </a:cubicBezTo>
                  <a:cubicBezTo>
                    <a:pt x="38072552" y="7783748"/>
                    <a:pt x="38088410" y="7746916"/>
                    <a:pt x="38103990" y="7731180"/>
                  </a:cubicBezTo>
                  <a:cubicBezTo>
                    <a:pt x="38145740" y="7689006"/>
                    <a:pt x="38149856" y="7681136"/>
                    <a:pt x="38156956" y="7629972"/>
                  </a:cubicBezTo>
                  <a:cubicBezTo>
                    <a:pt x="38160942" y="7601236"/>
                    <a:pt x="38173044" y="7577688"/>
                    <a:pt x="38187912" y="7569730"/>
                  </a:cubicBezTo>
                  <a:cubicBezTo>
                    <a:pt x="38236646" y="7543650"/>
                    <a:pt x="38252400" y="7516998"/>
                    <a:pt x="38252400" y="7460636"/>
                  </a:cubicBezTo>
                  <a:cubicBezTo>
                    <a:pt x="38252400" y="7419546"/>
                    <a:pt x="38259990" y="7397098"/>
                    <a:pt x="38280976" y="7376112"/>
                  </a:cubicBezTo>
                  <a:cubicBezTo>
                    <a:pt x="38321540" y="7335548"/>
                    <a:pt x="38327396" y="7325848"/>
                    <a:pt x="38334756" y="7287050"/>
                  </a:cubicBezTo>
                  <a:cubicBezTo>
                    <a:pt x="38338354" y="7268072"/>
                    <a:pt x="38361302" y="7232546"/>
                    <a:pt x="38385750" y="7208096"/>
                  </a:cubicBezTo>
                  <a:cubicBezTo>
                    <a:pt x="38421670" y="7172178"/>
                    <a:pt x="38430200" y="7153940"/>
                    <a:pt x="38430200" y="7113068"/>
                  </a:cubicBezTo>
                  <a:cubicBezTo>
                    <a:pt x="38430200" y="7072626"/>
                    <a:pt x="38438284" y="7054932"/>
                    <a:pt x="38470536" y="7024792"/>
                  </a:cubicBezTo>
                  <a:lnTo>
                    <a:pt x="38510872" y="6987096"/>
                  </a:lnTo>
                  <a:lnTo>
                    <a:pt x="38470536" y="6941158"/>
                  </a:lnTo>
                  <a:cubicBezTo>
                    <a:pt x="38441700" y="6908316"/>
                    <a:pt x="38430200" y="6882578"/>
                    <a:pt x="38430200" y="6850888"/>
                  </a:cubicBezTo>
                  <a:cubicBezTo>
                    <a:pt x="38430200" y="6814288"/>
                    <a:pt x="38416948" y="6792312"/>
                    <a:pt x="38354196" y="6724860"/>
                  </a:cubicBezTo>
                  <a:cubicBezTo>
                    <a:pt x="38265292" y="6629296"/>
                    <a:pt x="38261896" y="6605564"/>
                    <a:pt x="38327396" y="6537540"/>
                  </a:cubicBezTo>
                  <a:cubicBezTo>
                    <a:pt x="38352684" y="6511280"/>
                    <a:pt x="38372774" y="6497624"/>
                    <a:pt x="38393678" y="6496140"/>
                  </a:cubicBezTo>
                  <a:close/>
                  <a:moveTo>
                    <a:pt x="20394752" y="6214252"/>
                  </a:moveTo>
                  <a:cubicBezTo>
                    <a:pt x="20413648" y="6214516"/>
                    <a:pt x="20438072" y="6215588"/>
                    <a:pt x="20470440" y="6217054"/>
                  </a:cubicBezTo>
                  <a:cubicBezTo>
                    <a:pt x="20566572" y="6221406"/>
                    <a:pt x="20610880" y="6228968"/>
                    <a:pt x="20635544" y="6245228"/>
                  </a:cubicBezTo>
                  <a:cubicBezTo>
                    <a:pt x="20658696" y="6260492"/>
                    <a:pt x="20715976" y="6271666"/>
                    <a:pt x="20818424" y="6280902"/>
                  </a:cubicBezTo>
                  <a:cubicBezTo>
                    <a:pt x="20955056" y="6293216"/>
                    <a:pt x="20970688" y="6297308"/>
                    <a:pt x="21004352" y="6329562"/>
                  </a:cubicBezTo>
                  <a:cubicBezTo>
                    <a:pt x="21024564" y="6348928"/>
                    <a:pt x="21065612" y="6370280"/>
                    <a:pt x="21095568" y="6377008"/>
                  </a:cubicBezTo>
                  <a:cubicBezTo>
                    <a:pt x="21125524" y="6383740"/>
                    <a:pt x="21169020" y="6404704"/>
                    <a:pt x="21192224" y="6423602"/>
                  </a:cubicBezTo>
                  <a:cubicBezTo>
                    <a:pt x="21215428" y="6442494"/>
                    <a:pt x="21255844" y="6475768"/>
                    <a:pt x="21282032" y="6497542"/>
                  </a:cubicBezTo>
                  <a:cubicBezTo>
                    <a:pt x="21308224" y="6519318"/>
                    <a:pt x="21344924" y="6543848"/>
                    <a:pt x="21363592" y="6552060"/>
                  </a:cubicBezTo>
                  <a:cubicBezTo>
                    <a:pt x="21408860" y="6571972"/>
                    <a:pt x="21488404" y="6661340"/>
                    <a:pt x="21488404" y="6692292"/>
                  </a:cubicBezTo>
                  <a:cubicBezTo>
                    <a:pt x="21488404" y="6705886"/>
                    <a:pt x="21507848" y="6731840"/>
                    <a:pt x="21531616" y="6749972"/>
                  </a:cubicBezTo>
                  <a:cubicBezTo>
                    <a:pt x="21555388" y="6768100"/>
                    <a:pt x="21578116" y="6796016"/>
                    <a:pt x="21582132" y="6812010"/>
                  </a:cubicBezTo>
                  <a:cubicBezTo>
                    <a:pt x="21586144" y="6828000"/>
                    <a:pt x="21605944" y="6861872"/>
                    <a:pt x="21626136" y="6887272"/>
                  </a:cubicBezTo>
                  <a:cubicBezTo>
                    <a:pt x="21646320" y="6912676"/>
                    <a:pt x="21666584" y="6956876"/>
                    <a:pt x="21671160" y="6985496"/>
                  </a:cubicBezTo>
                  <a:cubicBezTo>
                    <a:pt x="21675736" y="7014118"/>
                    <a:pt x="21692024" y="7050004"/>
                    <a:pt x="21707352" y="7065244"/>
                  </a:cubicBezTo>
                  <a:cubicBezTo>
                    <a:pt x="21726224" y="7084004"/>
                    <a:pt x="21740044" y="7121488"/>
                    <a:pt x="21750148" y="7181326"/>
                  </a:cubicBezTo>
                  <a:cubicBezTo>
                    <a:pt x="21762272" y="7253128"/>
                    <a:pt x="21771732" y="7275008"/>
                    <a:pt x="21800608" y="7298034"/>
                  </a:cubicBezTo>
                  <a:cubicBezTo>
                    <a:pt x="21841684" y="7330784"/>
                    <a:pt x="21841776" y="7331632"/>
                    <a:pt x="21842004" y="7683502"/>
                  </a:cubicBezTo>
                  <a:cubicBezTo>
                    <a:pt x="21842232" y="8031308"/>
                    <a:pt x="21841120" y="8042816"/>
                    <a:pt x="21802968" y="8088160"/>
                  </a:cubicBezTo>
                  <a:cubicBezTo>
                    <a:pt x="21779904" y="8115570"/>
                    <a:pt x="21766920" y="8149680"/>
                    <a:pt x="21760752" y="8199076"/>
                  </a:cubicBezTo>
                  <a:cubicBezTo>
                    <a:pt x="21753828" y="8254486"/>
                    <a:pt x="21743968" y="8277428"/>
                    <a:pt x="21716592" y="8301816"/>
                  </a:cubicBezTo>
                  <a:cubicBezTo>
                    <a:pt x="21697208" y="8319088"/>
                    <a:pt x="21677796" y="8352172"/>
                    <a:pt x="21673448" y="8375340"/>
                  </a:cubicBezTo>
                  <a:cubicBezTo>
                    <a:pt x="21662684" y="8432728"/>
                    <a:pt x="21454052" y="8643742"/>
                    <a:pt x="21388384" y="8663660"/>
                  </a:cubicBezTo>
                  <a:cubicBezTo>
                    <a:pt x="21363064" y="8671340"/>
                    <a:pt x="21326440" y="8696832"/>
                    <a:pt x="21306984" y="8720314"/>
                  </a:cubicBezTo>
                  <a:cubicBezTo>
                    <a:pt x="21287536" y="8743792"/>
                    <a:pt x="21260012" y="8763000"/>
                    <a:pt x="21245824" y="8763000"/>
                  </a:cubicBezTo>
                  <a:cubicBezTo>
                    <a:pt x="21189656" y="8763000"/>
                    <a:pt x="21151348" y="8779832"/>
                    <a:pt x="21138020" y="8810368"/>
                  </a:cubicBezTo>
                  <a:cubicBezTo>
                    <a:pt x="21125912" y="8838108"/>
                    <a:pt x="21113552" y="8843160"/>
                    <a:pt x="21038840" y="8850892"/>
                  </a:cubicBezTo>
                  <a:cubicBezTo>
                    <a:pt x="20964912" y="8858546"/>
                    <a:pt x="20949512" y="8864722"/>
                    <a:pt x="20923728" y="8897060"/>
                  </a:cubicBezTo>
                  <a:lnTo>
                    <a:pt x="20893956" y="8934398"/>
                  </a:lnTo>
                  <a:lnTo>
                    <a:pt x="20584608" y="8934454"/>
                  </a:lnTo>
                  <a:lnTo>
                    <a:pt x="20565544" y="8975730"/>
                  </a:lnTo>
                  <a:cubicBezTo>
                    <a:pt x="20554176" y="9000354"/>
                    <a:pt x="20537092" y="9017000"/>
                    <a:pt x="20523204" y="9017000"/>
                  </a:cubicBezTo>
                  <a:cubicBezTo>
                    <a:pt x="20510400" y="9017000"/>
                    <a:pt x="20485632" y="8998430"/>
                    <a:pt x="20468164" y="8975730"/>
                  </a:cubicBezTo>
                  <a:lnTo>
                    <a:pt x="20436404" y="8934454"/>
                  </a:lnTo>
                  <a:lnTo>
                    <a:pt x="20283260" y="8928102"/>
                  </a:lnTo>
                  <a:cubicBezTo>
                    <a:pt x="20135912" y="8921992"/>
                    <a:pt x="20128928" y="8920428"/>
                    <a:pt x="20098776" y="8886828"/>
                  </a:cubicBezTo>
                  <a:cubicBezTo>
                    <a:pt x="20075592" y="8860996"/>
                    <a:pt x="20055528" y="8851900"/>
                    <a:pt x="20021692" y="8851900"/>
                  </a:cubicBezTo>
                  <a:cubicBezTo>
                    <a:pt x="19977308" y="8851900"/>
                    <a:pt x="19913604" y="8807926"/>
                    <a:pt x="19913604" y="8777288"/>
                  </a:cubicBezTo>
                  <a:cubicBezTo>
                    <a:pt x="19913604" y="8770542"/>
                    <a:pt x="19896264" y="8761212"/>
                    <a:pt x="19875072" y="8756556"/>
                  </a:cubicBezTo>
                  <a:cubicBezTo>
                    <a:pt x="19853880" y="8751904"/>
                    <a:pt x="19828084" y="8735184"/>
                    <a:pt x="19817744" y="8719404"/>
                  </a:cubicBezTo>
                  <a:cubicBezTo>
                    <a:pt x="19807408" y="8703632"/>
                    <a:pt x="19784896" y="8684316"/>
                    <a:pt x="19767724" y="8676492"/>
                  </a:cubicBezTo>
                  <a:cubicBezTo>
                    <a:pt x="19750552" y="8668670"/>
                    <a:pt x="19732992" y="8648272"/>
                    <a:pt x="19728696" y="8631168"/>
                  </a:cubicBezTo>
                  <a:cubicBezTo>
                    <a:pt x="19724124" y="8612940"/>
                    <a:pt x="19705484" y="8593686"/>
                    <a:pt x="19683672" y="8584652"/>
                  </a:cubicBezTo>
                  <a:cubicBezTo>
                    <a:pt x="19640512" y="8566772"/>
                    <a:pt x="19576088" y="8490440"/>
                    <a:pt x="19564208" y="8443100"/>
                  </a:cubicBezTo>
                  <a:cubicBezTo>
                    <a:pt x="19559704" y="8425148"/>
                    <a:pt x="19536464" y="8391504"/>
                    <a:pt x="19512560" y="8368342"/>
                  </a:cubicBezTo>
                  <a:cubicBezTo>
                    <a:pt x="19480352" y="8337126"/>
                    <a:pt x="19469104" y="8315356"/>
                    <a:pt x="19469104" y="8284260"/>
                  </a:cubicBezTo>
                  <a:cubicBezTo>
                    <a:pt x="19469104" y="8245732"/>
                    <a:pt x="19447860" y="8214938"/>
                    <a:pt x="19393812" y="8175124"/>
                  </a:cubicBezTo>
                  <a:cubicBezTo>
                    <a:pt x="19386328" y="8169614"/>
                    <a:pt x="19380204" y="8142186"/>
                    <a:pt x="19380204" y="8114172"/>
                  </a:cubicBezTo>
                  <a:cubicBezTo>
                    <a:pt x="19380204" y="8073152"/>
                    <a:pt x="19371552" y="8054336"/>
                    <a:pt x="19335752" y="8017476"/>
                  </a:cubicBezTo>
                  <a:cubicBezTo>
                    <a:pt x="19311304" y="7992302"/>
                    <a:pt x="19287936" y="7962580"/>
                    <a:pt x="19283816" y="7951430"/>
                  </a:cubicBezTo>
                  <a:cubicBezTo>
                    <a:pt x="19277444" y="7934172"/>
                    <a:pt x="19255832" y="7694528"/>
                    <a:pt x="19251632" y="7594600"/>
                  </a:cubicBezTo>
                  <a:cubicBezTo>
                    <a:pt x="19248088" y="7510196"/>
                    <a:pt x="19267220" y="7185970"/>
                    <a:pt x="19279648" y="7119812"/>
                  </a:cubicBezTo>
                  <a:cubicBezTo>
                    <a:pt x="19289008" y="7069994"/>
                    <a:pt x="19303780" y="7035724"/>
                    <a:pt x="19323956" y="7017028"/>
                  </a:cubicBezTo>
                  <a:cubicBezTo>
                    <a:pt x="19342096" y="7000212"/>
                    <a:pt x="19359864" y="6962656"/>
                    <a:pt x="19368316" y="6923248"/>
                  </a:cubicBezTo>
                  <a:cubicBezTo>
                    <a:pt x="19379416" y="6871488"/>
                    <a:pt x="19389952" y="6853614"/>
                    <a:pt x="19417868" y="6839178"/>
                  </a:cubicBezTo>
                  <a:cubicBezTo>
                    <a:pt x="19455864" y="6819528"/>
                    <a:pt x="19469104" y="6796744"/>
                    <a:pt x="19469104" y="6751004"/>
                  </a:cubicBezTo>
                  <a:cubicBezTo>
                    <a:pt x="19469104" y="6731668"/>
                    <a:pt x="19508872" y="6682384"/>
                    <a:pt x="19590808" y="6600180"/>
                  </a:cubicBezTo>
                  <a:cubicBezTo>
                    <a:pt x="19691216" y="6499446"/>
                    <a:pt x="19721616" y="6476280"/>
                    <a:pt x="19764520" y="6467794"/>
                  </a:cubicBezTo>
                  <a:cubicBezTo>
                    <a:pt x="19809072" y="6458986"/>
                    <a:pt x="19818624" y="6451168"/>
                    <a:pt x="19831108" y="6413282"/>
                  </a:cubicBezTo>
                  <a:cubicBezTo>
                    <a:pt x="19845632" y="6369200"/>
                    <a:pt x="19845944" y="6369052"/>
                    <a:pt x="19923352" y="6368960"/>
                  </a:cubicBezTo>
                  <a:cubicBezTo>
                    <a:pt x="19992180" y="6368882"/>
                    <a:pt x="20005528" y="6364556"/>
                    <a:pt x="20040544" y="6331010"/>
                  </a:cubicBezTo>
                  <a:cubicBezTo>
                    <a:pt x="20075484" y="6297536"/>
                    <a:pt x="20091536" y="6292310"/>
                    <a:pt x="20179152" y="6285870"/>
                  </a:cubicBezTo>
                  <a:cubicBezTo>
                    <a:pt x="20265448" y="6279530"/>
                    <a:pt x="20282168" y="6274234"/>
                    <a:pt x="20308648" y="6244848"/>
                  </a:cubicBezTo>
                  <a:cubicBezTo>
                    <a:pt x="20331120" y="6219908"/>
                    <a:pt x="20338064" y="6213448"/>
                    <a:pt x="20394752" y="6214252"/>
                  </a:cubicBezTo>
                  <a:close/>
                  <a:moveTo>
                    <a:pt x="22693272" y="5484430"/>
                  </a:moveTo>
                  <a:cubicBezTo>
                    <a:pt x="22742140" y="5485428"/>
                    <a:pt x="22757944" y="5492242"/>
                    <a:pt x="22786976" y="5524824"/>
                  </a:cubicBezTo>
                  <a:cubicBezTo>
                    <a:pt x="22815792" y="5557160"/>
                    <a:pt x="22821904" y="5575842"/>
                    <a:pt x="22821904" y="5631606"/>
                  </a:cubicBezTo>
                  <a:cubicBezTo>
                    <a:pt x="22821904" y="5713304"/>
                    <a:pt x="22802580" y="5733848"/>
                    <a:pt x="22728516" y="5730894"/>
                  </a:cubicBezTo>
                  <a:cubicBezTo>
                    <a:pt x="22680672" y="5728986"/>
                    <a:pt x="22670272" y="5734656"/>
                    <a:pt x="22614644" y="5792976"/>
                  </a:cubicBezTo>
                  <a:cubicBezTo>
                    <a:pt x="22576888" y="5832564"/>
                    <a:pt x="22556200" y="5864390"/>
                    <a:pt x="22560664" y="5876020"/>
                  </a:cubicBezTo>
                  <a:cubicBezTo>
                    <a:pt x="22564644" y="5886396"/>
                    <a:pt x="22567904" y="5934218"/>
                    <a:pt x="22567904" y="5982298"/>
                  </a:cubicBezTo>
                  <a:cubicBezTo>
                    <a:pt x="22567904" y="6061910"/>
                    <a:pt x="22571412" y="6073716"/>
                    <a:pt x="22607192" y="6114468"/>
                  </a:cubicBezTo>
                  <a:cubicBezTo>
                    <a:pt x="22642340" y="6154502"/>
                    <a:pt x="22647236" y="6170176"/>
                    <a:pt x="22653608" y="6263132"/>
                  </a:cubicBezTo>
                  <a:cubicBezTo>
                    <a:pt x="22659844" y="6354128"/>
                    <a:pt x="22665084" y="6371602"/>
                    <a:pt x="22695788" y="6403730"/>
                  </a:cubicBezTo>
                  <a:cubicBezTo>
                    <a:pt x="22726332" y="6435688"/>
                    <a:pt x="22732008" y="6454344"/>
                    <a:pt x="22739852" y="6548510"/>
                  </a:cubicBezTo>
                  <a:cubicBezTo>
                    <a:pt x="22747200" y="6636700"/>
                    <a:pt x="22754584" y="6663408"/>
                    <a:pt x="22779968" y="6693576"/>
                  </a:cubicBezTo>
                  <a:cubicBezTo>
                    <a:pt x="22804808" y="6723096"/>
                    <a:pt x="22814436" y="6756360"/>
                    <a:pt x="22827728" y="6858576"/>
                  </a:cubicBezTo>
                  <a:cubicBezTo>
                    <a:pt x="22840880" y="6959688"/>
                    <a:pt x="22850440" y="6993056"/>
                    <a:pt x="22873216" y="7017296"/>
                  </a:cubicBezTo>
                  <a:cubicBezTo>
                    <a:pt x="22891936" y="7037228"/>
                    <a:pt x="22903320" y="7067014"/>
                    <a:pt x="22905668" y="7102222"/>
                  </a:cubicBezTo>
                  <a:cubicBezTo>
                    <a:pt x="22914540" y="7235160"/>
                    <a:pt x="22924368" y="7276182"/>
                    <a:pt x="22956496" y="7314364"/>
                  </a:cubicBezTo>
                  <a:cubicBezTo>
                    <a:pt x="22983444" y="7346390"/>
                    <a:pt x="22992528" y="7376798"/>
                    <a:pt x="23006052" y="7480300"/>
                  </a:cubicBezTo>
                  <a:cubicBezTo>
                    <a:pt x="23019576" y="7583804"/>
                    <a:pt x="23028660" y="7614212"/>
                    <a:pt x="23055608" y="7646238"/>
                  </a:cubicBezTo>
                  <a:cubicBezTo>
                    <a:pt x="23075028" y="7669322"/>
                    <a:pt x="23088600" y="7701066"/>
                    <a:pt x="23088600" y="7723410"/>
                  </a:cubicBezTo>
                  <a:cubicBezTo>
                    <a:pt x="23088600" y="7744288"/>
                    <a:pt x="23094712" y="7772790"/>
                    <a:pt x="23102180" y="7786740"/>
                  </a:cubicBezTo>
                  <a:cubicBezTo>
                    <a:pt x="23114668" y="7810076"/>
                    <a:pt x="23121032" y="7810990"/>
                    <a:pt x="23181552" y="7798154"/>
                  </a:cubicBezTo>
                  <a:cubicBezTo>
                    <a:pt x="23217744" y="7790476"/>
                    <a:pt x="23274472" y="7784058"/>
                    <a:pt x="23307616" y="7783880"/>
                  </a:cubicBezTo>
                  <a:cubicBezTo>
                    <a:pt x="23353432" y="7783640"/>
                    <a:pt x="23377136" y="7775776"/>
                    <a:pt x="23406488" y="7751078"/>
                  </a:cubicBezTo>
                  <a:cubicBezTo>
                    <a:pt x="23438780" y="7723904"/>
                    <a:pt x="23462908" y="7717210"/>
                    <a:pt x="23554088" y="7710120"/>
                  </a:cubicBezTo>
                  <a:cubicBezTo>
                    <a:pt x="23645084" y="7703044"/>
                    <a:pt x="23666816" y="7697030"/>
                    <a:pt x="23685712" y="7673696"/>
                  </a:cubicBezTo>
                  <a:cubicBezTo>
                    <a:pt x="23714084" y="7638658"/>
                    <a:pt x="23762124" y="7620000"/>
                    <a:pt x="23823984" y="7620000"/>
                  </a:cubicBezTo>
                  <a:cubicBezTo>
                    <a:pt x="23861100" y="7620000"/>
                    <a:pt x="23881248" y="7610694"/>
                    <a:pt x="23913296" y="7578726"/>
                  </a:cubicBezTo>
                  <a:cubicBezTo>
                    <a:pt x="23936056" y="7556024"/>
                    <a:pt x="23988412" y="7510428"/>
                    <a:pt x="24029640" y="7477402"/>
                  </a:cubicBezTo>
                  <a:cubicBezTo>
                    <a:pt x="24092280" y="7427226"/>
                    <a:pt x="24104600" y="7410840"/>
                    <a:pt x="24104600" y="7377726"/>
                  </a:cubicBezTo>
                  <a:cubicBezTo>
                    <a:pt x="24104600" y="7350064"/>
                    <a:pt x="24116112" y="7327340"/>
                    <a:pt x="24142704" y="7302500"/>
                  </a:cubicBezTo>
                  <a:cubicBezTo>
                    <a:pt x="24179592" y="7268040"/>
                    <a:pt x="24180800" y="7263272"/>
                    <a:pt x="24180800" y="7152266"/>
                  </a:cubicBezTo>
                  <a:cubicBezTo>
                    <a:pt x="24180800" y="7008410"/>
                    <a:pt x="24189224" y="6997700"/>
                    <a:pt x="24302360" y="6997700"/>
                  </a:cubicBezTo>
                  <a:cubicBezTo>
                    <a:pt x="24440148" y="6997700"/>
                    <a:pt x="24435996" y="6984844"/>
                    <a:pt x="24428432" y="7388228"/>
                  </a:cubicBezTo>
                  <a:cubicBezTo>
                    <a:pt x="24419924" y="7842056"/>
                    <a:pt x="24416428" y="7848694"/>
                    <a:pt x="24180800" y="7858738"/>
                  </a:cubicBezTo>
                  <a:cubicBezTo>
                    <a:pt x="24060680" y="7863862"/>
                    <a:pt x="24060012" y="7864072"/>
                    <a:pt x="24027696" y="7907140"/>
                  </a:cubicBezTo>
                  <a:cubicBezTo>
                    <a:pt x="23995488" y="7950064"/>
                    <a:pt x="23994208" y="7950478"/>
                    <a:pt x="23860568" y="7960908"/>
                  </a:cubicBezTo>
                  <a:cubicBezTo>
                    <a:pt x="23741456" y="7970204"/>
                    <a:pt x="23721240" y="7975332"/>
                    <a:pt x="23685672" y="8005260"/>
                  </a:cubicBezTo>
                  <a:cubicBezTo>
                    <a:pt x="23660180" y="8026708"/>
                    <a:pt x="23635348" y="8037030"/>
                    <a:pt x="23617852" y="8033438"/>
                  </a:cubicBezTo>
                  <a:cubicBezTo>
                    <a:pt x="23602672" y="8030320"/>
                    <a:pt x="23548456" y="8035312"/>
                    <a:pt x="23497376" y="8044528"/>
                  </a:cubicBezTo>
                  <a:cubicBezTo>
                    <a:pt x="23426804" y="8057260"/>
                    <a:pt x="23395528" y="8069880"/>
                    <a:pt x="23367132" y="8097084"/>
                  </a:cubicBezTo>
                  <a:cubicBezTo>
                    <a:pt x="23331160" y="8131548"/>
                    <a:pt x="23325140" y="8132844"/>
                    <a:pt x="23206008" y="8131768"/>
                  </a:cubicBezTo>
                  <a:lnTo>
                    <a:pt x="23082252" y="8130648"/>
                  </a:lnTo>
                  <a:lnTo>
                    <a:pt x="23049696" y="8173972"/>
                  </a:lnTo>
                  <a:cubicBezTo>
                    <a:pt x="23018168" y="8215920"/>
                    <a:pt x="23013408" y="8217640"/>
                    <a:pt x="22899728" y="8228130"/>
                  </a:cubicBezTo>
                  <a:cubicBezTo>
                    <a:pt x="22796704" y="8237638"/>
                    <a:pt x="22777856" y="8243244"/>
                    <a:pt x="22745832" y="8273928"/>
                  </a:cubicBezTo>
                  <a:cubicBezTo>
                    <a:pt x="22710972" y="8307326"/>
                    <a:pt x="22703752" y="8308866"/>
                    <a:pt x="22584644" y="8308338"/>
                  </a:cubicBezTo>
                  <a:cubicBezTo>
                    <a:pt x="22483692" y="8307890"/>
                    <a:pt x="22452000" y="8312452"/>
                    <a:pt x="22418192" y="8332286"/>
                  </a:cubicBezTo>
                  <a:lnTo>
                    <a:pt x="22376432" y="8356784"/>
                  </a:lnTo>
                  <a:lnTo>
                    <a:pt x="22344444" y="8324796"/>
                  </a:lnTo>
                  <a:cubicBezTo>
                    <a:pt x="22320368" y="8300722"/>
                    <a:pt x="22311848" y="8277932"/>
                    <a:pt x="22310004" y="8232654"/>
                  </a:cubicBezTo>
                  <a:cubicBezTo>
                    <a:pt x="22307552" y="8172532"/>
                    <a:pt x="22307580" y="8172492"/>
                    <a:pt x="22359512" y="8157450"/>
                  </a:cubicBezTo>
                  <a:cubicBezTo>
                    <a:pt x="22390012" y="8148616"/>
                    <a:pt x="22420288" y="8128938"/>
                    <a:pt x="22432828" y="8109800"/>
                  </a:cubicBezTo>
                  <a:cubicBezTo>
                    <a:pt x="22448588" y="8085748"/>
                    <a:pt x="22465128" y="8077200"/>
                    <a:pt x="22495916" y="8077200"/>
                  </a:cubicBezTo>
                  <a:cubicBezTo>
                    <a:pt x="22518868" y="8077200"/>
                    <a:pt x="22548352" y="8069372"/>
                    <a:pt x="22561440" y="8059806"/>
                  </a:cubicBezTo>
                  <a:cubicBezTo>
                    <a:pt x="22583860" y="8043408"/>
                    <a:pt x="22584420" y="8033222"/>
                    <a:pt x="22571124" y="7883272"/>
                  </a:cubicBezTo>
                  <a:cubicBezTo>
                    <a:pt x="22560744" y="7766200"/>
                    <a:pt x="22549768" y="7709940"/>
                    <a:pt x="22529604" y="7670412"/>
                  </a:cubicBezTo>
                  <a:cubicBezTo>
                    <a:pt x="22512204" y="7636304"/>
                    <a:pt x="22499556" y="7581844"/>
                    <a:pt x="22494976" y="7521290"/>
                  </a:cubicBezTo>
                  <a:cubicBezTo>
                    <a:pt x="22488804" y="7439658"/>
                    <a:pt x="22482436" y="7419832"/>
                    <a:pt x="22450832" y="7383836"/>
                  </a:cubicBezTo>
                  <a:cubicBezTo>
                    <a:pt x="22419448" y="7348090"/>
                    <a:pt x="22412336" y="7326290"/>
                    <a:pt x="22403504" y="7238676"/>
                  </a:cubicBezTo>
                  <a:cubicBezTo>
                    <a:pt x="22394788" y="7152200"/>
                    <a:pt x="22387640" y="7129876"/>
                    <a:pt x="22359176" y="7100160"/>
                  </a:cubicBezTo>
                  <a:cubicBezTo>
                    <a:pt x="22332160" y="7071962"/>
                    <a:pt x="22321872" y="7043004"/>
                    <a:pt x="22308744" y="6958192"/>
                  </a:cubicBezTo>
                  <a:cubicBezTo>
                    <a:pt x="22299672" y="6899598"/>
                    <a:pt x="22280048" y="6824836"/>
                    <a:pt x="22265136" y="6792062"/>
                  </a:cubicBezTo>
                  <a:cubicBezTo>
                    <a:pt x="22250224" y="6759290"/>
                    <a:pt x="22232812" y="6685908"/>
                    <a:pt x="22226440" y="6628998"/>
                  </a:cubicBezTo>
                  <a:cubicBezTo>
                    <a:pt x="22216856" y="6543330"/>
                    <a:pt x="22209064" y="6519460"/>
                    <a:pt x="22181152" y="6490330"/>
                  </a:cubicBezTo>
                  <a:cubicBezTo>
                    <a:pt x="22152868" y="6460804"/>
                    <a:pt x="22145744" y="6438342"/>
                    <a:pt x="22136924" y="6350860"/>
                  </a:cubicBezTo>
                  <a:cubicBezTo>
                    <a:pt x="22128064" y="6262980"/>
                    <a:pt x="22121044" y="6240982"/>
                    <a:pt x="22092272" y="6210948"/>
                  </a:cubicBezTo>
                  <a:cubicBezTo>
                    <a:pt x="22067528" y="6185124"/>
                    <a:pt x="22055448" y="6155532"/>
                    <a:pt x="22048380" y="6103428"/>
                  </a:cubicBezTo>
                  <a:cubicBezTo>
                    <a:pt x="22043012" y="6063892"/>
                    <a:pt x="22032768" y="6025690"/>
                    <a:pt x="22025612" y="6018534"/>
                  </a:cubicBezTo>
                  <a:cubicBezTo>
                    <a:pt x="22018456" y="6011380"/>
                    <a:pt x="21944664" y="5999498"/>
                    <a:pt x="21861624" y="5992136"/>
                  </a:cubicBezTo>
                  <a:cubicBezTo>
                    <a:pt x="21778592" y="5984776"/>
                    <a:pt x="21706364" y="5972610"/>
                    <a:pt x="21701128" y="5965100"/>
                  </a:cubicBezTo>
                  <a:cubicBezTo>
                    <a:pt x="21695888" y="5957590"/>
                    <a:pt x="21691600" y="5915802"/>
                    <a:pt x="21691600" y="5872232"/>
                  </a:cubicBezTo>
                  <a:cubicBezTo>
                    <a:pt x="21691600" y="5776424"/>
                    <a:pt x="21708060" y="5755628"/>
                    <a:pt x="21790936" y="5746704"/>
                  </a:cubicBezTo>
                  <a:cubicBezTo>
                    <a:pt x="21823616" y="5743184"/>
                    <a:pt x="21869896" y="5727468"/>
                    <a:pt x="21893780" y="5711780"/>
                  </a:cubicBezTo>
                  <a:cubicBezTo>
                    <a:pt x="21984040" y="5652490"/>
                    <a:pt x="21987012" y="5651700"/>
                    <a:pt x="22095664" y="5658040"/>
                  </a:cubicBezTo>
                  <a:cubicBezTo>
                    <a:pt x="22206208" y="5664488"/>
                    <a:pt x="22238960" y="5655744"/>
                    <a:pt x="22276116" y="5609858"/>
                  </a:cubicBezTo>
                  <a:cubicBezTo>
                    <a:pt x="22297716" y="5583184"/>
                    <a:pt x="22472204" y="5546126"/>
                    <a:pt x="22524744" y="5557052"/>
                  </a:cubicBezTo>
                  <a:cubicBezTo>
                    <a:pt x="22542400" y="5560722"/>
                    <a:pt x="22565496" y="5549164"/>
                    <a:pt x="22592960" y="5522916"/>
                  </a:cubicBezTo>
                  <a:cubicBezTo>
                    <a:pt x="22627852" y="5489572"/>
                    <a:pt x="22643888" y="5483422"/>
                    <a:pt x="22693272" y="5484430"/>
                  </a:cubicBezTo>
                  <a:close/>
                  <a:moveTo>
                    <a:pt x="35415792" y="5480848"/>
                  </a:moveTo>
                  <a:cubicBezTo>
                    <a:pt x="35437720" y="5485310"/>
                    <a:pt x="35464150" y="5502740"/>
                    <a:pt x="35507928" y="5535752"/>
                  </a:cubicBezTo>
                  <a:cubicBezTo>
                    <a:pt x="35537832" y="5558300"/>
                    <a:pt x="35572588" y="5568454"/>
                    <a:pt x="35643758" y="5575418"/>
                  </a:cubicBezTo>
                  <a:cubicBezTo>
                    <a:pt x="35724684" y="5583342"/>
                    <a:pt x="35745224" y="5590362"/>
                    <a:pt x="35777228" y="5621022"/>
                  </a:cubicBezTo>
                  <a:cubicBezTo>
                    <a:pt x="35809680" y="5652112"/>
                    <a:pt x="35828552" y="5658364"/>
                    <a:pt x="35910124" y="5665036"/>
                  </a:cubicBezTo>
                  <a:cubicBezTo>
                    <a:pt x="35991908" y="5671724"/>
                    <a:pt x="36010524" y="5677918"/>
                    <a:pt x="36043332" y="5709348"/>
                  </a:cubicBezTo>
                  <a:cubicBezTo>
                    <a:pt x="36076572" y="5741198"/>
                    <a:pt x="36094640" y="5747018"/>
                    <a:pt x="36184082" y="5754704"/>
                  </a:cubicBezTo>
                  <a:cubicBezTo>
                    <a:pt x="36268392" y="5761950"/>
                    <a:pt x="36292674" y="5769106"/>
                    <a:pt x="36320222" y="5794828"/>
                  </a:cubicBezTo>
                  <a:cubicBezTo>
                    <a:pt x="36338664" y="5812050"/>
                    <a:pt x="36370898" y="5834032"/>
                    <a:pt x="36391852" y="5843686"/>
                  </a:cubicBezTo>
                  <a:cubicBezTo>
                    <a:pt x="36440592" y="5866140"/>
                    <a:pt x="36458132" y="5928248"/>
                    <a:pt x="36435284" y="5997480"/>
                  </a:cubicBezTo>
                  <a:cubicBezTo>
                    <a:pt x="36416182" y="6055362"/>
                    <a:pt x="36372662" y="6073204"/>
                    <a:pt x="36334600" y="6038762"/>
                  </a:cubicBezTo>
                  <a:cubicBezTo>
                    <a:pt x="36298822" y="6006380"/>
                    <a:pt x="36132132" y="5980156"/>
                    <a:pt x="36102928" y="6002312"/>
                  </a:cubicBezTo>
                  <a:cubicBezTo>
                    <a:pt x="36090704" y="6011584"/>
                    <a:pt x="36080702" y="6027886"/>
                    <a:pt x="36080702" y="6038536"/>
                  </a:cubicBezTo>
                  <a:cubicBezTo>
                    <a:pt x="36080702" y="6049188"/>
                    <a:pt x="36068278" y="6070324"/>
                    <a:pt x="36053092" y="6085512"/>
                  </a:cubicBezTo>
                  <a:cubicBezTo>
                    <a:pt x="36037904" y="6100696"/>
                    <a:pt x="36014652" y="6144988"/>
                    <a:pt x="36001416" y="6183936"/>
                  </a:cubicBezTo>
                  <a:cubicBezTo>
                    <a:pt x="35988184" y="6222888"/>
                    <a:pt x="35965580" y="6272978"/>
                    <a:pt x="35951188" y="6295258"/>
                  </a:cubicBezTo>
                  <a:cubicBezTo>
                    <a:pt x="35926746" y="6333098"/>
                    <a:pt x="35900560" y="6465326"/>
                    <a:pt x="35902196" y="6542696"/>
                  </a:cubicBezTo>
                  <a:cubicBezTo>
                    <a:pt x="35902588" y="6561368"/>
                    <a:pt x="35889028" y="6593140"/>
                    <a:pt x="35872060" y="6613304"/>
                  </a:cubicBezTo>
                  <a:cubicBezTo>
                    <a:pt x="35854292" y="6634422"/>
                    <a:pt x="35834748" y="6681958"/>
                    <a:pt x="35825968" y="6725410"/>
                  </a:cubicBezTo>
                  <a:cubicBezTo>
                    <a:pt x="35817584" y="6766902"/>
                    <a:pt x="35804620" y="6819248"/>
                    <a:pt x="35797156" y="6841734"/>
                  </a:cubicBezTo>
                  <a:cubicBezTo>
                    <a:pt x="35789692" y="6864220"/>
                    <a:pt x="35787210" y="6886242"/>
                    <a:pt x="35791636" y="6890670"/>
                  </a:cubicBezTo>
                  <a:cubicBezTo>
                    <a:pt x="35796068" y="6895100"/>
                    <a:pt x="35842754" y="6906202"/>
                    <a:pt x="35895386" y="6915340"/>
                  </a:cubicBezTo>
                  <a:cubicBezTo>
                    <a:pt x="35949788" y="6924790"/>
                    <a:pt x="36007552" y="6943688"/>
                    <a:pt x="36029254" y="6959140"/>
                  </a:cubicBezTo>
                  <a:cubicBezTo>
                    <a:pt x="36052584" y="6975752"/>
                    <a:pt x="36107060" y="6992626"/>
                    <a:pt x="36169360" y="7002540"/>
                  </a:cubicBezTo>
                  <a:cubicBezTo>
                    <a:pt x="36241832" y="7014072"/>
                    <a:pt x="36280036" y="7026972"/>
                    <a:pt x="36301536" y="7047168"/>
                  </a:cubicBezTo>
                  <a:cubicBezTo>
                    <a:pt x="36324800" y="7069026"/>
                    <a:pt x="36351884" y="7077042"/>
                    <a:pt x="36418964" y="7081932"/>
                  </a:cubicBezTo>
                  <a:cubicBezTo>
                    <a:pt x="36489486" y="7087076"/>
                    <a:pt x="36516148" y="7095516"/>
                    <a:pt x="36558440" y="7126102"/>
                  </a:cubicBezTo>
                  <a:cubicBezTo>
                    <a:pt x="36587198" y="7146902"/>
                    <a:pt x="36631878" y="7169756"/>
                    <a:pt x="36657730" y="7176896"/>
                  </a:cubicBezTo>
                  <a:cubicBezTo>
                    <a:pt x="36723304" y="7195000"/>
                    <a:pt x="36741102" y="7176956"/>
                    <a:pt x="36741102" y="7092368"/>
                  </a:cubicBezTo>
                  <a:cubicBezTo>
                    <a:pt x="36741102" y="7038324"/>
                    <a:pt x="36747640" y="7017276"/>
                    <a:pt x="36774266" y="6985636"/>
                  </a:cubicBezTo>
                  <a:cubicBezTo>
                    <a:pt x="36795468" y="6960442"/>
                    <a:pt x="36809100" y="6926878"/>
                    <a:pt x="36812062" y="6892588"/>
                  </a:cubicBezTo>
                  <a:cubicBezTo>
                    <a:pt x="36821004" y="6789064"/>
                    <a:pt x="36830296" y="6758000"/>
                    <a:pt x="36864462" y="6717396"/>
                  </a:cubicBezTo>
                  <a:cubicBezTo>
                    <a:pt x="36893936" y="6682370"/>
                    <a:pt x="36899356" y="6663386"/>
                    <a:pt x="36901912" y="6586244"/>
                  </a:cubicBezTo>
                  <a:cubicBezTo>
                    <a:pt x="36903554" y="6536640"/>
                    <a:pt x="36908050" y="6451384"/>
                    <a:pt x="36911900" y="6396790"/>
                  </a:cubicBezTo>
                  <a:cubicBezTo>
                    <a:pt x="36919386" y="6290666"/>
                    <a:pt x="36907498" y="6248402"/>
                    <a:pt x="36870158" y="6248402"/>
                  </a:cubicBezTo>
                  <a:cubicBezTo>
                    <a:pt x="36857808" y="6248402"/>
                    <a:pt x="36823912" y="6230902"/>
                    <a:pt x="36794832" y="6209518"/>
                  </a:cubicBezTo>
                  <a:cubicBezTo>
                    <a:pt x="36735452" y="6165848"/>
                    <a:pt x="36714490" y="6104888"/>
                    <a:pt x="36739772" y="6049396"/>
                  </a:cubicBezTo>
                  <a:cubicBezTo>
                    <a:pt x="36753690" y="6018850"/>
                    <a:pt x="36759510" y="6017348"/>
                    <a:pt x="36871544" y="6015448"/>
                  </a:cubicBezTo>
                  <a:cubicBezTo>
                    <a:pt x="36982320" y="6013562"/>
                    <a:pt x="36993226" y="6015826"/>
                    <a:pt x="37070332" y="6056738"/>
                  </a:cubicBezTo>
                  <a:cubicBezTo>
                    <a:pt x="37115200" y="6080548"/>
                    <a:pt x="37188472" y="6107690"/>
                    <a:pt x="37233162" y="6117056"/>
                  </a:cubicBezTo>
                  <a:cubicBezTo>
                    <a:pt x="37277848" y="6126424"/>
                    <a:pt x="37335436" y="6144904"/>
                    <a:pt x="37361128" y="6158122"/>
                  </a:cubicBezTo>
                  <a:cubicBezTo>
                    <a:pt x="37386828" y="6171340"/>
                    <a:pt x="37437312" y="6188756"/>
                    <a:pt x="37473318" y="6196824"/>
                  </a:cubicBezTo>
                  <a:cubicBezTo>
                    <a:pt x="37509322" y="6204894"/>
                    <a:pt x="37553908" y="6225512"/>
                    <a:pt x="37572396" y="6242646"/>
                  </a:cubicBezTo>
                  <a:cubicBezTo>
                    <a:pt x="37590884" y="6259780"/>
                    <a:pt x="37604288" y="6271254"/>
                    <a:pt x="37602180" y="6268136"/>
                  </a:cubicBezTo>
                  <a:cubicBezTo>
                    <a:pt x="37600076" y="6265022"/>
                    <a:pt x="37645658" y="6269990"/>
                    <a:pt x="37703474" y="6279182"/>
                  </a:cubicBezTo>
                  <a:cubicBezTo>
                    <a:pt x="37838704" y="6300680"/>
                    <a:pt x="37858702" y="6317914"/>
                    <a:pt x="37858702" y="6412928"/>
                  </a:cubicBezTo>
                  <a:cubicBezTo>
                    <a:pt x="37858702" y="6452362"/>
                    <a:pt x="37851844" y="6491480"/>
                    <a:pt x="37843464" y="6499860"/>
                  </a:cubicBezTo>
                  <a:cubicBezTo>
                    <a:pt x="37817140" y="6526184"/>
                    <a:pt x="37740164" y="6517706"/>
                    <a:pt x="37693602" y="6483352"/>
                  </a:cubicBezTo>
                  <a:cubicBezTo>
                    <a:pt x="37640160" y="6443924"/>
                    <a:pt x="37588802" y="6442958"/>
                    <a:pt x="37536772" y="6480404"/>
                  </a:cubicBezTo>
                  <a:cubicBezTo>
                    <a:pt x="37469728" y="6528656"/>
                    <a:pt x="37446526" y="6559710"/>
                    <a:pt x="37429244" y="6624324"/>
                  </a:cubicBezTo>
                  <a:cubicBezTo>
                    <a:pt x="37420140" y="6658368"/>
                    <a:pt x="37403914" y="6695918"/>
                    <a:pt x="37393188" y="6707772"/>
                  </a:cubicBezTo>
                  <a:cubicBezTo>
                    <a:pt x="37347192" y="6758594"/>
                    <a:pt x="37326406" y="6813434"/>
                    <a:pt x="37332210" y="6868624"/>
                  </a:cubicBezTo>
                  <a:cubicBezTo>
                    <a:pt x="37337084" y="6914972"/>
                    <a:pt x="37331878" y="6932226"/>
                    <a:pt x="37299350" y="6977520"/>
                  </a:cubicBezTo>
                  <a:cubicBezTo>
                    <a:pt x="37267788" y="7021468"/>
                    <a:pt x="37259276" y="7048306"/>
                    <a:pt x="37252944" y="7123822"/>
                  </a:cubicBezTo>
                  <a:cubicBezTo>
                    <a:pt x="37246864" y="7196346"/>
                    <a:pt x="37238458" y="7224302"/>
                    <a:pt x="37213982" y="7253388"/>
                  </a:cubicBezTo>
                  <a:cubicBezTo>
                    <a:pt x="37163344" y="7313568"/>
                    <a:pt x="37147490" y="7364774"/>
                    <a:pt x="37154156" y="7446630"/>
                  </a:cubicBezTo>
                  <a:cubicBezTo>
                    <a:pt x="37159880" y="7516956"/>
                    <a:pt x="37158084" y="7522888"/>
                    <a:pt x="37120418" y="7558074"/>
                  </a:cubicBezTo>
                  <a:cubicBezTo>
                    <a:pt x="37083244" y="7592796"/>
                    <a:pt x="37080112" y="7602664"/>
                    <a:pt x="37072636" y="7708364"/>
                  </a:cubicBezTo>
                  <a:cubicBezTo>
                    <a:pt x="37065836" y="7804500"/>
                    <a:pt x="37059982" y="7826446"/>
                    <a:pt x="37033656" y="7854468"/>
                  </a:cubicBezTo>
                  <a:cubicBezTo>
                    <a:pt x="37009768" y="7879894"/>
                    <a:pt x="36999058" y="7912198"/>
                    <a:pt x="36986892" y="7995528"/>
                  </a:cubicBezTo>
                  <a:cubicBezTo>
                    <a:pt x="36974830" y="8078122"/>
                    <a:pt x="36963454" y="8112710"/>
                    <a:pt x="36938656" y="8142180"/>
                  </a:cubicBezTo>
                  <a:cubicBezTo>
                    <a:pt x="36920806" y="8163394"/>
                    <a:pt x="36903024" y="8184596"/>
                    <a:pt x="36899140" y="8189302"/>
                  </a:cubicBezTo>
                  <a:cubicBezTo>
                    <a:pt x="36895254" y="8194002"/>
                    <a:pt x="36887456" y="8257858"/>
                    <a:pt x="36881810" y="8331200"/>
                  </a:cubicBezTo>
                  <a:cubicBezTo>
                    <a:pt x="36872656" y="8450078"/>
                    <a:pt x="36874236" y="8470340"/>
                    <a:pt x="36896356" y="8517906"/>
                  </a:cubicBezTo>
                  <a:cubicBezTo>
                    <a:pt x="36916794" y="8561864"/>
                    <a:pt x="36930472" y="8573996"/>
                    <a:pt x="36974008" y="8586770"/>
                  </a:cubicBezTo>
                  <a:cubicBezTo>
                    <a:pt x="37064884" y="8613432"/>
                    <a:pt x="37073852" y="8627332"/>
                    <a:pt x="37062296" y="8723586"/>
                  </a:cubicBezTo>
                  <a:cubicBezTo>
                    <a:pt x="37049220" y="8832456"/>
                    <a:pt x="37021854" y="8857964"/>
                    <a:pt x="36931462" y="8845532"/>
                  </a:cubicBezTo>
                  <a:cubicBezTo>
                    <a:pt x="36892318" y="8840148"/>
                    <a:pt x="36857238" y="8825692"/>
                    <a:pt x="36836364" y="8806352"/>
                  </a:cubicBezTo>
                  <a:cubicBezTo>
                    <a:pt x="36818176" y="8789492"/>
                    <a:pt x="36799300" y="8772536"/>
                    <a:pt x="36794424" y="8768666"/>
                  </a:cubicBezTo>
                  <a:cubicBezTo>
                    <a:pt x="36789542" y="8764798"/>
                    <a:pt x="36743760" y="8759806"/>
                    <a:pt x="36692676" y="8757574"/>
                  </a:cubicBezTo>
                  <a:cubicBezTo>
                    <a:pt x="36611488" y="8754030"/>
                    <a:pt x="36595192" y="8749102"/>
                    <a:pt x="36563192" y="8718444"/>
                  </a:cubicBezTo>
                  <a:cubicBezTo>
                    <a:pt x="36532984" y="8689504"/>
                    <a:pt x="36507040" y="8680538"/>
                    <a:pt x="36414768" y="8667152"/>
                  </a:cubicBezTo>
                  <a:cubicBezTo>
                    <a:pt x="36353268" y="8658230"/>
                    <a:pt x="36295808" y="8649816"/>
                    <a:pt x="36287076" y="8648456"/>
                  </a:cubicBezTo>
                  <a:cubicBezTo>
                    <a:pt x="36278346" y="8647096"/>
                    <a:pt x="36271202" y="8641028"/>
                    <a:pt x="36271202" y="8634968"/>
                  </a:cubicBezTo>
                  <a:cubicBezTo>
                    <a:pt x="36271202" y="8606048"/>
                    <a:pt x="36185332" y="8575566"/>
                    <a:pt x="36096656" y="8573004"/>
                  </a:cubicBezTo>
                  <a:cubicBezTo>
                    <a:pt x="36023276" y="8570884"/>
                    <a:pt x="35998088" y="8564782"/>
                    <a:pt x="35972192" y="8542850"/>
                  </a:cubicBezTo>
                  <a:cubicBezTo>
                    <a:pt x="35919462" y="8498184"/>
                    <a:pt x="35916160" y="8370790"/>
                    <a:pt x="35967028" y="8343566"/>
                  </a:cubicBezTo>
                  <a:cubicBezTo>
                    <a:pt x="35979736" y="8336764"/>
                    <a:pt x="36050108" y="8331200"/>
                    <a:pt x="36123408" y="8331200"/>
                  </a:cubicBezTo>
                  <a:cubicBezTo>
                    <a:pt x="36259112" y="8331200"/>
                    <a:pt x="36296602" y="8318968"/>
                    <a:pt x="36296602" y="8274688"/>
                  </a:cubicBezTo>
                  <a:cubicBezTo>
                    <a:pt x="36296602" y="8265552"/>
                    <a:pt x="36313144" y="8251230"/>
                    <a:pt x="36333364" y="8242858"/>
                  </a:cubicBezTo>
                  <a:cubicBezTo>
                    <a:pt x="36365602" y="8229502"/>
                    <a:pt x="36371180" y="8219148"/>
                    <a:pt x="36378744" y="8158632"/>
                  </a:cubicBezTo>
                  <a:cubicBezTo>
                    <a:pt x="36384524" y="8112340"/>
                    <a:pt x="36397968" y="8077034"/>
                    <a:pt x="36419596" y="8051330"/>
                  </a:cubicBezTo>
                  <a:cubicBezTo>
                    <a:pt x="36439914" y="8027186"/>
                    <a:pt x="36453540" y="7993196"/>
                    <a:pt x="36456462" y="7959386"/>
                  </a:cubicBezTo>
                  <a:cubicBezTo>
                    <a:pt x="36465360" y="7856392"/>
                    <a:pt x="36474638" y="7824872"/>
                    <a:pt x="36507566" y="7785736"/>
                  </a:cubicBezTo>
                  <a:cubicBezTo>
                    <a:pt x="36528768" y="7760542"/>
                    <a:pt x="36542400" y="7726978"/>
                    <a:pt x="36545362" y="7692688"/>
                  </a:cubicBezTo>
                  <a:cubicBezTo>
                    <a:pt x="36553052" y="7603664"/>
                    <a:pt x="36561972" y="7570196"/>
                    <a:pt x="36591824" y="7518324"/>
                  </a:cubicBezTo>
                  <a:cubicBezTo>
                    <a:pt x="36629782" y="7452374"/>
                    <a:pt x="36614614" y="7438648"/>
                    <a:pt x="36492782" y="7428682"/>
                  </a:cubicBezTo>
                  <a:cubicBezTo>
                    <a:pt x="36410688" y="7421968"/>
                    <a:pt x="36392216" y="7415818"/>
                    <a:pt x="36359232" y="7384216"/>
                  </a:cubicBezTo>
                  <a:cubicBezTo>
                    <a:pt x="36325156" y="7351570"/>
                    <a:pt x="36308958" y="7346610"/>
                    <a:pt x="36211628" y="7339044"/>
                  </a:cubicBezTo>
                  <a:cubicBezTo>
                    <a:pt x="36110808" y="7331204"/>
                    <a:pt x="36099430" y="7327472"/>
                    <a:pt x="36065456" y="7291120"/>
                  </a:cubicBezTo>
                  <a:cubicBezTo>
                    <a:pt x="36033972" y="7257436"/>
                    <a:pt x="36017164" y="7250732"/>
                    <a:pt x="35949882" y="7245048"/>
                  </a:cubicBezTo>
                  <a:cubicBezTo>
                    <a:pt x="35805164" y="7232818"/>
                    <a:pt x="35791136" y="7229648"/>
                    <a:pt x="35762156" y="7202652"/>
                  </a:cubicBezTo>
                  <a:cubicBezTo>
                    <a:pt x="35691868" y="7137168"/>
                    <a:pt x="35648902" y="7158316"/>
                    <a:pt x="35648902" y="7258404"/>
                  </a:cubicBezTo>
                  <a:cubicBezTo>
                    <a:pt x="35648902" y="7316482"/>
                    <a:pt x="35642930" y="7332648"/>
                    <a:pt x="35604452" y="7378700"/>
                  </a:cubicBezTo>
                  <a:cubicBezTo>
                    <a:pt x="35566774" y="7423802"/>
                    <a:pt x="35560002" y="7441504"/>
                    <a:pt x="35560002" y="7494922"/>
                  </a:cubicBezTo>
                  <a:cubicBezTo>
                    <a:pt x="35560002" y="7548840"/>
                    <a:pt x="35554460" y="7562992"/>
                    <a:pt x="35521612" y="7592998"/>
                  </a:cubicBezTo>
                  <a:cubicBezTo>
                    <a:pt x="35487596" y="7624064"/>
                    <a:pt x="35481860" y="7639974"/>
                    <a:pt x="35471304" y="7732540"/>
                  </a:cubicBezTo>
                  <a:cubicBezTo>
                    <a:pt x="35464748" y="7790004"/>
                    <a:pt x="35458444" y="7884786"/>
                    <a:pt x="35457296" y="7943162"/>
                  </a:cubicBezTo>
                  <a:cubicBezTo>
                    <a:pt x="35455382" y="8040354"/>
                    <a:pt x="35458070" y="8053062"/>
                    <a:pt x="35489208" y="8093884"/>
                  </a:cubicBezTo>
                  <a:cubicBezTo>
                    <a:pt x="35507912" y="8118404"/>
                    <a:pt x="35545492" y="8147382"/>
                    <a:pt x="35572718" y="8158276"/>
                  </a:cubicBezTo>
                  <a:cubicBezTo>
                    <a:pt x="35638088" y="8184430"/>
                    <a:pt x="35656208" y="8218646"/>
                    <a:pt x="35637594" y="8280768"/>
                  </a:cubicBezTo>
                  <a:cubicBezTo>
                    <a:pt x="35616278" y="8351912"/>
                    <a:pt x="35593932" y="8365374"/>
                    <a:pt x="35539910" y="8339612"/>
                  </a:cubicBezTo>
                  <a:cubicBezTo>
                    <a:pt x="35515560" y="8328002"/>
                    <a:pt x="35468688" y="8315610"/>
                    <a:pt x="35435746" y="8312080"/>
                  </a:cubicBezTo>
                  <a:cubicBezTo>
                    <a:pt x="35332208" y="8300980"/>
                    <a:pt x="35293302" y="8292288"/>
                    <a:pt x="35293302" y="8280250"/>
                  </a:cubicBezTo>
                  <a:cubicBezTo>
                    <a:pt x="35293302" y="8249816"/>
                    <a:pt x="35220700" y="8224074"/>
                    <a:pt x="35131116" y="8222746"/>
                  </a:cubicBezTo>
                  <a:cubicBezTo>
                    <a:pt x="35043436" y="8221448"/>
                    <a:pt x="35036394" y="8219100"/>
                    <a:pt x="34991416" y="8176164"/>
                  </a:cubicBezTo>
                  <a:cubicBezTo>
                    <a:pt x="34946560" y="8133344"/>
                    <a:pt x="34939464" y="8130958"/>
                    <a:pt x="34857440" y="8131108"/>
                  </a:cubicBezTo>
                  <a:cubicBezTo>
                    <a:pt x="34777516" y="8131254"/>
                    <a:pt x="34767666" y="8128198"/>
                    <a:pt x="34729836" y="8091532"/>
                  </a:cubicBezTo>
                  <a:cubicBezTo>
                    <a:pt x="34697336" y="8060034"/>
                    <a:pt x="34677960" y="8051800"/>
                    <a:pt x="34636300" y="8051800"/>
                  </a:cubicBezTo>
                  <a:cubicBezTo>
                    <a:pt x="34607400" y="8051800"/>
                    <a:pt x="34569096" y="8046230"/>
                    <a:pt x="34551180" y="8039416"/>
                  </a:cubicBezTo>
                  <a:cubicBezTo>
                    <a:pt x="34523036" y="8028718"/>
                    <a:pt x="34518602" y="8019438"/>
                    <a:pt x="34518602" y="7971258"/>
                  </a:cubicBezTo>
                  <a:cubicBezTo>
                    <a:pt x="34518602" y="7919388"/>
                    <a:pt x="34522380" y="7913134"/>
                    <a:pt x="34572576" y="7881844"/>
                  </a:cubicBezTo>
                  <a:cubicBezTo>
                    <a:pt x="34666798" y="7823120"/>
                    <a:pt x="34698678" y="7815730"/>
                    <a:pt x="34774202" y="7835084"/>
                  </a:cubicBezTo>
                  <a:cubicBezTo>
                    <a:pt x="34840616" y="7852104"/>
                    <a:pt x="34841436" y="7851964"/>
                    <a:pt x="34848256" y="7822258"/>
                  </a:cubicBezTo>
                  <a:cubicBezTo>
                    <a:pt x="34852048" y="7805740"/>
                    <a:pt x="34873612" y="7779864"/>
                    <a:pt x="34896176" y="7764754"/>
                  </a:cubicBezTo>
                  <a:cubicBezTo>
                    <a:pt x="34938404" y="7736474"/>
                    <a:pt x="34963102" y="7690656"/>
                    <a:pt x="34963102" y="7640600"/>
                  </a:cubicBezTo>
                  <a:cubicBezTo>
                    <a:pt x="34963102" y="7624898"/>
                    <a:pt x="34979444" y="7596396"/>
                    <a:pt x="34999420" y="7577258"/>
                  </a:cubicBezTo>
                  <a:cubicBezTo>
                    <a:pt x="35031280" y="7546732"/>
                    <a:pt x="35036628" y="7530654"/>
                    <a:pt x="35043016" y="7446192"/>
                  </a:cubicBezTo>
                  <a:cubicBezTo>
                    <a:pt x="35048526" y="7373348"/>
                    <a:pt x="35057844" y="7338740"/>
                    <a:pt x="35081296" y="7303984"/>
                  </a:cubicBezTo>
                  <a:cubicBezTo>
                    <a:pt x="35105040" y="7268800"/>
                    <a:pt x="35114164" y="7234268"/>
                    <a:pt x="35120272" y="7156450"/>
                  </a:cubicBezTo>
                  <a:cubicBezTo>
                    <a:pt x="35128180" y="7055696"/>
                    <a:pt x="35130068" y="7051134"/>
                    <a:pt x="35198148" y="6968340"/>
                  </a:cubicBezTo>
                  <a:cubicBezTo>
                    <a:pt x="35208556" y="6955684"/>
                    <a:pt x="35220780" y="6905412"/>
                    <a:pt x="35225316" y="6856620"/>
                  </a:cubicBezTo>
                  <a:cubicBezTo>
                    <a:pt x="35231264" y="6792596"/>
                    <a:pt x="35239848" y="6763504"/>
                    <a:pt x="35256156" y="6752080"/>
                  </a:cubicBezTo>
                  <a:cubicBezTo>
                    <a:pt x="35268584" y="6743378"/>
                    <a:pt x="35281704" y="6719356"/>
                    <a:pt x="35285306" y="6698702"/>
                  </a:cubicBezTo>
                  <a:cubicBezTo>
                    <a:pt x="35317512" y="6514184"/>
                    <a:pt x="35321434" y="6501198"/>
                    <a:pt x="35350700" y="6482022"/>
                  </a:cubicBezTo>
                  <a:cubicBezTo>
                    <a:pt x="35371700" y="6468262"/>
                    <a:pt x="35380600" y="6450430"/>
                    <a:pt x="35380604" y="6422092"/>
                  </a:cubicBezTo>
                  <a:cubicBezTo>
                    <a:pt x="35380628" y="6353406"/>
                    <a:pt x="35408540" y="6247460"/>
                    <a:pt x="35433086" y="6222918"/>
                  </a:cubicBezTo>
                  <a:cubicBezTo>
                    <a:pt x="35481762" y="6174242"/>
                    <a:pt x="35487824" y="6145992"/>
                    <a:pt x="35482556" y="5992316"/>
                  </a:cubicBezTo>
                  <a:lnTo>
                    <a:pt x="35477452" y="5843374"/>
                  </a:lnTo>
                  <a:lnTo>
                    <a:pt x="35433260" y="5797890"/>
                  </a:lnTo>
                  <a:cubicBezTo>
                    <a:pt x="35408954" y="5772876"/>
                    <a:pt x="35366548" y="5739704"/>
                    <a:pt x="35339024" y="5724178"/>
                  </a:cubicBezTo>
                  <a:cubicBezTo>
                    <a:pt x="35311496" y="5708652"/>
                    <a:pt x="35284988" y="5684522"/>
                    <a:pt x="35280116" y="5670550"/>
                  </a:cubicBezTo>
                  <a:cubicBezTo>
                    <a:pt x="35269392" y="5639830"/>
                    <a:pt x="35316336" y="5528824"/>
                    <a:pt x="35350664" y="5503726"/>
                  </a:cubicBezTo>
                  <a:cubicBezTo>
                    <a:pt x="35376438" y="5484880"/>
                    <a:pt x="35393864" y="5476380"/>
                    <a:pt x="35415792" y="5480848"/>
                  </a:cubicBezTo>
                  <a:close/>
                  <a:moveTo>
                    <a:pt x="33793096" y="5035550"/>
                  </a:moveTo>
                  <a:lnTo>
                    <a:pt x="33835688" y="5076654"/>
                  </a:lnTo>
                  <a:cubicBezTo>
                    <a:pt x="33874652" y="5114252"/>
                    <a:pt x="33888324" y="5118796"/>
                    <a:pt x="33996004" y="5129936"/>
                  </a:cubicBezTo>
                  <a:cubicBezTo>
                    <a:pt x="34094184" y="5140094"/>
                    <a:pt x="34123448" y="5148556"/>
                    <a:pt x="34172292" y="5180910"/>
                  </a:cubicBezTo>
                  <a:cubicBezTo>
                    <a:pt x="34204504" y="5202244"/>
                    <a:pt x="34246852" y="5219700"/>
                    <a:pt x="34266400" y="5219700"/>
                  </a:cubicBezTo>
                  <a:cubicBezTo>
                    <a:pt x="34291164" y="5219700"/>
                    <a:pt x="34310480" y="5231252"/>
                    <a:pt x="34330112" y="5257800"/>
                  </a:cubicBezTo>
                  <a:cubicBezTo>
                    <a:pt x="34353780" y="5289818"/>
                    <a:pt x="34366962" y="5295900"/>
                    <a:pt x="34412660" y="5295900"/>
                  </a:cubicBezTo>
                  <a:cubicBezTo>
                    <a:pt x="34458358" y="5295900"/>
                    <a:pt x="34471538" y="5289818"/>
                    <a:pt x="34495212" y="5257800"/>
                  </a:cubicBezTo>
                  <a:cubicBezTo>
                    <a:pt x="34521222" y="5222622"/>
                    <a:pt x="34529388" y="5219700"/>
                    <a:pt x="34601828" y="5219700"/>
                  </a:cubicBezTo>
                  <a:cubicBezTo>
                    <a:pt x="34661960" y="5219700"/>
                    <a:pt x="34688088" y="5225844"/>
                    <a:pt x="34713740" y="5246022"/>
                  </a:cubicBezTo>
                  <a:cubicBezTo>
                    <a:pt x="34755212" y="5278646"/>
                    <a:pt x="34756788" y="5322820"/>
                    <a:pt x="34717612" y="5354512"/>
                  </a:cubicBezTo>
                  <a:cubicBezTo>
                    <a:pt x="34701340" y="5367678"/>
                    <a:pt x="34683136" y="5389882"/>
                    <a:pt x="34677154" y="5403852"/>
                  </a:cubicBezTo>
                  <a:cubicBezTo>
                    <a:pt x="34671176" y="5417820"/>
                    <a:pt x="34665748" y="5549936"/>
                    <a:pt x="34665092" y="5697444"/>
                  </a:cubicBezTo>
                  <a:lnTo>
                    <a:pt x="34663904" y="5965638"/>
                  </a:lnTo>
                  <a:lnTo>
                    <a:pt x="34628880" y="6018560"/>
                  </a:lnTo>
                  <a:cubicBezTo>
                    <a:pt x="34609616" y="6047670"/>
                    <a:pt x="34584068" y="6089862"/>
                    <a:pt x="34572106" y="6112316"/>
                  </a:cubicBezTo>
                  <a:cubicBezTo>
                    <a:pt x="34554116" y="6146084"/>
                    <a:pt x="34540036" y="6154908"/>
                    <a:pt x="34490736" y="6163314"/>
                  </a:cubicBezTo>
                  <a:cubicBezTo>
                    <a:pt x="34436200" y="6172616"/>
                    <a:pt x="34429424" y="6170882"/>
                    <a:pt x="34411132" y="6142964"/>
                  </a:cubicBezTo>
                  <a:cubicBezTo>
                    <a:pt x="34379216" y="6094252"/>
                    <a:pt x="34340852" y="5968630"/>
                    <a:pt x="34334768" y="5892906"/>
                  </a:cubicBezTo>
                  <a:cubicBezTo>
                    <a:pt x="34329864" y="5831878"/>
                    <a:pt x="34323528" y="5818390"/>
                    <a:pt x="34284068" y="5784960"/>
                  </a:cubicBezTo>
                  <a:cubicBezTo>
                    <a:pt x="34254686" y="5760064"/>
                    <a:pt x="34238954" y="5735688"/>
                    <a:pt x="34238914" y="5715000"/>
                  </a:cubicBezTo>
                  <a:cubicBezTo>
                    <a:pt x="34238790" y="5648170"/>
                    <a:pt x="34236124" y="5641476"/>
                    <a:pt x="34203750" y="5626724"/>
                  </a:cubicBezTo>
                  <a:cubicBezTo>
                    <a:pt x="34185436" y="5618378"/>
                    <a:pt x="34163196" y="5601200"/>
                    <a:pt x="34154336" y="5588548"/>
                  </a:cubicBezTo>
                  <a:cubicBezTo>
                    <a:pt x="34145474" y="5575896"/>
                    <a:pt x="34118328" y="5561812"/>
                    <a:pt x="34094014" y="5557250"/>
                  </a:cubicBezTo>
                  <a:cubicBezTo>
                    <a:pt x="34069696" y="5552688"/>
                    <a:pt x="34039444" y="5535788"/>
                    <a:pt x="34026788" y="5519696"/>
                  </a:cubicBezTo>
                  <a:cubicBezTo>
                    <a:pt x="33997252" y="5482146"/>
                    <a:pt x="33957362" y="5461000"/>
                    <a:pt x="33916072" y="5461000"/>
                  </a:cubicBezTo>
                  <a:cubicBezTo>
                    <a:pt x="33897064" y="5461000"/>
                    <a:pt x="33866676" y="5445046"/>
                    <a:pt x="33843502" y="5422900"/>
                  </a:cubicBezTo>
                  <a:lnTo>
                    <a:pt x="33803636" y="5384802"/>
                  </a:lnTo>
                  <a:lnTo>
                    <a:pt x="33595362" y="5384802"/>
                  </a:lnTo>
                  <a:cubicBezTo>
                    <a:pt x="33388256" y="5384802"/>
                    <a:pt x="33386920" y="5384984"/>
                    <a:pt x="33356980" y="5417290"/>
                  </a:cubicBezTo>
                  <a:cubicBezTo>
                    <a:pt x="33340420" y="5435156"/>
                    <a:pt x="33306832" y="5455312"/>
                    <a:pt x="33282336" y="5462072"/>
                  </a:cubicBezTo>
                  <a:cubicBezTo>
                    <a:pt x="33223264" y="5478386"/>
                    <a:pt x="33067264" y="5617080"/>
                    <a:pt x="33054980" y="5664214"/>
                  </a:cubicBezTo>
                  <a:cubicBezTo>
                    <a:pt x="33049768" y="5684200"/>
                    <a:pt x="33034178" y="5704154"/>
                    <a:pt x="33020334" y="5708546"/>
                  </a:cubicBezTo>
                  <a:cubicBezTo>
                    <a:pt x="33006490" y="5712942"/>
                    <a:pt x="32985388" y="5737622"/>
                    <a:pt x="32973436" y="5763392"/>
                  </a:cubicBezTo>
                  <a:cubicBezTo>
                    <a:pt x="32961492" y="5789166"/>
                    <a:pt x="32939390" y="5830872"/>
                    <a:pt x="32924328" y="5856074"/>
                  </a:cubicBezTo>
                  <a:cubicBezTo>
                    <a:pt x="32905426" y="5887700"/>
                    <a:pt x="32894628" y="5932488"/>
                    <a:pt x="32889474" y="6000642"/>
                  </a:cubicBezTo>
                  <a:cubicBezTo>
                    <a:pt x="32882820" y="6088602"/>
                    <a:pt x="32877750" y="6103774"/>
                    <a:pt x="32843056" y="6139572"/>
                  </a:cubicBezTo>
                  <a:lnTo>
                    <a:pt x="32804102" y="6179760"/>
                  </a:lnTo>
                  <a:lnTo>
                    <a:pt x="32804102" y="6968808"/>
                  </a:lnTo>
                  <a:lnTo>
                    <a:pt x="32842202" y="7016750"/>
                  </a:lnTo>
                  <a:cubicBezTo>
                    <a:pt x="32867384" y="7048440"/>
                    <a:pt x="32880302" y="7079092"/>
                    <a:pt x="32880302" y="7107172"/>
                  </a:cubicBezTo>
                  <a:cubicBezTo>
                    <a:pt x="32880302" y="7138970"/>
                    <a:pt x="32892280" y="7162142"/>
                    <a:pt x="32927928" y="7199300"/>
                  </a:cubicBezTo>
                  <a:cubicBezTo>
                    <a:pt x="33023118" y="7298534"/>
                    <a:pt x="33097168" y="7353300"/>
                    <a:pt x="33136150" y="7353300"/>
                  </a:cubicBezTo>
                  <a:cubicBezTo>
                    <a:pt x="33161148" y="7353300"/>
                    <a:pt x="33185156" y="7365546"/>
                    <a:pt x="33207976" y="7389936"/>
                  </a:cubicBezTo>
                  <a:cubicBezTo>
                    <a:pt x="33230312" y="7413808"/>
                    <a:pt x="33263752" y="7431148"/>
                    <a:pt x="33303976" y="7439714"/>
                  </a:cubicBezTo>
                  <a:cubicBezTo>
                    <a:pt x="33348564" y="7449210"/>
                    <a:pt x="33375192" y="7464232"/>
                    <a:pt x="33399912" y="7493840"/>
                  </a:cubicBezTo>
                  <a:lnTo>
                    <a:pt x="33434122" y="7534820"/>
                  </a:lnTo>
                  <a:lnTo>
                    <a:pt x="33556332" y="7528428"/>
                  </a:lnTo>
                  <a:cubicBezTo>
                    <a:pt x="33657384" y="7523144"/>
                    <a:pt x="33690150" y="7515964"/>
                    <a:pt x="33745620" y="7486962"/>
                  </a:cubicBezTo>
                  <a:cubicBezTo>
                    <a:pt x="33796702" y="7460250"/>
                    <a:pt x="33839450" y="7449668"/>
                    <a:pt x="33924846" y="7442596"/>
                  </a:cubicBezTo>
                  <a:cubicBezTo>
                    <a:pt x="34030678" y="7433830"/>
                    <a:pt x="34038572" y="7431122"/>
                    <a:pt x="34065070" y="7394484"/>
                  </a:cubicBezTo>
                  <a:cubicBezTo>
                    <a:pt x="34080516" y="7373132"/>
                    <a:pt x="34116012" y="7346338"/>
                    <a:pt x="34143952" y="7334934"/>
                  </a:cubicBezTo>
                  <a:cubicBezTo>
                    <a:pt x="34171892" y="7323532"/>
                    <a:pt x="34206656" y="7305262"/>
                    <a:pt x="34221204" y="7294332"/>
                  </a:cubicBezTo>
                  <a:cubicBezTo>
                    <a:pt x="34235752" y="7283402"/>
                    <a:pt x="34273292" y="7271570"/>
                    <a:pt x="34304628" y="7268036"/>
                  </a:cubicBezTo>
                  <a:cubicBezTo>
                    <a:pt x="34381280" y="7259396"/>
                    <a:pt x="34406812" y="7283888"/>
                    <a:pt x="34397778" y="7357384"/>
                  </a:cubicBezTo>
                  <a:cubicBezTo>
                    <a:pt x="34394192" y="7386570"/>
                    <a:pt x="34390716" y="7425978"/>
                    <a:pt x="34390058" y="7444954"/>
                  </a:cubicBezTo>
                  <a:cubicBezTo>
                    <a:pt x="34389298" y="7466846"/>
                    <a:pt x="34380156" y="7482224"/>
                    <a:pt x="34365048" y="7487018"/>
                  </a:cubicBezTo>
                  <a:cubicBezTo>
                    <a:pt x="34351952" y="7491172"/>
                    <a:pt x="34317802" y="7517092"/>
                    <a:pt x="34289160" y="7544612"/>
                  </a:cubicBezTo>
                  <a:cubicBezTo>
                    <a:pt x="34252380" y="7579948"/>
                    <a:pt x="34225264" y="7595056"/>
                    <a:pt x="34196868" y="7596030"/>
                  </a:cubicBezTo>
                  <a:cubicBezTo>
                    <a:pt x="34169264" y="7596978"/>
                    <a:pt x="34146692" y="7609016"/>
                    <a:pt x="34124902" y="7634408"/>
                  </a:cubicBezTo>
                  <a:cubicBezTo>
                    <a:pt x="34105352" y="7657194"/>
                    <a:pt x="34069452" y="7677966"/>
                    <a:pt x="34031468" y="7688474"/>
                  </a:cubicBezTo>
                  <a:cubicBezTo>
                    <a:pt x="33992908" y="7699140"/>
                    <a:pt x="33959204" y="7718810"/>
                    <a:pt x="33941548" y="7740954"/>
                  </a:cubicBezTo>
                  <a:cubicBezTo>
                    <a:pt x="33914408" y="7774988"/>
                    <a:pt x="33907600" y="7776682"/>
                    <a:pt x="33766998" y="7784364"/>
                  </a:cubicBezTo>
                  <a:cubicBezTo>
                    <a:pt x="33630760" y="7791808"/>
                    <a:pt x="33617758" y="7794822"/>
                    <a:pt x="33578138" y="7828162"/>
                  </a:cubicBezTo>
                  <a:cubicBezTo>
                    <a:pt x="33542664" y="7858010"/>
                    <a:pt x="33527368" y="7862856"/>
                    <a:pt x="33486100" y="7857320"/>
                  </a:cubicBezTo>
                  <a:cubicBezTo>
                    <a:pt x="33455728" y="7853248"/>
                    <a:pt x="33421984" y="7836790"/>
                    <a:pt x="33398754" y="7814716"/>
                  </a:cubicBezTo>
                  <a:cubicBezTo>
                    <a:pt x="33363048" y="7780786"/>
                    <a:pt x="33354416" y="7778720"/>
                    <a:pt x="33246264" y="7778224"/>
                  </a:cubicBezTo>
                  <a:lnTo>
                    <a:pt x="33131624" y="7777700"/>
                  </a:lnTo>
                  <a:lnTo>
                    <a:pt x="33091688" y="7731916"/>
                  </a:lnTo>
                  <a:cubicBezTo>
                    <a:pt x="33057496" y="7692720"/>
                    <a:pt x="33044032" y="7686170"/>
                    <a:pt x="32998096" y="7686412"/>
                  </a:cubicBezTo>
                  <a:cubicBezTo>
                    <a:pt x="32955876" y="7686632"/>
                    <a:pt x="32934808" y="7678232"/>
                    <a:pt x="32899228" y="7646996"/>
                  </a:cubicBezTo>
                  <a:cubicBezTo>
                    <a:pt x="32874364" y="7625164"/>
                    <a:pt x="32845912" y="7607302"/>
                    <a:pt x="32836008" y="7607302"/>
                  </a:cubicBezTo>
                  <a:cubicBezTo>
                    <a:pt x="32801352" y="7607302"/>
                    <a:pt x="32758456" y="7579952"/>
                    <a:pt x="32740080" y="7546148"/>
                  </a:cubicBezTo>
                  <a:cubicBezTo>
                    <a:pt x="32729888" y="7527392"/>
                    <a:pt x="32705904" y="7506760"/>
                    <a:pt x="32686776" y="7500298"/>
                  </a:cubicBezTo>
                  <a:cubicBezTo>
                    <a:pt x="32667648" y="7493832"/>
                    <a:pt x="32648884" y="7478732"/>
                    <a:pt x="32645080" y="7466738"/>
                  </a:cubicBezTo>
                  <a:cubicBezTo>
                    <a:pt x="32641272" y="7454746"/>
                    <a:pt x="32621944" y="7438216"/>
                    <a:pt x="32602128" y="7430010"/>
                  </a:cubicBezTo>
                  <a:cubicBezTo>
                    <a:pt x="32582312" y="7421800"/>
                    <a:pt x="32559888" y="7401456"/>
                    <a:pt x="32552300" y="7384804"/>
                  </a:cubicBezTo>
                  <a:cubicBezTo>
                    <a:pt x="32544712" y="7368148"/>
                    <a:pt x="32521516" y="7345738"/>
                    <a:pt x="32500752" y="7335000"/>
                  </a:cubicBezTo>
                  <a:cubicBezTo>
                    <a:pt x="32479988" y="7324264"/>
                    <a:pt x="32459516" y="7304496"/>
                    <a:pt x="32455258" y="7291076"/>
                  </a:cubicBezTo>
                  <a:cubicBezTo>
                    <a:pt x="32450998" y="7277652"/>
                    <a:pt x="32434148" y="7257916"/>
                    <a:pt x="32417816" y="7247218"/>
                  </a:cubicBezTo>
                  <a:cubicBezTo>
                    <a:pt x="32401484" y="7236514"/>
                    <a:pt x="32381430" y="7208856"/>
                    <a:pt x="32373254" y="7185754"/>
                  </a:cubicBezTo>
                  <a:cubicBezTo>
                    <a:pt x="32365076" y="7162652"/>
                    <a:pt x="32344096" y="7132244"/>
                    <a:pt x="32326636" y="7118184"/>
                  </a:cubicBezTo>
                  <a:cubicBezTo>
                    <a:pt x="32302248" y="7098540"/>
                    <a:pt x="32291900" y="7073518"/>
                    <a:pt x="32281996" y="7010232"/>
                  </a:cubicBezTo>
                  <a:cubicBezTo>
                    <a:pt x="32274908" y="6964920"/>
                    <a:pt x="32269604" y="6918832"/>
                    <a:pt x="32270212" y="6907810"/>
                  </a:cubicBezTo>
                  <a:cubicBezTo>
                    <a:pt x="32270820" y="6896788"/>
                    <a:pt x="32257448" y="6872804"/>
                    <a:pt x="32240496" y="6854516"/>
                  </a:cubicBezTo>
                  <a:cubicBezTo>
                    <a:pt x="32214054" y="6825986"/>
                    <a:pt x="32208348" y="6803604"/>
                    <a:pt x="32200356" y="6696992"/>
                  </a:cubicBezTo>
                  <a:cubicBezTo>
                    <a:pt x="32187000" y="6518826"/>
                    <a:pt x="32202144" y="6310096"/>
                    <a:pt x="32235184" y="6217042"/>
                  </a:cubicBezTo>
                  <a:cubicBezTo>
                    <a:pt x="32252032" y="6169580"/>
                    <a:pt x="32264196" y="6099396"/>
                    <a:pt x="32267164" y="6032500"/>
                  </a:cubicBezTo>
                  <a:cubicBezTo>
                    <a:pt x="32272264" y="5917440"/>
                    <a:pt x="32279796" y="5894684"/>
                    <a:pt x="32324756" y="5858444"/>
                  </a:cubicBezTo>
                  <a:cubicBezTo>
                    <a:pt x="32342548" y="5844102"/>
                    <a:pt x="32354540" y="5818814"/>
                    <a:pt x="32356680" y="5791114"/>
                  </a:cubicBezTo>
                  <a:cubicBezTo>
                    <a:pt x="32361088" y="5734086"/>
                    <a:pt x="32377002" y="5707306"/>
                    <a:pt x="32419804" y="5684876"/>
                  </a:cubicBezTo>
                  <a:cubicBezTo>
                    <a:pt x="32448384" y="5669902"/>
                    <a:pt x="32455416" y="5656052"/>
                    <a:pt x="32460916" y="5603882"/>
                  </a:cubicBezTo>
                  <a:cubicBezTo>
                    <a:pt x="32467214" y="5544146"/>
                    <a:pt x="32472714" y="5536308"/>
                    <a:pt x="32569152" y="5449538"/>
                  </a:cubicBezTo>
                  <a:cubicBezTo>
                    <a:pt x="32625032" y="5399264"/>
                    <a:pt x="32682180" y="5347660"/>
                    <a:pt x="32696152" y="5334864"/>
                  </a:cubicBezTo>
                  <a:cubicBezTo>
                    <a:pt x="32710124" y="5322072"/>
                    <a:pt x="32745842" y="5307628"/>
                    <a:pt x="32775528" y="5302766"/>
                  </a:cubicBezTo>
                  <a:cubicBezTo>
                    <a:pt x="32805212" y="5297906"/>
                    <a:pt x="32829502" y="5289736"/>
                    <a:pt x="32829502" y="5284612"/>
                  </a:cubicBezTo>
                  <a:cubicBezTo>
                    <a:pt x="32829502" y="5265026"/>
                    <a:pt x="32880080" y="5222262"/>
                    <a:pt x="32920582" y="5207596"/>
                  </a:cubicBezTo>
                  <a:cubicBezTo>
                    <a:pt x="32943830" y="5199182"/>
                    <a:pt x="32980246" y="5179398"/>
                    <a:pt x="33001508" y="5163632"/>
                  </a:cubicBezTo>
                  <a:cubicBezTo>
                    <a:pt x="33026178" y="5145342"/>
                    <a:pt x="33074416" y="5129702"/>
                    <a:pt x="33134856" y="5120398"/>
                  </a:cubicBezTo>
                  <a:cubicBezTo>
                    <a:pt x="33204912" y="5109618"/>
                    <a:pt x="33239208" y="5097322"/>
                    <a:pt x="33266660" y="5073144"/>
                  </a:cubicBezTo>
                  <a:cubicBezTo>
                    <a:pt x="33303540" y="5040660"/>
                    <a:pt x="33305256" y="5040446"/>
                    <a:pt x="33548432" y="5038004"/>
                  </a:cubicBezTo>
                  <a:close/>
                  <a:moveTo>
                    <a:pt x="26828416" y="4730040"/>
                  </a:moveTo>
                  <a:cubicBezTo>
                    <a:pt x="26873300" y="4725344"/>
                    <a:pt x="26924000" y="4785058"/>
                    <a:pt x="26924000" y="4851936"/>
                  </a:cubicBezTo>
                  <a:cubicBezTo>
                    <a:pt x="26924000" y="4893578"/>
                    <a:pt x="26916056" y="4906486"/>
                    <a:pt x="26863200" y="4950740"/>
                  </a:cubicBezTo>
                  <a:cubicBezTo>
                    <a:pt x="26814140" y="4991818"/>
                    <a:pt x="26787916" y="5003694"/>
                    <a:pt x="26727404" y="5012248"/>
                  </a:cubicBezTo>
                  <a:lnTo>
                    <a:pt x="26652412" y="5022852"/>
                  </a:lnTo>
                  <a:lnTo>
                    <a:pt x="26647836" y="5071662"/>
                  </a:lnTo>
                  <a:cubicBezTo>
                    <a:pt x="26644740" y="5104668"/>
                    <a:pt x="26632608" y="5129636"/>
                    <a:pt x="26610360" y="5148772"/>
                  </a:cubicBezTo>
                  <a:cubicBezTo>
                    <a:pt x="26585512" y="5170144"/>
                    <a:pt x="26575072" y="5194724"/>
                    <a:pt x="26567672" y="5249232"/>
                  </a:cubicBezTo>
                  <a:cubicBezTo>
                    <a:pt x="26561228" y="5296704"/>
                    <a:pt x="26547256" y="5334018"/>
                    <a:pt x="26526840" y="5358282"/>
                  </a:cubicBezTo>
                  <a:cubicBezTo>
                    <a:pt x="26509772" y="5378570"/>
                    <a:pt x="26486028" y="5419984"/>
                    <a:pt x="26474080" y="5450308"/>
                  </a:cubicBezTo>
                  <a:cubicBezTo>
                    <a:pt x="26462136" y="5480638"/>
                    <a:pt x="26438440" y="5516880"/>
                    <a:pt x="26421432" y="5530854"/>
                  </a:cubicBezTo>
                  <a:cubicBezTo>
                    <a:pt x="26397212" y="5550738"/>
                    <a:pt x="26389384" y="5571264"/>
                    <a:pt x="26385376" y="5625400"/>
                  </a:cubicBezTo>
                  <a:cubicBezTo>
                    <a:pt x="26381228" y="5681442"/>
                    <a:pt x="26374164" y="5698986"/>
                    <a:pt x="26348128" y="5717948"/>
                  </a:cubicBezTo>
                  <a:cubicBezTo>
                    <a:pt x="26325440" y="5734478"/>
                    <a:pt x="26311832" y="5761442"/>
                    <a:pt x="26301812" y="5809718"/>
                  </a:cubicBezTo>
                  <a:cubicBezTo>
                    <a:pt x="26291840" y="5857766"/>
                    <a:pt x="26278676" y="5883946"/>
                    <a:pt x="26257532" y="5897802"/>
                  </a:cubicBezTo>
                  <a:cubicBezTo>
                    <a:pt x="26236304" y="5911708"/>
                    <a:pt x="26223216" y="5937884"/>
                    <a:pt x="26213084" y="5986700"/>
                  </a:cubicBezTo>
                  <a:cubicBezTo>
                    <a:pt x="26202792" y="6036268"/>
                    <a:pt x="26189944" y="6061634"/>
                    <a:pt x="26167776" y="6076160"/>
                  </a:cubicBezTo>
                  <a:cubicBezTo>
                    <a:pt x="26146748" y="6089938"/>
                    <a:pt x="26134152" y="6113202"/>
                    <a:pt x="26128468" y="6148738"/>
                  </a:cubicBezTo>
                  <a:cubicBezTo>
                    <a:pt x="26122272" y="6187490"/>
                    <a:pt x="26108256" y="6211006"/>
                    <a:pt x="26074376" y="6239500"/>
                  </a:cubicBezTo>
                  <a:lnTo>
                    <a:pt x="26028652" y="6277956"/>
                  </a:lnTo>
                  <a:lnTo>
                    <a:pt x="26030928" y="6487330"/>
                  </a:lnTo>
                  <a:cubicBezTo>
                    <a:pt x="26033408" y="6715904"/>
                    <a:pt x="26037148" y="6744032"/>
                    <a:pt x="26069288" y="6776176"/>
                  </a:cubicBezTo>
                  <a:cubicBezTo>
                    <a:pt x="26083044" y="6789932"/>
                    <a:pt x="26092392" y="6823566"/>
                    <a:pt x="26095120" y="6869140"/>
                  </a:cubicBezTo>
                  <a:cubicBezTo>
                    <a:pt x="26103848" y="7014892"/>
                    <a:pt x="26133808" y="7228592"/>
                    <a:pt x="26147424" y="7242202"/>
                  </a:cubicBezTo>
                  <a:cubicBezTo>
                    <a:pt x="26155808" y="7250590"/>
                    <a:pt x="26215812" y="7256622"/>
                    <a:pt x="26296128" y="7257158"/>
                  </a:cubicBezTo>
                  <a:cubicBezTo>
                    <a:pt x="26458220" y="7258232"/>
                    <a:pt x="26468080" y="7265680"/>
                    <a:pt x="26470136" y="7388610"/>
                  </a:cubicBezTo>
                  <a:cubicBezTo>
                    <a:pt x="26471312" y="7458606"/>
                    <a:pt x="26468024" y="7470268"/>
                    <a:pt x="26443300" y="7483862"/>
                  </a:cubicBezTo>
                  <a:cubicBezTo>
                    <a:pt x="26424876" y="7493992"/>
                    <a:pt x="26303608" y="7503026"/>
                    <a:pt x="26092840" y="7509968"/>
                  </a:cubicBezTo>
                  <a:lnTo>
                    <a:pt x="25770552" y="7520588"/>
                  </a:lnTo>
                  <a:lnTo>
                    <a:pt x="25737040" y="7558196"/>
                  </a:lnTo>
                  <a:cubicBezTo>
                    <a:pt x="25705712" y="7593358"/>
                    <a:pt x="25699228" y="7595294"/>
                    <a:pt x="25637492" y="7587942"/>
                  </a:cubicBezTo>
                  <a:cubicBezTo>
                    <a:pt x="25601168" y="7583618"/>
                    <a:pt x="25536560" y="7586920"/>
                    <a:pt x="25493912" y="7595282"/>
                  </a:cubicBezTo>
                  <a:cubicBezTo>
                    <a:pt x="25433564" y="7607114"/>
                    <a:pt x="25406096" y="7607090"/>
                    <a:pt x="25369992" y="7595176"/>
                  </a:cubicBezTo>
                  <a:cubicBezTo>
                    <a:pt x="25298048" y="7571432"/>
                    <a:pt x="25291592" y="7545256"/>
                    <a:pt x="25336096" y="7457684"/>
                  </a:cubicBezTo>
                  <a:cubicBezTo>
                    <a:pt x="25376928" y="7377328"/>
                    <a:pt x="25404888" y="7357520"/>
                    <a:pt x="25492672" y="7346756"/>
                  </a:cubicBezTo>
                  <a:cubicBezTo>
                    <a:pt x="25522032" y="7343156"/>
                    <a:pt x="25555688" y="7338760"/>
                    <a:pt x="25567468" y="7336982"/>
                  </a:cubicBezTo>
                  <a:cubicBezTo>
                    <a:pt x="25586952" y="7334042"/>
                    <a:pt x="25588100" y="7315432"/>
                    <a:pt x="25580168" y="7130800"/>
                  </a:cubicBezTo>
                  <a:cubicBezTo>
                    <a:pt x="25573884" y="6984482"/>
                    <a:pt x="25565620" y="6915168"/>
                    <a:pt x="25550560" y="6882396"/>
                  </a:cubicBezTo>
                  <a:cubicBezTo>
                    <a:pt x="25536428" y="6851644"/>
                    <a:pt x="25524864" y="6767378"/>
                    <a:pt x="25514832" y="6622040"/>
                  </a:cubicBezTo>
                  <a:cubicBezTo>
                    <a:pt x="25498832" y="6390196"/>
                    <a:pt x="25493792" y="6362700"/>
                    <a:pt x="25467276" y="6362700"/>
                  </a:cubicBezTo>
                  <a:cubicBezTo>
                    <a:pt x="25457744" y="6362700"/>
                    <a:pt x="25438444" y="6343208"/>
                    <a:pt x="25424388" y="6319384"/>
                  </a:cubicBezTo>
                  <a:cubicBezTo>
                    <a:pt x="25410332" y="6295562"/>
                    <a:pt x="25391096" y="6273102"/>
                    <a:pt x="25381644" y="6269476"/>
                  </a:cubicBezTo>
                  <a:cubicBezTo>
                    <a:pt x="25372192" y="6265848"/>
                    <a:pt x="25358000" y="6243322"/>
                    <a:pt x="25350112" y="6219414"/>
                  </a:cubicBezTo>
                  <a:cubicBezTo>
                    <a:pt x="25341832" y="6194316"/>
                    <a:pt x="25322500" y="6169900"/>
                    <a:pt x="25304384" y="6161644"/>
                  </a:cubicBezTo>
                  <a:cubicBezTo>
                    <a:pt x="25287124" y="6153780"/>
                    <a:pt x="25273000" y="6141082"/>
                    <a:pt x="25273000" y="6133422"/>
                  </a:cubicBezTo>
                  <a:cubicBezTo>
                    <a:pt x="25273000" y="6125766"/>
                    <a:pt x="25227280" y="6073592"/>
                    <a:pt x="25171400" y="6017490"/>
                  </a:cubicBezTo>
                  <a:cubicBezTo>
                    <a:pt x="25115520" y="5961382"/>
                    <a:pt x="25069800" y="5909938"/>
                    <a:pt x="25069800" y="5903168"/>
                  </a:cubicBezTo>
                  <a:cubicBezTo>
                    <a:pt x="25069800" y="5896400"/>
                    <a:pt x="25024032" y="5844148"/>
                    <a:pt x="24968092" y="5787056"/>
                  </a:cubicBezTo>
                  <a:cubicBezTo>
                    <a:pt x="24912152" y="5729964"/>
                    <a:pt x="24852536" y="5668966"/>
                    <a:pt x="24835616" y="5651500"/>
                  </a:cubicBezTo>
                  <a:cubicBezTo>
                    <a:pt x="24818696" y="5634042"/>
                    <a:pt x="24803960" y="5607382"/>
                    <a:pt x="24802872" y="5592260"/>
                  </a:cubicBezTo>
                  <a:cubicBezTo>
                    <a:pt x="24801624" y="5574956"/>
                    <a:pt x="24787296" y="5559136"/>
                    <a:pt x="24764216" y="5549576"/>
                  </a:cubicBezTo>
                  <a:cubicBezTo>
                    <a:pt x="24719624" y="5531106"/>
                    <a:pt x="24558260" y="5352004"/>
                    <a:pt x="24543144" y="5304212"/>
                  </a:cubicBezTo>
                  <a:cubicBezTo>
                    <a:pt x="24541276" y="5298302"/>
                    <a:pt x="24496448" y="5291528"/>
                    <a:pt x="24443528" y="5289160"/>
                  </a:cubicBezTo>
                  <a:cubicBezTo>
                    <a:pt x="24298968" y="5282684"/>
                    <a:pt x="24288504" y="5272872"/>
                    <a:pt x="24270860" y="5127230"/>
                  </a:cubicBezTo>
                  <a:cubicBezTo>
                    <a:pt x="24264064" y="5071162"/>
                    <a:pt x="24266044" y="5064342"/>
                    <a:pt x="24291672" y="5055544"/>
                  </a:cubicBezTo>
                  <a:cubicBezTo>
                    <a:pt x="24307248" y="5050202"/>
                    <a:pt x="24430120" y="5039066"/>
                    <a:pt x="24564720" y="5030800"/>
                  </a:cubicBezTo>
                  <a:cubicBezTo>
                    <a:pt x="24733696" y="5020428"/>
                    <a:pt x="24822592" y="5009604"/>
                    <a:pt x="24851908" y="4995836"/>
                  </a:cubicBezTo>
                  <a:cubicBezTo>
                    <a:pt x="24875260" y="4984866"/>
                    <a:pt x="24908344" y="4978564"/>
                    <a:pt x="24925428" y="4981830"/>
                  </a:cubicBezTo>
                  <a:cubicBezTo>
                    <a:pt x="24942512" y="4985096"/>
                    <a:pt x="24974840" y="4977342"/>
                    <a:pt x="24997272" y="4964594"/>
                  </a:cubicBezTo>
                  <a:cubicBezTo>
                    <a:pt x="25032892" y="4944350"/>
                    <a:pt x="25060220" y="4942148"/>
                    <a:pt x="25213308" y="4947208"/>
                  </a:cubicBezTo>
                  <a:cubicBezTo>
                    <a:pt x="25478676" y="4955980"/>
                    <a:pt x="25513288" y="4985924"/>
                    <a:pt x="25404808" y="5112900"/>
                  </a:cubicBezTo>
                  <a:cubicBezTo>
                    <a:pt x="25355480" y="5170644"/>
                    <a:pt x="25340792" y="5180616"/>
                    <a:pt x="25312732" y="5175426"/>
                  </a:cubicBezTo>
                  <a:cubicBezTo>
                    <a:pt x="25233052" y="5160680"/>
                    <a:pt x="25209784" y="5231234"/>
                    <a:pt x="25273000" y="5295900"/>
                  </a:cubicBezTo>
                  <a:cubicBezTo>
                    <a:pt x="25293956" y="5317340"/>
                    <a:pt x="25311100" y="5343210"/>
                    <a:pt x="25311100" y="5353396"/>
                  </a:cubicBezTo>
                  <a:cubicBezTo>
                    <a:pt x="25311100" y="5363578"/>
                    <a:pt x="25350856" y="5412544"/>
                    <a:pt x="25399444" y="5462204"/>
                  </a:cubicBezTo>
                  <a:cubicBezTo>
                    <a:pt x="25448032" y="5511868"/>
                    <a:pt x="25494228" y="5572014"/>
                    <a:pt x="25502104" y="5595868"/>
                  </a:cubicBezTo>
                  <a:cubicBezTo>
                    <a:pt x="25510832" y="5622312"/>
                    <a:pt x="25530876" y="5646720"/>
                    <a:pt x="25553456" y="5658400"/>
                  </a:cubicBezTo>
                  <a:cubicBezTo>
                    <a:pt x="25573832" y="5668934"/>
                    <a:pt x="25590500" y="5682934"/>
                    <a:pt x="25590500" y="5689504"/>
                  </a:cubicBezTo>
                  <a:cubicBezTo>
                    <a:pt x="25590500" y="5696076"/>
                    <a:pt x="25610504" y="5721458"/>
                    <a:pt x="25634952" y="5745904"/>
                  </a:cubicBezTo>
                  <a:cubicBezTo>
                    <a:pt x="25659400" y="5770352"/>
                    <a:pt x="25679400" y="5797474"/>
                    <a:pt x="25679400" y="5806178"/>
                  </a:cubicBezTo>
                  <a:cubicBezTo>
                    <a:pt x="25679400" y="5814878"/>
                    <a:pt x="25690560" y="5833644"/>
                    <a:pt x="25704200" y="5847872"/>
                  </a:cubicBezTo>
                  <a:cubicBezTo>
                    <a:pt x="25794032" y="5941608"/>
                    <a:pt x="25838784" y="5981488"/>
                    <a:pt x="25849968" y="5977762"/>
                  </a:cubicBezTo>
                  <a:cubicBezTo>
                    <a:pt x="25857028" y="5975408"/>
                    <a:pt x="25867444" y="5951138"/>
                    <a:pt x="25873120" y="5923824"/>
                  </a:cubicBezTo>
                  <a:cubicBezTo>
                    <a:pt x="25879124" y="5894924"/>
                    <a:pt x="25898568" y="5860348"/>
                    <a:pt x="25919632" y="5841108"/>
                  </a:cubicBezTo>
                  <a:cubicBezTo>
                    <a:pt x="25949004" y="5814280"/>
                    <a:pt x="25957552" y="5793190"/>
                    <a:pt x="25964976" y="5729190"/>
                  </a:cubicBezTo>
                  <a:cubicBezTo>
                    <a:pt x="25972436" y="5664930"/>
                    <a:pt x="25981004" y="5643908"/>
                    <a:pt x="26011256" y="5615632"/>
                  </a:cubicBezTo>
                  <a:cubicBezTo>
                    <a:pt x="26040976" y="5587860"/>
                    <a:pt x="26048640" y="5569604"/>
                    <a:pt x="26049672" y="5524148"/>
                  </a:cubicBezTo>
                  <a:cubicBezTo>
                    <a:pt x="26050648" y="5480944"/>
                    <a:pt x="26059336" y="5458232"/>
                    <a:pt x="26085968" y="5429252"/>
                  </a:cubicBezTo>
                  <a:cubicBezTo>
                    <a:pt x="26105224" y="5408298"/>
                    <a:pt x="26127828" y="5366030"/>
                    <a:pt x="26136200" y="5335328"/>
                  </a:cubicBezTo>
                  <a:cubicBezTo>
                    <a:pt x="26145364" y="5301696"/>
                    <a:pt x="26168660" y="5263236"/>
                    <a:pt x="26194804" y="5238578"/>
                  </a:cubicBezTo>
                  <a:cubicBezTo>
                    <a:pt x="26230024" y="5205364"/>
                    <a:pt x="26236968" y="5190756"/>
                    <a:pt x="26231656" y="5161052"/>
                  </a:cubicBezTo>
                  <a:cubicBezTo>
                    <a:pt x="26219264" y="5091742"/>
                    <a:pt x="26209084" y="5085834"/>
                    <a:pt x="26112832" y="5092048"/>
                  </a:cubicBezTo>
                  <a:cubicBezTo>
                    <a:pt x="26051352" y="5096020"/>
                    <a:pt x="26018536" y="5092688"/>
                    <a:pt x="26004512" y="5081044"/>
                  </a:cubicBezTo>
                  <a:cubicBezTo>
                    <a:pt x="25976756" y="5058014"/>
                    <a:pt x="25955104" y="4970348"/>
                    <a:pt x="25964628" y="4919580"/>
                  </a:cubicBezTo>
                  <a:cubicBezTo>
                    <a:pt x="25971308" y="4883960"/>
                    <a:pt x="25979980" y="4875496"/>
                    <a:pt x="26021152" y="4864412"/>
                  </a:cubicBezTo>
                  <a:cubicBezTo>
                    <a:pt x="26047900" y="4857208"/>
                    <a:pt x="26085016" y="4839334"/>
                    <a:pt x="26103632" y="4824692"/>
                  </a:cubicBezTo>
                  <a:cubicBezTo>
                    <a:pt x="26126944" y="4806352"/>
                    <a:pt x="26147256" y="4800524"/>
                    <a:pt x="26168900" y="4805954"/>
                  </a:cubicBezTo>
                  <a:cubicBezTo>
                    <a:pt x="26186624" y="4810406"/>
                    <a:pt x="26215508" y="4805990"/>
                    <a:pt x="26235160" y="4795820"/>
                  </a:cubicBezTo>
                  <a:cubicBezTo>
                    <a:pt x="26258308" y="4783854"/>
                    <a:pt x="26357424" y="4772656"/>
                    <a:pt x="26530328" y="4762482"/>
                  </a:cubicBezTo>
                  <a:cubicBezTo>
                    <a:pt x="26673508" y="4754054"/>
                    <a:pt x="26799224" y="4742212"/>
                    <a:pt x="26809700" y="4736164"/>
                  </a:cubicBezTo>
                  <a:cubicBezTo>
                    <a:pt x="26815712" y="4732698"/>
                    <a:pt x="26822004" y="4730712"/>
                    <a:pt x="26828416" y="4730040"/>
                  </a:cubicBezTo>
                  <a:close/>
                  <a:moveTo>
                    <a:pt x="30258962" y="4685454"/>
                  </a:moveTo>
                  <a:cubicBezTo>
                    <a:pt x="30353466" y="4685670"/>
                    <a:pt x="30435188" y="4688296"/>
                    <a:pt x="30456948" y="4693976"/>
                  </a:cubicBezTo>
                  <a:cubicBezTo>
                    <a:pt x="30473122" y="4698196"/>
                    <a:pt x="30527740" y="4703706"/>
                    <a:pt x="30578324" y="4706220"/>
                  </a:cubicBezTo>
                  <a:cubicBezTo>
                    <a:pt x="30632072" y="4708888"/>
                    <a:pt x="30682212" y="4718754"/>
                    <a:pt x="30698976" y="4729962"/>
                  </a:cubicBezTo>
                  <a:cubicBezTo>
                    <a:pt x="30721838" y="4745244"/>
                    <a:pt x="30807464" y="4751752"/>
                    <a:pt x="31121352" y="4762048"/>
                  </a:cubicBezTo>
                  <a:cubicBezTo>
                    <a:pt x="31650836" y="4779418"/>
                    <a:pt x="31733746" y="4787974"/>
                    <a:pt x="31850808" y="4837342"/>
                  </a:cubicBezTo>
                  <a:cubicBezTo>
                    <a:pt x="31998988" y="4899834"/>
                    <a:pt x="32018520" y="4929952"/>
                    <a:pt x="31961118" y="5007480"/>
                  </a:cubicBezTo>
                  <a:cubicBezTo>
                    <a:pt x="31926776" y="5053864"/>
                    <a:pt x="31915102" y="5131540"/>
                    <a:pt x="31915102" y="5313684"/>
                  </a:cubicBezTo>
                  <a:cubicBezTo>
                    <a:pt x="31915102" y="5442420"/>
                    <a:pt x="31899792" y="5505508"/>
                    <a:pt x="31863888" y="5524722"/>
                  </a:cubicBezTo>
                  <a:cubicBezTo>
                    <a:pt x="31831196" y="5542218"/>
                    <a:pt x="31804552" y="5528566"/>
                    <a:pt x="31744898" y="5463760"/>
                  </a:cubicBezTo>
                  <a:cubicBezTo>
                    <a:pt x="31680350" y="5393640"/>
                    <a:pt x="31673968" y="5378380"/>
                    <a:pt x="31668218" y="5280348"/>
                  </a:cubicBezTo>
                  <a:cubicBezTo>
                    <a:pt x="31663920" y="5207124"/>
                    <a:pt x="31659968" y="5198196"/>
                    <a:pt x="31612040" y="5153490"/>
                  </a:cubicBezTo>
                  <a:lnTo>
                    <a:pt x="31560484" y="5105402"/>
                  </a:lnTo>
                  <a:lnTo>
                    <a:pt x="31423386" y="5105402"/>
                  </a:lnTo>
                  <a:cubicBezTo>
                    <a:pt x="31267928" y="5105402"/>
                    <a:pt x="31214036" y="5093780"/>
                    <a:pt x="31166944" y="5050100"/>
                  </a:cubicBezTo>
                  <a:cubicBezTo>
                    <a:pt x="31135298" y="5020744"/>
                    <a:pt x="31126900" y="5019586"/>
                    <a:pt x="30945032" y="5019428"/>
                  </a:cubicBezTo>
                  <a:cubicBezTo>
                    <a:pt x="30758576" y="5019270"/>
                    <a:pt x="30755304" y="5019750"/>
                    <a:pt x="30703732" y="5054966"/>
                  </a:cubicBezTo>
                  <a:lnTo>
                    <a:pt x="30651452" y="5090666"/>
                  </a:lnTo>
                  <a:lnTo>
                    <a:pt x="30644156" y="5304408"/>
                  </a:lnTo>
                  <a:cubicBezTo>
                    <a:pt x="30638826" y="5460596"/>
                    <a:pt x="30630688" y="5536750"/>
                    <a:pt x="30613928" y="5587224"/>
                  </a:cubicBezTo>
                  <a:cubicBezTo>
                    <a:pt x="30588098" y="5665012"/>
                    <a:pt x="30574120" y="5797758"/>
                    <a:pt x="30586544" y="5847258"/>
                  </a:cubicBezTo>
                  <a:cubicBezTo>
                    <a:pt x="30592676" y="5871698"/>
                    <a:pt x="30602964" y="5880100"/>
                    <a:pt x="30626740" y="5880100"/>
                  </a:cubicBezTo>
                  <a:cubicBezTo>
                    <a:pt x="30644314" y="5880100"/>
                    <a:pt x="30671100" y="5887244"/>
                    <a:pt x="30686262" y="5895976"/>
                  </a:cubicBezTo>
                  <a:cubicBezTo>
                    <a:pt x="30706384" y="5907564"/>
                    <a:pt x="30803068" y="5911850"/>
                    <a:pt x="31044156" y="5911850"/>
                  </a:cubicBezTo>
                  <a:cubicBezTo>
                    <a:pt x="31355876" y="5911850"/>
                    <a:pt x="31375718" y="5910452"/>
                    <a:pt x="31396424" y="5887046"/>
                  </a:cubicBezTo>
                  <a:cubicBezTo>
                    <a:pt x="31408492" y="5873406"/>
                    <a:pt x="31430818" y="5852850"/>
                    <a:pt x="31446040" y="5841368"/>
                  </a:cubicBezTo>
                  <a:cubicBezTo>
                    <a:pt x="31470408" y="5822988"/>
                    <a:pt x="31473696" y="5808496"/>
                    <a:pt x="31473552" y="5720124"/>
                  </a:cubicBezTo>
                  <a:cubicBezTo>
                    <a:pt x="31473344" y="5594728"/>
                    <a:pt x="31492796" y="5568772"/>
                    <a:pt x="31579650" y="5578564"/>
                  </a:cubicBezTo>
                  <a:cubicBezTo>
                    <a:pt x="31661872" y="5587828"/>
                    <a:pt x="31693838" y="5614308"/>
                    <a:pt x="31711452" y="5687720"/>
                  </a:cubicBezTo>
                  <a:cubicBezTo>
                    <a:pt x="31724360" y="5741534"/>
                    <a:pt x="31723486" y="5756520"/>
                    <a:pt x="31705396" y="5791500"/>
                  </a:cubicBezTo>
                  <a:cubicBezTo>
                    <a:pt x="31691168" y="5819016"/>
                    <a:pt x="31686904" y="5846524"/>
                    <a:pt x="31692364" y="5875614"/>
                  </a:cubicBezTo>
                  <a:cubicBezTo>
                    <a:pt x="31698458" y="5908102"/>
                    <a:pt x="31694004" y="5927930"/>
                    <a:pt x="31674438" y="5955408"/>
                  </a:cubicBezTo>
                  <a:cubicBezTo>
                    <a:pt x="31651006" y="5988318"/>
                    <a:pt x="31647736" y="6016542"/>
                    <a:pt x="31641748" y="6237660"/>
                  </a:cubicBezTo>
                  <a:cubicBezTo>
                    <a:pt x="31632760" y="6569666"/>
                    <a:pt x="31630060" y="6594046"/>
                    <a:pt x="31601696" y="6599314"/>
                  </a:cubicBezTo>
                  <a:cubicBezTo>
                    <a:pt x="31424644" y="6632194"/>
                    <a:pt x="31406796" y="6617902"/>
                    <a:pt x="31395050" y="6433902"/>
                  </a:cubicBezTo>
                  <a:cubicBezTo>
                    <a:pt x="31389108" y="6340804"/>
                    <a:pt x="31380868" y="6293834"/>
                    <a:pt x="31369212" y="6286630"/>
                  </a:cubicBezTo>
                  <a:cubicBezTo>
                    <a:pt x="31331016" y="6263024"/>
                    <a:pt x="31217612" y="6245270"/>
                    <a:pt x="31131382" y="6249392"/>
                  </a:cubicBezTo>
                  <a:cubicBezTo>
                    <a:pt x="31044516" y="6253548"/>
                    <a:pt x="31037776" y="6251840"/>
                    <a:pt x="31000224" y="6216162"/>
                  </a:cubicBezTo>
                  <a:cubicBezTo>
                    <a:pt x="30960828" y="6178728"/>
                    <a:pt x="30959732" y="6178514"/>
                    <a:pt x="30767948" y="6170998"/>
                  </a:cubicBezTo>
                  <a:cubicBezTo>
                    <a:pt x="30658764" y="6166720"/>
                    <a:pt x="30575488" y="6168320"/>
                    <a:pt x="30575792" y="6174692"/>
                  </a:cubicBezTo>
                  <a:cubicBezTo>
                    <a:pt x="30576436" y="6188068"/>
                    <a:pt x="30572996" y="6338254"/>
                    <a:pt x="30562632" y="6748980"/>
                  </a:cubicBezTo>
                  <a:cubicBezTo>
                    <a:pt x="30556388" y="6996460"/>
                    <a:pt x="30558180" y="7055920"/>
                    <a:pt x="30572312" y="7070052"/>
                  </a:cubicBezTo>
                  <a:cubicBezTo>
                    <a:pt x="30597408" y="7095150"/>
                    <a:pt x="30672672" y="7101820"/>
                    <a:pt x="31073674" y="7114496"/>
                  </a:cubicBezTo>
                  <a:lnTo>
                    <a:pt x="31432400" y="7125834"/>
                  </a:lnTo>
                  <a:lnTo>
                    <a:pt x="31480074" y="7087692"/>
                  </a:lnTo>
                  <a:cubicBezTo>
                    <a:pt x="31506300" y="7066718"/>
                    <a:pt x="31537300" y="7041550"/>
                    <a:pt x="31548966" y="7031768"/>
                  </a:cubicBezTo>
                  <a:cubicBezTo>
                    <a:pt x="31560636" y="7021984"/>
                    <a:pt x="31587522" y="7010512"/>
                    <a:pt x="31608716" y="7006272"/>
                  </a:cubicBezTo>
                  <a:cubicBezTo>
                    <a:pt x="31637364" y="7000542"/>
                    <a:pt x="31651260" y="6987864"/>
                    <a:pt x="31662882" y="6956860"/>
                  </a:cubicBezTo>
                  <a:cubicBezTo>
                    <a:pt x="31671480" y="6933920"/>
                    <a:pt x="31692296" y="6908992"/>
                    <a:pt x="31709140" y="6901470"/>
                  </a:cubicBezTo>
                  <a:cubicBezTo>
                    <a:pt x="31732404" y="6891072"/>
                    <a:pt x="31742544" y="6872892"/>
                    <a:pt x="31751344" y="6825792"/>
                  </a:cubicBezTo>
                  <a:cubicBezTo>
                    <a:pt x="31757712" y="6791696"/>
                    <a:pt x="31768696" y="6758032"/>
                    <a:pt x="31775746" y="6750976"/>
                  </a:cubicBezTo>
                  <a:cubicBezTo>
                    <a:pt x="31782800" y="6743924"/>
                    <a:pt x="31827470" y="6735958"/>
                    <a:pt x="31875020" y="6733268"/>
                  </a:cubicBezTo>
                  <a:cubicBezTo>
                    <a:pt x="31943522" y="6729402"/>
                    <a:pt x="31965886" y="6732800"/>
                    <a:pt x="31982738" y="6749648"/>
                  </a:cubicBezTo>
                  <a:cubicBezTo>
                    <a:pt x="32022028" y="6788940"/>
                    <a:pt x="32003900" y="6924684"/>
                    <a:pt x="31951984" y="6979948"/>
                  </a:cubicBezTo>
                  <a:cubicBezTo>
                    <a:pt x="31931380" y="7001878"/>
                    <a:pt x="31922272" y="7033592"/>
                    <a:pt x="31914538" y="7110314"/>
                  </a:cubicBezTo>
                  <a:cubicBezTo>
                    <a:pt x="31904640" y="7208482"/>
                    <a:pt x="31886988" y="7264402"/>
                    <a:pt x="31865892" y="7264402"/>
                  </a:cubicBezTo>
                  <a:cubicBezTo>
                    <a:pt x="31849328" y="7264402"/>
                    <a:pt x="31827842" y="7322138"/>
                    <a:pt x="31818668" y="7391296"/>
                  </a:cubicBezTo>
                  <a:cubicBezTo>
                    <a:pt x="31812274" y="7439480"/>
                    <a:pt x="31801772" y="7462284"/>
                    <a:pt x="31776992" y="7481776"/>
                  </a:cubicBezTo>
                  <a:cubicBezTo>
                    <a:pt x="31746142" y="7506044"/>
                    <a:pt x="31734624" y="7507106"/>
                    <a:pt x="31609624" y="7497242"/>
                  </a:cubicBezTo>
                  <a:cubicBezTo>
                    <a:pt x="31501796" y="7488734"/>
                    <a:pt x="31468838" y="7481332"/>
                    <a:pt x="31442096" y="7459612"/>
                  </a:cubicBezTo>
                  <a:cubicBezTo>
                    <a:pt x="31410336" y="7433818"/>
                    <a:pt x="31387880" y="7431914"/>
                    <a:pt x="30953930" y="7418190"/>
                  </a:cubicBezTo>
                  <a:cubicBezTo>
                    <a:pt x="30703746" y="7410282"/>
                    <a:pt x="30475904" y="7406948"/>
                    <a:pt x="30447610" y="7410790"/>
                  </a:cubicBezTo>
                  <a:cubicBezTo>
                    <a:pt x="30402008" y="7416982"/>
                    <a:pt x="30392268" y="7413396"/>
                    <a:pt x="30361786" y="7379188"/>
                  </a:cubicBezTo>
                  <a:lnTo>
                    <a:pt x="30327408" y="7340600"/>
                  </a:lnTo>
                  <a:lnTo>
                    <a:pt x="30038578" y="7334232"/>
                  </a:lnTo>
                  <a:cubicBezTo>
                    <a:pt x="29797800" y="7328922"/>
                    <a:pt x="29742364" y="7324170"/>
                    <a:pt x="29705340" y="7305658"/>
                  </a:cubicBezTo>
                  <a:cubicBezTo>
                    <a:pt x="29680912" y="7293442"/>
                    <a:pt x="29662016" y="7276796"/>
                    <a:pt x="29663342" y="7268662"/>
                  </a:cubicBezTo>
                  <a:cubicBezTo>
                    <a:pt x="29664672" y="7260530"/>
                    <a:pt x="29683776" y="7221952"/>
                    <a:pt x="29705792" y="7182938"/>
                  </a:cubicBezTo>
                  <a:cubicBezTo>
                    <a:pt x="29749156" y="7106100"/>
                    <a:pt x="29743528" y="7108600"/>
                    <a:pt x="29907184" y="7093564"/>
                  </a:cubicBezTo>
                  <a:cubicBezTo>
                    <a:pt x="29948726" y="7089748"/>
                    <a:pt x="29964116" y="7082514"/>
                    <a:pt x="29967314" y="7065294"/>
                  </a:cubicBezTo>
                  <a:cubicBezTo>
                    <a:pt x="29974880" y="7024562"/>
                    <a:pt x="29983952" y="7001488"/>
                    <a:pt x="30018884" y="6934160"/>
                  </a:cubicBezTo>
                  <a:lnTo>
                    <a:pt x="30053064" y="6868276"/>
                  </a:lnTo>
                  <a:lnTo>
                    <a:pt x="30051504" y="6447212"/>
                  </a:lnTo>
                  <a:cubicBezTo>
                    <a:pt x="30050020" y="6046944"/>
                    <a:pt x="30055728" y="5934560"/>
                    <a:pt x="30084180" y="5803902"/>
                  </a:cubicBezTo>
                  <a:cubicBezTo>
                    <a:pt x="30129518" y="5595724"/>
                    <a:pt x="30139328" y="5487468"/>
                    <a:pt x="30135088" y="5242186"/>
                  </a:cubicBezTo>
                  <a:cubicBezTo>
                    <a:pt x="30129728" y="4932474"/>
                    <a:pt x="30134796" y="4941484"/>
                    <a:pt x="29957772" y="4926818"/>
                  </a:cubicBezTo>
                  <a:cubicBezTo>
                    <a:pt x="29867202" y="4919316"/>
                    <a:pt x="29836064" y="4911830"/>
                    <a:pt x="29823394" y="4894502"/>
                  </a:cubicBezTo>
                  <a:cubicBezTo>
                    <a:pt x="29800044" y="4862564"/>
                    <a:pt x="29802158" y="4853808"/>
                    <a:pt x="29845002" y="4805010"/>
                  </a:cubicBezTo>
                  <a:cubicBezTo>
                    <a:pt x="29865956" y="4781146"/>
                    <a:pt x="29883102" y="4751530"/>
                    <a:pt x="29883102" y="4739200"/>
                  </a:cubicBezTo>
                  <a:cubicBezTo>
                    <a:pt x="29883102" y="4726868"/>
                    <a:pt x="29889960" y="4709922"/>
                    <a:pt x="29898340" y="4701544"/>
                  </a:cubicBezTo>
                  <a:cubicBezTo>
                    <a:pt x="29908438" y="4691446"/>
                    <a:pt x="30101452" y="4685096"/>
                    <a:pt x="30258962" y="4685454"/>
                  </a:cubicBezTo>
                  <a:close/>
                  <a:moveTo>
                    <a:pt x="28105402" y="4678988"/>
                  </a:moveTo>
                  <a:cubicBezTo>
                    <a:pt x="28234446" y="4678938"/>
                    <a:pt x="28394700" y="4679538"/>
                    <a:pt x="28589322" y="4680756"/>
                  </a:cubicBezTo>
                  <a:cubicBezTo>
                    <a:pt x="29345616" y="4685498"/>
                    <a:pt x="29475824" y="4688992"/>
                    <a:pt x="29489030" y="4704902"/>
                  </a:cubicBezTo>
                  <a:cubicBezTo>
                    <a:pt x="29500006" y="4718128"/>
                    <a:pt x="29504434" y="4796084"/>
                    <a:pt x="29504352" y="4974776"/>
                  </a:cubicBezTo>
                  <a:cubicBezTo>
                    <a:pt x="29504254" y="5194888"/>
                    <a:pt x="29507368" y="5234270"/>
                    <a:pt x="29529456" y="5292312"/>
                  </a:cubicBezTo>
                  <a:cubicBezTo>
                    <a:pt x="29567850" y="5393212"/>
                    <a:pt x="29539044" y="5437990"/>
                    <a:pt x="29425156" y="5454464"/>
                  </a:cubicBezTo>
                  <a:cubicBezTo>
                    <a:pt x="29363936" y="5463316"/>
                    <a:pt x="29338090" y="5441072"/>
                    <a:pt x="29321564" y="5365304"/>
                  </a:cubicBezTo>
                  <a:cubicBezTo>
                    <a:pt x="29314000" y="5330626"/>
                    <a:pt x="29300108" y="5291504"/>
                    <a:pt x="29290698" y="5278368"/>
                  </a:cubicBezTo>
                  <a:cubicBezTo>
                    <a:pt x="29281288" y="5265234"/>
                    <a:pt x="29264464" y="5228084"/>
                    <a:pt x="29253314" y="5195816"/>
                  </a:cubicBezTo>
                  <a:cubicBezTo>
                    <a:pt x="29230742" y="5130500"/>
                    <a:pt x="29213450" y="5105402"/>
                    <a:pt x="29191024" y="5105402"/>
                  </a:cubicBezTo>
                  <a:cubicBezTo>
                    <a:pt x="29182748" y="5105402"/>
                    <a:pt x="29169626" y="5091460"/>
                    <a:pt x="29161862" y="5074420"/>
                  </a:cubicBezTo>
                  <a:cubicBezTo>
                    <a:pt x="29147180" y="5042198"/>
                    <a:pt x="29052388" y="4998508"/>
                    <a:pt x="29022562" y="5010222"/>
                  </a:cubicBezTo>
                  <a:cubicBezTo>
                    <a:pt x="29013768" y="5013674"/>
                    <a:pt x="28988432" y="4999160"/>
                    <a:pt x="28966254" y="4977970"/>
                  </a:cubicBezTo>
                  <a:cubicBezTo>
                    <a:pt x="28927342" y="4940782"/>
                    <a:pt x="28921472" y="4939340"/>
                    <a:pt x="28798094" y="4936694"/>
                  </a:cubicBezTo>
                  <a:lnTo>
                    <a:pt x="28670256" y="4933950"/>
                  </a:lnTo>
                  <a:lnTo>
                    <a:pt x="28672192" y="4978400"/>
                  </a:lnTo>
                  <a:cubicBezTo>
                    <a:pt x="28673250" y="5002848"/>
                    <a:pt x="28679262" y="5480962"/>
                    <a:pt x="28685550" y="6040876"/>
                  </a:cubicBezTo>
                  <a:cubicBezTo>
                    <a:pt x="28694516" y="6839268"/>
                    <a:pt x="28700516" y="7063152"/>
                    <a:pt x="28713348" y="7078612"/>
                  </a:cubicBezTo>
                  <a:cubicBezTo>
                    <a:pt x="28723694" y="7091084"/>
                    <a:pt x="28749228" y="7097936"/>
                    <a:pt x="28782834" y="7097262"/>
                  </a:cubicBezTo>
                  <a:cubicBezTo>
                    <a:pt x="28867054" y="7095570"/>
                    <a:pt x="28978850" y="7125608"/>
                    <a:pt x="29012104" y="7158866"/>
                  </a:cubicBezTo>
                  <a:cubicBezTo>
                    <a:pt x="29066952" y="7213718"/>
                    <a:pt x="29062498" y="7307252"/>
                    <a:pt x="29004604" y="7316414"/>
                  </a:cubicBezTo>
                  <a:cubicBezTo>
                    <a:pt x="28988348" y="7318982"/>
                    <a:pt x="28730980" y="7325808"/>
                    <a:pt x="28432668" y="7331578"/>
                  </a:cubicBezTo>
                  <a:cubicBezTo>
                    <a:pt x="28058978" y="7338810"/>
                    <a:pt x="27882532" y="7337924"/>
                    <a:pt x="27865378" y="7328740"/>
                  </a:cubicBezTo>
                  <a:cubicBezTo>
                    <a:pt x="27834420" y="7312174"/>
                    <a:pt x="27820576" y="7254136"/>
                    <a:pt x="27837176" y="7210478"/>
                  </a:cubicBezTo>
                  <a:cubicBezTo>
                    <a:pt x="27850770" y="7174726"/>
                    <a:pt x="27951004" y="7117048"/>
                    <a:pt x="28020424" y="7105040"/>
                  </a:cubicBezTo>
                  <a:cubicBezTo>
                    <a:pt x="28042550" y="7101212"/>
                    <a:pt x="28080656" y="7088306"/>
                    <a:pt x="28105102" y="7076360"/>
                  </a:cubicBezTo>
                  <a:cubicBezTo>
                    <a:pt x="28145724" y="7056512"/>
                    <a:pt x="28149974" y="7049180"/>
                    <a:pt x="28154396" y="6991246"/>
                  </a:cubicBezTo>
                  <a:cubicBezTo>
                    <a:pt x="28159058" y="6930238"/>
                    <a:pt x="28159782" y="6860008"/>
                    <a:pt x="28157142" y="6724652"/>
                  </a:cubicBezTo>
                  <a:cubicBezTo>
                    <a:pt x="28156468" y="6689724"/>
                    <a:pt x="28158986" y="6645434"/>
                    <a:pt x="28162748" y="6626226"/>
                  </a:cubicBezTo>
                  <a:cubicBezTo>
                    <a:pt x="28171646" y="6580814"/>
                    <a:pt x="28172178" y="6521122"/>
                    <a:pt x="28164550" y="6423026"/>
                  </a:cubicBezTo>
                  <a:cubicBezTo>
                    <a:pt x="28155590" y="6307710"/>
                    <a:pt x="28154948" y="6221560"/>
                    <a:pt x="28162748" y="6181726"/>
                  </a:cubicBezTo>
                  <a:cubicBezTo>
                    <a:pt x="28171536" y="6136884"/>
                    <a:pt x="28172170" y="6077758"/>
                    <a:pt x="28164928" y="5978524"/>
                  </a:cubicBezTo>
                  <a:cubicBezTo>
                    <a:pt x="28153032" y="5815390"/>
                    <a:pt x="28150756" y="5722288"/>
                    <a:pt x="28156480" y="5632450"/>
                  </a:cubicBezTo>
                  <a:cubicBezTo>
                    <a:pt x="28159860" y="5579334"/>
                    <a:pt x="28159706" y="5465498"/>
                    <a:pt x="28156160" y="5397500"/>
                  </a:cubicBezTo>
                  <a:cubicBezTo>
                    <a:pt x="28154512" y="5366068"/>
                    <a:pt x="28156242" y="5318922"/>
                    <a:pt x="28159988" y="5292724"/>
                  </a:cubicBezTo>
                  <a:cubicBezTo>
                    <a:pt x="28163736" y="5266532"/>
                    <a:pt x="28164454" y="5223668"/>
                    <a:pt x="28161576" y="5197476"/>
                  </a:cubicBezTo>
                  <a:cubicBezTo>
                    <a:pt x="28158692" y="5171282"/>
                    <a:pt x="28156200" y="5106990"/>
                    <a:pt x="28156032" y="5054600"/>
                  </a:cubicBezTo>
                  <a:cubicBezTo>
                    <a:pt x="28155654" y="4936880"/>
                    <a:pt x="28140552" y="4919336"/>
                    <a:pt x="28055344" y="4937632"/>
                  </a:cubicBezTo>
                  <a:cubicBezTo>
                    <a:pt x="28024488" y="4944260"/>
                    <a:pt x="27990198" y="4955212"/>
                    <a:pt x="27979148" y="4961970"/>
                  </a:cubicBezTo>
                  <a:cubicBezTo>
                    <a:pt x="27916360" y="5000354"/>
                    <a:pt x="27883820" y="5009092"/>
                    <a:pt x="27769504" y="5018272"/>
                  </a:cubicBezTo>
                  <a:cubicBezTo>
                    <a:pt x="27647358" y="5028078"/>
                    <a:pt x="27641988" y="5029822"/>
                    <a:pt x="27596242" y="5074492"/>
                  </a:cubicBezTo>
                  <a:cubicBezTo>
                    <a:pt x="27552344" y="5117356"/>
                    <a:pt x="27548682" y="5126722"/>
                    <a:pt x="27544100" y="5207820"/>
                  </a:cubicBezTo>
                  <a:cubicBezTo>
                    <a:pt x="27539870" y="5282702"/>
                    <a:pt x="27534072" y="5300368"/>
                    <a:pt x="27503176" y="5332620"/>
                  </a:cubicBezTo>
                  <a:cubicBezTo>
                    <a:pt x="27483380" y="5353284"/>
                    <a:pt x="27459280" y="5394908"/>
                    <a:pt x="27449628" y="5425122"/>
                  </a:cubicBezTo>
                  <a:cubicBezTo>
                    <a:pt x="27430912" y="5483696"/>
                    <a:pt x="27397912" y="5537200"/>
                    <a:pt x="27380504" y="5537200"/>
                  </a:cubicBezTo>
                  <a:cubicBezTo>
                    <a:pt x="27374680" y="5537200"/>
                    <a:pt x="27351028" y="5520554"/>
                    <a:pt x="27327936" y="5500208"/>
                  </a:cubicBezTo>
                  <a:lnTo>
                    <a:pt x="27285952" y="5463220"/>
                  </a:lnTo>
                  <a:lnTo>
                    <a:pt x="27285952" y="4760332"/>
                  </a:lnTo>
                  <a:lnTo>
                    <a:pt x="27328912" y="4735176"/>
                  </a:lnTo>
                  <a:cubicBezTo>
                    <a:pt x="27363016" y="4715204"/>
                    <a:pt x="27399680" y="4709288"/>
                    <a:pt x="27506712" y="4706484"/>
                  </a:cubicBezTo>
                  <a:cubicBezTo>
                    <a:pt x="27580878" y="4704542"/>
                    <a:pt x="27655844" y="4696710"/>
                    <a:pt x="27673304" y="4689080"/>
                  </a:cubicBezTo>
                  <a:cubicBezTo>
                    <a:pt x="27688676" y="4682366"/>
                    <a:pt x="27821512" y="4679104"/>
                    <a:pt x="28105402" y="4678988"/>
                  </a:cubicBezTo>
                  <a:close/>
                  <a:moveTo>
                    <a:pt x="28507658" y="1258666"/>
                  </a:moveTo>
                  <a:cubicBezTo>
                    <a:pt x="28454108" y="1258704"/>
                    <a:pt x="28416194" y="1258906"/>
                    <a:pt x="28397204" y="1259286"/>
                  </a:cubicBezTo>
                  <a:cubicBezTo>
                    <a:pt x="28295920" y="1261306"/>
                    <a:pt x="27933018" y="1265974"/>
                    <a:pt x="27590754" y="1269656"/>
                  </a:cubicBezTo>
                  <a:lnTo>
                    <a:pt x="26968452" y="1276352"/>
                  </a:lnTo>
                  <a:lnTo>
                    <a:pt x="26861080" y="1360748"/>
                  </a:lnTo>
                  <a:lnTo>
                    <a:pt x="25939752" y="1361190"/>
                  </a:lnTo>
                  <a:lnTo>
                    <a:pt x="25886936" y="1448000"/>
                  </a:lnTo>
                  <a:lnTo>
                    <a:pt x="25621244" y="1448438"/>
                  </a:lnTo>
                  <a:cubicBezTo>
                    <a:pt x="25334256" y="1448912"/>
                    <a:pt x="25248072" y="1460128"/>
                    <a:pt x="25208976" y="1502094"/>
                  </a:cubicBezTo>
                  <a:cubicBezTo>
                    <a:pt x="25181464" y="1531626"/>
                    <a:pt x="25150704" y="1534492"/>
                    <a:pt x="24841200" y="1536352"/>
                  </a:cubicBezTo>
                  <a:cubicBezTo>
                    <a:pt x="24680564" y="1537320"/>
                    <a:pt x="24641512" y="1545584"/>
                    <a:pt x="24559576" y="1595964"/>
                  </a:cubicBezTo>
                  <a:cubicBezTo>
                    <a:pt x="24528656" y="1614980"/>
                    <a:pt x="24485920" y="1620416"/>
                    <a:pt x="24326664" y="1625602"/>
                  </a:cubicBezTo>
                  <a:lnTo>
                    <a:pt x="24131624" y="1631954"/>
                  </a:lnTo>
                  <a:lnTo>
                    <a:pt x="24068064" y="1717756"/>
                  </a:lnTo>
                  <a:lnTo>
                    <a:pt x="23866984" y="1726288"/>
                  </a:lnTo>
                  <a:cubicBezTo>
                    <a:pt x="23619360" y="1736796"/>
                    <a:pt x="23620520" y="1736592"/>
                    <a:pt x="23594032" y="1775190"/>
                  </a:cubicBezTo>
                  <a:cubicBezTo>
                    <a:pt x="23572848" y="1806058"/>
                    <a:pt x="23568568" y="1806768"/>
                    <a:pt x="23384480" y="1810038"/>
                  </a:cubicBezTo>
                  <a:cubicBezTo>
                    <a:pt x="23203008" y="1813258"/>
                    <a:pt x="23164800" y="1821288"/>
                    <a:pt x="23164800" y="1856210"/>
                  </a:cubicBezTo>
                  <a:cubicBezTo>
                    <a:pt x="23164800" y="1883712"/>
                    <a:pt x="23073736" y="1905002"/>
                    <a:pt x="22956104" y="1905002"/>
                  </a:cubicBezTo>
                  <a:cubicBezTo>
                    <a:pt x="22838760" y="1905002"/>
                    <a:pt x="22834240" y="1906092"/>
                    <a:pt x="22789640" y="1945258"/>
                  </a:cubicBezTo>
                  <a:cubicBezTo>
                    <a:pt x="22745464" y="1984042"/>
                    <a:pt x="22738496" y="1985800"/>
                    <a:pt x="22598964" y="1993424"/>
                  </a:cubicBezTo>
                  <a:cubicBezTo>
                    <a:pt x="22463000" y="2000852"/>
                    <a:pt x="22451880" y="2003502"/>
                    <a:pt x="22417232" y="2036698"/>
                  </a:cubicBezTo>
                  <a:cubicBezTo>
                    <a:pt x="22381608" y="2070820"/>
                    <a:pt x="22374840" y="2072222"/>
                    <a:pt x="22223288" y="2076740"/>
                  </a:cubicBezTo>
                  <a:cubicBezTo>
                    <a:pt x="22136920" y="2079316"/>
                    <a:pt x="22068464" y="2084592"/>
                    <a:pt x="22071176" y="2088464"/>
                  </a:cubicBezTo>
                  <a:cubicBezTo>
                    <a:pt x="22073880" y="2092332"/>
                    <a:pt x="22054520" y="2112646"/>
                    <a:pt x="22028152" y="2133600"/>
                  </a:cubicBezTo>
                  <a:cubicBezTo>
                    <a:pt x="21983432" y="2169136"/>
                    <a:pt x="21973000" y="2171700"/>
                    <a:pt x="21873028" y="2171700"/>
                  </a:cubicBezTo>
                  <a:cubicBezTo>
                    <a:pt x="21769976" y="2171700"/>
                    <a:pt x="21764328" y="2173224"/>
                    <a:pt x="21726256" y="2211296"/>
                  </a:cubicBezTo>
                  <a:cubicBezTo>
                    <a:pt x="21690048" y="2247504"/>
                    <a:pt x="21677176" y="2251674"/>
                    <a:pt x="21575676" y="2260082"/>
                  </a:cubicBezTo>
                  <a:cubicBezTo>
                    <a:pt x="21471952" y="2268674"/>
                    <a:pt x="21422200" y="2282446"/>
                    <a:pt x="21356544" y="2320742"/>
                  </a:cubicBezTo>
                  <a:cubicBezTo>
                    <a:pt x="21341752" y="2329368"/>
                    <a:pt x="21288760" y="2339368"/>
                    <a:pt x="21238776" y="2342964"/>
                  </a:cubicBezTo>
                  <a:cubicBezTo>
                    <a:pt x="21158272" y="2348756"/>
                    <a:pt x="21141840" y="2354572"/>
                    <a:pt x="21094704" y="2393954"/>
                  </a:cubicBezTo>
                  <a:cubicBezTo>
                    <a:pt x="21046192" y="2434484"/>
                    <a:pt x="21034400" y="2438400"/>
                    <a:pt x="20960976" y="2438400"/>
                  </a:cubicBezTo>
                  <a:cubicBezTo>
                    <a:pt x="20839792" y="2438400"/>
                    <a:pt x="20799000" y="2448632"/>
                    <a:pt x="20774920" y="2485068"/>
                  </a:cubicBezTo>
                  <a:cubicBezTo>
                    <a:pt x="20756840" y="2512436"/>
                    <a:pt x="20740152" y="2518820"/>
                    <a:pt x="20665216" y="2527050"/>
                  </a:cubicBezTo>
                  <a:cubicBezTo>
                    <a:pt x="20530552" y="2541830"/>
                    <a:pt x="20530960" y="2541704"/>
                    <a:pt x="20508536" y="2574722"/>
                  </a:cubicBezTo>
                  <a:cubicBezTo>
                    <a:pt x="20489760" y="2602356"/>
                    <a:pt x="20476192" y="2606304"/>
                    <a:pt x="20381536" y="2611652"/>
                  </a:cubicBezTo>
                  <a:cubicBezTo>
                    <a:pt x="20280752" y="2617350"/>
                    <a:pt x="20274200" y="2619548"/>
                    <a:pt x="20247944" y="2656474"/>
                  </a:cubicBezTo>
                  <a:cubicBezTo>
                    <a:pt x="20222912" y="2691676"/>
                    <a:pt x="20214012" y="2695238"/>
                    <a:pt x="20152696" y="2694600"/>
                  </a:cubicBezTo>
                  <a:cubicBezTo>
                    <a:pt x="20079472" y="2693836"/>
                    <a:pt x="20069208" y="2697844"/>
                    <a:pt x="19996512" y="2755614"/>
                  </a:cubicBezTo>
                  <a:cubicBezTo>
                    <a:pt x="19957920" y="2786286"/>
                    <a:pt x="19935960" y="2794000"/>
                    <a:pt x="19887280" y="2794000"/>
                  </a:cubicBezTo>
                  <a:cubicBezTo>
                    <a:pt x="19814664" y="2794000"/>
                    <a:pt x="19770708" y="2809144"/>
                    <a:pt x="19720360" y="2851508"/>
                  </a:cubicBezTo>
                  <a:cubicBezTo>
                    <a:pt x="19692080" y="2875304"/>
                    <a:pt x="19668384" y="2882902"/>
                    <a:pt x="19622424" y="2882902"/>
                  </a:cubicBezTo>
                  <a:cubicBezTo>
                    <a:pt x="19547424" y="2882902"/>
                    <a:pt x="19485200" y="2903620"/>
                    <a:pt x="19468936" y="2934004"/>
                  </a:cubicBezTo>
                  <a:cubicBezTo>
                    <a:pt x="19462160" y="2946674"/>
                    <a:pt x="19439420" y="2960358"/>
                    <a:pt x="19418408" y="2964420"/>
                  </a:cubicBezTo>
                  <a:lnTo>
                    <a:pt x="19341800" y="2979228"/>
                  </a:lnTo>
                  <a:cubicBezTo>
                    <a:pt x="19320672" y="2983312"/>
                    <a:pt x="19286488" y="3000876"/>
                    <a:pt x="19265832" y="3018260"/>
                  </a:cubicBezTo>
                  <a:cubicBezTo>
                    <a:pt x="19240432" y="3039632"/>
                    <a:pt x="19203376" y="3053386"/>
                    <a:pt x="19151360" y="3060738"/>
                  </a:cubicBezTo>
                  <a:cubicBezTo>
                    <a:pt x="19093112" y="3068970"/>
                    <a:pt x="19063672" y="3081068"/>
                    <a:pt x="19030032" y="3110606"/>
                  </a:cubicBezTo>
                  <a:cubicBezTo>
                    <a:pt x="18991072" y="3144814"/>
                    <a:pt x="18976312" y="3149604"/>
                    <a:pt x="18909860" y="3149604"/>
                  </a:cubicBezTo>
                  <a:cubicBezTo>
                    <a:pt x="18828272" y="3149604"/>
                    <a:pt x="18783264" y="3169310"/>
                    <a:pt x="18766928" y="3212194"/>
                  </a:cubicBezTo>
                  <a:cubicBezTo>
                    <a:pt x="18759080" y="3232788"/>
                    <a:pt x="18745800" y="3238500"/>
                    <a:pt x="18705768" y="3238500"/>
                  </a:cubicBezTo>
                  <a:cubicBezTo>
                    <a:pt x="18624112" y="3238500"/>
                    <a:pt x="18587608" y="3251540"/>
                    <a:pt x="18572416" y="3286136"/>
                  </a:cubicBezTo>
                  <a:cubicBezTo>
                    <a:pt x="18559892" y="3314654"/>
                    <a:pt x="18548592" y="3318996"/>
                    <a:pt x="18467632" y="3326418"/>
                  </a:cubicBezTo>
                  <a:cubicBezTo>
                    <a:pt x="18396408" y="3332946"/>
                    <a:pt x="18368000" y="3341906"/>
                    <a:pt x="18335616" y="3368058"/>
                  </a:cubicBezTo>
                  <a:cubicBezTo>
                    <a:pt x="18312920" y="3386380"/>
                    <a:pt x="18268824" y="3407030"/>
                    <a:pt x="18237624" y="3413940"/>
                  </a:cubicBezTo>
                  <a:cubicBezTo>
                    <a:pt x="18201976" y="3421834"/>
                    <a:pt x="18169608" y="3439620"/>
                    <a:pt x="18150536" y="3461788"/>
                  </a:cubicBezTo>
                  <a:cubicBezTo>
                    <a:pt x="18126432" y="3489816"/>
                    <a:pt x="18104216" y="3499260"/>
                    <a:pt x="18042576" y="3507690"/>
                  </a:cubicBezTo>
                  <a:cubicBezTo>
                    <a:pt x="17981248" y="3516078"/>
                    <a:pt x="17958044" y="3525880"/>
                    <a:pt x="17931988" y="3554410"/>
                  </a:cubicBezTo>
                  <a:cubicBezTo>
                    <a:pt x="17904432" y="3584576"/>
                    <a:pt x="17887668" y="3590980"/>
                    <a:pt x="17829984" y="3593370"/>
                  </a:cubicBezTo>
                  <a:cubicBezTo>
                    <a:pt x="17766636" y="3595990"/>
                    <a:pt x="17758660" y="3599798"/>
                    <a:pt x="17733092" y="3639612"/>
                  </a:cubicBezTo>
                  <a:cubicBezTo>
                    <a:pt x="17709056" y="3677048"/>
                    <a:pt x="17698304" y="3683002"/>
                    <a:pt x="17654756" y="3683002"/>
                  </a:cubicBezTo>
                  <a:cubicBezTo>
                    <a:pt x="17586348" y="3683002"/>
                    <a:pt x="17566448" y="3692428"/>
                    <a:pt x="17544256" y="3735342"/>
                  </a:cubicBezTo>
                  <a:cubicBezTo>
                    <a:pt x="17527736" y="3767292"/>
                    <a:pt x="17518244" y="3771900"/>
                    <a:pt x="17468968" y="3771900"/>
                  </a:cubicBezTo>
                  <a:cubicBezTo>
                    <a:pt x="17423888" y="3771900"/>
                    <a:pt x="17403492" y="3779884"/>
                    <a:pt x="17367224" y="3811730"/>
                  </a:cubicBezTo>
                  <a:cubicBezTo>
                    <a:pt x="17338772" y="3836714"/>
                    <a:pt x="17299628" y="3855710"/>
                    <a:pt x="17262200" y="3862704"/>
                  </a:cubicBezTo>
                  <a:cubicBezTo>
                    <a:pt x="17225452" y="3869570"/>
                    <a:pt x="17191336" y="3885924"/>
                    <a:pt x="17173388" y="3905278"/>
                  </a:cubicBezTo>
                  <a:cubicBezTo>
                    <a:pt x="17154940" y="3925174"/>
                    <a:pt x="17129240" y="3937228"/>
                    <a:pt x="17103352" y="3938128"/>
                  </a:cubicBezTo>
                  <a:cubicBezTo>
                    <a:pt x="17050284" y="3939972"/>
                    <a:pt x="16991464" y="3967072"/>
                    <a:pt x="16958672" y="4004784"/>
                  </a:cubicBezTo>
                  <a:cubicBezTo>
                    <a:pt x="16942872" y="4022960"/>
                    <a:pt x="16911724" y="4038134"/>
                    <a:pt x="16879712" y="4043252"/>
                  </a:cubicBezTo>
                  <a:cubicBezTo>
                    <a:pt x="16847080" y="4048472"/>
                    <a:pt x="16812200" y="4065704"/>
                    <a:pt x="16788572" y="4088284"/>
                  </a:cubicBezTo>
                  <a:cubicBezTo>
                    <a:pt x="16767520" y="4108404"/>
                    <a:pt x="16731936" y="4128308"/>
                    <a:pt x="16709496" y="4132516"/>
                  </a:cubicBezTo>
                  <a:cubicBezTo>
                    <a:pt x="16687056" y="4136726"/>
                    <a:pt x="16653252" y="4156536"/>
                    <a:pt x="16634376" y="4176536"/>
                  </a:cubicBezTo>
                  <a:cubicBezTo>
                    <a:pt x="16611176" y="4201116"/>
                    <a:pt x="16582852" y="4215210"/>
                    <a:pt x="16546988" y="4220020"/>
                  </a:cubicBezTo>
                  <a:cubicBezTo>
                    <a:pt x="16509556" y="4225042"/>
                    <a:pt x="16483408" y="4238650"/>
                    <a:pt x="16458232" y="4266222"/>
                  </a:cubicBezTo>
                  <a:cubicBezTo>
                    <a:pt x="16430900" y="4296140"/>
                    <a:pt x="16411720" y="4305302"/>
                    <a:pt x="16376392" y="4305302"/>
                  </a:cubicBezTo>
                  <a:cubicBezTo>
                    <a:pt x="16341936" y="4305302"/>
                    <a:pt x="16320484" y="4315064"/>
                    <a:pt x="16291712" y="4343838"/>
                  </a:cubicBezTo>
                  <a:cubicBezTo>
                    <a:pt x="16266584" y="4368964"/>
                    <a:pt x="16231216" y="4387086"/>
                    <a:pt x="16190088" y="4395906"/>
                  </a:cubicBezTo>
                  <a:cubicBezTo>
                    <a:pt x="16153240" y="4403808"/>
                    <a:pt x="16109552" y="4424756"/>
                    <a:pt x="16085048" y="4446268"/>
                  </a:cubicBezTo>
                  <a:cubicBezTo>
                    <a:pt x="16061976" y="4466526"/>
                    <a:pt x="16033476" y="4483102"/>
                    <a:pt x="16021716" y="4483102"/>
                  </a:cubicBezTo>
                  <a:cubicBezTo>
                    <a:pt x="15990872" y="4483102"/>
                    <a:pt x="15948912" y="4507986"/>
                    <a:pt x="15921944" y="4542268"/>
                  </a:cubicBezTo>
                  <a:cubicBezTo>
                    <a:pt x="15905372" y="4563342"/>
                    <a:pt x="15885592" y="4572000"/>
                    <a:pt x="15854052" y="4572000"/>
                  </a:cubicBezTo>
                  <a:cubicBezTo>
                    <a:pt x="15821088" y="4572000"/>
                    <a:pt x="15799200" y="4582350"/>
                    <a:pt x="15769632" y="4611918"/>
                  </a:cubicBezTo>
                  <a:cubicBezTo>
                    <a:pt x="15747680" y="4633868"/>
                    <a:pt x="15709592" y="4660242"/>
                    <a:pt x="15684992" y="4670516"/>
                  </a:cubicBezTo>
                  <a:cubicBezTo>
                    <a:pt x="15660392" y="4680798"/>
                    <a:pt x="15624060" y="4702842"/>
                    <a:pt x="15604252" y="4719510"/>
                  </a:cubicBezTo>
                  <a:cubicBezTo>
                    <a:pt x="15584444" y="4736178"/>
                    <a:pt x="15545636" y="4753428"/>
                    <a:pt x="15518012" y="4757846"/>
                  </a:cubicBezTo>
                  <a:cubicBezTo>
                    <a:pt x="15486612" y="4762868"/>
                    <a:pt x="15458680" y="4777458"/>
                    <a:pt x="15443488" y="4796772"/>
                  </a:cubicBezTo>
                  <a:cubicBezTo>
                    <a:pt x="15430120" y="4813766"/>
                    <a:pt x="15398404" y="4833404"/>
                    <a:pt x="15373004" y="4840420"/>
                  </a:cubicBezTo>
                  <a:cubicBezTo>
                    <a:pt x="15347604" y="4847432"/>
                    <a:pt x="15309296" y="4869916"/>
                    <a:pt x="15287880" y="4890384"/>
                  </a:cubicBezTo>
                  <a:cubicBezTo>
                    <a:pt x="15266352" y="4910956"/>
                    <a:pt x="15234924" y="4927602"/>
                    <a:pt x="15217608" y="4927602"/>
                  </a:cubicBezTo>
                  <a:cubicBezTo>
                    <a:pt x="15198048" y="4927602"/>
                    <a:pt x="15171040" y="4944236"/>
                    <a:pt x="15145716" y="4971884"/>
                  </a:cubicBezTo>
                  <a:cubicBezTo>
                    <a:pt x="15113548" y="5007004"/>
                    <a:pt x="15094800" y="5016544"/>
                    <a:pt x="15055104" y="5017986"/>
                  </a:cubicBezTo>
                  <a:cubicBezTo>
                    <a:pt x="15019956" y="5019264"/>
                    <a:pt x="14993708" y="5030178"/>
                    <a:pt x="14966952" y="5054642"/>
                  </a:cubicBezTo>
                  <a:cubicBezTo>
                    <a:pt x="14945996" y="5073800"/>
                    <a:pt x="14915768" y="5096084"/>
                    <a:pt x="14899776" y="5104156"/>
                  </a:cubicBezTo>
                  <a:cubicBezTo>
                    <a:pt x="14883784" y="5112230"/>
                    <a:pt x="14853556" y="5135222"/>
                    <a:pt x="14832600" y="5155250"/>
                  </a:cubicBezTo>
                  <a:cubicBezTo>
                    <a:pt x="14811640" y="5175276"/>
                    <a:pt x="14775720" y="5195184"/>
                    <a:pt x="14752772" y="5199492"/>
                  </a:cubicBezTo>
                  <a:cubicBezTo>
                    <a:pt x="14729824" y="5203796"/>
                    <a:pt x="14694960" y="5224116"/>
                    <a:pt x="14675292" y="5244642"/>
                  </a:cubicBezTo>
                  <a:cubicBezTo>
                    <a:pt x="14655624" y="5265172"/>
                    <a:pt x="14622996" y="5285600"/>
                    <a:pt x="14602788" y="5290036"/>
                  </a:cubicBezTo>
                  <a:cubicBezTo>
                    <a:pt x="14582576" y="5294476"/>
                    <a:pt x="14557464" y="5311198"/>
                    <a:pt x="14546980" y="5327198"/>
                  </a:cubicBezTo>
                  <a:cubicBezTo>
                    <a:pt x="14536496" y="5343198"/>
                    <a:pt x="14503100" y="5365764"/>
                    <a:pt x="14472768" y="5377350"/>
                  </a:cubicBezTo>
                  <a:cubicBezTo>
                    <a:pt x="14442432" y="5388936"/>
                    <a:pt x="14407432" y="5409666"/>
                    <a:pt x="14394992" y="5423414"/>
                  </a:cubicBezTo>
                  <a:cubicBezTo>
                    <a:pt x="14382548" y="5437162"/>
                    <a:pt x="14350456" y="5454308"/>
                    <a:pt x="14323672" y="5461520"/>
                  </a:cubicBezTo>
                  <a:cubicBezTo>
                    <a:pt x="14289864" y="5470624"/>
                    <a:pt x="14269040" y="5486110"/>
                    <a:pt x="14255568" y="5512160"/>
                  </a:cubicBezTo>
                  <a:cubicBezTo>
                    <a:pt x="14240508" y="5541280"/>
                    <a:pt x="14224632" y="5551532"/>
                    <a:pt x="14184700" y="5557920"/>
                  </a:cubicBezTo>
                  <a:cubicBezTo>
                    <a:pt x="14148568" y="5563696"/>
                    <a:pt x="14125244" y="5576964"/>
                    <a:pt x="14106384" y="5602472"/>
                  </a:cubicBezTo>
                  <a:cubicBezTo>
                    <a:pt x="14091612" y="5622452"/>
                    <a:pt x="14069176" y="5638800"/>
                    <a:pt x="14056528" y="5638800"/>
                  </a:cubicBezTo>
                  <a:cubicBezTo>
                    <a:pt x="14043880" y="5638800"/>
                    <a:pt x="14009976" y="5661660"/>
                    <a:pt x="13981184" y="5689604"/>
                  </a:cubicBezTo>
                  <a:cubicBezTo>
                    <a:pt x="13952396" y="5717542"/>
                    <a:pt x="13921156" y="5740400"/>
                    <a:pt x="13911760" y="5740400"/>
                  </a:cubicBezTo>
                  <a:cubicBezTo>
                    <a:pt x="13902368" y="5740400"/>
                    <a:pt x="13873056" y="5753960"/>
                    <a:pt x="13846620" y="5770534"/>
                  </a:cubicBezTo>
                  <a:cubicBezTo>
                    <a:pt x="13820184" y="5787104"/>
                    <a:pt x="13783644" y="5807384"/>
                    <a:pt x="13765420" y="5815596"/>
                  </a:cubicBezTo>
                  <a:cubicBezTo>
                    <a:pt x="13747196" y="5823812"/>
                    <a:pt x="13714824" y="5850256"/>
                    <a:pt x="13693480" y="5874368"/>
                  </a:cubicBezTo>
                  <a:cubicBezTo>
                    <a:pt x="13672132" y="5898480"/>
                    <a:pt x="13646396" y="5918200"/>
                    <a:pt x="13636280" y="5918200"/>
                  </a:cubicBezTo>
                  <a:cubicBezTo>
                    <a:pt x="13626168" y="5918200"/>
                    <a:pt x="13596320" y="5935346"/>
                    <a:pt x="13569952" y="5956300"/>
                  </a:cubicBezTo>
                  <a:cubicBezTo>
                    <a:pt x="13543584" y="5977256"/>
                    <a:pt x="13514912" y="5994400"/>
                    <a:pt x="13506236" y="5994400"/>
                  </a:cubicBezTo>
                  <a:cubicBezTo>
                    <a:pt x="13497564" y="5994400"/>
                    <a:pt x="13466908" y="6017262"/>
                    <a:pt x="13438120" y="6045202"/>
                  </a:cubicBezTo>
                  <a:cubicBezTo>
                    <a:pt x="13409328" y="6073140"/>
                    <a:pt x="13374520" y="6096000"/>
                    <a:pt x="13360768" y="6096000"/>
                  </a:cubicBezTo>
                  <a:cubicBezTo>
                    <a:pt x="13347016" y="6096000"/>
                    <a:pt x="13323520" y="6112562"/>
                    <a:pt x="13308556" y="6132802"/>
                  </a:cubicBezTo>
                  <a:cubicBezTo>
                    <a:pt x="13293592" y="6153036"/>
                    <a:pt x="13264784" y="6172908"/>
                    <a:pt x="13244536" y="6176962"/>
                  </a:cubicBezTo>
                  <a:cubicBezTo>
                    <a:pt x="13222440" y="6181378"/>
                    <a:pt x="13202140" y="6196574"/>
                    <a:pt x="13193760" y="6214960"/>
                  </a:cubicBezTo>
                  <a:cubicBezTo>
                    <a:pt x="13180228" y="6244664"/>
                    <a:pt x="13134684" y="6273800"/>
                    <a:pt x="13101792" y="6273800"/>
                  </a:cubicBezTo>
                  <a:cubicBezTo>
                    <a:pt x="13092928" y="6273800"/>
                    <a:pt x="13067968" y="6293804"/>
                    <a:pt x="13046320" y="6318252"/>
                  </a:cubicBezTo>
                  <a:cubicBezTo>
                    <a:pt x="13024680" y="6342698"/>
                    <a:pt x="12998856" y="6362700"/>
                    <a:pt x="12988936" y="6362700"/>
                  </a:cubicBezTo>
                  <a:cubicBezTo>
                    <a:pt x="12979016" y="6362700"/>
                    <a:pt x="12955624" y="6379846"/>
                    <a:pt x="12936952" y="6400800"/>
                  </a:cubicBezTo>
                  <a:cubicBezTo>
                    <a:pt x="12918280" y="6421756"/>
                    <a:pt x="12894484" y="6438900"/>
                    <a:pt x="12884068" y="6438900"/>
                  </a:cubicBezTo>
                  <a:cubicBezTo>
                    <a:pt x="12873652" y="6438900"/>
                    <a:pt x="12842324" y="6461036"/>
                    <a:pt x="12814448" y="6488090"/>
                  </a:cubicBezTo>
                  <a:cubicBezTo>
                    <a:pt x="12786572" y="6515142"/>
                    <a:pt x="12747020" y="6540622"/>
                    <a:pt x="12726556" y="6544716"/>
                  </a:cubicBezTo>
                  <a:cubicBezTo>
                    <a:pt x="12704912" y="6549044"/>
                    <a:pt x="12686008" y="6562672"/>
                    <a:pt x="12681368" y="6577296"/>
                  </a:cubicBezTo>
                  <a:cubicBezTo>
                    <a:pt x="12676976" y="6591126"/>
                    <a:pt x="12653568" y="6608974"/>
                    <a:pt x="12629324" y="6616974"/>
                  </a:cubicBezTo>
                  <a:cubicBezTo>
                    <a:pt x="12602688" y="6625766"/>
                    <a:pt x="12577900" y="6645752"/>
                    <a:pt x="12566652" y="6667502"/>
                  </a:cubicBezTo>
                  <a:cubicBezTo>
                    <a:pt x="12551672" y="6696472"/>
                    <a:pt x="12538716" y="6703938"/>
                    <a:pt x="12500200" y="6705798"/>
                  </a:cubicBezTo>
                  <a:cubicBezTo>
                    <a:pt x="12451224" y="6708164"/>
                    <a:pt x="12407232" y="6742240"/>
                    <a:pt x="12324192" y="6842126"/>
                  </a:cubicBezTo>
                  <a:cubicBezTo>
                    <a:pt x="12305320" y="6864828"/>
                    <a:pt x="12282364" y="6883402"/>
                    <a:pt x="12273184" y="6883402"/>
                  </a:cubicBezTo>
                  <a:cubicBezTo>
                    <a:pt x="12248520" y="6883402"/>
                    <a:pt x="12148128" y="6960000"/>
                    <a:pt x="12113336" y="7005360"/>
                  </a:cubicBezTo>
                  <a:cubicBezTo>
                    <a:pt x="12096712" y="7027036"/>
                    <a:pt x="12059032" y="7059968"/>
                    <a:pt x="12029604" y="7078544"/>
                  </a:cubicBezTo>
                  <a:cubicBezTo>
                    <a:pt x="12000176" y="7097120"/>
                    <a:pt x="11976104" y="7118256"/>
                    <a:pt x="11976104" y="7125508"/>
                  </a:cubicBezTo>
                  <a:cubicBezTo>
                    <a:pt x="11976104" y="7132764"/>
                    <a:pt x="11954672" y="7143620"/>
                    <a:pt x="11928476" y="7149642"/>
                  </a:cubicBezTo>
                  <a:cubicBezTo>
                    <a:pt x="11894732" y="7157392"/>
                    <a:pt x="11874400" y="7172008"/>
                    <a:pt x="11858712" y="7199794"/>
                  </a:cubicBezTo>
                  <a:cubicBezTo>
                    <a:pt x="11846532" y="7221356"/>
                    <a:pt x="11829736" y="7239000"/>
                    <a:pt x="11821384" y="7239000"/>
                  </a:cubicBezTo>
                  <a:cubicBezTo>
                    <a:pt x="11799080" y="7239000"/>
                    <a:pt x="11711056" y="7306810"/>
                    <a:pt x="11648304" y="7372336"/>
                  </a:cubicBezTo>
                  <a:cubicBezTo>
                    <a:pt x="11618192" y="7403778"/>
                    <a:pt x="11582864" y="7429502"/>
                    <a:pt x="11569792" y="7429502"/>
                  </a:cubicBezTo>
                  <a:cubicBezTo>
                    <a:pt x="11556724" y="7429502"/>
                    <a:pt x="11534276" y="7446012"/>
                    <a:pt x="11519908" y="7466188"/>
                  </a:cubicBezTo>
                  <a:cubicBezTo>
                    <a:pt x="11505540" y="7486368"/>
                    <a:pt x="11480412" y="7506234"/>
                    <a:pt x="11464072" y="7510334"/>
                  </a:cubicBezTo>
                  <a:cubicBezTo>
                    <a:pt x="11447728" y="7514438"/>
                    <a:pt x="11427712" y="7532376"/>
                    <a:pt x="11419588" y="7550204"/>
                  </a:cubicBezTo>
                  <a:cubicBezTo>
                    <a:pt x="11410584" y="7569964"/>
                    <a:pt x="11393628" y="7583232"/>
                    <a:pt x="11376136" y="7584204"/>
                  </a:cubicBezTo>
                  <a:cubicBezTo>
                    <a:pt x="11345384" y="7585906"/>
                    <a:pt x="11292788" y="7630954"/>
                    <a:pt x="11201496" y="7733780"/>
                  </a:cubicBezTo>
                  <a:cubicBezTo>
                    <a:pt x="11170116" y="7769126"/>
                    <a:pt x="11134688" y="7801140"/>
                    <a:pt x="11122772" y="7804924"/>
                  </a:cubicBezTo>
                  <a:cubicBezTo>
                    <a:pt x="11110852" y="7808706"/>
                    <a:pt x="11097544" y="7823000"/>
                    <a:pt x="11093200" y="7836690"/>
                  </a:cubicBezTo>
                  <a:cubicBezTo>
                    <a:pt x="11088856" y="7850380"/>
                    <a:pt x="11068908" y="7870056"/>
                    <a:pt x="11048872" y="7880420"/>
                  </a:cubicBezTo>
                  <a:cubicBezTo>
                    <a:pt x="11028836" y="7890782"/>
                    <a:pt x="11004604" y="7910452"/>
                    <a:pt x="10995020" y="7924132"/>
                  </a:cubicBezTo>
                  <a:cubicBezTo>
                    <a:pt x="10985440" y="7937812"/>
                    <a:pt x="10962160" y="7954878"/>
                    <a:pt x="10943296" y="7962048"/>
                  </a:cubicBezTo>
                  <a:cubicBezTo>
                    <a:pt x="10924428" y="7969222"/>
                    <a:pt x="10902480" y="7989384"/>
                    <a:pt x="10894520" y="8006852"/>
                  </a:cubicBezTo>
                  <a:cubicBezTo>
                    <a:pt x="10886560" y="8024320"/>
                    <a:pt x="10869632" y="8041918"/>
                    <a:pt x="10856904" y="8045958"/>
                  </a:cubicBezTo>
                  <a:cubicBezTo>
                    <a:pt x="10844176" y="8050000"/>
                    <a:pt x="10821792" y="8070114"/>
                    <a:pt x="10807168" y="8090652"/>
                  </a:cubicBezTo>
                  <a:cubicBezTo>
                    <a:pt x="10792540" y="8111194"/>
                    <a:pt x="10772904" y="8128002"/>
                    <a:pt x="10763532" y="8128002"/>
                  </a:cubicBezTo>
                  <a:cubicBezTo>
                    <a:pt x="10743152" y="8128002"/>
                    <a:pt x="10584420" y="8255890"/>
                    <a:pt x="10452104" y="8378908"/>
                  </a:cubicBezTo>
                  <a:cubicBezTo>
                    <a:pt x="10399716" y="8427616"/>
                    <a:pt x="10339708" y="8475408"/>
                    <a:pt x="10318752" y="8485116"/>
                  </a:cubicBezTo>
                  <a:cubicBezTo>
                    <a:pt x="10294180" y="8496496"/>
                    <a:pt x="10278796" y="8514356"/>
                    <a:pt x="10275424" y="8535404"/>
                  </a:cubicBezTo>
                  <a:cubicBezTo>
                    <a:pt x="10272364" y="8554518"/>
                    <a:pt x="10255164" y="8576674"/>
                    <a:pt x="10233908" y="8588872"/>
                  </a:cubicBezTo>
                  <a:cubicBezTo>
                    <a:pt x="10213948" y="8600324"/>
                    <a:pt x="10193200" y="8621640"/>
                    <a:pt x="10187800" y="8636240"/>
                  </a:cubicBezTo>
                  <a:cubicBezTo>
                    <a:pt x="10182332" y="8651018"/>
                    <a:pt x="10161336" y="8666856"/>
                    <a:pt x="10140416" y="8671984"/>
                  </a:cubicBezTo>
                  <a:cubicBezTo>
                    <a:pt x="10111916" y="8678972"/>
                    <a:pt x="10100384" y="8691066"/>
                    <a:pt x="10092632" y="8722098"/>
                  </a:cubicBezTo>
                  <a:cubicBezTo>
                    <a:pt x="10087016" y="8744596"/>
                    <a:pt x="10074448" y="8763000"/>
                    <a:pt x="10064704" y="8763000"/>
                  </a:cubicBezTo>
                  <a:cubicBezTo>
                    <a:pt x="10054964" y="8763000"/>
                    <a:pt x="10031736" y="8783006"/>
                    <a:pt x="10013092" y="8807452"/>
                  </a:cubicBezTo>
                  <a:cubicBezTo>
                    <a:pt x="9994444" y="8831898"/>
                    <a:pt x="9971424" y="8851900"/>
                    <a:pt x="9961936" y="8851900"/>
                  </a:cubicBezTo>
                  <a:cubicBezTo>
                    <a:pt x="9952448" y="8851900"/>
                    <a:pt x="9935136" y="8866480"/>
                    <a:pt x="9923460" y="8884302"/>
                  </a:cubicBezTo>
                  <a:cubicBezTo>
                    <a:pt x="9911784" y="8902120"/>
                    <a:pt x="9886016" y="8925084"/>
                    <a:pt x="9866200" y="8935334"/>
                  </a:cubicBezTo>
                  <a:cubicBezTo>
                    <a:pt x="9846384" y="8945584"/>
                    <a:pt x="9826664" y="8967942"/>
                    <a:pt x="9822376" y="8985030"/>
                  </a:cubicBezTo>
                  <a:cubicBezTo>
                    <a:pt x="9818088" y="9002112"/>
                    <a:pt x="9803864" y="9019492"/>
                    <a:pt x="9790768" y="9023648"/>
                  </a:cubicBezTo>
                  <a:cubicBezTo>
                    <a:pt x="9777676" y="9027804"/>
                    <a:pt x="9755448" y="9047376"/>
                    <a:pt x="9741372" y="9067140"/>
                  </a:cubicBezTo>
                  <a:cubicBezTo>
                    <a:pt x="9727300" y="9086904"/>
                    <a:pt x="9702412" y="9106434"/>
                    <a:pt x="9686072" y="9110534"/>
                  </a:cubicBezTo>
                  <a:cubicBezTo>
                    <a:pt x="9669728" y="9114638"/>
                    <a:pt x="9649912" y="9132140"/>
                    <a:pt x="9642032" y="9149436"/>
                  </a:cubicBezTo>
                  <a:cubicBezTo>
                    <a:pt x="9634152" y="9166732"/>
                    <a:pt x="9610312" y="9189872"/>
                    <a:pt x="9589052" y="9200868"/>
                  </a:cubicBezTo>
                  <a:cubicBezTo>
                    <a:pt x="9567796" y="9211862"/>
                    <a:pt x="9550400" y="9229148"/>
                    <a:pt x="9550400" y="9239284"/>
                  </a:cubicBezTo>
                  <a:cubicBezTo>
                    <a:pt x="9550400" y="9249422"/>
                    <a:pt x="9531980" y="9264992"/>
                    <a:pt x="9509464" y="9273884"/>
                  </a:cubicBezTo>
                  <a:cubicBezTo>
                    <a:pt x="9456744" y="9294704"/>
                    <a:pt x="9294728" y="9456492"/>
                    <a:pt x="9274516" y="9508502"/>
                  </a:cubicBezTo>
                  <a:cubicBezTo>
                    <a:pt x="9265972" y="9530486"/>
                    <a:pt x="9248264" y="9551878"/>
                    <a:pt x="9235168" y="9556034"/>
                  </a:cubicBezTo>
                  <a:cubicBezTo>
                    <a:pt x="9222072" y="9560190"/>
                    <a:pt x="9204860" y="9577854"/>
                    <a:pt x="9196916" y="9595284"/>
                  </a:cubicBezTo>
                  <a:cubicBezTo>
                    <a:pt x="9188976" y="9612714"/>
                    <a:pt x="9167968" y="9633586"/>
                    <a:pt x="9150232" y="9641666"/>
                  </a:cubicBezTo>
                  <a:cubicBezTo>
                    <a:pt x="9132504" y="9649746"/>
                    <a:pt x="9114636" y="9669726"/>
                    <a:pt x="9110536" y="9686068"/>
                  </a:cubicBezTo>
                  <a:cubicBezTo>
                    <a:pt x="9106432" y="9702414"/>
                    <a:pt x="9086904" y="9727298"/>
                    <a:pt x="9067140" y="9741374"/>
                  </a:cubicBezTo>
                  <a:cubicBezTo>
                    <a:pt x="9047376" y="9755446"/>
                    <a:pt x="9027804" y="9777674"/>
                    <a:pt x="9023648" y="9790768"/>
                  </a:cubicBezTo>
                  <a:cubicBezTo>
                    <a:pt x="9019492" y="9803864"/>
                    <a:pt x="9002112" y="9818086"/>
                    <a:pt x="8985028" y="9822372"/>
                  </a:cubicBezTo>
                  <a:cubicBezTo>
                    <a:pt x="8967944" y="9826660"/>
                    <a:pt x="8945228" y="9847062"/>
                    <a:pt x="8934552" y="9867708"/>
                  </a:cubicBezTo>
                  <a:cubicBezTo>
                    <a:pt x="8923872" y="9888356"/>
                    <a:pt x="8903316" y="9911576"/>
                    <a:pt x="8888868" y="9919308"/>
                  </a:cubicBezTo>
                  <a:cubicBezTo>
                    <a:pt x="8874416" y="9927044"/>
                    <a:pt x="8857232" y="9948760"/>
                    <a:pt x="8850672" y="9967574"/>
                  </a:cubicBezTo>
                  <a:cubicBezTo>
                    <a:pt x="8842684" y="9990488"/>
                    <a:pt x="8827372" y="10003784"/>
                    <a:pt x="8804276" y="10007862"/>
                  </a:cubicBezTo>
                  <a:cubicBezTo>
                    <a:pt x="8778840" y="10012356"/>
                    <a:pt x="8767428" y="10023798"/>
                    <a:pt x="8760740" y="10051516"/>
                  </a:cubicBezTo>
                  <a:cubicBezTo>
                    <a:pt x="8755668" y="10072536"/>
                    <a:pt x="8739988" y="10093406"/>
                    <a:pt x="8725136" y="10098902"/>
                  </a:cubicBezTo>
                  <a:cubicBezTo>
                    <a:pt x="8710540" y="10104300"/>
                    <a:pt x="8689224" y="10125052"/>
                    <a:pt x="8677772" y="10145008"/>
                  </a:cubicBezTo>
                  <a:cubicBezTo>
                    <a:pt x="8665632" y="10166156"/>
                    <a:pt x="8643392" y="10183480"/>
                    <a:pt x="8624472" y="10186524"/>
                  </a:cubicBezTo>
                  <a:cubicBezTo>
                    <a:pt x="8606616" y="10189400"/>
                    <a:pt x="8586132" y="10203180"/>
                    <a:pt x="8578956" y="10217152"/>
                  </a:cubicBezTo>
                  <a:cubicBezTo>
                    <a:pt x="8571780" y="10231120"/>
                    <a:pt x="8548816" y="10260128"/>
                    <a:pt x="8527928" y="10281612"/>
                  </a:cubicBezTo>
                  <a:cubicBezTo>
                    <a:pt x="8428928" y="10383436"/>
                    <a:pt x="8314168" y="10532732"/>
                    <a:pt x="8299588" y="10578670"/>
                  </a:cubicBezTo>
                  <a:cubicBezTo>
                    <a:pt x="8295308" y="10592164"/>
                    <a:pt x="8280604" y="10606756"/>
                    <a:pt x="8266912" y="10611100"/>
                  </a:cubicBezTo>
                  <a:cubicBezTo>
                    <a:pt x="8253224" y="10615446"/>
                    <a:pt x="8233240" y="10635990"/>
                    <a:pt x="8222504" y="10656748"/>
                  </a:cubicBezTo>
                  <a:cubicBezTo>
                    <a:pt x="8211768" y="10677508"/>
                    <a:pt x="8189532" y="10699610"/>
                    <a:pt x="8173088" y="10705862"/>
                  </a:cubicBezTo>
                  <a:cubicBezTo>
                    <a:pt x="8154936" y="10712760"/>
                    <a:pt x="8137328" y="10734992"/>
                    <a:pt x="8128264" y="10762466"/>
                  </a:cubicBezTo>
                  <a:cubicBezTo>
                    <a:pt x="8120052" y="10787344"/>
                    <a:pt x="8107976" y="10807702"/>
                    <a:pt x="8101432" y="10807702"/>
                  </a:cubicBezTo>
                  <a:cubicBezTo>
                    <a:pt x="8094884" y="10807702"/>
                    <a:pt x="8078716" y="10825482"/>
                    <a:pt x="8065500" y="10847218"/>
                  </a:cubicBezTo>
                  <a:cubicBezTo>
                    <a:pt x="8051448" y="10870318"/>
                    <a:pt x="8026472" y="10890254"/>
                    <a:pt x="8005360" y="10895214"/>
                  </a:cubicBezTo>
                  <a:cubicBezTo>
                    <a:pt x="7978144" y="10901604"/>
                    <a:pt x="7966648" y="10913952"/>
                    <a:pt x="7958672" y="10945352"/>
                  </a:cubicBezTo>
                  <a:cubicBezTo>
                    <a:pt x="7952384" y="10970128"/>
                    <a:pt x="7936052" y="10992492"/>
                    <a:pt x="7918376" y="11000548"/>
                  </a:cubicBezTo>
                  <a:cubicBezTo>
                    <a:pt x="7902032" y="11007994"/>
                    <a:pt x="7885608" y="11026236"/>
                    <a:pt x="7881880" y="11041082"/>
                  </a:cubicBezTo>
                  <a:cubicBezTo>
                    <a:pt x="7878152" y="11055930"/>
                    <a:pt x="7847712" y="11092956"/>
                    <a:pt x="7814228" y="11123366"/>
                  </a:cubicBezTo>
                  <a:cubicBezTo>
                    <a:pt x="7734316" y="11195956"/>
                    <a:pt x="7594600" y="11363183"/>
                    <a:pt x="7594600" y="11386263"/>
                  </a:cubicBezTo>
                  <a:cubicBezTo>
                    <a:pt x="7594600" y="11396253"/>
                    <a:pt x="7577456" y="11419687"/>
                    <a:pt x="7556504" y="11438357"/>
                  </a:cubicBezTo>
                  <a:cubicBezTo>
                    <a:pt x="7535548" y="11457027"/>
                    <a:pt x="7518400" y="11479253"/>
                    <a:pt x="7518400" y="11487756"/>
                  </a:cubicBezTo>
                  <a:cubicBezTo>
                    <a:pt x="7518400" y="11496240"/>
                    <a:pt x="7498400" y="11518447"/>
                    <a:pt x="7473952" y="11537098"/>
                  </a:cubicBezTo>
                  <a:cubicBezTo>
                    <a:pt x="7449504" y="11555749"/>
                    <a:pt x="7429504" y="11579531"/>
                    <a:pt x="7429504" y="11589964"/>
                  </a:cubicBezTo>
                  <a:cubicBezTo>
                    <a:pt x="7429504" y="11600403"/>
                    <a:pt x="7406760" y="11627260"/>
                    <a:pt x="7378960" y="11649650"/>
                  </a:cubicBezTo>
                  <a:cubicBezTo>
                    <a:pt x="7322456" y="11695158"/>
                    <a:pt x="7239000" y="11802503"/>
                    <a:pt x="7239000" y="11829689"/>
                  </a:cubicBezTo>
                  <a:cubicBezTo>
                    <a:pt x="7239000" y="11839413"/>
                    <a:pt x="7222492" y="11859146"/>
                    <a:pt x="7202312" y="11873514"/>
                  </a:cubicBezTo>
                  <a:cubicBezTo>
                    <a:pt x="7182136" y="11887882"/>
                    <a:pt x="7161816" y="11914802"/>
                    <a:pt x="7157164" y="11933333"/>
                  </a:cubicBezTo>
                  <a:cubicBezTo>
                    <a:pt x="7152512" y="11951883"/>
                    <a:pt x="7124728" y="11989824"/>
                    <a:pt x="7095428" y="12017630"/>
                  </a:cubicBezTo>
                  <a:cubicBezTo>
                    <a:pt x="7024528" y="12084946"/>
                    <a:pt x="6972304" y="12153711"/>
                    <a:pt x="6972304" y="12179758"/>
                  </a:cubicBezTo>
                  <a:cubicBezTo>
                    <a:pt x="6972304" y="12191412"/>
                    <a:pt x="6955156" y="12218876"/>
                    <a:pt x="6934200" y="12240817"/>
                  </a:cubicBezTo>
                  <a:cubicBezTo>
                    <a:pt x="6913248" y="12262739"/>
                    <a:pt x="6896104" y="12285876"/>
                    <a:pt x="6896104" y="12292234"/>
                  </a:cubicBezTo>
                  <a:cubicBezTo>
                    <a:pt x="6896104" y="12298605"/>
                    <a:pt x="6876100" y="12315605"/>
                    <a:pt x="6851652" y="12330030"/>
                  </a:cubicBezTo>
                  <a:cubicBezTo>
                    <a:pt x="6823576" y="12346587"/>
                    <a:pt x="6807200" y="12365953"/>
                    <a:pt x="6807200" y="12382592"/>
                  </a:cubicBezTo>
                  <a:cubicBezTo>
                    <a:pt x="6807200" y="12397061"/>
                    <a:pt x="6784344" y="12431314"/>
                    <a:pt x="6756400" y="12458715"/>
                  </a:cubicBezTo>
                  <a:cubicBezTo>
                    <a:pt x="6728464" y="12486097"/>
                    <a:pt x="6705600" y="12519502"/>
                    <a:pt x="6705600" y="12532940"/>
                  </a:cubicBezTo>
                  <a:cubicBezTo>
                    <a:pt x="6705600" y="12546384"/>
                    <a:pt x="6691344" y="12566737"/>
                    <a:pt x="6673920" y="12578144"/>
                  </a:cubicBezTo>
                  <a:cubicBezTo>
                    <a:pt x="6656492" y="12589564"/>
                    <a:pt x="6634152" y="12618249"/>
                    <a:pt x="6624280" y="12641892"/>
                  </a:cubicBezTo>
                  <a:cubicBezTo>
                    <a:pt x="6614400" y="12665516"/>
                    <a:pt x="6594496" y="12688621"/>
                    <a:pt x="6580044" y="12693195"/>
                  </a:cubicBezTo>
                  <a:cubicBezTo>
                    <a:pt x="6563240" y="12698535"/>
                    <a:pt x="6548968" y="12719375"/>
                    <a:pt x="6540448" y="12750996"/>
                  </a:cubicBezTo>
                  <a:cubicBezTo>
                    <a:pt x="6527048" y="12800768"/>
                    <a:pt x="6498520" y="12839709"/>
                    <a:pt x="6475448" y="12839709"/>
                  </a:cubicBezTo>
                  <a:cubicBezTo>
                    <a:pt x="6468604" y="12839709"/>
                    <a:pt x="6454232" y="12860701"/>
                    <a:pt x="6443512" y="12886362"/>
                  </a:cubicBezTo>
                  <a:cubicBezTo>
                    <a:pt x="6432792" y="12912023"/>
                    <a:pt x="6410220" y="12943878"/>
                    <a:pt x="6393360" y="12957139"/>
                  </a:cubicBezTo>
                  <a:cubicBezTo>
                    <a:pt x="6376496" y="12970393"/>
                    <a:pt x="6362704" y="12992271"/>
                    <a:pt x="6362704" y="13005709"/>
                  </a:cubicBezTo>
                  <a:cubicBezTo>
                    <a:pt x="6362704" y="13019166"/>
                    <a:pt x="6339840" y="13053735"/>
                    <a:pt x="6311904" y="13082534"/>
                  </a:cubicBezTo>
                  <a:cubicBezTo>
                    <a:pt x="6283960" y="13111308"/>
                    <a:pt x="6261104" y="13143074"/>
                    <a:pt x="6261104" y="13153102"/>
                  </a:cubicBezTo>
                  <a:cubicBezTo>
                    <a:pt x="6261104" y="13163130"/>
                    <a:pt x="6241756" y="13183869"/>
                    <a:pt x="6218108" y="13199192"/>
                  </a:cubicBezTo>
                  <a:cubicBezTo>
                    <a:pt x="6194464" y="13214528"/>
                    <a:pt x="6170844" y="13241347"/>
                    <a:pt x="6165624" y="13258815"/>
                  </a:cubicBezTo>
                  <a:cubicBezTo>
                    <a:pt x="6160400" y="13276264"/>
                    <a:pt x="6138312" y="13312244"/>
                    <a:pt x="6116540" y="13338734"/>
                  </a:cubicBezTo>
                  <a:cubicBezTo>
                    <a:pt x="6034304" y="13438835"/>
                    <a:pt x="5994400" y="13502102"/>
                    <a:pt x="5994400" y="13532426"/>
                  </a:cubicBezTo>
                  <a:cubicBezTo>
                    <a:pt x="5994400" y="13549843"/>
                    <a:pt x="5980608" y="13575770"/>
                    <a:pt x="5963360" y="13590777"/>
                  </a:cubicBezTo>
                  <a:cubicBezTo>
                    <a:pt x="5946288" y="13605613"/>
                    <a:pt x="5923056" y="13640916"/>
                    <a:pt x="5911736" y="13669203"/>
                  </a:cubicBezTo>
                  <a:cubicBezTo>
                    <a:pt x="5900412" y="13697502"/>
                    <a:pt x="5877232" y="13737196"/>
                    <a:pt x="5860224" y="13757416"/>
                  </a:cubicBezTo>
                  <a:cubicBezTo>
                    <a:pt x="5843216" y="13777617"/>
                    <a:pt x="5829304" y="13801165"/>
                    <a:pt x="5829304" y="13809738"/>
                  </a:cubicBezTo>
                  <a:cubicBezTo>
                    <a:pt x="5829304" y="13818317"/>
                    <a:pt x="5809408" y="13844604"/>
                    <a:pt x="5785092" y="13868171"/>
                  </a:cubicBezTo>
                  <a:cubicBezTo>
                    <a:pt x="5760776" y="13891738"/>
                    <a:pt x="5734768" y="13929540"/>
                    <a:pt x="5727300" y="13952171"/>
                  </a:cubicBezTo>
                  <a:cubicBezTo>
                    <a:pt x="5719832" y="13974814"/>
                    <a:pt x="5700416" y="14002038"/>
                    <a:pt x="5684160" y="14012692"/>
                  </a:cubicBezTo>
                  <a:cubicBezTo>
                    <a:pt x="5667072" y="14023903"/>
                    <a:pt x="5651156" y="14050412"/>
                    <a:pt x="5646440" y="14075548"/>
                  </a:cubicBezTo>
                  <a:cubicBezTo>
                    <a:pt x="5641856" y="14099975"/>
                    <a:pt x="5618908" y="14138992"/>
                    <a:pt x="5594092" y="14164552"/>
                  </a:cubicBezTo>
                  <a:cubicBezTo>
                    <a:pt x="5569788" y="14189574"/>
                    <a:pt x="5549904" y="14220872"/>
                    <a:pt x="5549904" y="14234114"/>
                  </a:cubicBezTo>
                  <a:cubicBezTo>
                    <a:pt x="5549904" y="14247343"/>
                    <a:pt x="5535008" y="14266203"/>
                    <a:pt x="5516800" y="14276022"/>
                  </a:cubicBezTo>
                  <a:cubicBezTo>
                    <a:pt x="5495892" y="14287290"/>
                    <a:pt x="5476548" y="14314792"/>
                    <a:pt x="5464284" y="14350690"/>
                  </a:cubicBezTo>
                  <a:cubicBezTo>
                    <a:pt x="5453608" y="14381950"/>
                    <a:pt x="5428496" y="14422814"/>
                    <a:pt x="5408488" y="14441516"/>
                  </a:cubicBezTo>
                  <a:cubicBezTo>
                    <a:pt x="5388476" y="14460205"/>
                    <a:pt x="5372104" y="14487100"/>
                    <a:pt x="5372104" y="14501284"/>
                  </a:cubicBezTo>
                  <a:cubicBezTo>
                    <a:pt x="5372104" y="14515475"/>
                    <a:pt x="5355712" y="14538751"/>
                    <a:pt x="5335680" y="14553024"/>
                  </a:cubicBezTo>
                  <a:cubicBezTo>
                    <a:pt x="5310312" y="14571074"/>
                    <a:pt x="5296864" y="14593882"/>
                    <a:pt x="5291388" y="14628122"/>
                  </a:cubicBezTo>
                  <a:cubicBezTo>
                    <a:pt x="5287064" y="14655175"/>
                    <a:pt x="5266308" y="14698981"/>
                    <a:pt x="5245264" y="14725452"/>
                  </a:cubicBezTo>
                  <a:cubicBezTo>
                    <a:pt x="5224220" y="14751929"/>
                    <a:pt x="5207000" y="14781032"/>
                    <a:pt x="5207000" y="14790130"/>
                  </a:cubicBezTo>
                  <a:cubicBezTo>
                    <a:pt x="5207000" y="14799234"/>
                    <a:pt x="5184144" y="14833069"/>
                    <a:pt x="5156200" y="14865367"/>
                  </a:cubicBezTo>
                  <a:cubicBezTo>
                    <a:pt x="5128264" y="14897633"/>
                    <a:pt x="5105400" y="14936922"/>
                    <a:pt x="5105400" y="14952650"/>
                  </a:cubicBezTo>
                  <a:cubicBezTo>
                    <a:pt x="5105400" y="14968391"/>
                    <a:pt x="5088788" y="14997171"/>
                    <a:pt x="5068480" y="15016632"/>
                  </a:cubicBezTo>
                  <a:cubicBezTo>
                    <a:pt x="5048176" y="15036093"/>
                    <a:pt x="5028084" y="15070523"/>
                    <a:pt x="5023836" y="15093166"/>
                  </a:cubicBezTo>
                  <a:cubicBezTo>
                    <a:pt x="5019588" y="15115822"/>
                    <a:pt x="5001736" y="15147848"/>
                    <a:pt x="4984160" y="15164367"/>
                  </a:cubicBezTo>
                  <a:cubicBezTo>
                    <a:pt x="4966584" y="15180867"/>
                    <a:pt x="4943548" y="15224167"/>
                    <a:pt x="4932964" y="15260577"/>
                  </a:cubicBezTo>
                  <a:cubicBezTo>
                    <a:pt x="4922376" y="15296987"/>
                    <a:pt x="4904632" y="15334321"/>
                    <a:pt x="4893524" y="15343539"/>
                  </a:cubicBezTo>
                  <a:cubicBezTo>
                    <a:pt x="4882420" y="15352757"/>
                    <a:pt x="4863368" y="15383543"/>
                    <a:pt x="4851192" y="15411956"/>
                  </a:cubicBezTo>
                  <a:cubicBezTo>
                    <a:pt x="4839012" y="15440363"/>
                    <a:pt x="4811216" y="15481436"/>
                    <a:pt x="4789424" y="15503225"/>
                  </a:cubicBezTo>
                  <a:cubicBezTo>
                    <a:pt x="4765512" y="15527140"/>
                    <a:pt x="4749800" y="15555857"/>
                    <a:pt x="4749800" y="15575672"/>
                  </a:cubicBezTo>
                  <a:cubicBezTo>
                    <a:pt x="4749800" y="15594766"/>
                    <a:pt x="4736640" y="15619921"/>
                    <a:pt x="4718316" y="15635858"/>
                  </a:cubicBezTo>
                  <a:cubicBezTo>
                    <a:pt x="4700996" y="15650909"/>
                    <a:pt x="4674016" y="15686592"/>
                    <a:pt x="4658360" y="15715138"/>
                  </a:cubicBezTo>
                  <a:cubicBezTo>
                    <a:pt x="4642704" y="15743703"/>
                    <a:pt x="4619540" y="15775634"/>
                    <a:pt x="4606888" y="15786111"/>
                  </a:cubicBezTo>
                  <a:cubicBezTo>
                    <a:pt x="4592944" y="15797657"/>
                    <a:pt x="4579436" y="15834137"/>
                    <a:pt x="4572596" y="15878740"/>
                  </a:cubicBezTo>
                  <a:cubicBezTo>
                    <a:pt x="4564216" y="15933346"/>
                    <a:pt x="4553292" y="15958640"/>
                    <a:pt x="4530240" y="15976766"/>
                  </a:cubicBezTo>
                  <a:cubicBezTo>
                    <a:pt x="4511124" y="15991792"/>
                    <a:pt x="4496192" y="16019870"/>
                    <a:pt x="4491412" y="16049770"/>
                  </a:cubicBezTo>
                  <a:cubicBezTo>
                    <a:pt x="4486616" y="16079771"/>
                    <a:pt x="4469460" y="16111936"/>
                    <a:pt x="4446540" y="16133877"/>
                  </a:cubicBezTo>
                  <a:cubicBezTo>
                    <a:pt x="4421112" y="16158241"/>
                    <a:pt x="4406764" y="16187268"/>
                    <a:pt x="4400940" y="16226114"/>
                  </a:cubicBezTo>
                  <a:cubicBezTo>
                    <a:pt x="4394980" y="16265833"/>
                    <a:pt x="4381468" y="16292557"/>
                    <a:pt x="4355756" y="16315466"/>
                  </a:cubicBezTo>
                  <a:cubicBezTo>
                    <a:pt x="4329996" y="16338413"/>
                    <a:pt x="4316532" y="16365099"/>
                    <a:pt x="4310540" y="16405052"/>
                  </a:cubicBezTo>
                  <a:cubicBezTo>
                    <a:pt x="4304664" y="16444246"/>
                    <a:pt x="4291072" y="16471691"/>
                    <a:pt x="4266856" y="16493265"/>
                  </a:cubicBezTo>
                  <a:cubicBezTo>
                    <a:pt x="4243184" y="16514352"/>
                    <a:pt x="4229044" y="16542329"/>
                    <a:pt x="4223560" y="16578891"/>
                  </a:cubicBezTo>
                  <a:cubicBezTo>
                    <a:pt x="4218148" y="16614991"/>
                    <a:pt x="4203204" y="16644910"/>
                    <a:pt x="4178988" y="16668110"/>
                  </a:cubicBezTo>
                  <a:cubicBezTo>
                    <a:pt x="4158952" y="16687299"/>
                    <a:pt x="4135816" y="16721014"/>
                    <a:pt x="4127572" y="16743031"/>
                  </a:cubicBezTo>
                  <a:cubicBezTo>
                    <a:pt x="4119324" y="16765054"/>
                    <a:pt x="4095936" y="16803843"/>
                    <a:pt x="4075592" y="16829226"/>
                  </a:cubicBezTo>
                  <a:cubicBezTo>
                    <a:pt x="4049716" y="16861511"/>
                    <a:pt x="4038600" y="16889500"/>
                    <a:pt x="4038600" y="16922393"/>
                  </a:cubicBezTo>
                  <a:cubicBezTo>
                    <a:pt x="4038600" y="16958360"/>
                    <a:pt x="4028404" y="16980339"/>
                    <a:pt x="3995212" y="17015933"/>
                  </a:cubicBezTo>
                  <a:cubicBezTo>
                    <a:pt x="3971348" y="17041518"/>
                    <a:pt x="3947896" y="17082471"/>
                    <a:pt x="3943100" y="17106911"/>
                  </a:cubicBezTo>
                  <a:cubicBezTo>
                    <a:pt x="3938300" y="17131351"/>
                    <a:pt x="3918280" y="17168508"/>
                    <a:pt x="3898612" y="17189462"/>
                  </a:cubicBezTo>
                  <a:cubicBezTo>
                    <a:pt x="3869704" y="17220254"/>
                    <a:pt x="3862336" y="17240594"/>
                    <a:pt x="3860176" y="17295605"/>
                  </a:cubicBezTo>
                  <a:cubicBezTo>
                    <a:pt x="3857944" y="17352520"/>
                    <a:pt x="3851612" y="17368906"/>
                    <a:pt x="3821492" y="17395744"/>
                  </a:cubicBezTo>
                  <a:cubicBezTo>
                    <a:pt x="3792448" y="17421614"/>
                    <a:pt x="3783824" y="17442435"/>
                    <a:pt x="3776936" y="17503317"/>
                  </a:cubicBezTo>
                  <a:cubicBezTo>
                    <a:pt x="3769296" y="17570848"/>
                    <a:pt x="3763920" y="17581711"/>
                    <a:pt x="3725856" y="17606379"/>
                  </a:cubicBezTo>
                  <a:cubicBezTo>
                    <a:pt x="3688064" y="17630876"/>
                    <a:pt x="3682776" y="17641353"/>
                    <a:pt x="3678536" y="17700166"/>
                  </a:cubicBezTo>
                  <a:cubicBezTo>
                    <a:pt x="3674776" y="17752260"/>
                    <a:pt x="3665272" y="17776042"/>
                    <a:pt x="3633928" y="17811731"/>
                  </a:cubicBezTo>
                  <a:cubicBezTo>
                    <a:pt x="3610104" y="17838860"/>
                    <a:pt x="3591596" y="17876048"/>
                    <a:pt x="3587864" y="17904278"/>
                  </a:cubicBezTo>
                  <a:cubicBezTo>
                    <a:pt x="3583612" y="17936462"/>
                    <a:pt x="3569496" y="17961541"/>
                    <a:pt x="3543436" y="17983210"/>
                  </a:cubicBezTo>
                  <a:cubicBezTo>
                    <a:pt x="3513448" y="18008137"/>
                    <a:pt x="3503584" y="18028604"/>
                    <a:pt x="3497528" y="18078452"/>
                  </a:cubicBezTo>
                  <a:cubicBezTo>
                    <a:pt x="3493288" y="18113388"/>
                    <a:pt x="3476056" y="18168715"/>
                    <a:pt x="3459244" y="18201405"/>
                  </a:cubicBezTo>
                  <a:cubicBezTo>
                    <a:pt x="3442432" y="18234108"/>
                    <a:pt x="3422936" y="18291124"/>
                    <a:pt x="3415924" y="18328110"/>
                  </a:cubicBezTo>
                  <a:cubicBezTo>
                    <a:pt x="3406920" y="18375573"/>
                    <a:pt x="3393496" y="18403056"/>
                    <a:pt x="3370272" y="18421587"/>
                  </a:cubicBezTo>
                  <a:cubicBezTo>
                    <a:pt x="3343124" y="18443237"/>
                    <a:pt x="3335860" y="18462413"/>
                    <a:pt x="3328728" y="18531311"/>
                  </a:cubicBezTo>
                  <a:cubicBezTo>
                    <a:pt x="3321504" y="18601126"/>
                    <a:pt x="3314296" y="18619771"/>
                    <a:pt x="3284716" y="18645217"/>
                  </a:cubicBezTo>
                  <a:cubicBezTo>
                    <a:pt x="3257844" y="18668341"/>
                    <a:pt x="3246168" y="18693920"/>
                    <a:pt x="3236136" y="18751708"/>
                  </a:cubicBezTo>
                  <a:cubicBezTo>
                    <a:pt x="3227444" y="18801746"/>
                    <a:pt x="3210392" y="18843831"/>
                    <a:pt x="3186264" y="18874737"/>
                  </a:cubicBezTo>
                  <a:cubicBezTo>
                    <a:pt x="3157048" y="18912172"/>
                    <a:pt x="3149600" y="18934556"/>
                    <a:pt x="3149600" y="18984948"/>
                  </a:cubicBezTo>
                  <a:cubicBezTo>
                    <a:pt x="3149600" y="19044938"/>
                    <a:pt x="3133152" y="19078773"/>
                    <a:pt x="3098356" y="19090370"/>
                  </a:cubicBezTo>
                  <a:cubicBezTo>
                    <a:pt x="3074200" y="19098424"/>
                    <a:pt x="3048416" y="19181810"/>
                    <a:pt x="3054656" y="19231696"/>
                  </a:cubicBezTo>
                  <a:cubicBezTo>
                    <a:pt x="3059908" y="19273699"/>
                    <a:pt x="3055376" y="19284897"/>
                    <a:pt x="3020120" y="19317100"/>
                  </a:cubicBezTo>
                  <a:cubicBezTo>
                    <a:pt x="2985080" y="19349107"/>
                    <a:pt x="2978364" y="19365499"/>
                    <a:pt x="2970948" y="19437143"/>
                  </a:cubicBezTo>
                  <a:cubicBezTo>
                    <a:pt x="2964264" y="19501713"/>
                    <a:pt x="2955304" y="19527674"/>
                    <a:pt x="2930532" y="19552444"/>
                  </a:cubicBezTo>
                  <a:cubicBezTo>
                    <a:pt x="2896044" y="19586935"/>
                    <a:pt x="2882904" y="19632577"/>
                    <a:pt x="2882904" y="19717874"/>
                  </a:cubicBezTo>
                  <a:cubicBezTo>
                    <a:pt x="2882904" y="19757409"/>
                    <a:pt x="2874244" y="19782754"/>
                    <a:pt x="2851508" y="19809770"/>
                  </a:cubicBezTo>
                  <a:cubicBezTo>
                    <a:pt x="2809040" y="19860247"/>
                    <a:pt x="2794000" y="19904091"/>
                    <a:pt x="2794000" y="19977466"/>
                  </a:cubicBezTo>
                  <a:cubicBezTo>
                    <a:pt x="2794000" y="20029929"/>
                    <a:pt x="2788584" y="20043586"/>
                    <a:pt x="2757788" y="20068713"/>
                  </a:cubicBezTo>
                  <a:cubicBezTo>
                    <a:pt x="2716196" y="20102652"/>
                    <a:pt x="2705104" y="20138018"/>
                    <a:pt x="2705104" y="20236687"/>
                  </a:cubicBezTo>
                  <a:cubicBezTo>
                    <a:pt x="2705104" y="20296830"/>
                    <a:pt x="2699552" y="20313251"/>
                    <a:pt x="2666488" y="20350906"/>
                  </a:cubicBezTo>
                  <a:cubicBezTo>
                    <a:pt x="2633920" y="20387998"/>
                    <a:pt x="2626140" y="20410343"/>
                    <a:pt x="2616804" y="20493578"/>
                  </a:cubicBezTo>
                  <a:cubicBezTo>
                    <a:pt x="2607944" y="20572583"/>
                    <a:pt x="2601080" y="20593665"/>
                    <a:pt x="2582396" y="20599266"/>
                  </a:cubicBezTo>
                  <a:cubicBezTo>
                    <a:pt x="2550124" y="20608939"/>
                    <a:pt x="2537992" y="20646450"/>
                    <a:pt x="2526556" y="20771959"/>
                  </a:cubicBezTo>
                  <a:cubicBezTo>
                    <a:pt x="2517868" y="20867258"/>
                    <a:pt x="2512128" y="20885124"/>
                    <a:pt x="2477560" y="20924499"/>
                  </a:cubicBezTo>
                  <a:cubicBezTo>
                    <a:pt x="2441436" y="20965640"/>
                    <a:pt x="2438400" y="20976311"/>
                    <a:pt x="2438400" y="21062158"/>
                  </a:cubicBezTo>
                  <a:cubicBezTo>
                    <a:pt x="2438400" y="21146438"/>
                    <a:pt x="2434808" y="21159742"/>
                    <a:pt x="2400304" y="21203162"/>
                  </a:cubicBezTo>
                  <a:cubicBezTo>
                    <a:pt x="2379348" y="21229531"/>
                    <a:pt x="2359192" y="21251749"/>
                    <a:pt x="2355508" y="21252535"/>
                  </a:cubicBezTo>
                  <a:cubicBezTo>
                    <a:pt x="2351824" y="21253319"/>
                    <a:pt x="2346468" y="21310625"/>
                    <a:pt x="2343600" y="21379874"/>
                  </a:cubicBezTo>
                  <a:cubicBezTo>
                    <a:pt x="2338828" y="21495155"/>
                    <a:pt x="2335652" y="21508327"/>
                    <a:pt x="2305992" y="21535826"/>
                  </a:cubicBezTo>
                  <a:cubicBezTo>
                    <a:pt x="2255832" y="21582339"/>
                    <a:pt x="2249240" y="21602475"/>
                    <a:pt x="2250504" y="21705299"/>
                  </a:cubicBezTo>
                  <a:cubicBezTo>
                    <a:pt x="2251556" y="21790943"/>
                    <a:pt x="2248296" y="21804677"/>
                    <a:pt x="2219592" y="21835650"/>
                  </a:cubicBezTo>
                  <a:cubicBezTo>
                    <a:pt x="2183380" y="21874725"/>
                    <a:pt x="2171704" y="21918879"/>
                    <a:pt x="2171704" y="22016723"/>
                  </a:cubicBezTo>
                  <a:cubicBezTo>
                    <a:pt x="2171704" y="22092303"/>
                    <a:pt x="2158904" y="22134899"/>
                    <a:pt x="2126432" y="22167369"/>
                  </a:cubicBezTo>
                  <a:cubicBezTo>
                    <a:pt x="2091400" y="22202401"/>
                    <a:pt x="2071276" y="22275675"/>
                    <a:pt x="2070352" y="22371563"/>
                  </a:cubicBezTo>
                  <a:cubicBezTo>
                    <a:pt x="2068872" y="22525290"/>
                    <a:pt x="2061364" y="22568908"/>
                    <a:pt x="2030776" y="22601467"/>
                  </a:cubicBezTo>
                  <a:cubicBezTo>
                    <a:pt x="2005988" y="22627854"/>
                    <a:pt x="2000748" y="22651478"/>
                    <a:pt x="1992728" y="22773011"/>
                  </a:cubicBezTo>
                  <a:cubicBezTo>
                    <a:pt x="1983428" y="22913922"/>
                    <a:pt x="1983416" y="22913959"/>
                    <a:pt x="1941040" y="22945212"/>
                  </a:cubicBezTo>
                  <a:lnTo>
                    <a:pt x="1898652" y="22976474"/>
                  </a:lnTo>
                  <a:lnTo>
                    <a:pt x="1892304" y="23139912"/>
                  </a:lnTo>
                  <a:cubicBezTo>
                    <a:pt x="1886648" y="23285437"/>
                    <a:pt x="1882624" y="23308246"/>
                    <a:pt x="1855584" y="23348027"/>
                  </a:cubicBezTo>
                  <a:cubicBezTo>
                    <a:pt x="1827928" y="23388707"/>
                    <a:pt x="1824360" y="23411013"/>
                    <a:pt x="1815704" y="23597531"/>
                  </a:cubicBezTo>
                  <a:cubicBezTo>
                    <a:pt x="1806324" y="23799550"/>
                    <a:pt x="1805700" y="23802874"/>
                    <a:pt x="1770140" y="23839991"/>
                  </a:cubicBezTo>
                  <a:cubicBezTo>
                    <a:pt x="1734488" y="23877200"/>
                    <a:pt x="1733992" y="23879891"/>
                    <a:pt x="1725624" y="24081362"/>
                  </a:cubicBezTo>
                  <a:cubicBezTo>
                    <a:pt x="1717288" y="24281862"/>
                    <a:pt x="1716592" y="24285693"/>
                    <a:pt x="1681764" y="24322045"/>
                  </a:cubicBezTo>
                  <a:cubicBezTo>
                    <a:pt x="1647728" y="24357571"/>
                    <a:pt x="1645812" y="24366643"/>
                    <a:pt x="1631728" y="24559075"/>
                  </a:cubicBezTo>
                  <a:cubicBezTo>
                    <a:pt x="1618872" y="24734722"/>
                    <a:pt x="1612692" y="24768471"/>
                    <a:pt x="1581140" y="24835363"/>
                  </a:cubicBezTo>
                  <a:cubicBezTo>
                    <a:pt x="1546456" y="24908893"/>
                    <a:pt x="1544884" y="24920907"/>
                    <a:pt x="1536336" y="25178263"/>
                  </a:cubicBezTo>
                  <a:cubicBezTo>
                    <a:pt x="1527968" y="25430015"/>
                    <a:pt x="1525480" y="25449946"/>
                    <a:pt x="1491904" y="25533863"/>
                  </a:cubicBezTo>
                  <a:cubicBezTo>
                    <a:pt x="1456792" y="25621630"/>
                    <a:pt x="1456296" y="25626670"/>
                    <a:pt x="1453184" y="25929214"/>
                  </a:cubicBezTo>
                  <a:cubicBezTo>
                    <a:pt x="1450556" y="26184723"/>
                    <a:pt x="1446552" y="26242392"/>
                    <a:pt x="1429096" y="26276149"/>
                  </a:cubicBezTo>
                  <a:cubicBezTo>
                    <a:pt x="1417580" y="26298419"/>
                    <a:pt x="1410572" y="26329106"/>
                    <a:pt x="1413520" y="26344351"/>
                  </a:cubicBezTo>
                  <a:cubicBezTo>
                    <a:pt x="1416472" y="26359591"/>
                    <a:pt x="1406016" y="26394922"/>
                    <a:pt x="1390292" y="26422862"/>
                  </a:cubicBezTo>
                  <a:cubicBezTo>
                    <a:pt x="1362380" y="26472450"/>
                    <a:pt x="1361544" y="26485186"/>
                    <a:pt x="1355264" y="26956263"/>
                  </a:cubicBezTo>
                  <a:cubicBezTo>
                    <a:pt x="1351048" y="27272459"/>
                    <a:pt x="1343516" y="27459682"/>
                    <a:pt x="1333416" y="27499246"/>
                  </a:cubicBezTo>
                  <a:cubicBezTo>
                    <a:pt x="1324936" y="27532456"/>
                    <a:pt x="1321736" y="27579546"/>
                    <a:pt x="1326300" y="27603890"/>
                  </a:cubicBezTo>
                  <a:cubicBezTo>
                    <a:pt x="1331816" y="27633284"/>
                    <a:pt x="1325888" y="27676370"/>
                    <a:pt x="1308652" y="27732169"/>
                  </a:cubicBezTo>
                  <a:cubicBezTo>
                    <a:pt x="1283348" y="27814092"/>
                    <a:pt x="1282704" y="27844136"/>
                    <a:pt x="1282704" y="28936781"/>
                  </a:cubicBezTo>
                  <a:cubicBezTo>
                    <a:pt x="1282704" y="29648956"/>
                    <a:pt x="1287392" y="30077248"/>
                    <a:pt x="1295592" y="30112860"/>
                  </a:cubicBezTo>
                  <a:cubicBezTo>
                    <a:pt x="1302680" y="30143652"/>
                    <a:pt x="1314448" y="30223144"/>
                    <a:pt x="1321744" y="30289500"/>
                  </a:cubicBezTo>
                  <a:lnTo>
                    <a:pt x="1346156" y="30511752"/>
                  </a:lnTo>
                  <a:cubicBezTo>
                    <a:pt x="1352288" y="30567632"/>
                    <a:pt x="1357800" y="30784800"/>
                    <a:pt x="1358400" y="30994352"/>
                  </a:cubicBezTo>
                  <a:cubicBezTo>
                    <a:pt x="1359456" y="31360168"/>
                    <a:pt x="1360724" y="31379252"/>
                    <a:pt x="1390188" y="31473184"/>
                  </a:cubicBezTo>
                  <a:cubicBezTo>
                    <a:pt x="1407064" y="31526996"/>
                    <a:pt x="1427140" y="31582724"/>
                    <a:pt x="1434796" y="31597028"/>
                  </a:cubicBezTo>
                  <a:cubicBezTo>
                    <a:pt x="1443608" y="31613496"/>
                    <a:pt x="1448820" y="31722049"/>
                    <a:pt x="1449000" y="31892896"/>
                  </a:cubicBezTo>
                  <a:cubicBezTo>
                    <a:pt x="1449300" y="32178641"/>
                    <a:pt x="1459796" y="32249121"/>
                    <a:pt x="1512700" y="32320676"/>
                  </a:cubicBezTo>
                  <a:cubicBezTo>
                    <a:pt x="1536736" y="32353189"/>
                    <a:pt x="1538732" y="32376080"/>
                    <a:pt x="1541088" y="32646548"/>
                  </a:cubicBezTo>
                  <a:lnTo>
                    <a:pt x="1543624" y="32937453"/>
                  </a:lnTo>
                  <a:lnTo>
                    <a:pt x="1580024" y="33000952"/>
                  </a:lnTo>
                  <a:cubicBezTo>
                    <a:pt x="1613680" y="33059656"/>
                    <a:pt x="1617520" y="33080272"/>
                    <a:pt x="1630920" y="33274116"/>
                  </a:cubicBezTo>
                  <a:cubicBezTo>
                    <a:pt x="1643248" y="33452500"/>
                    <a:pt x="1649884" y="33492296"/>
                    <a:pt x="1675392" y="33540816"/>
                  </a:cubicBezTo>
                  <a:cubicBezTo>
                    <a:pt x="1701696" y="33590849"/>
                    <a:pt x="1706328" y="33621504"/>
                    <a:pt x="1713112" y="33790504"/>
                  </a:cubicBezTo>
                  <a:cubicBezTo>
                    <a:pt x="1720008" y="33962140"/>
                    <a:pt x="1723764" y="33986384"/>
                    <a:pt x="1747536" y="34012752"/>
                  </a:cubicBezTo>
                  <a:cubicBezTo>
                    <a:pt x="1805356" y="34076884"/>
                    <a:pt x="1807564" y="34086048"/>
                    <a:pt x="1809520" y="34269977"/>
                  </a:cubicBezTo>
                  <a:lnTo>
                    <a:pt x="1811416" y="34448752"/>
                  </a:lnTo>
                  <a:lnTo>
                    <a:pt x="1858208" y="34537464"/>
                  </a:lnTo>
                  <a:cubicBezTo>
                    <a:pt x="1902748" y="34621904"/>
                    <a:pt x="1905000" y="34632060"/>
                    <a:pt x="1905000" y="34748440"/>
                  </a:cubicBezTo>
                  <a:cubicBezTo>
                    <a:pt x="1905000" y="34865172"/>
                    <a:pt x="1906728" y="34872880"/>
                    <a:pt x="1943104" y="34918653"/>
                  </a:cubicBezTo>
                  <a:cubicBezTo>
                    <a:pt x="1964056" y="34945020"/>
                    <a:pt x="1978520" y="34964380"/>
                    <a:pt x="1975240" y="34961672"/>
                  </a:cubicBezTo>
                  <a:cubicBezTo>
                    <a:pt x="1971960" y="34958968"/>
                    <a:pt x="1977232" y="35029693"/>
                    <a:pt x="1986952" y="35118840"/>
                  </a:cubicBezTo>
                  <a:cubicBezTo>
                    <a:pt x="2002276" y="35259432"/>
                    <a:pt x="2008896" y="35286008"/>
                    <a:pt x="2036856" y="35319241"/>
                  </a:cubicBezTo>
                  <a:cubicBezTo>
                    <a:pt x="2054584" y="35340312"/>
                    <a:pt x="2069048" y="35373101"/>
                    <a:pt x="2068992" y="35392104"/>
                  </a:cubicBezTo>
                  <a:cubicBezTo>
                    <a:pt x="2068936" y="35411105"/>
                    <a:pt x="2074292" y="35480264"/>
                    <a:pt x="2080892" y="35545784"/>
                  </a:cubicBezTo>
                  <a:cubicBezTo>
                    <a:pt x="2091788" y="35653888"/>
                    <a:pt x="2096168" y="35667528"/>
                    <a:pt x="2128200" y="35693073"/>
                  </a:cubicBezTo>
                  <a:cubicBezTo>
                    <a:pt x="2161580" y="35719688"/>
                    <a:pt x="2163976" y="35728564"/>
                    <a:pt x="2172104" y="35855916"/>
                  </a:cubicBezTo>
                  <a:cubicBezTo>
                    <a:pt x="2177176" y="35935400"/>
                    <a:pt x="2187968" y="36001956"/>
                    <a:pt x="2198428" y="36018288"/>
                  </a:cubicBezTo>
                  <a:cubicBezTo>
                    <a:pt x="2241964" y="36086260"/>
                    <a:pt x="2247900" y="36105272"/>
                    <a:pt x="2254064" y="36196432"/>
                  </a:cubicBezTo>
                  <a:cubicBezTo>
                    <a:pt x="2259672" y="36279369"/>
                    <a:pt x="2266016" y="36299924"/>
                    <a:pt x="2298704" y="36341052"/>
                  </a:cubicBezTo>
                  <a:cubicBezTo>
                    <a:pt x="2319656" y="36367420"/>
                    <a:pt x="2334252" y="36386780"/>
                    <a:pt x="2331136" y="36384072"/>
                  </a:cubicBezTo>
                  <a:cubicBezTo>
                    <a:pt x="2328020" y="36381368"/>
                    <a:pt x="2332980" y="36426332"/>
                    <a:pt x="2342156" y="36483996"/>
                  </a:cubicBezTo>
                  <a:cubicBezTo>
                    <a:pt x="2354264" y="36560080"/>
                    <a:pt x="2368784" y="36603184"/>
                    <a:pt x="2395080" y="36641132"/>
                  </a:cubicBezTo>
                  <a:cubicBezTo>
                    <a:pt x="2428056" y="36688716"/>
                    <a:pt x="2431356" y="36703392"/>
                    <a:pt x="2431688" y="36804020"/>
                  </a:cubicBezTo>
                  <a:cubicBezTo>
                    <a:pt x="2432040" y="36910440"/>
                    <a:pt x="2433684" y="36916676"/>
                    <a:pt x="2475360" y="36969376"/>
                  </a:cubicBezTo>
                  <a:cubicBezTo>
                    <a:pt x="2513196" y="37017216"/>
                    <a:pt x="2518888" y="37033948"/>
                    <a:pt x="2520376" y="37101696"/>
                  </a:cubicBezTo>
                  <a:cubicBezTo>
                    <a:pt x="2522004" y="37175808"/>
                    <a:pt x="2550312" y="37249104"/>
                    <a:pt x="2577308" y="37249104"/>
                  </a:cubicBezTo>
                  <a:cubicBezTo>
                    <a:pt x="2595164" y="37249104"/>
                    <a:pt x="2616200" y="37324472"/>
                    <a:pt x="2616200" y="37388460"/>
                  </a:cubicBezTo>
                  <a:cubicBezTo>
                    <a:pt x="2616200" y="37435936"/>
                    <a:pt x="2625108" y="37460356"/>
                    <a:pt x="2660652" y="37510352"/>
                  </a:cubicBezTo>
                  <a:cubicBezTo>
                    <a:pt x="2698724" y="37563900"/>
                    <a:pt x="2705104" y="37583080"/>
                    <a:pt x="2705104" y="37644032"/>
                  </a:cubicBezTo>
                  <a:cubicBezTo>
                    <a:pt x="2705104" y="37703776"/>
                    <a:pt x="2711552" y="37724096"/>
                    <a:pt x="2745328" y="37770724"/>
                  </a:cubicBezTo>
                  <a:cubicBezTo>
                    <a:pt x="2779152" y="37817416"/>
                    <a:pt x="2785812" y="37838440"/>
                    <a:pt x="2787168" y="37902804"/>
                  </a:cubicBezTo>
                  <a:cubicBezTo>
                    <a:pt x="2788688" y="37975044"/>
                    <a:pt x="2817076" y="38049200"/>
                    <a:pt x="2843208" y="38049200"/>
                  </a:cubicBezTo>
                  <a:cubicBezTo>
                    <a:pt x="2862776" y="38049200"/>
                    <a:pt x="2882904" y="38114328"/>
                    <a:pt x="2882904" y="38177632"/>
                  </a:cubicBezTo>
                  <a:cubicBezTo>
                    <a:pt x="2882904" y="38254824"/>
                    <a:pt x="2889004" y="38272048"/>
                    <a:pt x="2935588" y="38326400"/>
                  </a:cubicBezTo>
                  <a:cubicBezTo>
                    <a:pt x="2966440" y="38362396"/>
                    <a:pt x="2971800" y="38379620"/>
                    <a:pt x="2971800" y="38442748"/>
                  </a:cubicBezTo>
                  <a:cubicBezTo>
                    <a:pt x="2971800" y="38509748"/>
                    <a:pt x="2975512" y="38519964"/>
                    <a:pt x="3010520" y="38549424"/>
                  </a:cubicBezTo>
                  <a:cubicBezTo>
                    <a:pt x="3040680" y="38574800"/>
                    <a:pt x="3051736" y="38597372"/>
                    <a:pt x="3060556" y="38651560"/>
                  </a:cubicBezTo>
                  <a:cubicBezTo>
                    <a:pt x="3072320" y="38723848"/>
                    <a:pt x="3092324" y="38773104"/>
                    <a:pt x="3109912" y="38773104"/>
                  </a:cubicBezTo>
                  <a:cubicBezTo>
                    <a:pt x="3128496" y="38773104"/>
                    <a:pt x="3149600" y="38836936"/>
                    <a:pt x="3149600" y="38893148"/>
                  </a:cubicBezTo>
                  <a:cubicBezTo>
                    <a:pt x="3149600" y="38937804"/>
                    <a:pt x="3158188" y="38958776"/>
                    <a:pt x="3194052" y="39001704"/>
                  </a:cubicBezTo>
                  <a:cubicBezTo>
                    <a:pt x="3221932" y="39035072"/>
                    <a:pt x="3238504" y="39068352"/>
                    <a:pt x="3238504" y="39090976"/>
                  </a:cubicBezTo>
                  <a:cubicBezTo>
                    <a:pt x="3238504" y="39138968"/>
                    <a:pt x="3257068" y="39185364"/>
                    <a:pt x="3289076" y="39217376"/>
                  </a:cubicBezTo>
                  <a:cubicBezTo>
                    <a:pt x="3307016" y="39235312"/>
                    <a:pt x="3315436" y="39260484"/>
                    <a:pt x="3315804" y="39297260"/>
                  </a:cubicBezTo>
                  <a:cubicBezTo>
                    <a:pt x="3316520" y="39368744"/>
                    <a:pt x="3333408" y="39413564"/>
                    <a:pt x="3373700" y="39450928"/>
                  </a:cubicBezTo>
                  <a:cubicBezTo>
                    <a:pt x="3396864" y="39472408"/>
                    <a:pt x="3410144" y="39501688"/>
                    <a:pt x="3417328" y="39547132"/>
                  </a:cubicBezTo>
                  <a:cubicBezTo>
                    <a:pt x="3423748" y="39587740"/>
                    <a:pt x="3442324" y="39632408"/>
                    <a:pt x="3466428" y="39665180"/>
                  </a:cubicBezTo>
                  <a:cubicBezTo>
                    <a:pt x="3495592" y="39704840"/>
                    <a:pt x="3505200" y="39731556"/>
                    <a:pt x="3505200" y="39772976"/>
                  </a:cubicBezTo>
                  <a:cubicBezTo>
                    <a:pt x="3505200" y="39818984"/>
                    <a:pt x="3512520" y="39835368"/>
                    <a:pt x="3549652" y="39872496"/>
                  </a:cubicBezTo>
                  <a:cubicBezTo>
                    <a:pt x="3585512" y="39908356"/>
                    <a:pt x="3594104" y="39926684"/>
                    <a:pt x="3594104" y="39967328"/>
                  </a:cubicBezTo>
                  <a:cubicBezTo>
                    <a:pt x="3594104" y="39995104"/>
                    <a:pt x="3602240" y="40024824"/>
                    <a:pt x="3612240" y="40033576"/>
                  </a:cubicBezTo>
                  <a:cubicBezTo>
                    <a:pt x="3622220" y="40042308"/>
                    <a:pt x="3642220" y="40059680"/>
                    <a:pt x="3656692" y="40072176"/>
                  </a:cubicBezTo>
                  <a:cubicBezTo>
                    <a:pt x="3675184" y="40088152"/>
                    <a:pt x="3683000" y="40110092"/>
                    <a:pt x="3683000" y="40146040"/>
                  </a:cubicBezTo>
                  <a:cubicBezTo>
                    <a:pt x="3683000" y="40209640"/>
                    <a:pt x="3690568" y="40229572"/>
                    <a:pt x="3733876" y="40280048"/>
                  </a:cubicBezTo>
                  <a:cubicBezTo>
                    <a:pt x="3752800" y="40302100"/>
                    <a:pt x="3771880" y="40342660"/>
                    <a:pt x="3776280" y="40370176"/>
                  </a:cubicBezTo>
                  <a:cubicBezTo>
                    <a:pt x="3780680" y="40397688"/>
                    <a:pt x="3801496" y="40441868"/>
                    <a:pt x="3822540" y="40468348"/>
                  </a:cubicBezTo>
                  <a:cubicBezTo>
                    <a:pt x="3843856" y="40495176"/>
                    <a:pt x="3860800" y="40531752"/>
                    <a:pt x="3860800" y="40550952"/>
                  </a:cubicBezTo>
                  <a:cubicBezTo>
                    <a:pt x="3860800" y="40604856"/>
                    <a:pt x="3885944" y="40663608"/>
                    <a:pt x="3912632" y="40672080"/>
                  </a:cubicBezTo>
                  <a:cubicBezTo>
                    <a:pt x="3926004" y="40676320"/>
                    <a:pt x="3936628" y="40689416"/>
                    <a:pt x="3936240" y="40701172"/>
                  </a:cubicBezTo>
                  <a:cubicBezTo>
                    <a:pt x="3934552" y="40752548"/>
                    <a:pt x="3965544" y="40829104"/>
                    <a:pt x="4000720" y="40860444"/>
                  </a:cubicBezTo>
                  <a:cubicBezTo>
                    <a:pt x="4030900" y="40887336"/>
                    <a:pt x="4038600" y="40904592"/>
                    <a:pt x="4038600" y="40945324"/>
                  </a:cubicBezTo>
                  <a:cubicBezTo>
                    <a:pt x="4038600" y="40986396"/>
                    <a:pt x="4046976" y="41004824"/>
                    <a:pt x="4081200" y="41039048"/>
                  </a:cubicBezTo>
                  <a:cubicBezTo>
                    <a:pt x="4109984" y="41067832"/>
                    <a:pt x="4126528" y="41098704"/>
                    <a:pt x="4132208" y="41134240"/>
                  </a:cubicBezTo>
                  <a:cubicBezTo>
                    <a:pt x="4138500" y="41173584"/>
                    <a:pt x="4148644" y="41190492"/>
                    <a:pt x="4172464" y="41201348"/>
                  </a:cubicBezTo>
                  <a:cubicBezTo>
                    <a:pt x="4189980" y="41209328"/>
                    <a:pt x="4203844" y="41224880"/>
                    <a:pt x="4203276" y="41235904"/>
                  </a:cubicBezTo>
                  <a:cubicBezTo>
                    <a:pt x="4200600" y="41287656"/>
                    <a:pt x="4231612" y="41360980"/>
                    <a:pt x="4267352" y="41387404"/>
                  </a:cubicBezTo>
                  <a:cubicBezTo>
                    <a:pt x="4298544" y="41410464"/>
                    <a:pt x="4305304" y="41424560"/>
                    <a:pt x="4305304" y="41466528"/>
                  </a:cubicBezTo>
                  <a:cubicBezTo>
                    <a:pt x="4305304" y="41506664"/>
                    <a:pt x="4313240" y="41524936"/>
                    <a:pt x="4342380" y="41551876"/>
                  </a:cubicBezTo>
                  <a:cubicBezTo>
                    <a:pt x="4362772" y="41570728"/>
                    <a:pt x="4387756" y="41609448"/>
                    <a:pt x="4397896" y="41637916"/>
                  </a:cubicBezTo>
                  <a:cubicBezTo>
                    <a:pt x="4408036" y="41666384"/>
                    <a:pt x="4430512" y="41703860"/>
                    <a:pt x="4447844" y="41721188"/>
                  </a:cubicBezTo>
                  <a:cubicBezTo>
                    <a:pt x="4465176" y="41738520"/>
                    <a:pt x="4483548" y="41775040"/>
                    <a:pt x="4488668" y="41802340"/>
                  </a:cubicBezTo>
                  <a:cubicBezTo>
                    <a:pt x="4493792" y="41829640"/>
                    <a:pt x="4513872" y="41870080"/>
                    <a:pt x="4533300" y="41892204"/>
                  </a:cubicBezTo>
                  <a:cubicBezTo>
                    <a:pt x="4554588" y="41916452"/>
                    <a:pt x="4569684" y="41949416"/>
                    <a:pt x="4571304" y="41975192"/>
                  </a:cubicBezTo>
                  <a:cubicBezTo>
                    <a:pt x="4572808" y="41999116"/>
                    <a:pt x="4586864" y="42031940"/>
                    <a:pt x="4603216" y="42049704"/>
                  </a:cubicBezTo>
                  <a:cubicBezTo>
                    <a:pt x="4619288" y="42067164"/>
                    <a:pt x="4642016" y="42105352"/>
                    <a:pt x="4653720" y="42134560"/>
                  </a:cubicBezTo>
                  <a:cubicBezTo>
                    <a:pt x="4665424" y="42163768"/>
                    <a:pt x="4691832" y="42208848"/>
                    <a:pt x="4712400" y="42234732"/>
                  </a:cubicBezTo>
                  <a:cubicBezTo>
                    <a:pt x="4732972" y="42260616"/>
                    <a:pt x="4749800" y="42293096"/>
                    <a:pt x="4749800" y="42306912"/>
                  </a:cubicBezTo>
                  <a:cubicBezTo>
                    <a:pt x="4749800" y="42320724"/>
                    <a:pt x="4766140" y="42347084"/>
                    <a:pt x="4786104" y="42365488"/>
                  </a:cubicBezTo>
                  <a:cubicBezTo>
                    <a:pt x="4807192" y="42384928"/>
                    <a:pt x="4828324" y="42422644"/>
                    <a:pt x="4836520" y="42455480"/>
                  </a:cubicBezTo>
                  <a:cubicBezTo>
                    <a:pt x="4845708" y="42492272"/>
                    <a:pt x="4863728" y="42522252"/>
                    <a:pt x="4888144" y="42541360"/>
                  </a:cubicBezTo>
                  <a:cubicBezTo>
                    <a:pt x="4908776" y="42557508"/>
                    <a:pt x="4929312" y="42587376"/>
                    <a:pt x="4933784" y="42607732"/>
                  </a:cubicBezTo>
                  <a:cubicBezTo>
                    <a:pt x="4938256" y="42628092"/>
                    <a:pt x="4955464" y="42658304"/>
                    <a:pt x="4972032" y="42674868"/>
                  </a:cubicBezTo>
                  <a:cubicBezTo>
                    <a:pt x="4988596" y="42691432"/>
                    <a:pt x="5008776" y="42731300"/>
                    <a:pt x="5016872" y="42763464"/>
                  </a:cubicBezTo>
                  <a:cubicBezTo>
                    <a:pt x="5025432" y="42797456"/>
                    <a:pt x="5047056" y="42836752"/>
                    <a:pt x="5068500" y="42857300"/>
                  </a:cubicBezTo>
                  <a:cubicBezTo>
                    <a:pt x="5088796" y="42876744"/>
                    <a:pt x="5105400" y="42906064"/>
                    <a:pt x="5105400" y="42922452"/>
                  </a:cubicBezTo>
                  <a:cubicBezTo>
                    <a:pt x="5105400" y="42939408"/>
                    <a:pt x="5124016" y="42970864"/>
                    <a:pt x="5148596" y="42995444"/>
                  </a:cubicBezTo>
                  <a:cubicBezTo>
                    <a:pt x="5176620" y="43023464"/>
                    <a:pt x="5194744" y="43056136"/>
                    <a:pt x="5200208" y="43088480"/>
                  </a:cubicBezTo>
                  <a:cubicBezTo>
                    <a:pt x="5205964" y="43122536"/>
                    <a:pt x="5220096" y="43146804"/>
                    <a:pt x="5244812" y="43165080"/>
                  </a:cubicBezTo>
                  <a:cubicBezTo>
                    <a:pt x="5264712" y="43179792"/>
                    <a:pt x="5284876" y="43209516"/>
                    <a:pt x="5289624" y="43231132"/>
                  </a:cubicBezTo>
                  <a:cubicBezTo>
                    <a:pt x="5294372" y="43252748"/>
                    <a:pt x="5314872" y="43287432"/>
                    <a:pt x="5335180" y="43308204"/>
                  </a:cubicBezTo>
                  <a:cubicBezTo>
                    <a:pt x="5355488" y="43328984"/>
                    <a:pt x="5372104" y="43359652"/>
                    <a:pt x="5372104" y="43376368"/>
                  </a:cubicBezTo>
                  <a:cubicBezTo>
                    <a:pt x="5372104" y="43393488"/>
                    <a:pt x="5385356" y="43416868"/>
                    <a:pt x="5402448" y="43429904"/>
                  </a:cubicBezTo>
                  <a:cubicBezTo>
                    <a:pt x="5419140" y="43442636"/>
                    <a:pt x="5447296" y="43479152"/>
                    <a:pt x="5465020" y="43511052"/>
                  </a:cubicBezTo>
                  <a:cubicBezTo>
                    <a:pt x="5482744" y="43542952"/>
                    <a:pt x="5505868" y="43576208"/>
                    <a:pt x="5516408" y="43584952"/>
                  </a:cubicBezTo>
                  <a:cubicBezTo>
                    <a:pt x="5526944" y="43593700"/>
                    <a:pt x="5539232" y="43617536"/>
                    <a:pt x="5543712" y="43637920"/>
                  </a:cubicBezTo>
                  <a:cubicBezTo>
                    <a:pt x="5548188" y="43658308"/>
                    <a:pt x="5565068" y="43685060"/>
                    <a:pt x="5581224" y="43697368"/>
                  </a:cubicBezTo>
                  <a:cubicBezTo>
                    <a:pt x="5597376" y="43709680"/>
                    <a:pt x="5625096" y="43745852"/>
                    <a:pt x="5642820" y="43777752"/>
                  </a:cubicBezTo>
                  <a:cubicBezTo>
                    <a:pt x="5660544" y="43809648"/>
                    <a:pt x="5683668" y="43842908"/>
                    <a:pt x="5694208" y="43851656"/>
                  </a:cubicBezTo>
                  <a:cubicBezTo>
                    <a:pt x="5704744" y="43860400"/>
                    <a:pt x="5716844" y="43883384"/>
                    <a:pt x="5721092" y="43902724"/>
                  </a:cubicBezTo>
                  <a:cubicBezTo>
                    <a:pt x="5725344" y="43922068"/>
                    <a:pt x="5748424" y="43958680"/>
                    <a:pt x="5772392" y="43984088"/>
                  </a:cubicBezTo>
                  <a:cubicBezTo>
                    <a:pt x="5796356" y="44009496"/>
                    <a:pt x="5816860" y="44043284"/>
                    <a:pt x="5817960" y="44059168"/>
                  </a:cubicBezTo>
                  <a:cubicBezTo>
                    <a:pt x="5819056" y="44075056"/>
                    <a:pt x="5839200" y="44106304"/>
                    <a:pt x="5862728" y="44128612"/>
                  </a:cubicBezTo>
                  <a:cubicBezTo>
                    <a:pt x="5886256" y="44150920"/>
                    <a:pt x="5905504" y="44178256"/>
                    <a:pt x="5905504" y="44189360"/>
                  </a:cubicBezTo>
                  <a:cubicBezTo>
                    <a:pt x="5905504" y="44200464"/>
                    <a:pt x="5925504" y="44229552"/>
                    <a:pt x="5949952" y="44254000"/>
                  </a:cubicBezTo>
                  <a:cubicBezTo>
                    <a:pt x="5980512" y="44284560"/>
                    <a:pt x="5994400" y="44310068"/>
                    <a:pt x="5994400" y="44335632"/>
                  </a:cubicBezTo>
                  <a:cubicBezTo>
                    <a:pt x="5994400" y="44360540"/>
                    <a:pt x="6009116" y="44388708"/>
                    <a:pt x="6038964" y="44420936"/>
                  </a:cubicBezTo>
                  <a:cubicBezTo>
                    <a:pt x="6133168" y="44522652"/>
                    <a:pt x="6150732" y="44544284"/>
                    <a:pt x="6169940" y="44582264"/>
                  </a:cubicBezTo>
                  <a:cubicBezTo>
                    <a:pt x="6180840" y="44603816"/>
                    <a:pt x="6205812" y="44640464"/>
                    <a:pt x="6225432" y="44663700"/>
                  </a:cubicBezTo>
                  <a:cubicBezTo>
                    <a:pt x="6245048" y="44686940"/>
                    <a:pt x="6261104" y="44713916"/>
                    <a:pt x="6261104" y="44723648"/>
                  </a:cubicBezTo>
                  <a:cubicBezTo>
                    <a:pt x="6261104" y="44733380"/>
                    <a:pt x="6277976" y="44753816"/>
                    <a:pt x="6298600" y="44769064"/>
                  </a:cubicBezTo>
                  <a:cubicBezTo>
                    <a:pt x="6319224" y="44784312"/>
                    <a:pt x="6345228" y="44819608"/>
                    <a:pt x="6356388" y="44847496"/>
                  </a:cubicBezTo>
                  <a:cubicBezTo>
                    <a:pt x="6367544" y="44875380"/>
                    <a:pt x="6390676" y="44909212"/>
                    <a:pt x="6407788" y="44922672"/>
                  </a:cubicBezTo>
                  <a:cubicBezTo>
                    <a:pt x="6424900" y="44936136"/>
                    <a:pt x="6438904" y="44957940"/>
                    <a:pt x="6438904" y="44971132"/>
                  </a:cubicBezTo>
                  <a:cubicBezTo>
                    <a:pt x="6438904" y="44984328"/>
                    <a:pt x="6457476" y="45014528"/>
                    <a:pt x="6480176" y="45038240"/>
                  </a:cubicBezTo>
                  <a:cubicBezTo>
                    <a:pt x="6566300" y="45128216"/>
                    <a:pt x="6629400" y="45204656"/>
                    <a:pt x="6629400" y="45219012"/>
                  </a:cubicBezTo>
                  <a:cubicBezTo>
                    <a:pt x="6629400" y="45227204"/>
                    <a:pt x="6646548" y="45255484"/>
                    <a:pt x="6667504" y="45281852"/>
                  </a:cubicBezTo>
                  <a:cubicBezTo>
                    <a:pt x="6688456" y="45308220"/>
                    <a:pt x="6705600" y="45335804"/>
                    <a:pt x="6705600" y="45343152"/>
                  </a:cubicBezTo>
                  <a:cubicBezTo>
                    <a:pt x="6705600" y="45350496"/>
                    <a:pt x="6722740" y="45374000"/>
                    <a:pt x="6743688" y="45395380"/>
                  </a:cubicBezTo>
                  <a:cubicBezTo>
                    <a:pt x="6814976" y="45468144"/>
                    <a:pt x="6896104" y="45569100"/>
                    <a:pt x="6896104" y="45585048"/>
                  </a:cubicBezTo>
                  <a:cubicBezTo>
                    <a:pt x="6896104" y="45593792"/>
                    <a:pt x="6913248" y="45617376"/>
                    <a:pt x="6934200" y="45637452"/>
                  </a:cubicBezTo>
                  <a:cubicBezTo>
                    <a:pt x="6955156" y="45657528"/>
                    <a:pt x="6972304" y="45682336"/>
                    <a:pt x="6972304" y="45692580"/>
                  </a:cubicBezTo>
                  <a:cubicBezTo>
                    <a:pt x="6972304" y="45702824"/>
                    <a:pt x="6990876" y="45729292"/>
                    <a:pt x="7013576" y="45751396"/>
                  </a:cubicBezTo>
                  <a:cubicBezTo>
                    <a:pt x="7092336" y="45828088"/>
                    <a:pt x="7162800" y="45915424"/>
                    <a:pt x="7162800" y="45936340"/>
                  </a:cubicBezTo>
                  <a:cubicBezTo>
                    <a:pt x="7162800" y="45958712"/>
                    <a:pt x="7200856" y="45999400"/>
                    <a:pt x="7221776" y="45999400"/>
                  </a:cubicBezTo>
                  <a:cubicBezTo>
                    <a:pt x="7228664" y="45999400"/>
                    <a:pt x="7241208" y="46015120"/>
                    <a:pt x="7249652" y="46034328"/>
                  </a:cubicBezTo>
                  <a:cubicBezTo>
                    <a:pt x="7274212" y="46090196"/>
                    <a:pt x="7351784" y="46187712"/>
                    <a:pt x="7378388" y="46196152"/>
                  </a:cubicBezTo>
                  <a:cubicBezTo>
                    <a:pt x="7391816" y="46200412"/>
                    <a:pt x="7406384" y="46215192"/>
                    <a:pt x="7410768" y="46228992"/>
                  </a:cubicBezTo>
                  <a:cubicBezTo>
                    <a:pt x="7415148" y="46242796"/>
                    <a:pt x="7441156" y="46279996"/>
                    <a:pt x="7468568" y="46311664"/>
                  </a:cubicBezTo>
                  <a:cubicBezTo>
                    <a:pt x="7495976" y="46343336"/>
                    <a:pt x="7518400" y="46374664"/>
                    <a:pt x="7518400" y="46381288"/>
                  </a:cubicBezTo>
                  <a:cubicBezTo>
                    <a:pt x="7518400" y="46387916"/>
                    <a:pt x="7535548" y="46411276"/>
                    <a:pt x="7556504" y="46433200"/>
                  </a:cubicBezTo>
                  <a:cubicBezTo>
                    <a:pt x="7577456" y="46455128"/>
                    <a:pt x="7594600" y="46480108"/>
                    <a:pt x="7594600" y="46488712"/>
                  </a:cubicBezTo>
                  <a:cubicBezTo>
                    <a:pt x="7594600" y="46497316"/>
                    <a:pt x="7669484" y="46580764"/>
                    <a:pt x="7761008" y="46674156"/>
                  </a:cubicBezTo>
                  <a:cubicBezTo>
                    <a:pt x="7859144" y="46774288"/>
                    <a:pt x="7939516" y="46868224"/>
                    <a:pt x="7956912" y="46903120"/>
                  </a:cubicBezTo>
                  <a:cubicBezTo>
                    <a:pt x="7973136" y="46935664"/>
                    <a:pt x="7998328" y="46966072"/>
                    <a:pt x="8012896" y="46970696"/>
                  </a:cubicBezTo>
                  <a:cubicBezTo>
                    <a:pt x="8027464" y="46975320"/>
                    <a:pt x="8047600" y="46994992"/>
                    <a:pt x="8057640" y="47014416"/>
                  </a:cubicBezTo>
                  <a:cubicBezTo>
                    <a:pt x="8067688" y="47033840"/>
                    <a:pt x="8090484" y="47059280"/>
                    <a:pt x="8108304" y="47070960"/>
                  </a:cubicBezTo>
                  <a:cubicBezTo>
                    <a:pt x="8126120" y="47082636"/>
                    <a:pt x="8140704" y="47100240"/>
                    <a:pt x="8140704" y="47110080"/>
                  </a:cubicBezTo>
                  <a:cubicBezTo>
                    <a:pt x="8140704" y="47119920"/>
                    <a:pt x="8157848" y="47140184"/>
                    <a:pt x="8178800" y="47155104"/>
                  </a:cubicBezTo>
                  <a:cubicBezTo>
                    <a:pt x="8199756" y="47170024"/>
                    <a:pt x="8216904" y="47190036"/>
                    <a:pt x="8216904" y="47199576"/>
                  </a:cubicBezTo>
                  <a:cubicBezTo>
                    <a:pt x="8216904" y="47215784"/>
                    <a:pt x="8346184" y="47356608"/>
                    <a:pt x="8358128" y="47353412"/>
                  </a:cubicBezTo>
                  <a:cubicBezTo>
                    <a:pt x="8361132" y="47352608"/>
                    <a:pt x="8374876" y="47369820"/>
                    <a:pt x="8388672" y="47391660"/>
                  </a:cubicBezTo>
                  <a:cubicBezTo>
                    <a:pt x="8402464" y="47413504"/>
                    <a:pt x="8527344" y="47547804"/>
                    <a:pt x="8666176" y="47690112"/>
                  </a:cubicBezTo>
                  <a:cubicBezTo>
                    <a:pt x="8805008" y="47832420"/>
                    <a:pt x="8926736" y="47966636"/>
                    <a:pt x="8936680" y="47988376"/>
                  </a:cubicBezTo>
                  <a:cubicBezTo>
                    <a:pt x="8946628" y="48010116"/>
                    <a:pt x="8968884" y="48034332"/>
                    <a:pt x="8986140" y="48042196"/>
                  </a:cubicBezTo>
                  <a:cubicBezTo>
                    <a:pt x="9003392" y="48050056"/>
                    <a:pt x="9023000" y="48070920"/>
                    <a:pt x="9029704" y="48088552"/>
                  </a:cubicBezTo>
                  <a:cubicBezTo>
                    <a:pt x="9036408" y="48106184"/>
                    <a:pt x="9055664" y="48126888"/>
                    <a:pt x="9072496" y="48134560"/>
                  </a:cubicBezTo>
                  <a:cubicBezTo>
                    <a:pt x="9089328" y="48142228"/>
                    <a:pt x="9109360" y="48162244"/>
                    <a:pt x="9117016" y="48179040"/>
                  </a:cubicBezTo>
                  <a:cubicBezTo>
                    <a:pt x="9124668" y="48195836"/>
                    <a:pt x="9145192" y="48216072"/>
                    <a:pt x="9162620" y="48224016"/>
                  </a:cubicBezTo>
                  <a:cubicBezTo>
                    <a:pt x="9180052" y="48231956"/>
                    <a:pt x="9197712" y="48249172"/>
                    <a:pt x="9201872" y="48262268"/>
                  </a:cubicBezTo>
                  <a:cubicBezTo>
                    <a:pt x="9206028" y="48275360"/>
                    <a:pt x="9221856" y="48292888"/>
                    <a:pt x="9237040" y="48301208"/>
                  </a:cubicBezTo>
                  <a:cubicBezTo>
                    <a:pt x="9279984" y="48324732"/>
                    <a:pt x="9354668" y="48402328"/>
                    <a:pt x="9371704" y="48441116"/>
                  </a:cubicBezTo>
                  <a:cubicBezTo>
                    <a:pt x="9380172" y="48460400"/>
                    <a:pt x="9404088" y="48484964"/>
                    <a:pt x="9424852" y="48495704"/>
                  </a:cubicBezTo>
                  <a:cubicBezTo>
                    <a:pt x="9445616" y="48506440"/>
                    <a:pt x="9468936" y="48529128"/>
                    <a:pt x="9476680" y="48546120"/>
                  </a:cubicBezTo>
                  <a:cubicBezTo>
                    <a:pt x="9484424" y="48563112"/>
                    <a:pt x="9500144" y="48579992"/>
                    <a:pt x="9511616" y="48583636"/>
                  </a:cubicBezTo>
                  <a:cubicBezTo>
                    <a:pt x="9541000" y="48592960"/>
                    <a:pt x="9633020" y="48679808"/>
                    <a:pt x="9649892" y="48714136"/>
                  </a:cubicBezTo>
                  <a:cubicBezTo>
                    <a:pt x="9657644" y="48729912"/>
                    <a:pt x="9677808" y="48749116"/>
                    <a:pt x="9694696" y="48756812"/>
                  </a:cubicBezTo>
                  <a:cubicBezTo>
                    <a:pt x="9711584" y="48764508"/>
                    <a:pt x="9731664" y="48784544"/>
                    <a:pt x="9739316" y="48801340"/>
                  </a:cubicBezTo>
                  <a:cubicBezTo>
                    <a:pt x="9746968" y="48818136"/>
                    <a:pt x="9766172" y="48835984"/>
                    <a:pt x="9781992" y="48841008"/>
                  </a:cubicBezTo>
                  <a:cubicBezTo>
                    <a:pt x="9797808" y="48846032"/>
                    <a:pt x="9825216" y="48864524"/>
                    <a:pt x="9842888" y="48882096"/>
                  </a:cubicBezTo>
                  <a:cubicBezTo>
                    <a:pt x="9931532" y="48970232"/>
                    <a:pt x="10264524" y="49280732"/>
                    <a:pt x="10289792" y="49298812"/>
                  </a:cubicBezTo>
                  <a:cubicBezTo>
                    <a:pt x="10305720" y="49310212"/>
                    <a:pt x="10326520" y="49330352"/>
                    <a:pt x="10336016" y="49343568"/>
                  </a:cubicBezTo>
                  <a:cubicBezTo>
                    <a:pt x="10345508" y="49356788"/>
                    <a:pt x="10376344" y="49388424"/>
                    <a:pt x="10404540" y="49413880"/>
                  </a:cubicBezTo>
                  <a:cubicBezTo>
                    <a:pt x="10432736" y="49439328"/>
                    <a:pt x="10500232" y="49504444"/>
                    <a:pt x="10554536" y="49558576"/>
                  </a:cubicBezTo>
                  <a:cubicBezTo>
                    <a:pt x="10608836" y="49612712"/>
                    <a:pt x="10659240" y="49657000"/>
                    <a:pt x="10666544" y="49657000"/>
                  </a:cubicBezTo>
                  <a:cubicBezTo>
                    <a:pt x="10673844" y="49657000"/>
                    <a:pt x="10699344" y="49674148"/>
                    <a:pt x="10723212" y="49695104"/>
                  </a:cubicBezTo>
                  <a:cubicBezTo>
                    <a:pt x="10747080" y="49716056"/>
                    <a:pt x="10771688" y="49733200"/>
                    <a:pt x="10777900" y="49733200"/>
                  </a:cubicBezTo>
                  <a:cubicBezTo>
                    <a:pt x="10784112" y="49733200"/>
                    <a:pt x="10823028" y="49768240"/>
                    <a:pt x="10864376" y="49811068"/>
                  </a:cubicBezTo>
                  <a:cubicBezTo>
                    <a:pt x="10905728" y="49853888"/>
                    <a:pt x="10955992" y="49898920"/>
                    <a:pt x="10976080" y="49911136"/>
                  </a:cubicBezTo>
                  <a:cubicBezTo>
                    <a:pt x="10996164" y="49923352"/>
                    <a:pt x="11072240" y="49991184"/>
                    <a:pt x="11145132" y="50061872"/>
                  </a:cubicBezTo>
                  <a:cubicBezTo>
                    <a:pt x="11218028" y="50132564"/>
                    <a:pt x="11282828" y="50190400"/>
                    <a:pt x="11289136" y="50190400"/>
                  </a:cubicBezTo>
                  <a:cubicBezTo>
                    <a:pt x="11307616" y="50190400"/>
                    <a:pt x="11440436" y="50296392"/>
                    <a:pt x="11529960" y="50382580"/>
                  </a:cubicBezTo>
                  <a:cubicBezTo>
                    <a:pt x="11556312" y="50407948"/>
                    <a:pt x="11595584" y="50437864"/>
                    <a:pt x="11617236" y="50449064"/>
                  </a:cubicBezTo>
                  <a:cubicBezTo>
                    <a:pt x="11638884" y="50460256"/>
                    <a:pt x="11668872" y="50486652"/>
                    <a:pt x="11683864" y="50507712"/>
                  </a:cubicBezTo>
                  <a:cubicBezTo>
                    <a:pt x="11698864" y="50528772"/>
                    <a:pt x="11718776" y="50546000"/>
                    <a:pt x="11728116" y="50546000"/>
                  </a:cubicBezTo>
                  <a:cubicBezTo>
                    <a:pt x="11746336" y="50546000"/>
                    <a:pt x="11822660" y="50601080"/>
                    <a:pt x="11874504" y="50651632"/>
                  </a:cubicBezTo>
                  <a:cubicBezTo>
                    <a:pt x="11891964" y="50668660"/>
                    <a:pt x="11920540" y="50689604"/>
                    <a:pt x="11938000" y="50698168"/>
                  </a:cubicBezTo>
                  <a:cubicBezTo>
                    <a:pt x="11969572" y="50713652"/>
                    <a:pt x="11990504" y="50731640"/>
                    <a:pt x="12106768" y="50843232"/>
                  </a:cubicBezTo>
                  <a:cubicBezTo>
                    <a:pt x="12140216" y="50875336"/>
                    <a:pt x="12175392" y="50901600"/>
                    <a:pt x="12184940" y="50901600"/>
                  </a:cubicBezTo>
                  <a:cubicBezTo>
                    <a:pt x="12203544" y="50901600"/>
                    <a:pt x="12279776" y="50956528"/>
                    <a:pt x="12331704" y="51007340"/>
                  </a:cubicBezTo>
                  <a:cubicBezTo>
                    <a:pt x="12349164" y="51024428"/>
                    <a:pt x="12384948" y="51050668"/>
                    <a:pt x="12411220" y="51065656"/>
                  </a:cubicBezTo>
                  <a:cubicBezTo>
                    <a:pt x="12437492" y="51080640"/>
                    <a:pt x="12463208" y="51101928"/>
                    <a:pt x="12468368" y="51112960"/>
                  </a:cubicBezTo>
                  <a:cubicBezTo>
                    <a:pt x="12473528" y="51123992"/>
                    <a:pt x="12500612" y="51143904"/>
                    <a:pt x="12528552" y="51157208"/>
                  </a:cubicBezTo>
                  <a:cubicBezTo>
                    <a:pt x="12606624" y="51194384"/>
                    <a:pt x="12744264" y="51294852"/>
                    <a:pt x="12824492" y="51373220"/>
                  </a:cubicBezTo>
                  <a:cubicBezTo>
                    <a:pt x="12843336" y="51391628"/>
                    <a:pt x="12873040" y="51410960"/>
                    <a:pt x="12890504" y="51416176"/>
                  </a:cubicBezTo>
                  <a:cubicBezTo>
                    <a:pt x="12907964" y="51421400"/>
                    <a:pt x="12946556" y="51447772"/>
                    <a:pt x="12976264" y="51474784"/>
                  </a:cubicBezTo>
                  <a:cubicBezTo>
                    <a:pt x="13005968" y="51501800"/>
                    <a:pt x="13038660" y="51523904"/>
                    <a:pt x="13048908" y="51523904"/>
                  </a:cubicBezTo>
                  <a:cubicBezTo>
                    <a:pt x="13059156" y="51523904"/>
                    <a:pt x="13080132" y="51540928"/>
                    <a:pt x="13095516" y="51561744"/>
                  </a:cubicBezTo>
                  <a:cubicBezTo>
                    <a:pt x="13110904" y="51582552"/>
                    <a:pt x="13141668" y="51605580"/>
                    <a:pt x="13163880" y="51612912"/>
                  </a:cubicBezTo>
                  <a:cubicBezTo>
                    <a:pt x="13186092" y="51620240"/>
                    <a:pt x="13217532" y="51640360"/>
                    <a:pt x="13233748" y="51657620"/>
                  </a:cubicBezTo>
                  <a:cubicBezTo>
                    <a:pt x="13249960" y="51674880"/>
                    <a:pt x="13270932" y="51689000"/>
                    <a:pt x="13280352" y="51689000"/>
                  </a:cubicBezTo>
                  <a:cubicBezTo>
                    <a:pt x="13289768" y="51689000"/>
                    <a:pt x="13322268" y="51711864"/>
                    <a:pt x="13352580" y="51739800"/>
                  </a:cubicBezTo>
                  <a:cubicBezTo>
                    <a:pt x="13382892" y="51767740"/>
                    <a:pt x="13414000" y="51790600"/>
                    <a:pt x="13421704" y="51790600"/>
                  </a:cubicBezTo>
                  <a:cubicBezTo>
                    <a:pt x="13429412" y="51790600"/>
                    <a:pt x="13455248" y="51807748"/>
                    <a:pt x="13479112" y="51828704"/>
                  </a:cubicBezTo>
                  <a:cubicBezTo>
                    <a:pt x="13502976" y="51849656"/>
                    <a:pt x="13528548" y="51866800"/>
                    <a:pt x="13535932" y="51866800"/>
                  </a:cubicBezTo>
                  <a:cubicBezTo>
                    <a:pt x="13543316" y="51866800"/>
                    <a:pt x="13575768" y="51889664"/>
                    <a:pt x="13608052" y="51917600"/>
                  </a:cubicBezTo>
                  <a:cubicBezTo>
                    <a:pt x="13640336" y="51945540"/>
                    <a:pt x="13675232" y="51968400"/>
                    <a:pt x="13685600" y="51968400"/>
                  </a:cubicBezTo>
                  <a:cubicBezTo>
                    <a:pt x="13695972" y="51968400"/>
                    <a:pt x="13718472" y="51982416"/>
                    <a:pt x="13735600" y="51999544"/>
                  </a:cubicBezTo>
                  <a:cubicBezTo>
                    <a:pt x="13752728" y="52016672"/>
                    <a:pt x="13791984" y="52041856"/>
                    <a:pt x="13822836" y="52055496"/>
                  </a:cubicBezTo>
                  <a:cubicBezTo>
                    <a:pt x="13853688" y="52069144"/>
                    <a:pt x="13885088" y="52091816"/>
                    <a:pt x="13892608" y="52105876"/>
                  </a:cubicBezTo>
                  <a:cubicBezTo>
                    <a:pt x="13900136" y="52119936"/>
                    <a:pt x="13923908" y="52135308"/>
                    <a:pt x="13945440" y="52140040"/>
                  </a:cubicBezTo>
                  <a:cubicBezTo>
                    <a:pt x="13966972" y="52144764"/>
                    <a:pt x="14003048" y="52164844"/>
                    <a:pt x="14025612" y="52184656"/>
                  </a:cubicBezTo>
                  <a:cubicBezTo>
                    <a:pt x="14048176" y="52204464"/>
                    <a:pt x="14082264" y="52224592"/>
                    <a:pt x="14101368" y="52229392"/>
                  </a:cubicBezTo>
                  <a:cubicBezTo>
                    <a:pt x="14120472" y="52234184"/>
                    <a:pt x="14150840" y="52257432"/>
                    <a:pt x="14168856" y="52281052"/>
                  </a:cubicBezTo>
                  <a:cubicBezTo>
                    <a:pt x="14192196" y="52311648"/>
                    <a:pt x="14211744" y="52324000"/>
                    <a:pt x="14236836" y="52324000"/>
                  </a:cubicBezTo>
                  <a:cubicBezTo>
                    <a:pt x="14275140" y="52324000"/>
                    <a:pt x="14339000" y="52366184"/>
                    <a:pt x="14416312" y="52442544"/>
                  </a:cubicBezTo>
                  <a:cubicBezTo>
                    <a:pt x="14445564" y="52471440"/>
                    <a:pt x="14482324" y="52493984"/>
                    <a:pt x="14506728" y="52497988"/>
                  </a:cubicBezTo>
                  <a:cubicBezTo>
                    <a:pt x="14529344" y="52501708"/>
                    <a:pt x="14569388" y="52524000"/>
                    <a:pt x="14595712" y="52547544"/>
                  </a:cubicBezTo>
                  <a:cubicBezTo>
                    <a:pt x="14622032" y="52571076"/>
                    <a:pt x="14656320" y="52591284"/>
                    <a:pt x="14671912" y="52592452"/>
                  </a:cubicBezTo>
                  <a:cubicBezTo>
                    <a:pt x="14687496" y="52593608"/>
                    <a:pt x="14718796" y="52610448"/>
                    <a:pt x="14741460" y="52629856"/>
                  </a:cubicBezTo>
                  <a:cubicBezTo>
                    <a:pt x="14764124" y="52649264"/>
                    <a:pt x="14792696" y="52666112"/>
                    <a:pt x="14804960" y="52667300"/>
                  </a:cubicBezTo>
                  <a:cubicBezTo>
                    <a:pt x="14817220" y="52668484"/>
                    <a:pt x="14848392" y="52691736"/>
                    <a:pt x="14874228" y="52718980"/>
                  </a:cubicBezTo>
                  <a:cubicBezTo>
                    <a:pt x="14909048" y="52755684"/>
                    <a:pt x="14931344" y="52768504"/>
                    <a:pt x="14960376" y="52768504"/>
                  </a:cubicBezTo>
                  <a:cubicBezTo>
                    <a:pt x="14987924" y="52768504"/>
                    <a:pt x="15012252" y="52781200"/>
                    <a:pt x="15042356" y="52811308"/>
                  </a:cubicBezTo>
                  <a:cubicBezTo>
                    <a:pt x="15066956" y="52835908"/>
                    <a:pt x="15104048" y="52857664"/>
                    <a:pt x="15129560" y="52862444"/>
                  </a:cubicBezTo>
                  <a:cubicBezTo>
                    <a:pt x="15153972" y="52867024"/>
                    <a:pt x="15181328" y="52879664"/>
                    <a:pt x="15190340" y="52890520"/>
                  </a:cubicBezTo>
                  <a:cubicBezTo>
                    <a:pt x="15199356" y="52901388"/>
                    <a:pt x="15239520" y="52926824"/>
                    <a:pt x="15279592" y="52947052"/>
                  </a:cubicBezTo>
                  <a:cubicBezTo>
                    <a:pt x="15319664" y="52967280"/>
                    <a:pt x="15355808" y="52989256"/>
                    <a:pt x="15359904" y="52995892"/>
                  </a:cubicBezTo>
                  <a:cubicBezTo>
                    <a:pt x="15364000" y="53002520"/>
                    <a:pt x="15385848" y="53011848"/>
                    <a:pt x="15408456" y="53016612"/>
                  </a:cubicBezTo>
                  <a:cubicBezTo>
                    <a:pt x="15431936" y="53021560"/>
                    <a:pt x="15469688" y="53046452"/>
                    <a:pt x="15496528" y="53074684"/>
                  </a:cubicBezTo>
                  <a:cubicBezTo>
                    <a:pt x="15531456" y="53111428"/>
                    <a:pt x="15553628" y="53124104"/>
                    <a:pt x="15582968" y="53124104"/>
                  </a:cubicBezTo>
                  <a:cubicBezTo>
                    <a:pt x="15610712" y="53124104"/>
                    <a:pt x="15632880" y="53135544"/>
                    <a:pt x="15657612" y="53162616"/>
                  </a:cubicBezTo>
                  <a:cubicBezTo>
                    <a:pt x="15678524" y="53185512"/>
                    <a:pt x="15710424" y="53204016"/>
                    <a:pt x="15736272" y="53208252"/>
                  </a:cubicBezTo>
                  <a:cubicBezTo>
                    <a:pt x="15760184" y="53212164"/>
                    <a:pt x="15794040" y="53228628"/>
                    <a:pt x="15811504" y="53244832"/>
                  </a:cubicBezTo>
                  <a:cubicBezTo>
                    <a:pt x="15828964" y="53261040"/>
                    <a:pt x="15868968" y="53281024"/>
                    <a:pt x="15900400" y="53289240"/>
                  </a:cubicBezTo>
                  <a:cubicBezTo>
                    <a:pt x="15931832" y="53297448"/>
                    <a:pt x="15968984" y="53314708"/>
                    <a:pt x="15982952" y="53327580"/>
                  </a:cubicBezTo>
                  <a:cubicBezTo>
                    <a:pt x="15996920" y="53340456"/>
                    <a:pt x="16036928" y="53363188"/>
                    <a:pt x="16071852" y="53378104"/>
                  </a:cubicBezTo>
                  <a:cubicBezTo>
                    <a:pt x="16106776" y="53393016"/>
                    <a:pt x="16146784" y="53415552"/>
                    <a:pt x="16160752" y="53428196"/>
                  </a:cubicBezTo>
                  <a:cubicBezTo>
                    <a:pt x="16174720" y="53440832"/>
                    <a:pt x="16209012" y="53458296"/>
                    <a:pt x="16236952" y="53467000"/>
                  </a:cubicBezTo>
                  <a:cubicBezTo>
                    <a:pt x="16264892" y="53475708"/>
                    <a:pt x="16299184" y="53492792"/>
                    <a:pt x="16313152" y="53504968"/>
                  </a:cubicBezTo>
                  <a:cubicBezTo>
                    <a:pt x="16327120" y="53517144"/>
                    <a:pt x="16367128" y="53537684"/>
                    <a:pt x="16402052" y="53550620"/>
                  </a:cubicBezTo>
                  <a:cubicBezTo>
                    <a:pt x="16436976" y="53563548"/>
                    <a:pt x="16487768" y="53590020"/>
                    <a:pt x="16514920" y="53609444"/>
                  </a:cubicBezTo>
                  <a:cubicBezTo>
                    <a:pt x="16542072" y="53628872"/>
                    <a:pt x="16585616" y="53650508"/>
                    <a:pt x="16611688" y="53657528"/>
                  </a:cubicBezTo>
                  <a:cubicBezTo>
                    <a:pt x="16637756" y="53664548"/>
                    <a:pt x="16673528" y="53681648"/>
                    <a:pt x="16691180" y="53695536"/>
                  </a:cubicBezTo>
                  <a:cubicBezTo>
                    <a:pt x="16708832" y="53709416"/>
                    <a:pt x="16748152" y="53729808"/>
                    <a:pt x="16778560" y="53740848"/>
                  </a:cubicBezTo>
                  <a:cubicBezTo>
                    <a:pt x="16808972" y="53751884"/>
                    <a:pt x="16845568" y="53771792"/>
                    <a:pt x="16859884" y="53785072"/>
                  </a:cubicBezTo>
                  <a:cubicBezTo>
                    <a:pt x="16874200" y="53798360"/>
                    <a:pt x="16910008" y="53817736"/>
                    <a:pt x="16939460" y="53828128"/>
                  </a:cubicBezTo>
                  <a:cubicBezTo>
                    <a:pt x="16968912" y="53838512"/>
                    <a:pt x="17008632" y="53858192"/>
                    <a:pt x="17027728" y="53871840"/>
                  </a:cubicBezTo>
                  <a:cubicBezTo>
                    <a:pt x="17046828" y="53885496"/>
                    <a:pt x="17085312" y="53900756"/>
                    <a:pt x="17113252" y="53905752"/>
                  </a:cubicBezTo>
                  <a:cubicBezTo>
                    <a:pt x="17175504" y="53916896"/>
                    <a:pt x="17205228" y="53931168"/>
                    <a:pt x="17247264" y="53970092"/>
                  </a:cubicBezTo>
                  <a:cubicBezTo>
                    <a:pt x="17266368" y="53987784"/>
                    <a:pt x="17307916" y="54005464"/>
                    <a:pt x="17348464" y="54013152"/>
                  </a:cubicBezTo>
                  <a:cubicBezTo>
                    <a:pt x="17396064" y="54022180"/>
                    <a:pt x="17429292" y="54037868"/>
                    <a:pt x="17456356" y="54064100"/>
                  </a:cubicBezTo>
                  <a:cubicBezTo>
                    <a:pt x="17485324" y="54092180"/>
                    <a:pt x="17507540" y="54102000"/>
                    <a:pt x="17542056" y="54102000"/>
                  </a:cubicBezTo>
                  <a:cubicBezTo>
                    <a:pt x="17578380" y="54102000"/>
                    <a:pt x="17598456" y="54111808"/>
                    <a:pt x="17633104" y="54146452"/>
                  </a:cubicBezTo>
                  <a:cubicBezTo>
                    <a:pt x="17668928" y="54182272"/>
                    <a:pt x="17687312" y="54190904"/>
                    <a:pt x="17727804" y="54190904"/>
                  </a:cubicBezTo>
                  <a:cubicBezTo>
                    <a:pt x="17763060" y="54190904"/>
                    <a:pt x="17789472" y="54200508"/>
                    <a:pt x="17816312" y="54223092"/>
                  </a:cubicBezTo>
                  <a:cubicBezTo>
                    <a:pt x="17837352" y="54240804"/>
                    <a:pt x="17884852" y="54264280"/>
                    <a:pt x="17921864" y="54275268"/>
                  </a:cubicBezTo>
                  <a:cubicBezTo>
                    <a:pt x="17958876" y="54286264"/>
                    <a:pt x="18004792" y="54308416"/>
                    <a:pt x="18023908" y="54324496"/>
                  </a:cubicBezTo>
                  <a:cubicBezTo>
                    <a:pt x="18043024" y="54340580"/>
                    <a:pt x="18088760" y="54360192"/>
                    <a:pt x="18125544" y="54368080"/>
                  </a:cubicBezTo>
                  <a:cubicBezTo>
                    <a:pt x="18164848" y="54376508"/>
                    <a:pt x="18206260" y="54395676"/>
                    <a:pt x="18225960" y="54414548"/>
                  </a:cubicBezTo>
                  <a:cubicBezTo>
                    <a:pt x="18249312" y="54436920"/>
                    <a:pt x="18280728" y="54449552"/>
                    <a:pt x="18329480" y="54456168"/>
                  </a:cubicBezTo>
                  <a:cubicBezTo>
                    <a:pt x="18376016" y="54462480"/>
                    <a:pt x="18412416" y="54476560"/>
                    <a:pt x="18438088" y="54498160"/>
                  </a:cubicBezTo>
                  <a:cubicBezTo>
                    <a:pt x="18461232" y="54517636"/>
                    <a:pt x="18501160" y="54534316"/>
                    <a:pt x="18537760" y="54539804"/>
                  </a:cubicBezTo>
                  <a:cubicBezTo>
                    <a:pt x="18602920" y="54549576"/>
                    <a:pt x="18669000" y="54578064"/>
                    <a:pt x="18669000" y="54596384"/>
                  </a:cubicBezTo>
                  <a:cubicBezTo>
                    <a:pt x="18669000" y="54612072"/>
                    <a:pt x="18741224" y="54635400"/>
                    <a:pt x="18789800" y="54635400"/>
                  </a:cubicBezTo>
                  <a:cubicBezTo>
                    <a:pt x="18815688" y="54635400"/>
                    <a:pt x="18847520" y="54648840"/>
                    <a:pt x="18876856" y="54672156"/>
                  </a:cubicBezTo>
                  <a:cubicBezTo>
                    <a:pt x="18907924" y="54696844"/>
                    <a:pt x="18948824" y="54713440"/>
                    <a:pt x="19001480" y="54722716"/>
                  </a:cubicBezTo>
                  <a:cubicBezTo>
                    <a:pt x="19056008" y="54732312"/>
                    <a:pt x="19090412" y="54746632"/>
                    <a:pt x="19114548" y="54769756"/>
                  </a:cubicBezTo>
                  <a:cubicBezTo>
                    <a:pt x="19140496" y="54794616"/>
                    <a:pt x="19168320" y="54805240"/>
                    <a:pt x="19224960" y="54811920"/>
                  </a:cubicBezTo>
                  <a:cubicBezTo>
                    <a:pt x="19280056" y="54818416"/>
                    <a:pt x="19311776" y="54830188"/>
                    <a:pt x="19341416" y="54855128"/>
                  </a:cubicBezTo>
                  <a:cubicBezTo>
                    <a:pt x="19363820" y="54873980"/>
                    <a:pt x="19383144" y="54886580"/>
                    <a:pt x="19384352" y="54883128"/>
                  </a:cubicBezTo>
                  <a:cubicBezTo>
                    <a:pt x="19390216" y="54866396"/>
                    <a:pt x="19553040" y="54917232"/>
                    <a:pt x="19582488" y="54944988"/>
                  </a:cubicBezTo>
                  <a:cubicBezTo>
                    <a:pt x="19608208" y="54969236"/>
                    <a:pt x="19636416" y="54978176"/>
                    <a:pt x="19715184" y="54987072"/>
                  </a:cubicBezTo>
                  <a:cubicBezTo>
                    <a:pt x="19803216" y="54997012"/>
                    <a:pt x="19818680" y="55002704"/>
                    <a:pt x="19844072" y="55034552"/>
                  </a:cubicBezTo>
                  <a:cubicBezTo>
                    <a:pt x="19870112" y="55067208"/>
                    <a:pt x="19883088" y="55071636"/>
                    <a:pt x="19976992" y="55079888"/>
                  </a:cubicBezTo>
                  <a:cubicBezTo>
                    <a:pt x="20066704" y="55087776"/>
                    <a:pt x="20085312" y="55093644"/>
                    <a:pt x="20112000" y="55122424"/>
                  </a:cubicBezTo>
                  <a:cubicBezTo>
                    <a:pt x="20129028" y="55140784"/>
                    <a:pt x="20152792" y="55155576"/>
                    <a:pt x="20164804" y="55155296"/>
                  </a:cubicBezTo>
                  <a:cubicBezTo>
                    <a:pt x="20176820" y="55155012"/>
                    <a:pt x="20222504" y="55159848"/>
                    <a:pt x="20266328" y="55166036"/>
                  </a:cubicBezTo>
                  <a:cubicBezTo>
                    <a:pt x="20330096" y="55175048"/>
                    <a:pt x="20353568" y="55185032"/>
                    <a:pt x="20383912" y="55216068"/>
                  </a:cubicBezTo>
                  <a:cubicBezTo>
                    <a:pt x="20417488" y="55250408"/>
                    <a:pt x="20431792" y="55255416"/>
                    <a:pt x="20508856" y="55259768"/>
                  </a:cubicBezTo>
                  <a:cubicBezTo>
                    <a:pt x="20585224" y="55264084"/>
                    <a:pt x="20601600" y="55269700"/>
                    <a:pt x="20642536" y="55305644"/>
                  </a:cubicBezTo>
                  <a:cubicBezTo>
                    <a:pt x="20682776" y="55340972"/>
                    <a:pt x="20698608" y="55346600"/>
                    <a:pt x="20757768" y="55346600"/>
                  </a:cubicBezTo>
                  <a:cubicBezTo>
                    <a:pt x="20839304" y="55346600"/>
                    <a:pt x="20877952" y="55359608"/>
                    <a:pt x="20919288" y="55400944"/>
                  </a:cubicBezTo>
                  <a:cubicBezTo>
                    <a:pt x="20945552" y="55427204"/>
                    <a:pt x="20965760" y="55432592"/>
                    <a:pt x="21060048" y="55438472"/>
                  </a:cubicBezTo>
                  <a:cubicBezTo>
                    <a:pt x="21149800" y="55444072"/>
                    <a:pt x="21181272" y="55451868"/>
                    <a:pt x="21230376" y="55480648"/>
                  </a:cubicBezTo>
                  <a:cubicBezTo>
                    <a:pt x="21275872" y="55507304"/>
                    <a:pt x="21314952" y="55518084"/>
                    <a:pt x="21390072" y="55524688"/>
                  </a:cubicBezTo>
                  <a:cubicBezTo>
                    <a:pt x="21475208" y="55532172"/>
                    <a:pt x="21494868" y="55538548"/>
                    <a:pt x="21526576" y="55568920"/>
                  </a:cubicBezTo>
                  <a:cubicBezTo>
                    <a:pt x="21559368" y="55600336"/>
                    <a:pt x="21576760" y="55605496"/>
                    <a:pt x="21678248" y="55613904"/>
                  </a:cubicBezTo>
                  <a:cubicBezTo>
                    <a:pt x="21769304" y="55621444"/>
                    <a:pt x="21805112" y="55630572"/>
                    <a:pt x="21852376" y="55658268"/>
                  </a:cubicBezTo>
                  <a:cubicBezTo>
                    <a:pt x="21895704" y="55683660"/>
                    <a:pt x="21938520" y="55695820"/>
                    <a:pt x="22009920" y="55703020"/>
                  </a:cubicBezTo>
                  <a:cubicBezTo>
                    <a:pt x="22063840" y="55708460"/>
                    <a:pt x="22138584" y="55725400"/>
                    <a:pt x="22176008" y="55740680"/>
                  </a:cubicBezTo>
                  <a:cubicBezTo>
                    <a:pt x="22213432" y="55755952"/>
                    <a:pt x="22298380" y="55775752"/>
                    <a:pt x="22364784" y="55784680"/>
                  </a:cubicBezTo>
                  <a:cubicBezTo>
                    <a:pt x="22447896" y="55795852"/>
                    <a:pt x="22511592" y="55813228"/>
                    <a:pt x="22569208" y="55840456"/>
                  </a:cubicBezTo>
                  <a:cubicBezTo>
                    <a:pt x="22643016" y="55875328"/>
                    <a:pt x="22662528" y="55879288"/>
                    <a:pt x="22734232" y="55873956"/>
                  </a:cubicBezTo>
                  <a:cubicBezTo>
                    <a:pt x="22828024" y="55866980"/>
                    <a:pt x="22910296" y="55888568"/>
                    <a:pt x="22956936" y="55932384"/>
                  </a:cubicBezTo>
                  <a:cubicBezTo>
                    <a:pt x="22984976" y="55958728"/>
                    <a:pt x="23000832" y="55961640"/>
                    <a:pt x="23123984" y="55963112"/>
                  </a:cubicBezTo>
                  <a:cubicBezTo>
                    <a:pt x="23252856" y="55964648"/>
                    <a:pt x="23265200" y="55967196"/>
                    <a:pt x="23357432" y="56011268"/>
                  </a:cubicBezTo>
                  <a:cubicBezTo>
                    <a:pt x="23449372" y="56055204"/>
                    <a:pt x="23460364" y="56057492"/>
                    <a:pt x="23554280" y="56052208"/>
                  </a:cubicBezTo>
                  <a:cubicBezTo>
                    <a:pt x="23664832" y="56045996"/>
                    <a:pt x="23769256" y="56065932"/>
                    <a:pt x="23822664" y="56103460"/>
                  </a:cubicBezTo>
                  <a:cubicBezTo>
                    <a:pt x="23851096" y="56123436"/>
                    <a:pt x="23888392" y="56128760"/>
                    <a:pt x="24041104" y="56134640"/>
                  </a:cubicBezTo>
                  <a:cubicBezTo>
                    <a:pt x="24219248" y="56141504"/>
                    <a:pt x="24227940" y="56143136"/>
                    <a:pt x="24307704" y="56184696"/>
                  </a:cubicBezTo>
                  <a:cubicBezTo>
                    <a:pt x="24386960" y="56225992"/>
                    <a:pt x="24397424" y="56228008"/>
                    <a:pt x="24577744" y="56236564"/>
                  </a:cubicBezTo>
                  <a:cubicBezTo>
                    <a:pt x="24681548" y="56241488"/>
                    <a:pt x="24772840" y="56251696"/>
                    <a:pt x="24782136" y="56259416"/>
                  </a:cubicBezTo>
                  <a:cubicBezTo>
                    <a:pt x="24818888" y="56289912"/>
                    <a:pt x="24908864" y="56303468"/>
                    <a:pt x="25139652" y="56313280"/>
                  </a:cubicBezTo>
                  <a:cubicBezTo>
                    <a:pt x="25416832" y="56325056"/>
                    <a:pt x="25515212" y="56337936"/>
                    <a:pt x="25577800" y="56370640"/>
                  </a:cubicBezTo>
                  <a:cubicBezTo>
                    <a:pt x="25613576" y="56389336"/>
                    <a:pt x="25666876" y="56395684"/>
                    <a:pt x="25850852" y="56403188"/>
                  </a:cubicBezTo>
                  <a:cubicBezTo>
                    <a:pt x="26112736" y="56413868"/>
                    <a:pt x="26203392" y="56425824"/>
                    <a:pt x="26301704" y="56462628"/>
                  </a:cubicBezTo>
                  <a:cubicBezTo>
                    <a:pt x="26366312" y="56486812"/>
                    <a:pt x="26400592" y="56488856"/>
                    <a:pt x="26758904" y="56489944"/>
                  </a:cubicBezTo>
                  <a:cubicBezTo>
                    <a:pt x="26978712" y="56490608"/>
                    <a:pt x="27173720" y="56496944"/>
                    <a:pt x="27209752" y="56504596"/>
                  </a:cubicBezTo>
                  <a:cubicBezTo>
                    <a:pt x="27244680" y="56512008"/>
                    <a:pt x="27314112" y="56520020"/>
                    <a:pt x="27364048" y="56522400"/>
                  </a:cubicBezTo>
                  <a:cubicBezTo>
                    <a:pt x="27435624" y="56525816"/>
                    <a:pt x="27464872" y="56533536"/>
                    <a:pt x="27502192" y="56558864"/>
                  </a:cubicBezTo>
                  <a:lnTo>
                    <a:pt x="27549536" y="56590992"/>
                  </a:lnTo>
                  <a:lnTo>
                    <a:pt x="29051804" y="56581572"/>
                  </a:lnTo>
                  <a:cubicBezTo>
                    <a:pt x="30472660" y="56572660"/>
                    <a:pt x="30556588" y="56570888"/>
                    <a:pt x="30600516" y="56548860"/>
                  </a:cubicBezTo>
                  <a:cubicBezTo>
                    <a:pt x="30670564" y="56513732"/>
                    <a:pt x="30853328" y="56498432"/>
                    <a:pt x="31267400" y="56493032"/>
                  </a:cubicBezTo>
                  <a:cubicBezTo>
                    <a:pt x="31610416" y="56488560"/>
                    <a:pt x="31645268" y="56486088"/>
                    <a:pt x="31680152" y="56463736"/>
                  </a:cubicBezTo>
                  <a:cubicBezTo>
                    <a:pt x="31701104" y="56450312"/>
                    <a:pt x="31723964" y="56436824"/>
                    <a:pt x="31730952" y="56433768"/>
                  </a:cubicBezTo>
                  <a:cubicBezTo>
                    <a:pt x="31754404" y="56423484"/>
                    <a:pt x="31957700" y="56408728"/>
                    <a:pt x="32188152" y="56400576"/>
                  </a:cubicBezTo>
                  <a:cubicBezTo>
                    <a:pt x="32383756" y="56393656"/>
                    <a:pt x="32427068" y="56388356"/>
                    <a:pt x="32488228" y="56363840"/>
                  </a:cubicBezTo>
                  <a:cubicBezTo>
                    <a:pt x="32548440" y="56339712"/>
                    <a:pt x="32601832" y="56332856"/>
                    <a:pt x="32826960" y="56320328"/>
                  </a:cubicBezTo>
                  <a:cubicBezTo>
                    <a:pt x="33069960" y="56306804"/>
                    <a:pt x="33096896" y="56303008"/>
                    <a:pt x="33123780" y="56278508"/>
                  </a:cubicBezTo>
                  <a:cubicBezTo>
                    <a:pt x="33141824" y="56262068"/>
                    <a:pt x="33170684" y="56251416"/>
                    <a:pt x="33197800" y="56251184"/>
                  </a:cubicBezTo>
                  <a:cubicBezTo>
                    <a:pt x="33222248" y="56250976"/>
                    <a:pt x="33270824" y="56244416"/>
                    <a:pt x="33305752" y="56236600"/>
                  </a:cubicBezTo>
                  <a:cubicBezTo>
                    <a:pt x="33340676" y="56228788"/>
                    <a:pt x="33426400" y="56220708"/>
                    <a:pt x="33496252" y="56218640"/>
                  </a:cubicBezTo>
                  <a:cubicBezTo>
                    <a:pt x="33566104" y="56216576"/>
                    <a:pt x="33631824" y="56210696"/>
                    <a:pt x="33642304" y="56205576"/>
                  </a:cubicBezTo>
                  <a:cubicBezTo>
                    <a:pt x="33665040" y="56194456"/>
                    <a:pt x="33696280" y="56178016"/>
                    <a:pt x="33734736" y="56156940"/>
                  </a:cubicBezTo>
                  <a:cubicBezTo>
                    <a:pt x="33750304" y="56148400"/>
                    <a:pt x="33839816" y="56137772"/>
                    <a:pt x="33934400" y="56133228"/>
                  </a:cubicBezTo>
                  <a:cubicBezTo>
                    <a:pt x="34068376" y="56126784"/>
                    <a:pt x="34123048" y="56118524"/>
                    <a:pt x="34184532" y="56095436"/>
                  </a:cubicBezTo>
                  <a:cubicBezTo>
                    <a:pt x="34240536" y="56074408"/>
                    <a:pt x="34312568" y="56061984"/>
                    <a:pt x="34434472" y="56052320"/>
                  </a:cubicBezTo>
                  <a:cubicBezTo>
                    <a:pt x="34581312" y="56040688"/>
                    <a:pt x="34610844" y="56034652"/>
                    <a:pt x="34641544" y="56010008"/>
                  </a:cubicBezTo>
                  <a:cubicBezTo>
                    <a:pt x="34697004" y="55965496"/>
                    <a:pt x="34705728" y="55963624"/>
                    <a:pt x="34865224" y="55961932"/>
                  </a:cubicBezTo>
                  <a:cubicBezTo>
                    <a:pt x="35011296" y="55960388"/>
                    <a:pt x="35015688" y="55959508"/>
                    <a:pt x="35043024" y="55926360"/>
                  </a:cubicBezTo>
                  <a:cubicBezTo>
                    <a:pt x="35083176" y="55877664"/>
                    <a:pt x="35093544" y="55874760"/>
                    <a:pt x="35253264" y="55867500"/>
                  </a:cubicBezTo>
                  <a:cubicBezTo>
                    <a:pt x="35379800" y="55861752"/>
                    <a:pt x="35401608" y="55857380"/>
                    <a:pt x="35432104" y="55831672"/>
                  </a:cubicBezTo>
                  <a:cubicBezTo>
                    <a:pt x="35462360" y="55806160"/>
                    <a:pt x="35486592" y="55801152"/>
                    <a:pt x="35620400" y="55792796"/>
                  </a:cubicBezTo>
                  <a:cubicBezTo>
                    <a:pt x="35759128" y="55784128"/>
                    <a:pt x="35778856" y="55779808"/>
                    <a:pt x="35824576" y="55748128"/>
                  </a:cubicBezTo>
                  <a:cubicBezTo>
                    <a:pt x="35867752" y="55718208"/>
                    <a:pt x="35893008" y="55711752"/>
                    <a:pt x="35996440" y="55704184"/>
                  </a:cubicBezTo>
                  <a:cubicBezTo>
                    <a:pt x="36106696" y="55696124"/>
                    <a:pt x="36121144" y="55692008"/>
                    <a:pt x="36155784" y="55658824"/>
                  </a:cubicBezTo>
                  <a:cubicBezTo>
                    <a:pt x="36187656" y="55628288"/>
                    <a:pt x="36212136" y="55619652"/>
                    <a:pt x="36305568" y="55605976"/>
                  </a:cubicBezTo>
                  <a:cubicBezTo>
                    <a:pt x="36428552" y="55587976"/>
                    <a:pt x="36443080" y="55583616"/>
                    <a:pt x="36481904" y="55553072"/>
                  </a:cubicBezTo>
                  <a:cubicBezTo>
                    <a:pt x="36497440" y="55540848"/>
                    <a:pt x="36553736" y="55526616"/>
                    <a:pt x="36617608" y="55518764"/>
                  </a:cubicBezTo>
                  <a:cubicBezTo>
                    <a:pt x="36694656" y="55509296"/>
                    <a:pt x="36739672" y="55496632"/>
                    <a:pt x="36770664" y="55475712"/>
                  </a:cubicBezTo>
                  <a:cubicBezTo>
                    <a:pt x="36804832" y="55452648"/>
                    <a:pt x="36841256" y="55443788"/>
                    <a:pt x="36934952" y="55435756"/>
                  </a:cubicBezTo>
                  <a:cubicBezTo>
                    <a:pt x="37054512" y="55425520"/>
                    <a:pt x="37070784" y="55418736"/>
                    <a:pt x="37103056" y="55365728"/>
                  </a:cubicBezTo>
                  <a:cubicBezTo>
                    <a:pt x="37112664" y="55349936"/>
                    <a:pt x="37141712" y="55343384"/>
                    <a:pt x="37222480" y="55338784"/>
                  </a:cubicBezTo>
                  <a:cubicBezTo>
                    <a:pt x="37296792" y="55334552"/>
                    <a:pt x="37333432" y="55326956"/>
                    <a:pt x="37343128" y="55313772"/>
                  </a:cubicBezTo>
                  <a:cubicBezTo>
                    <a:pt x="37368720" y="55278976"/>
                    <a:pt x="37410504" y="55260832"/>
                    <a:pt x="37492056" y="55249112"/>
                  </a:cubicBezTo>
                  <a:cubicBezTo>
                    <a:pt x="37579200" y="55236588"/>
                    <a:pt x="37616432" y="55220812"/>
                    <a:pt x="37636456" y="55187928"/>
                  </a:cubicBezTo>
                  <a:cubicBezTo>
                    <a:pt x="37646064" y="55172136"/>
                    <a:pt x="37675112" y="55165584"/>
                    <a:pt x="37755880" y="55160984"/>
                  </a:cubicBezTo>
                  <a:cubicBezTo>
                    <a:pt x="37830192" y="55156752"/>
                    <a:pt x="37866832" y="55149156"/>
                    <a:pt x="37876528" y="55135972"/>
                  </a:cubicBezTo>
                  <a:cubicBezTo>
                    <a:pt x="37903432" y="55099384"/>
                    <a:pt x="37944424" y="55083852"/>
                    <a:pt x="38033848" y="55076356"/>
                  </a:cubicBezTo>
                  <a:cubicBezTo>
                    <a:pt x="38093984" y="55071312"/>
                    <a:pt x="38129624" y="55062004"/>
                    <a:pt x="38140632" y="55048464"/>
                  </a:cubicBezTo>
                  <a:cubicBezTo>
                    <a:pt x="38172368" y="55009424"/>
                    <a:pt x="38211272" y="54994632"/>
                    <a:pt x="38298672" y="54988380"/>
                  </a:cubicBezTo>
                  <a:cubicBezTo>
                    <a:pt x="38385248" y="54982184"/>
                    <a:pt x="38405432" y="54972356"/>
                    <a:pt x="38436552" y="54921224"/>
                  </a:cubicBezTo>
                  <a:cubicBezTo>
                    <a:pt x="38446008" y="54905692"/>
                    <a:pt x="38472808" y="54899272"/>
                    <a:pt x="38541440" y="54896100"/>
                  </a:cubicBezTo>
                  <a:cubicBezTo>
                    <a:pt x="38622640" y="54892348"/>
                    <a:pt x="38638800" y="54887296"/>
                    <a:pt x="38677072" y="54853688"/>
                  </a:cubicBezTo>
                  <a:cubicBezTo>
                    <a:pt x="38708424" y="54826160"/>
                    <a:pt x="38740464" y="54812568"/>
                    <a:pt x="38792208" y="54804848"/>
                  </a:cubicBezTo>
                  <a:cubicBezTo>
                    <a:pt x="38849904" y="54796240"/>
                    <a:pt x="38870520" y="54786344"/>
                    <a:pt x="38897872" y="54754128"/>
                  </a:cubicBezTo>
                  <a:cubicBezTo>
                    <a:pt x="38928816" y="54717684"/>
                    <a:pt x="38938312" y="54714168"/>
                    <a:pt x="39004176" y="54714788"/>
                  </a:cubicBezTo>
                  <a:cubicBezTo>
                    <a:pt x="39067240" y="54715380"/>
                    <a:pt x="39082160" y="54710492"/>
                    <a:pt x="39120752" y="54676608"/>
                  </a:cubicBezTo>
                  <a:cubicBezTo>
                    <a:pt x="39152944" y="54648344"/>
                    <a:pt x="39184560" y="54634832"/>
                    <a:pt x="39236704" y="54627048"/>
                  </a:cubicBezTo>
                  <a:cubicBezTo>
                    <a:pt x="39294272" y="54618460"/>
                    <a:pt x="39315088" y="54608500"/>
                    <a:pt x="39342376" y="54576484"/>
                  </a:cubicBezTo>
                  <a:cubicBezTo>
                    <a:pt x="39373008" y="54540544"/>
                    <a:pt x="39383624" y="54536532"/>
                    <a:pt x="39450320" y="54535700"/>
                  </a:cubicBezTo>
                  <a:cubicBezTo>
                    <a:pt x="39513384" y="54534912"/>
                    <a:pt x="39530576" y="54529256"/>
                    <a:pt x="39566904" y="54497364"/>
                  </a:cubicBezTo>
                  <a:cubicBezTo>
                    <a:pt x="39597272" y="54470700"/>
                    <a:pt x="39629984" y="54456876"/>
                    <a:pt x="39680752" y="54449248"/>
                  </a:cubicBezTo>
                  <a:cubicBezTo>
                    <a:pt x="39721240" y="54443172"/>
                    <a:pt x="39756736" y="54430328"/>
                    <a:pt x="39762992" y="54419504"/>
                  </a:cubicBezTo>
                  <a:cubicBezTo>
                    <a:pt x="39794472" y="54364980"/>
                    <a:pt x="39808112" y="54357696"/>
                    <a:pt x="39874480" y="54359960"/>
                  </a:cubicBezTo>
                  <a:cubicBezTo>
                    <a:pt x="39938032" y="54362128"/>
                    <a:pt x="39942024" y="54360280"/>
                    <a:pt x="39969728" y="54315776"/>
                  </a:cubicBezTo>
                  <a:cubicBezTo>
                    <a:pt x="39997128" y="54271776"/>
                    <a:pt x="40002160" y="54269352"/>
                    <a:pt x="40065104" y="54269800"/>
                  </a:cubicBezTo>
                  <a:cubicBezTo>
                    <a:pt x="40122704" y="54270208"/>
                    <a:pt x="40136232" y="54265260"/>
                    <a:pt x="40166752" y="54232592"/>
                  </a:cubicBezTo>
                  <a:cubicBezTo>
                    <a:pt x="40192632" y="54204888"/>
                    <a:pt x="40217160" y="54193196"/>
                    <a:pt x="40259384" y="54188432"/>
                  </a:cubicBezTo>
                  <a:cubicBezTo>
                    <a:pt x="40292944" y="54184652"/>
                    <a:pt x="40324608" y="54172456"/>
                    <a:pt x="40335544" y="54159096"/>
                  </a:cubicBezTo>
                  <a:cubicBezTo>
                    <a:pt x="40382248" y="54102028"/>
                    <a:pt x="40394880" y="54095448"/>
                    <a:pt x="40469808" y="54089120"/>
                  </a:cubicBezTo>
                  <a:cubicBezTo>
                    <a:pt x="40540128" y="54083188"/>
                    <a:pt x="40549368" y="54078928"/>
                    <a:pt x="40571360" y="54042280"/>
                  </a:cubicBezTo>
                  <a:cubicBezTo>
                    <a:pt x="40592976" y="54006248"/>
                    <a:pt x="40602696" y="54001544"/>
                    <a:pt x="40662696" y="53998008"/>
                  </a:cubicBezTo>
                  <a:cubicBezTo>
                    <a:pt x="40705672" y="53995480"/>
                    <a:pt x="40733816" y="53987192"/>
                    <a:pt x="40740864" y="53975000"/>
                  </a:cubicBezTo>
                  <a:cubicBezTo>
                    <a:pt x="40772440" y="53920432"/>
                    <a:pt x="40786008" y="53913196"/>
                    <a:pt x="40852480" y="53915452"/>
                  </a:cubicBezTo>
                  <a:cubicBezTo>
                    <a:pt x="40912048" y="53917472"/>
                    <a:pt x="40922640" y="53913616"/>
                    <a:pt x="40955136" y="53878040"/>
                  </a:cubicBezTo>
                  <a:cubicBezTo>
                    <a:pt x="40982304" y="53848300"/>
                    <a:pt x="41004920" y="53837080"/>
                    <a:pt x="41045568" y="53833208"/>
                  </a:cubicBezTo>
                  <a:cubicBezTo>
                    <a:pt x="41092000" y="53828776"/>
                    <a:pt x="41103680" y="53821432"/>
                    <a:pt x="41127064" y="53781920"/>
                  </a:cubicBezTo>
                  <a:cubicBezTo>
                    <a:pt x="41152776" y="53738472"/>
                    <a:pt x="41157912" y="53735896"/>
                    <a:pt x="41215960" y="53737472"/>
                  </a:cubicBezTo>
                  <a:cubicBezTo>
                    <a:pt x="41274008" y="53739040"/>
                    <a:pt x="41279144" y="53736468"/>
                    <a:pt x="41304864" y="53693024"/>
                  </a:cubicBezTo>
                  <a:cubicBezTo>
                    <a:pt x="41330456" y="53649776"/>
                    <a:pt x="41335888" y="53647016"/>
                    <a:pt x="41392144" y="53648720"/>
                  </a:cubicBezTo>
                  <a:cubicBezTo>
                    <a:pt x="41436016" y="53650056"/>
                    <a:pt x="41453080" y="53645508"/>
                    <a:pt x="41455648" y="53631800"/>
                  </a:cubicBezTo>
                  <a:cubicBezTo>
                    <a:pt x="41466184" y="53575456"/>
                    <a:pt x="41485896" y="53562256"/>
                    <a:pt x="41560272" y="53561768"/>
                  </a:cubicBezTo>
                  <a:cubicBezTo>
                    <a:pt x="41623552" y="53561352"/>
                    <a:pt x="41634448" y="53557668"/>
                    <a:pt x="41641504" y="53534296"/>
                  </a:cubicBezTo>
                  <a:cubicBezTo>
                    <a:pt x="41658584" y="53477712"/>
                    <a:pt x="41672544" y="53468864"/>
                    <a:pt x="41741216" y="53471100"/>
                  </a:cubicBezTo>
                  <a:cubicBezTo>
                    <a:pt x="41809656" y="53473320"/>
                    <a:pt x="41836296" y="53456132"/>
                    <a:pt x="41848048" y="53402132"/>
                  </a:cubicBezTo>
                  <a:cubicBezTo>
                    <a:pt x="41851952" y="53384180"/>
                    <a:pt x="41865552" y="53380420"/>
                    <a:pt x="41920688" y="53382064"/>
                  </a:cubicBezTo>
                  <a:cubicBezTo>
                    <a:pt x="41979936" y="53383832"/>
                    <a:pt x="41989576" y="53380632"/>
                    <a:pt x="41996888" y="53356796"/>
                  </a:cubicBezTo>
                  <a:cubicBezTo>
                    <a:pt x="42014408" y="53299652"/>
                    <a:pt x="42028040" y="53291068"/>
                    <a:pt x="42097872" y="53293216"/>
                  </a:cubicBezTo>
                  <a:cubicBezTo>
                    <a:pt x="42155840" y="53295000"/>
                    <a:pt x="42165728" y="53291800"/>
                    <a:pt x="42169696" y="53270016"/>
                  </a:cubicBezTo>
                  <a:cubicBezTo>
                    <a:pt x="42178456" y="53221844"/>
                    <a:pt x="42206360" y="53201876"/>
                    <a:pt x="42270744" y="53197684"/>
                  </a:cubicBezTo>
                  <a:cubicBezTo>
                    <a:pt x="42320312" y="53194456"/>
                    <a:pt x="42335552" y="53187968"/>
                    <a:pt x="42345400" y="53165912"/>
                  </a:cubicBezTo>
                  <a:cubicBezTo>
                    <a:pt x="42352200" y="53150664"/>
                    <a:pt x="42376800" y="53127880"/>
                    <a:pt x="42400072" y="53115272"/>
                  </a:cubicBezTo>
                  <a:cubicBezTo>
                    <a:pt x="42423336" y="53102664"/>
                    <a:pt x="42458792" y="53080228"/>
                    <a:pt x="42478864" y="53065416"/>
                  </a:cubicBezTo>
                  <a:cubicBezTo>
                    <a:pt x="42498936" y="53050600"/>
                    <a:pt x="42537016" y="53035944"/>
                    <a:pt x="42563496" y="53032856"/>
                  </a:cubicBezTo>
                  <a:cubicBezTo>
                    <a:pt x="42602552" y="53028300"/>
                    <a:pt x="42616744" y="53018588"/>
                    <a:pt x="42638648" y="52981468"/>
                  </a:cubicBezTo>
                  <a:cubicBezTo>
                    <a:pt x="42664016" y="52938472"/>
                    <a:pt x="42669344" y="52935808"/>
                    <a:pt x="42726688" y="52937424"/>
                  </a:cubicBezTo>
                  <a:cubicBezTo>
                    <a:pt x="42778160" y="52938872"/>
                    <a:pt x="42788424" y="52935228"/>
                    <a:pt x="42792160" y="52914148"/>
                  </a:cubicBezTo>
                  <a:cubicBezTo>
                    <a:pt x="42800632" y="52866336"/>
                    <a:pt x="42828728" y="52846272"/>
                    <a:pt x="42893040" y="52842084"/>
                  </a:cubicBezTo>
                  <a:cubicBezTo>
                    <a:pt x="42942768" y="52838848"/>
                    <a:pt x="42957840" y="52832392"/>
                    <a:pt x="42967792" y="52810100"/>
                  </a:cubicBezTo>
                  <a:cubicBezTo>
                    <a:pt x="42974648" y="52794740"/>
                    <a:pt x="42999432" y="52771952"/>
                    <a:pt x="43022880" y="52759460"/>
                  </a:cubicBezTo>
                  <a:cubicBezTo>
                    <a:pt x="43046320" y="52746972"/>
                    <a:pt x="43082296" y="52724568"/>
                    <a:pt x="43102832" y="52709664"/>
                  </a:cubicBezTo>
                  <a:cubicBezTo>
                    <a:pt x="43123368" y="52694768"/>
                    <a:pt x="43161288" y="52680116"/>
                    <a:pt x="43187104" y="52677104"/>
                  </a:cubicBezTo>
                  <a:cubicBezTo>
                    <a:pt x="43221072" y="52673140"/>
                    <a:pt x="43236224" y="52664260"/>
                    <a:pt x="43241944" y="52644960"/>
                  </a:cubicBezTo>
                  <a:cubicBezTo>
                    <a:pt x="43256768" y="52594976"/>
                    <a:pt x="43275232" y="52581160"/>
                    <a:pt x="43336192" y="52574424"/>
                  </a:cubicBezTo>
                  <a:cubicBezTo>
                    <a:pt x="43385624" y="52568960"/>
                    <a:pt x="43401384" y="52560872"/>
                    <a:pt x="43419704" y="52531576"/>
                  </a:cubicBezTo>
                  <a:cubicBezTo>
                    <a:pt x="43432120" y="52511704"/>
                    <a:pt x="43460648" y="52486880"/>
                    <a:pt x="43483104" y="52476400"/>
                  </a:cubicBezTo>
                  <a:cubicBezTo>
                    <a:pt x="43505552" y="52465920"/>
                    <a:pt x="43536552" y="52445172"/>
                    <a:pt x="43551992" y="52430284"/>
                  </a:cubicBezTo>
                  <a:cubicBezTo>
                    <a:pt x="43571008" y="52411940"/>
                    <a:pt x="43595776" y="52403384"/>
                    <a:pt x="43628848" y="52403736"/>
                  </a:cubicBezTo>
                  <a:cubicBezTo>
                    <a:pt x="43680344" y="52404288"/>
                    <a:pt x="43699808" y="52387392"/>
                    <a:pt x="43698136" y="52343580"/>
                  </a:cubicBezTo>
                  <a:cubicBezTo>
                    <a:pt x="43697384" y="52323816"/>
                    <a:pt x="43710712" y="52313120"/>
                    <a:pt x="43754184" y="52298600"/>
                  </a:cubicBezTo>
                  <a:cubicBezTo>
                    <a:pt x="43785552" y="52288120"/>
                    <a:pt x="43825464" y="52270440"/>
                    <a:pt x="43842880" y="52259312"/>
                  </a:cubicBezTo>
                  <a:cubicBezTo>
                    <a:pt x="43860288" y="52248180"/>
                    <a:pt x="43888288" y="52232764"/>
                    <a:pt x="43905096" y="52225064"/>
                  </a:cubicBezTo>
                  <a:cubicBezTo>
                    <a:pt x="43921904" y="52217352"/>
                    <a:pt x="43944640" y="52195032"/>
                    <a:pt x="43955624" y="52175452"/>
                  </a:cubicBezTo>
                  <a:cubicBezTo>
                    <a:pt x="43967456" y="52154356"/>
                    <a:pt x="43996384" y="52132088"/>
                    <a:pt x="44026616" y="52120800"/>
                  </a:cubicBezTo>
                  <a:cubicBezTo>
                    <a:pt x="44054680" y="52110320"/>
                    <a:pt x="44088624" y="52090324"/>
                    <a:pt x="44102048" y="52076352"/>
                  </a:cubicBezTo>
                  <a:cubicBezTo>
                    <a:pt x="44115480" y="52062380"/>
                    <a:pt x="44143632" y="52045236"/>
                    <a:pt x="44164616" y="52038252"/>
                  </a:cubicBezTo>
                  <a:cubicBezTo>
                    <a:pt x="44185600" y="52031268"/>
                    <a:pt x="44223232" y="52010260"/>
                    <a:pt x="44248256" y="51991576"/>
                  </a:cubicBezTo>
                  <a:cubicBezTo>
                    <a:pt x="44273280" y="51972884"/>
                    <a:pt x="44309040" y="51952888"/>
                    <a:pt x="44327727" y="51947128"/>
                  </a:cubicBezTo>
                  <a:cubicBezTo>
                    <a:pt x="44346415" y="51941364"/>
                    <a:pt x="44374431" y="51921904"/>
                    <a:pt x="44389975" y="51903876"/>
                  </a:cubicBezTo>
                  <a:cubicBezTo>
                    <a:pt x="44405527" y="51885848"/>
                    <a:pt x="44432543" y="51864128"/>
                    <a:pt x="44449999" y="51855616"/>
                  </a:cubicBezTo>
                  <a:cubicBezTo>
                    <a:pt x="44467463" y="51847096"/>
                    <a:pt x="44496039" y="51824704"/>
                    <a:pt x="44513503" y="51805840"/>
                  </a:cubicBezTo>
                  <a:cubicBezTo>
                    <a:pt x="44530967" y="51786984"/>
                    <a:pt x="44562399" y="51764548"/>
                    <a:pt x="44583351" y="51755988"/>
                  </a:cubicBezTo>
                  <a:cubicBezTo>
                    <a:pt x="44604303" y="51747424"/>
                    <a:pt x="44633415" y="51732600"/>
                    <a:pt x="44648039" y="51723048"/>
                  </a:cubicBezTo>
                  <a:cubicBezTo>
                    <a:pt x="44662671" y="51713488"/>
                    <a:pt x="44688383" y="51699368"/>
                    <a:pt x="44705191" y="51691664"/>
                  </a:cubicBezTo>
                  <a:cubicBezTo>
                    <a:pt x="44721999" y="51683952"/>
                    <a:pt x="44745031" y="51661632"/>
                    <a:pt x="44756375" y="51642052"/>
                  </a:cubicBezTo>
                  <a:cubicBezTo>
                    <a:pt x="44767719" y="51622472"/>
                    <a:pt x="44795127" y="51597880"/>
                    <a:pt x="44817287" y="51587400"/>
                  </a:cubicBezTo>
                  <a:cubicBezTo>
                    <a:pt x="44839455" y="51576924"/>
                    <a:pt x="44871479" y="51558720"/>
                    <a:pt x="44888471" y="51546952"/>
                  </a:cubicBezTo>
                  <a:cubicBezTo>
                    <a:pt x="44905455" y="51535184"/>
                    <a:pt x="44933639" y="51520896"/>
                    <a:pt x="44951095" y="51515200"/>
                  </a:cubicBezTo>
                  <a:cubicBezTo>
                    <a:pt x="45010375" y="51495872"/>
                    <a:pt x="45034255" y="51478692"/>
                    <a:pt x="45027887" y="51459948"/>
                  </a:cubicBezTo>
                  <a:cubicBezTo>
                    <a:pt x="45023927" y="51448300"/>
                    <a:pt x="45037983" y="51431860"/>
                    <a:pt x="45065495" y="51415952"/>
                  </a:cubicBezTo>
                  <a:cubicBezTo>
                    <a:pt x="45089663" y="51401980"/>
                    <a:pt x="45125575" y="51376264"/>
                    <a:pt x="45145303" y="51358800"/>
                  </a:cubicBezTo>
                  <a:cubicBezTo>
                    <a:pt x="45165039" y="51341340"/>
                    <a:pt x="45195263" y="51319852"/>
                    <a:pt x="45212463" y="51311052"/>
                  </a:cubicBezTo>
                  <a:cubicBezTo>
                    <a:pt x="45229671" y="51302256"/>
                    <a:pt x="45255719" y="51287432"/>
                    <a:pt x="45270343" y="51278112"/>
                  </a:cubicBezTo>
                  <a:cubicBezTo>
                    <a:pt x="45284967" y="51268796"/>
                    <a:pt x="45310687" y="51254868"/>
                    <a:pt x="45327495" y="51247160"/>
                  </a:cubicBezTo>
                  <a:cubicBezTo>
                    <a:pt x="45344303" y="51239456"/>
                    <a:pt x="45367335" y="51217128"/>
                    <a:pt x="45378671" y="51197552"/>
                  </a:cubicBezTo>
                  <a:cubicBezTo>
                    <a:pt x="45390015" y="51177972"/>
                    <a:pt x="45417015" y="51153380"/>
                    <a:pt x="45438671" y="51142904"/>
                  </a:cubicBezTo>
                  <a:cubicBezTo>
                    <a:pt x="45460319" y="51132424"/>
                    <a:pt x="45498151" y="51111396"/>
                    <a:pt x="45522727" y="51096172"/>
                  </a:cubicBezTo>
                  <a:cubicBezTo>
                    <a:pt x="45547311" y="51080948"/>
                    <a:pt x="45575183" y="51063804"/>
                    <a:pt x="45584663" y="51058072"/>
                  </a:cubicBezTo>
                  <a:cubicBezTo>
                    <a:pt x="45594143" y="51052340"/>
                    <a:pt x="45615607" y="51032396"/>
                    <a:pt x="45632375" y="51013752"/>
                  </a:cubicBezTo>
                  <a:cubicBezTo>
                    <a:pt x="45649439" y="50994776"/>
                    <a:pt x="45677375" y="50979296"/>
                    <a:pt x="45695847" y="50978584"/>
                  </a:cubicBezTo>
                  <a:cubicBezTo>
                    <a:pt x="45720999" y="50977616"/>
                    <a:pt x="45730647" y="50969072"/>
                    <a:pt x="45736423" y="50942632"/>
                  </a:cubicBezTo>
                  <a:cubicBezTo>
                    <a:pt x="45740671" y="50923208"/>
                    <a:pt x="45761311" y="50896776"/>
                    <a:pt x="45783335" y="50882552"/>
                  </a:cubicBezTo>
                  <a:cubicBezTo>
                    <a:pt x="45804967" y="50868580"/>
                    <a:pt x="45832831" y="50845724"/>
                    <a:pt x="45845255" y="50831752"/>
                  </a:cubicBezTo>
                  <a:cubicBezTo>
                    <a:pt x="45857687" y="50817780"/>
                    <a:pt x="45887455" y="50796288"/>
                    <a:pt x="45911407" y="50783984"/>
                  </a:cubicBezTo>
                  <a:cubicBezTo>
                    <a:pt x="45935359" y="50771684"/>
                    <a:pt x="45966919" y="50754000"/>
                    <a:pt x="45981543" y="50744696"/>
                  </a:cubicBezTo>
                  <a:cubicBezTo>
                    <a:pt x="45996167" y="50735384"/>
                    <a:pt x="46026015" y="50724192"/>
                    <a:pt x="46047879" y="50719820"/>
                  </a:cubicBezTo>
                  <a:cubicBezTo>
                    <a:pt x="46075647" y="50714268"/>
                    <a:pt x="46089911" y="50702772"/>
                    <a:pt x="46095207" y="50681664"/>
                  </a:cubicBezTo>
                  <a:cubicBezTo>
                    <a:pt x="46099519" y="50664492"/>
                    <a:pt x="46120407" y="50643052"/>
                    <a:pt x="46143623" y="50631980"/>
                  </a:cubicBezTo>
                  <a:cubicBezTo>
                    <a:pt x="46166079" y="50621272"/>
                    <a:pt x="46190655" y="50598896"/>
                    <a:pt x="46198239" y="50582252"/>
                  </a:cubicBezTo>
                  <a:cubicBezTo>
                    <a:pt x="46215335" y="50544728"/>
                    <a:pt x="46286087" y="50489820"/>
                    <a:pt x="46386975" y="50435772"/>
                  </a:cubicBezTo>
                  <a:cubicBezTo>
                    <a:pt x="46397671" y="50430040"/>
                    <a:pt x="46419143" y="50410128"/>
                    <a:pt x="46434687" y="50391520"/>
                  </a:cubicBezTo>
                  <a:cubicBezTo>
                    <a:pt x="46450231" y="50372916"/>
                    <a:pt x="46474383" y="50354356"/>
                    <a:pt x="46488351" y="50350280"/>
                  </a:cubicBezTo>
                  <a:cubicBezTo>
                    <a:pt x="46502319" y="50346204"/>
                    <a:pt x="46526015" y="50329136"/>
                    <a:pt x="46540999" y="50312360"/>
                  </a:cubicBezTo>
                  <a:cubicBezTo>
                    <a:pt x="46555991" y="50295580"/>
                    <a:pt x="46575999" y="50275576"/>
                    <a:pt x="46585455" y="50267912"/>
                  </a:cubicBezTo>
                  <a:cubicBezTo>
                    <a:pt x="46594911" y="50260244"/>
                    <a:pt x="46611727" y="50238240"/>
                    <a:pt x="46622815" y="50219012"/>
                  </a:cubicBezTo>
                  <a:cubicBezTo>
                    <a:pt x="46633903" y="50199784"/>
                    <a:pt x="46655015" y="50178336"/>
                    <a:pt x="46669735" y="50171352"/>
                  </a:cubicBezTo>
                  <a:cubicBezTo>
                    <a:pt x="46693095" y="50160264"/>
                    <a:pt x="46826975" y="50048372"/>
                    <a:pt x="46946503" y="49940040"/>
                  </a:cubicBezTo>
                  <a:cubicBezTo>
                    <a:pt x="46967975" y="49920576"/>
                    <a:pt x="46997815" y="49898936"/>
                    <a:pt x="47012807" y="49891952"/>
                  </a:cubicBezTo>
                  <a:cubicBezTo>
                    <a:pt x="47027791" y="49884968"/>
                    <a:pt x="47050223" y="49866888"/>
                    <a:pt x="47062655" y="49851780"/>
                  </a:cubicBezTo>
                  <a:cubicBezTo>
                    <a:pt x="47075079" y="49836672"/>
                    <a:pt x="47096679" y="49820968"/>
                    <a:pt x="47110655" y="49816888"/>
                  </a:cubicBezTo>
                  <a:cubicBezTo>
                    <a:pt x="47124623" y="49812808"/>
                    <a:pt x="47147839" y="49796572"/>
                    <a:pt x="47162239" y="49780808"/>
                  </a:cubicBezTo>
                  <a:cubicBezTo>
                    <a:pt x="47176647" y="49765048"/>
                    <a:pt x="47203295" y="49745376"/>
                    <a:pt x="47221463" y="49737100"/>
                  </a:cubicBezTo>
                  <a:cubicBezTo>
                    <a:pt x="47242479" y="49727524"/>
                    <a:pt x="47254887" y="49711376"/>
                    <a:pt x="47255567" y="49692704"/>
                  </a:cubicBezTo>
                  <a:cubicBezTo>
                    <a:pt x="47256199" y="49675384"/>
                    <a:pt x="47270967" y="49654092"/>
                    <a:pt x="47291591" y="49640764"/>
                  </a:cubicBezTo>
                  <a:cubicBezTo>
                    <a:pt x="47310823" y="49628340"/>
                    <a:pt x="47341959" y="49602624"/>
                    <a:pt x="47360791" y="49583616"/>
                  </a:cubicBezTo>
                  <a:cubicBezTo>
                    <a:pt x="47379623" y="49564604"/>
                    <a:pt x="47425343" y="49524980"/>
                    <a:pt x="47462391" y="49495560"/>
                  </a:cubicBezTo>
                  <a:cubicBezTo>
                    <a:pt x="47499439" y="49466140"/>
                    <a:pt x="47547319" y="49426132"/>
                    <a:pt x="47568799" y="49406660"/>
                  </a:cubicBezTo>
                  <a:cubicBezTo>
                    <a:pt x="47590279" y="49387184"/>
                    <a:pt x="47620711" y="49365536"/>
                    <a:pt x="47636431" y="49358552"/>
                  </a:cubicBezTo>
                  <a:cubicBezTo>
                    <a:pt x="47652159" y="49351568"/>
                    <a:pt x="47671735" y="49332160"/>
                    <a:pt x="47679935" y="49315424"/>
                  </a:cubicBezTo>
                  <a:cubicBezTo>
                    <a:pt x="47688135" y="49298692"/>
                    <a:pt x="47706279" y="49280636"/>
                    <a:pt x="47720255" y="49275296"/>
                  </a:cubicBezTo>
                  <a:cubicBezTo>
                    <a:pt x="47734223" y="49269960"/>
                    <a:pt x="47754727" y="49249364"/>
                    <a:pt x="47765815" y="49229524"/>
                  </a:cubicBezTo>
                  <a:cubicBezTo>
                    <a:pt x="47776903" y="49209684"/>
                    <a:pt x="47798767" y="49187736"/>
                    <a:pt x="47814399" y="49180752"/>
                  </a:cubicBezTo>
                  <a:cubicBezTo>
                    <a:pt x="47830031" y="49173768"/>
                    <a:pt x="47849535" y="49154824"/>
                    <a:pt x="47857735" y="49138656"/>
                  </a:cubicBezTo>
                  <a:cubicBezTo>
                    <a:pt x="47865935" y="49122492"/>
                    <a:pt x="47885295" y="49102488"/>
                    <a:pt x="47900751" y="49094208"/>
                  </a:cubicBezTo>
                  <a:cubicBezTo>
                    <a:pt x="47916207" y="49085928"/>
                    <a:pt x="47939063" y="49066792"/>
                    <a:pt x="47951551" y="49051680"/>
                  </a:cubicBezTo>
                  <a:cubicBezTo>
                    <a:pt x="47964039" y="49036572"/>
                    <a:pt x="47985679" y="49020872"/>
                    <a:pt x="47999655" y="49016788"/>
                  </a:cubicBezTo>
                  <a:cubicBezTo>
                    <a:pt x="48013623" y="49012704"/>
                    <a:pt x="48037311" y="48995640"/>
                    <a:pt x="48052303" y="48978860"/>
                  </a:cubicBezTo>
                  <a:cubicBezTo>
                    <a:pt x="48067295" y="48962080"/>
                    <a:pt x="48087295" y="48942080"/>
                    <a:pt x="48096751" y="48934408"/>
                  </a:cubicBezTo>
                  <a:cubicBezTo>
                    <a:pt x="48106215" y="48926744"/>
                    <a:pt x="48126215" y="48906736"/>
                    <a:pt x="48141199" y="48889960"/>
                  </a:cubicBezTo>
                  <a:cubicBezTo>
                    <a:pt x="48156191" y="48873180"/>
                    <a:pt x="48176199" y="48853176"/>
                    <a:pt x="48185655" y="48845512"/>
                  </a:cubicBezTo>
                  <a:cubicBezTo>
                    <a:pt x="48195111" y="48837844"/>
                    <a:pt x="48215111" y="48817840"/>
                    <a:pt x="48230103" y="48801060"/>
                  </a:cubicBezTo>
                  <a:cubicBezTo>
                    <a:pt x="48245095" y="48784280"/>
                    <a:pt x="48265095" y="48764280"/>
                    <a:pt x="48274551" y="48756608"/>
                  </a:cubicBezTo>
                  <a:cubicBezTo>
                    <a:pt x="48284015" y="48748944"/>
                    <a:pt x="48304015" y="48728936"/>
                    <a:pt x="48318999" y="48712160"/>
                  </a:cubicBezTo>
                  <a:cubicBezTo>
                    <a:pt x="48333991" y="48695380"/>
                    <a:pt x="48353999" y="48675376"/>
                    <a:pt x="48363455" y="48667712"/>
                  </a:cubicBezTo>
                  <a:cubicBezTo>
                    <a:pt x="48372911" y="48660044"/>
                    <a:pt x="48392439" y="48640872"/>
                    <a:pt x="48406839" y="48625108"/>
                  </a:cubicBezTo>
                  <a:cubicBezTo>
                    <a:pt x="48421247" y="48609348"/>
                    <a:pt x="48447895" y="48589680"/>
                    <a:pt x="48466063" y="48581400"/>
                  </a:cubicBezTo>
                  <a:cubicBezTo>
                    <a:pt x="48487079" y="48571824"/>
                    <a:pt x="48499487" y="48555672"/>
                    <a:pt x="48500167" y="48537000"/>
                  </a:cubicBezTo>
                  <a:cubicBezTo>
                    <a:pt x="48500951" y="48515364"/>
                    <a:pt x="48512591" y="48503828"/>
                    <a:pt x="48544447" y="48493100"/>
                  </a:cubicBezTo>
                  <a:cubicBezTo>
                    <a:pt x="48568207" y="48485096"/>
                    <a:pt x="48591191" y="48467392"/>
                    <a:pt x="48595519" y="48453752"/>
                  </a:cubicBezTo>
                  <a:cubicBezTo>
                    <a:pt x="48599847" y="48440116"/>
                    <a:pt x="48613279" y="48420072"/>
                    <a:pt x="48625375" y="48409208"/>
                  </a:cubicBezTo>
                  <a:cubicBezTo>
                    <a:pt x="48637463" y="48398348"/>
                    <a:pt x="48659615" y="48375196"/>
                    <a:pt x="48674599" y="48357756"/>
                  </a:cubicBezTo>
                  <a:cubicBezTo>
                    <a:pt x="48689591" y="48340320"/>
                    <a:pt x="48709599" y="48319776"/>
                    <a:pt x="48719055" y="48312112"/>
                  </a:cubicBezTo>
                  <a:cubicBezTo>
                    <a:pt x="48728511" y="48304444"/>
                    <a:pt x="48748511" y="48284440"/>
                    <a:pt x="48763503" y="48267660"/>
                  </a:cubicBezTo>
                  <a:cubicBezTo>
                    <a:pt x="48778495" y="48250880"/>
                    <a:pt x="48798495" y="48230880"/>
                    <a:pt x="48807951" y="48223208"/>
                  </a:cubicBezTo>
                  <a:cubicBezTo>
                    <a:pt x="48817415" y="48215544"/>
                    <a:pt x="48837415" y="48195536"/>
                    <a:pt x="48852399" y="48178760"/>
                  </a:cubicBezTo>
                  <a:cubicBezTo>
                    <a:pt x="48867391" y="48161980"/>
                    <a:pt x="48887399" y="48141976"/>
                    <a:pt x="48896855" y="48134312"/>
                  </a:cubicBezTo>
                  <a:cubicBezTo>
                    <a:pt x="48906311" y="48126644"/>
                    <a:pt x="48926311" y="48106640"/>
                    <a:pt x="48941303" y="48089860"/>
                  </a:cubicBezTo>
                  <a:cubicBezTo>
                    <a:pt x="48956295" y="48073080"/>
                    <a:pt x="48976295" y="48053080"/>
                    <a:pt x="48985751" y="48045408"/>
                  </a:cubicBezTo>
                  <a:cubicBezTo>
                    <a:pt x="48995215" y="48037744"/>
                    <a:pt x="49015215" y="48017736"/>
                    <a:pt x="49030199" y="48000960"/>
                  </a:cubicBezTo>
                  <a:cubicBezTo>
                    <a:pt x="49045191" y="47984180"/>
                    <a:pt x="49068479" y="47966956"/>
                    <a:pt x="49081951" y="47962680"/>
                  </a:cubicBezTo>
                  <a:cubicBezTo>
                    <a:pt x="49096111" y="47958184"/>
                    <a:pt x="49111407" y="47936328"/>
                    <a:pt x="49118199" y="47910884"/>
                  </a:cubicBezTo>
                  <a:cubicBezTo>
                    <a:pt x="49124663" y="47886672"/>
                    <a:pt x="49141431" y="47856736"/>
                    <a:pt x="49155463" y="47844360"/>
                  </a:cubicBezTo>
                  <a:cubicBezTo>
                    <a:pt x="49257439" y="47754400"/>
                    <a:pt x="49269359" y="47742160"/>
                    <a:pt x="49282351" y="47714056"/>
                  </a:cubicBezTo>
                  <a:cubicBezTo>
                    <a:pt x="49289335" y="47698944"/>
                    <a:pt x="49308279" y="47679872"/>
                    <a:pt x="49324447" y="47671668"/>
                  </a:cubicBezTo>
                  <a:cubicBezTo>
                    <a:pt x="49340615" y="47663464"/>
                    <a:pt x="49360615" y="47643524"/>
                    <a:pt x="49368895" y="47627360"/>
                  </a:cubicBezTo>
                  <a:cubicBezTo>
                    <a:pt x="49377175" y="47611192"/>
                    <a:pt x="49397415" y="47591188"/>
                    <a:pt x="49413863" y="47582908"/>
                  </a:cubicBezTo>
                  <a:cubicBezTo>
                    <a:pt x="49430311" y="47574628"/>
                    <a:pt x="49451863" y="47550704"/>
                    <a:pt x="49461759" y="47529752"/>
                  </a:cubicBezTo>
                  <a:cubicBezTo>
                    <a:pt x="49471647" y="47508800"/>
                    <a:pt x="49492479" y="47478880"/>
                    <a:pt x="49508047" y="47463264"/>
                  </a:cubicBezTo>
                  <a:cubicBezTo>
                    <a:pt x="49523615" y="47447656"/>
                    <a:pt x="49579575" y="47384792"/>
                    <a:pt x="49632399" y="47323568"/>
                  </a:cubicBezTo>
                  <a:cubicBezTo>
                    <a:pt x="49731967" y="47208176"/>
                    <a:pt x="49740015" y="47199516"/>
                    <a:pt x="49779391" y="47165372"/>
                  </a:cubicBezTo>
                  <a:cubicBezTo>
                    <a:pt x="49792407" y="47154092"/>
                    <a:pt x="49815311" y="47130596"/>
                    <a:pt x="49830303" y="47113156"/>
                  </a:cubicBezTo>
                  <a:cubicBezTo>
                    <a:pt x="49845295" y="47095720"/>
                    <a:pt x="49868583" y="47077956"/>
                    <a:pt x="49882055" y="47073680"/>
                  </a:cubicBezTo>
                  <a:cubicBezTo>
                    <a:pt x="49895911" y="47069280"/>
                    <a:pt x="49911647" y="47047296"/>
                    <a:pt x="49918295" y="47023028"/>
                  </a:cubicBezTo>
                  <a:cubicBezTo>
                    <a:pt x="49924759" y="46999448"/>
                    <a:pt x="49942735" y="46966656"/>
                    <a:pt x="49958239" y="46950152"/>
                  </a:cubicBezTo>
                  <a:cubicBezTo>
                    <a:pt x="49973735" y="46933652"/>
                    <a:pt x="49996967" y="46908724"/>
                    <a:pt x="50009847" y="46894752"/>
                  </a:cubicBezTo>
                  <a:cubicBezTo>
                    <a:pt x="50022735" y="46880780"/>
                    <a:pt x="50041855" y="46863640"/>
                    <a:pt x="50052343" y="46856652"/>
                  </a:cubicBezTo>
                  <a:cubicBezTo>
                    <a:pt x="50062831" y="46849664"/>
                    <a:pt x="50078383" y="46829664"/>
                    <a:pt x="50086911" y="46812200"/>
                  </a:cubicBezTo>
                  <a:cubicBezTo>
                    <a:pt x="50095423" y="46794740"/>
                    <a:pt x="50115223" y="46769024"/>
                    <a:pt x="50130903" y="46755052"/>
                  </a:cubicBezTo>
                  <a:cubicBezTo>
                    <a:pt x="50146591" y="46741080"/>
                    <a:pt x="50167255" y="46712504"/>
                    <a:pt x="50176831" y="46691552"/>
                  </a:cubicBezTo>
                  <a:cubicBezTo>
                    <a:pt x="50193471" y="46655168"/>
                    <a:pt x="50356623" y="46476184"/>
                    <a:pt x="50421023" y="46423672"/>
                  </a:cubicBezTo>
                  <a:cubicBezTo>
                    <a:pt x="50430391" y="46416032"/>
                    <a:pt x="50443767" y="46397628"/>
                    <a:pt x="50450751" y="46382768"/>
                  </a:cubicBezTo>
                  <a:cubicBezTo>
                    <a:pt x="50457735" y="46367908"/>
                    <a:pt x="50475287" y="46345580"/>
                    <a:pt x="50489751" y="46333148"/>
                  </a:cubicBezTo>
                  <a:cubicBezTo>
                    <a:pt x="50504223" y="46320720"/>
                    <a:pt x="50521367" y="46295388"/>
                    <a:pt x="50527855" y="46276852"/>
                  </a:cubicBezTo>
                  <a:cubicBezTo>
                    <a:pt x="50543111" y="46233268"/>
                    <a:pt x="50608007" y="46155936"/>
                    <a:pt x="50671047" y="46106208"/>
                  </a:cubicBezTo>
                  <a:cubicBezTo>
                    <a:pt x="50698407" y="46084624"/>
                    <a:pt x="50724535" y="46055192"/>
                    <a:pt x="50729103" y="46040800"/>
                  </a:cubicBezTo>
                  <a:cubicBezTo>
                    <a:pt x="50733671" y="46026400"/>
                    <a:pt x="50751407" y="46011112"/>
                    <a:pt x="50768511" y="46006824"/>
                  </a:cubicBezTo>
                  <a:cubicBezTo>
                    <a:pt x="50793199" y="46000624"/>
                    <a:pt x="50799807" y="45990548"/>
                    <a:pt x="50800567" y="45957936"/>
                  </a:cubicBezTo>
                  <a:cubicBezTo>
                    <a:pt x="50801623" y="45912160"/>
                    <a:pt x="50807607" y="45899384"/>
                    <a:pt x="50844455" y="45864152"/>
                  </a:cubicBezTo>
                  <a:cubicBezTo>
                    <a:pt x="50858423" y="45850796"/>
                    <a:pt x="50880151" y="45820040"/>
                    <a:pt x="50892735" y="45795812"/>
                  </a:cubicBezTo>
                  <a:cubicBezTo>
                    <a:pt x="50905319" y="45771576"/>
                    <a:pt x="50931039" y="45736636"/>
                    <a:pt x="50949887" y="45718160"/>
                  </a:cubicBezTo>
                  <a:cubicBezTo>
                    <a:pt x="50968735" y="45699684"/>
                    <a:pt x="50991415" y="45676824"/>
                    <a:pt x="51000287" y="45667360"/>
                  </a:cubicBezTo>
                  <a:cubicBezTo>
                    <a:pt x="51009167" y="45657896"/>
                    <a:pt x="51029767" y="45643836"/>
                    <a:pt x="51046079" y="45636116"/>
                  </a:cubicBezTo>
                  <a:cubicBezTo>
                    <a:pt x="51062383" y="45628396"/>
                    <a:pt x="51079271" y="45607944"/>
                    <a:pt x="51083607" y="45590668"/>
                  </a:cubicBezTo>
                  <a:cubicBezTo>
                    <a:pt x="51087943" y="45573392"/>
                    <a:pt x="51104519" y="45553320"/>
                    <a:pt x="51120447" y="45546064"/>
                  </a:cubicBezTo>
                  <a:cubicBezTo>
                    <a:pt x="51140295" y="45537020"/>
                    <a:pt x="51151375" y="45518704"/>
                    <a:pt x="51155679" y="45487816"/>
                  </a:cubicBezTo>
                  <a:cubicBezTo>
                    <a:pt x="51160127" y="45455864"/>
                    <a:pt x="51175231" y="45431884"/>
                    <a:pt x="51207631" y="45405356"/>
                  </a:cubicBezTo>
                  <a:cubicBezTo>
                    <a:pt x="51236951" y="45381344"/>
                    <a:pt x="51253295" y="45357080"/>
                    <a:pt x="51253255" y="45337600"/>
                  </a:cubicBezTo>
                  <a:cubicBezTo>
                    <a:pt x="51253215" y="45314416"/>
                    <a:pt x="51262751" y="45304452"/>
                    <a:pt x="51293639" y="45295400"/>
                  </a:cubicBezTo>
                  <a:cubicBezTo>
                    <a:pt x="51327463" y="45285484"/>
                    <a:pt x="51334207" y="45277168"/>
                    <a:pt x="51334807" y="45244600"/>
                  </a:cubicBezTo>
                  <a:cubicBezTo>
                    <a:pt x="51335695" y="45196352"/>
                    <a:pt x="51339895" y="45186900"/>
                    <a:pt x="51375119" y="45153888"/>
                  </a:cubicBezTo>
                  <a:cubicBezTo>
                    <a:pt x="51390591" y="45139388"/>
                    <a:pt x="51411823" y="45109288"/>
                    <a:pt x="51422303" y="45087000"/>
                  </a:cubicBezTo>
                  <a:cubicBezTo>
                    <a:pt x="51432775" y="45064712"/>
                    <a:pt x="51455639" y="45033560"/>
                    <a:pt x="51473103" y="45017772"/>
                  </a:cubicBezTo>
                  <a:cubicBezTo>
                    <a:pt x="51490567" y="45001988"/>
                    <a:pt x="51510567" y="44976536"/>
                    <a:pt x="51517551" y="44961212"/>
                  </a:cubicBezTo>
                  <a:cubicBezTo>
                    <a:pt x="51524535" y="44945884"/>
                    <a:pt x="51542535" y="44923180"/>
                    <a:pt x="51557551" y="44910748"/>
                  </a:cubicBezTo>
                  <a:cubicBezTo>
                    <a:pt x="51572567" y="44898320"/>
                    <a:pt x="51589711" y="44873208"/>
                    <a:pt x="51595655" y="44854948"/>
                  </a:cubicBezTo>
                  <a:cubicBezTo>
                    <a:pt x="51601591" y="44836688"/>
                    <a:pt x="51623599" y="44802064"/>
                    <a:pt x="51644551" y="44778008"/>
                  </a:cubicBezTo>
                  <a:cubicBezTo>
                    <a:pt x="51665503" y="44753956"/>
                    <a:pt x="51688367" y="44720840"/>
                    <a:pt x="51695351" y="44704416"/>
                  </a:cubicBezTo>
                  <a:cubicBezTo>
                    <a:pt x="51703423" y="44685448"/>
                    <a:pt x="51720543" y="44673220"/>
                    <a:pt x="51742311" y="44670888"/>
                  </a:cubicBezTo>
                  <a:cubicBezTo>
                    <a:pt x="51772119" y="44667692"/>
                    <a:pt x="51777631" y="44660120"/>
                    <a:pt x="51784751" y="44612580"/>
                  </a:cubicBezTo>
                  <a:cubicBezTo>
                    <a:pt x="51789455" y="44581216"/>
                    <a:pt x="51804607" y="44547136"/>
                    <a:pt x="51820343" y="44532552"/>
                  </a:cubicBezTo>
                  <a:cubicBezTo>
                    <a:pt x="51835415" y="44518580"/>
                    <a:pt x="51856327" y="44488584"/>
                    <a:pt x="51866799" y="44465888"/>
                  </a:cubicBezTo>
                  <a:cubicBezTo>
                    <a:pt x="51877279" y="44443192"/>
                    <a:pt x="51900143" y="44411604"/>
                    <a:pt x="51917599" y="44395696"/>
                  </a:cubicBezTo>
                  <a:cubicBezTo>
                    <a:pt x="51935063" y="44379788"/>
                    <a:pt x="51955063" y="44353476"/>
                    <a:pt x="51962055" y="44337220"/>
                  </a:cubicBezTo>
                  <a:cubicBezTo>
                    <a:pt x="51969031" y="44320972"/>
                    <a:pt x="51986479" y="44298264"/>
                    <a:pt x="52000807" y="44286760"/>
                  </a:cubicBezTo>
                  <a:cubicBezTo>
                    <a:pt x="52015135" y="44275264"/>
                    <a:pt x="52035967" y="44243700"/>
                    <a:pt x="52047095" y="44216628"/>
                  </a:cubicBezTo>
                  <a:cubicBezTo>
                    <a:pt x="52073719" y="44151848"/>
                    <a:pt x="52083871" y="44138040"/>
                    <a:pt x="52115639" y="44123360"/>
                  </a:cubicBezTo>
                  <a:cubicBezTo>
                    <a:pt x="52133983" y="44114880"/>
                    <a:pt x="52143079" y="44097652"/>
                    <a:pt x="52144967" y="44067812"/>
                  </a:cubicBezTo>
                  <a:cubicBezTo>
                    <a:pt x="52146615" y="44041780"/>
                    <a:pt x="52158967" y="44014440"/>
                    <a:pt x="52175983" y="43999152"/>
                  </a:cubicBezTo>
                  <a:cubicBezTo>
                    <a:pt x="52191527" y="43985180"/>
                    <a:pt x="52209967" y="43953752"/>
                    <a:pt x="52216959" y="43929304"/>
                  </a:cubicBezTo>
                  <a:cubicBezTo>
                    <a:pt x="52226983" y="43894224"/>
                    <a:pt x="52238255" y="43882704"/>
                    <a:pt x="52270407" y="43874672"/>
                  </a:cubicBezTo>
                  <a:cubicBezTo>
                    <a:pt x="52305463" y="43865912"/>
                    <a:pt x="52311223" y="43858828"/>
                    <a:pt x="52311695" y="43823872"/>
                  </a:cubicBezTo>
                  <a:cubicBezTo>
                    <a:pt x="52312519" y="43762372"/>
                    <a:pt x="52326463" y="43733936"/>
                    <a:pt x="52369415" y="43706152"/>
                  </a:cubicBezTo>
                  <a:cubicBezTo>
                    <a:pt x="52395503" y="43689276"/>
                    <a:pt x="52408551" y="43670452"/>
                    <a:pt x="52408687" y="43649512"/>
                  </a:cubicBezTo>
                  <a:cubicBezTo>
                    <a:pt x="52408855" y="43625288"/>
                    <a:pt x="52418103" y="43615456"/>
                    <a:pt x="52449343" y="43606296"/>
                  </a:cubicBezTo>
                  <a:cubicBezTo>
                    <a:pt x="52481599" y="43596844"/>
                    <a:pt x="52489615" y="43587844"/>
                    <a:pt x="52488951" y="43561848"/>
                  </a:cubicBezTo>
                  <a:cubicBezTo>
                    <a:pt x="52487519" y="43506228"/>
                    <a:pt x="52494319" y="43487236"/>
                    <a:pt x="52528847" y="43450496"/>
                  </a:cubicBezTo>
                  <a:cubicBezTo>
                    <a:pt x="52547215" y="43430944"/>
                    <a:pt x="52571663" y="43397220"/>
                    <a:pt x="52583183" y="43375548"/>
                  </a:cubicBezTo>
                  <a:cubicBezTo>
                    <a:pt x="52594711" y="43353876"/>
                    <a:pt x="52617559" y="43330028"/>
                    <a:pt x="52633967" y="43322552"/>
                  </a:cubicBezTo>
                  <a:cubicBezTo>
                    <a:pt x="52658567" y="43311344"/>
                    <a:pt x="52664623" y="43297452"/>
                    <a:pt x="52668527" y="43243272"/>
                  </a:cubicBezTo>
                  <a:cubicBezTo>
                    <a:pt x="52672959" y="43181624"/>
                    <a:pt x="52675783" y="43176856"/>
                    <a:pt x="52714368" y="43165768"/>
                  </a:cubicBezTo>
                  <a:cubicBezTo>
                    <a:pt x="52756679" y="43153616"/>
                    <a:pt x="52767999" y="43130880"/>
                    <a:pt x="52768943" y="43056176"/>
                  </a:cubicBezTo>
                  <a:cubicBezTo>
                    <a:pt x="52769211" y="43035388"/>
                    <a:pt x="52781607" y="43010976"/>
                    <a:pt x="52799591" y="42995852"/>
                  </a:cubicBezTo>
                  <a:cubicBezTo>
                    <a:pt x="52816199" y="42981880"/>
                    <a:pt x="52839031" y="42952720"/>
                    <a:pt x="52850311" y="42931048"/>
                  </a:cubicBezTo>
                  <a:cubicBezTo>
                    <a:pt x="52861599" y="42909376"/>
                    <a:pt x="52883888" y="42885696"/>
                    <a:pt x="52899840" y="42878432"/>
                  </a:cubicBezTo>
                  <a:cubicBezTo>
                    <a:pt x="52923504" y="42867648"/>
                    <a:pt x="52929863" y="42852760"/>
                    <a:pt x="52934400" y="42797564"/>
                  </a:cubicBezTo>
                  <a:cubicBezTo>
                    <a:pt x="52939167" y="42739468"/>
                    <a:pt x="52944944" y="42727164"/>
                    <a:pt x="52975295" y="42710480"/>
                  </a:cubicBezTo>
                  <a:cubicBezTo>
                    <a:pt x="53009947" y="42691432"/>
                    <a:pt x="53018375" y="42673992"/>
                    <a:pt x="53025367" y="42606840"/>
                  </a:cubicBezTo>
                  <a:cubicBezTo>
                    <a:pt x="53027675" y="42584720"/>
                    <a:pt x="53044359" y="42563160"/>
                    <a:pt x="53074751" y="42543032"/>
                  </a:cubicBezTo>
                  <a:cubicBezTo>
                    <a:pt x="53110503" y="42519352"/>
                    <a:pt x="53121848" y="42502448"/>
                    <a:pt x="53126031" y="42466584"/>
                  </a:cubicBezTo>
                  <a:cubicBezTo>
                    <a:pt x="53129616" y="42435904"/>
                    <a:pt x="53144631" y="42408184"/>
                    <a:pt x="53171007" y="42383540"/>
                  </a:cubicBezTo>
                  <a:cubicBezTo>
                    <a:pt x="53198239" y="42358096"/>
                    <a:pt x="53209995" y="42335872"/>
                    <a:pt x="53208631" y="42312368"/>
                  </a:cubicBezTo>
                  <a:cubicBezTo>
                    <a:pt x="53207359" y="42290408"/>
                    <a:pt x="53217999" y="42267720"/>
                    <a:pt x="53238399" y="42248884"/>
                  </a:cubicBezTo>
                  <a:cubicBezTo>
                    <a:pt x="53255863" y="42232764"/>
                    <a:pt x="53279847" y="42196696"/>
                    <a:pt x="53291703" y="42168732"/>
                  </a:cubicBezTo>
                  <a:cubicBezTo>
                    <a:pt x="53303927" y="42139904"/>
                    <a:pt x="53327135" y="42111568"/>
                    <a:pt x="53345319" y="42103280"/>
                  </a:cubicBezTo>
                  <a:cubicBezTo>
                    <a:pt x="53368399" y="42092768"/>
                    <a:pt x="53377423" y="42078744"/>
                    <a:pt x="53377503" y="42053308"/>
                  </a:cubicBezTo>
                  <a:cubicBezTo>
                    <a:pt x="53377791" y="41947384"/>
                    <a:pt x="53382896" y="41933336"/>
                    <a:pt x="53425567" y="41921128"/>
                  </a:cubicBezTo>
                  <a:cubicBezTo>
                    <a:pt x="53459039" y="41911544"/>
                    <a:pt x="53466656" y="41902928"/>
                    <a:pt x="53466531" y="41874756"/>
                  </a:cubicBezTo>
                  <a:cubicBezTo>
                    <a:pt x="53466183" y="41791600"/>
                    <a:pt x="53473639" y="41773136"/>
                    <a:pt x="53520147" y="41742096"/>
                  </a:cubicBezTo>
                  <a:cubicBezTo>
                    <a:pt x="53563463" y="41713180"/>
                    <a:pt x="53566767" y="41706584"/>
                    <a:pt x="53564600" y="41653256"/>
                  </a:cubicBezTo>
                  <a:cubicBezTo>
                    <a:pt x="53562431" y="41600068"/>
                    <a:pt x="53565783" y="41593308"/>
                    <a:pt x="53608280" y="41565072"/>
                  </a:cubicBezTo>
                  <a:cubicBezTo>
                    <a:pt x="53646439" y="41539724"/>
                    <a:pt x="53655160" y="41525600"/>
                    <a:pt x="53659271" y="41482480"/>
                  </a:cubicBezTo>
                  <a:cubicBezTo>
                    <a:pt x="53662919" y="41444264"/>
                    <a:pt x="53674911" y="41420496"/>
                    <a:pt x="53704488" y="41392864"/>
                  </a:cubicBezTo>
                  <a:cubicBezTo>
                    <a:pt x="53739311" y="41360332"/>
                    <a:pt x="53744423" y="41347492"/>
                    <a:pt x="53742400" y="41297656"/>
                  </a:cubicBezTo>
                  <a:cubicBezTo>
                    <a:pt x="53740231" y="41244488"/>
                    <a:pt x="53743583" y="41237704"/>
                    <a:pt x="53785951" y="41209592"/>
                  </a:cubicBezTo>
                  <a:cubicBezTo>
                    <a:pt x="53822320" y="41185460"/>
                    <a:pt x="53833024" y="41169152"/>
                    <a:pt x="53837463" y="41131084"/>
                  </a:cubicBezTo>
                  <a:cubicBezTo>
                    <a:pt x="53840551" y="41104660"/>
                    <a:pt x="53855639" y="41067648"/>
                    <a:pt x="53870991" y="41048844"/>
                  </a:cubicBezTo>
                  <a:cubicBezTo>
                    <a:pt x="53886343" y="41030036"/>
                    <a:pt x="53906856" y="40989628"/>
                    <a:pt x="53916567" y="40959044"/>
                  </a:cubicBezTo>
                  <a:cubicBezTo>
                    <a:pt x="53926287" y="40928460"/>
                    <a:pt x="53949583" y="40891192"/>
                    <a:pt x="53968351" y="40876228"/>
                  </a:cubicBezTo>
                  <a:cubicBezTo>
                    <a:pt x="53997431" y="40853044"/>
                    <a:pt x="54002783" y="40838516"/>
                    <a:pt x="54004608" y="40777840"/>
                  </a:cubicBezTo>
                  <a:cubicBezTo>
                    <a:pt x="54006631" y="40710876"/>
                    <a:pt x="54009527" y="40704800"/>
                    <a:pt x="54053599" y="40675308"/>
                  </a:cubicBezTo>
                  <a:cubicBezTo>
                    <a:pt x="54098647" y="40645172"/>
                    <a:pt x="54100360" y="40641324"/>
                    <a:pt x="54098055" y="40575408"/>
                  </a:cubicBezTo>
                  <a:cubicBezTo>
                    <a:pt x="54095691" y="40507968"/>
                    <a:pt x="54096319" y="40506688"/>
                    <a:pt x="54136856" y="40496572"/>
                  </a:cubicBezTo>
                  <a:cubicBezTo>
                    <a:pt x="54170783" y="40488100"/>
                    <a:pt x="54177960" y="40480252"/>
                    <a:pt x="54177567" y="40452020"/>
                  </a:cubicBezTo>
                  <a:cubicBezTo>
                    <a:pt x="54176495" y="40375632"/>
                    <a:pt x="54202615" y="40299420"/>
                    <a:pt x="54238007" y="40275660"/>
                  </a:cubicBezTo>
                  <a:cubicBezTo>
                    <a:pt x="54246455" y="40269992"/>
                    <a:pt x="54261327" y="40228624"/>
                    <a:pt x="54271063" y="40183732"/>
                  </a:cubicBezTo>
                  <a:cubicBezTo>
                    <a:pt x="54284335" y="40122528"/>
                    <a:pt x="54297471" y="40095172"/>
                    <a:pt x="54323560" y="40074372"/>
                  </a:cubicBezTo>
                  <a:cubicBezTo>
                    <a:pt x="54353455" y="40050528"/>
                    <a:pt x="54358632" y="40036592"/>
                    <a:pt x="54360351" y="39975236"/>
                  </a:cubicBezTo>
                  <a:cubicBezTo>
                    <a:pt x="54362231" y="39907984"/>
                    <a:pt x="54365027" y="39902108"/>
                    <a:pt x="54408439" y="39873992"/>
                  </a:cubicBezTo>
                  <a:cubicBezTo>
                    <a:pt x="54446671" y="39849228"/>
                    <a:pt x="54455363" y="39835376"/>
                    <a:pt x="54459431" y="39792752"/>
                  </a:cubicBezTo>
                  <a:cubicBezTo>
                    <a:pt x="54462999" y="39755352"/>
                    <a:pt x="54475167" y="39731244"/>
                    <a:pt x="54504168" y="39704160"/>
                  </a:cubicBezTo>
                  <a:cubicBezTo>
                    <a:pt x="54541600" y="39669196"/>
                    <a:pt x="54543888" y="39661856"/>
                    <a:pt x="54542071" y="39582756"/>
                  </a:cubicBezTo>
                  <a:cubicBezTo>
                    <a:pt x="54540223" y="39501432"/>
                    <a:pt x="54541568" y="39497536"/>
                    <a:pt x="54581591" y="39468336"/>
                  </a:cubicBezTo>
                  <a:cubicBezTo>
                    <a:pt x="54619680" y="39440560"/>
                    <a:pt x="54623287" y="39431872"/>
                    <a:pt x="54626047" y="39361192"/>
                  </a:cubicBezTo>
                  <a:cubicBezTo>
                    <a:pt x="54628895" y="39288196"/>
                    <a:pt x="54631399" y="39282712"/>
                    <a:pt x="54675087" y="39253676"/>
                  </a:cubicBezTo>
                  <a:cubicBezTo>
                    <a:pt x="54719839" y="39223928"/>
                    <a:pt x="54721272" y="39220516"/>
                    <a:pt x="54726319" y="39131160"/>
                  </a:cubicBezTo>
                  <a:cubicBezTo>
                    <a:pt x="54730848" y="39051084"/>
                    <a:pt x="54735943" y="39035140"/>
                    <a:pt x="54765863" y="39007396"/>
                  </a:cubicBezTo>
                  <a:cubicBezTo>
                    <a:pt x="54787383" y="38987432"/>
                    <a:pt x="54800032" y="38962652"/>
                    <a:pt x="54799735" y="38941000"/>
                  </a:cubicBezTo>
                  <a:cubicBezTo>
                    <a:pt x="54798439" y="38846156"/>
                    <a:pt x="54807512" y="38817600"/>
                    <a:pt x="54847471" y="38790572"/>
                  </a:cubicBezTo>
                  <a:cubicBezTo>
                    <a:pt x="54883495" y="38766208"/>
                    <a:pt x="54887503" y="38756968"/>
                    <a:pt x="54888751" y="38695320"/>
                  </a:cubicBezTo>
                  <a:cubicBezTo>
                    <a:pt x="54890583" y="38605312"/>
                    <a:pt x="54900615" y="38579152"/>
                    <a:pt x="54948135" y="38540508"/>
                  </a:cubicBezTo>
                  <a:cubicBezTo>
                    <a:pt x="54982823" y="38512296"/>
                    <a:pt x="54988504" y="38498744"/>
                    <a:pt x="54993280" y="38432728"/>
                  </a:cubicBezTo>
                  <a:cubicBezTo>
                    <a:pt x="54997507" y="38374224"/>
                    <a:pt x="55006447" y="38348048"/>
                    <a:pt x="55032975" y="38316528"/>
                  </a:cubicBezTo>
                  <a:cubicBezTo>
                    <a:pt x="55052295" y="38293568"/>
                    <a:pt x="55066903" y="38261056"/>
                    <a:pt x="55066503" y="38241896"/>
                  </a:cubicBezTo>
                  <a:cubicBezTo>
                    <a:pt x="55064991" y="38169080"/>
                    <a:pt x="55089615" y="38085460"/>
                    <a:pt x="55122767" y="38050856"/>
                  </a:cubicBezTo>
                  <a:cubicBezTo>
                    <a:pt x="55149035" y="38023440"/>
                    <a:pt x="55158807" y="37996832"/>
                    <a:pt x="55166703" y="37931232"/>
                  </a:cubicBezTo>
                  <a:cubicBezTo>
                    <a:pt x="55174743" y="37864444"/>
                    <a:pt x="55183720" y="37840508"/>
                    <a:pt x="55209811" y="37816328"/>
                  </a:cubicBezTo>
                  <a:cubicBezTo>
                    <a:pt x="55238183" y="37790032"/>
                    <a:pt x="55242991" y="37774532"/>
                    <a:pt x="55244392" y="37704768"/>
                  </a:cubicBezTo>
                  <a:cubicBezTo>
                    <a:pt x="55246567" y="37596816"/>
                    <a:pt x="55257463" y="37563024"/>
                    <a:pt x="55298055" y="37538324"/>
                  </a:cubicBezTo>
                  <a:cubicBezTo>
                    <a:pt x="55327223" y="37520580"/>
                    <a:pt x="55332143" y="37508904"/>
                    <a:pt x="55332583" y="37456392"/>
                  </a:cubicBezTo>
                  <a:cubicBezTo>
                    <a:pt x="55333319" y="37368808"/>
                    <a:pt x="55349199" y="37318524"/>
                    <a:pt x="55387303" y="37283216"/>
                  </a:cubicBezTo>
                  <a:cubicBezTo>
                    <a:pt x="55416023" y="37256592"/>
                    <a:pt x="55420787" y="37241336"/>
                    <a:pt x="55422191" y="37171368"/>
                  </a:cubicBezTo>
                  <a:cubicBezTo>
                    <a:pt x="55424043" y="37079240"/>
                    <a:pt x="55431591" y="37057860"/>
                    <a:pt x="55477200" y="37015588"/>
                  </a:cubicBezTo>
                  <a:cubicBezTo>
                    <a:pt x="55503255" y="36991444"/>
                    <a:pt x="55509792" y="36973244"/>
                    <a:pt x="55510248" y="36923616"/>
                  </a:cubicBezTo>
                  <a:cubicBezTo>
                    <a:pt x="55511312" y="36806812"/>
                    <a:pt x="55530392" y="36733044"/>
                    <a:pt x="55571728" y="36685968"/>
                  </a:cubicBezTo>
                  <a:cubicBezTo>
                    <a:pt x="55610071" y="36642300"/>
                    <a:pt x="55610747" y="36639200"/>
                    <a:pt x="55608871" y="36515896"/>
                  </a:cubicBezTo>
                  <a:lnTo>
                    <a:pt x="55606951" y="36390304"/>
                  </a:lnTo>
                  <a:lnTo>
                    <a:pt x="55648232" y="36355176"/>
                  </a:lnTo>
                  <a:cubicBezTo>
                    <a:pt x="55676327" y="36331268"/>
                    <a:pt x="55689311" y="36309200"/>
                    <a:pt x="55688888" y="36286096"/>
                  </a:cubicBezTo>
                  <a:cubicBezTo>
                    <a:pt x="55687215" y="36195196"/>
                    <a:pt x="55710776" y="36107808"/>
                    <a:pt x="55748543" y="36064792"/>
                  </a:cubicBezTo>
                  <a:cubicBezTo>
                    <a:pt x="55785152" y="36023096"/>
                    <a:pt x="55787471" y="36013805"/>
                    <a:pt x="55794472" y="35881300"/>
                  </a:cubicBezTo>
                  <a:cubicBezTo>
                    <a:pt x="55801511" y="35747696"/>
                    <a:pt x="55803447" y="35740104"/>
                    <a:pt x="55839768" y="35703788"/>
                  </a:cubicBezTo>
                  <a:lnTo>
                    <a:pt x="55877711" y="35665849"/>
                  </a:lnTo>
                  <a:lnTo>
                    <a:pt x="55873656" y="35361576"/>
                  </a:lnTo>
                  <a:lnTo>
                    <a:pt x="55913999" y="35327568"/>
                  </a:lnTo>
                  <a:cubicBezTo>
                    <a:pt x="55950463" y="35296832"/>
                    <a:pt x="55954423" y="35286528"/>
                    <a:pt x="55955151" y="35220408"/>
                  </a:cubicBezTo>
                  <a:cubicBezTo>
                    <a:pt x="55957591" y="35000500"/>
                    <a:pt x="55959439" y="34990601"/>
                    <a:pt x="56003015" y="34963421"/>
                  </a:cubicBezTo>
                  <a:cubicBezTo>
                    <a:pt x="56039135" y="34940888"/>
                    <a:pt x="56043535" y="34931688"/>
                    <a:pt x="56044019" y="34877620"/>
                  </a:cubicBezTo>
                  <a:cubicBezTo>
                    <a:pt x="56046215" y="34631340"/>
                    <a:pt x="56048919" y="34614508"/>
                    <a:pt x="56092223" y="34577809"/>
                  </a:cubicBezTo>
                  <a:cubicBezTo>
                    <a:pt x="56124599" y="34550368"/>
                    <a:pt x="56132999" y="34533528"/>
                    <a:pt x="56133024" y="34496000"/>
                  </a:cubicBezTo>
                  <a:cubicBezTo>
                    <a:pt x="56133039" y="34470016"/>
                    <a:pt x="56135152" y="34383029"/>
                    <a:pt x="56137711" y="34302700"/>
                  </a:cubicBezTo>
                  <a:cubicBezTo>
                    <a:pt x="56142199" y="34161592"/>
                    <a:pt x="56143783" y="34154584"/>
                    <a:pt x="56184384" y="34095512"/>
                  </a:cubicBezTo>
                  <a:cubicBezTo>
                    <a:pt x="56226023" y="34034948"/>
                    <a:pt x="56226503" y="34032532"/>
                    <a:pt x="56235943" y="33840144"/>
                  </a:cubicBezTo>
                  <a:cubicBezTo>
                    <a:pt x="56247024" y="33614316"/>
                    <a:pt x="56251879" y="33588445"/>
                    <a:pt x="56285599" y="33575668"/>
                  </a:cubicBezTo>
                  <a:cubicBezTo>
                    <a:pt x="56304376" y="33568561"/>
                    <a:pt x="56310639" y="33554276"/>
                    <a:pt x="56310643" y="33518520"/>
                  </a:cubicBezTo>
                  <a:cubicBezTo>
                    <a:pt x="56310664" y="33379145"/>
                    <a:pt x="56324287" y="33123585"/>
                    <a:pt x="56333255" y="33094220"/>
                  </a:cubicBezTo>
                  <a:cubicBezTo>
                    <a:pt x="56338919" y="33075668"/>
                    <a:pt x="56354983" y="33047936"/>
                    <a:pt x="56368951" y="33032592"/>
                  </a:cubicBezTo>
                  <a:cubicBezTo>
                    <a:pt x="56392183" y="33007080"/>
                    <a:pt x="56394912" y="32981756"/>
                    <a:pt x="56400879" y="32736125"/>
                  </a:cubicBezTo>
                  <a:lnTo>
                    <a:pt x="56407399" y="32467552"/>
                  </a:lnTo>
                  <a:lnTo>
                    <a:pt x="56494967" y="32334088"/>
                  </a:lnTo>
                  <a:lnTo>
                    <a:pt x="56504668" y="32035613"/>
                  </a:lnTo>
                  <a:cubicBezTo>
                    <a:pt x="56510799" y="31846968"/>
                    <a:pt x="56521012" y="31712632"/>
                    <a:pt x="56532423" y="31670544"/>
                  </a:cubicBezTo>
                  <a:cubicBezTo>
                    <a:pt x="56569383" y="31534176"/>
                    <a:pt x="56578239" y="31415484"/>
                    <a:pt x="56582871" y="30994352"/>
                  </a:cubicBezTo>
                  <a:cubicBezTo>
                    <a:pt x="56586783" y="30638184"/>
                    <a:pt x="56591079" y="30554766"/>
                    <a:pt x="56607415" y="30518100"/>
                  </a:cubicBezTo>
                  <a:cubicBezTo>
                    <a:pt x="56629543" y="30468416"/>
                    <a:pt x="56652312" y="30332000"/>
                    <a:pt x="56656175" y="30226000"/>
                  </a:cubicBezTo>
                  <a:cubicBezTo>
                    <a:pt x="56660255" y="30113812"/>
                    <a:pt x="56656239" y="27717581"/>
                    <a:pt x="56651751" y="27584912"/>
                  </a:cubicBezTo>
                  <a:cubicBezTo>
                    <a:pt x="56648743" y="27496130"/>
                    <a:pt x="56641047" y="27451234"/>
                    <a:pt x="56622607" y="27414943"/>
                  </a:cubicBezTo>
                  <a:cubicBezTo>
                    <a:pt x="56595159" y="27360910"/>
                    <a:pt x="56583416" y="27177036"/>
                    <a:pt x="56573023" y="26638763"/>
                  </a:cubicBezTo>
                  <a:cubicBezTo>
                    <a:pt x="56567215" y="26338380"/>
                    <a:pt x="56564403" y="26307263"/>
                    <a:pt x="56539408" y="26267230"/>
                  </a:cubicBezTo>
                  <a:cubicBezTo>
                    <a:pt x="56519943" y="26236075"/>
                    <a:pt x="56488803" y="25879175"/>
                    <a:pt x="56489007" y="25689715"/>
                  </a:cubicBezTo>
                  <a:cubicBezTo>
                    <a:pt x="56489095" y="25611046"/>
                    <a:pt x="56482719" y="25564962"/>
                    <a:pt x="56467047" y="25530966"/>
                  </a:cubicBezTo>
                  <a:cubicBezTo>
                    <a:pt x="56428327" y="25446974"/>
                    <a:pt x="56425127" y="25426078"/>
                    <a:pt x="56407247" y="25140797"/>
                  </a:cubicBezTo>
                  <a:cubicBezTo>
                    <a:pt x="56390775" y="24878057"/>
                    <a:pt x="56380471" y="24815315"/>
                    <a:pt x="56338303" y="24721062"/>
                  </a:cubicBezTo>
                  <a:cubicBezTo>
                    <a:pt x="56328927" y="24700106"/>
                    <a:pt x="56316583" y="24614383"/>
                    <a:pt x="56310867" y="24530563"/>
                  </a:cubicBezTo>
                  <a:cubicBezTo>
                    <a:pt x="56299864" y="24369304"/>
                    <a:pt x="56292567" y="24332622"/>
                    <a:pt x="56255271" y="24251163"/>
                  </a:cubicBezTo>
                  <a:cubicBezTo>
                    <a:pt x="56238271" y="24214019"/>
                    <a:pt x="56229552" y="24152562"/>
                    <a:pt x="56222855" y="24022562"/>
                  </a:cubicBezTo>
                  <a:cubicBezTo>
                    <a:pt x="56214823" y="23866596"/>
                    <a:pt x="56208847" y="23832286"/>
                    <a:pt x="56174215" y="23743162"/>
                  </a:cubicBezTo>
                  <a:cubicBezTo>
                    <a:pt x="56141984" y="23660199"/>
                    <a:pt x="56134004" y="23619432"/>
                    <a:pt x="56130716" y="23520912"/>
                  </a:cubicBezTo>
                  <a:cubicBezTo>
                    <a:pt x="56127791" y="23433469"/>
                    <a:pt x="56118416" y="23377674"/>
                    <a:pt x="56096647" y="23318189"/>
                  </a:cubicBezTo>
                  <a:cubicBezTo>
                    <a:pt x="56080120" y="23273049"/>
                    <a:pt x="56059735" y="23193039"/>
                    <a:pt x="56051343" y="23140391"/>
                  </a:cubicBezTo>
                  <a:cubicBezTo>
                    <a:pt x="56042959" y="23087739"/>
                    <a:pt x="56023079" y="23008044"/>
                    <a:pt x="56007175" y="22963291"/>
                  </a:cubicBezTo>
                  <a:cubicBezTo>
                    <a:pt x="55991279" y="22918534"/>
                    <a:pt x="55971087" y="22821380"/>
                    <a:pt x="55962323" y="22747390"/>
                  </a:cubicBezTo>
                  <a:cubicBezTo>
                    <a:pt x="55952071" y="22660895"/>
                    <a:pt x="55935919" y="22590871"/>
                    <a:pt x="55917080" y="22551265"/>
                  </a:cubicBezTo>
                  <a:cubicBezTo>
                    <a:pt x="55898983" y="22513226"/>
                    <a:pt x="55882223" y="22442796"/>
                    <a:pt x="55873255" y="22367115"/>
                  </a:cubicBezTo>
                  <a:cubicBezTo>
                    <a:pt x="55863095" y="22281390"/>
                    <a:pt x="55848335" y="22223570"/>
                    <a:pt x="55824127" y="22174715"/>
                  </a:cubicBezTo>
                  <a:cubicBezTo>
                    <a:pt x="55797280" y="22120511"/>
                    <a:pt x="55788608" y="22082535"/>
                    <a:pt x="55785431" y="22005198"/>
                  </a:cubicBezTo>
                  <a:cubicBezTo>
                    <a:pt x="55782231" y="21927031"/>
                    <a:pt x="55775384" y="21897465"/>
                    <a:pt x="55753688" y="21868127"/>
                  </a:cubicBezTo>
                  <a:cubicBezTo>
                    <a:pt x="55718879" y="21821043"/>
                    <a:pt x="55688984" y="21704420"/>
                    <a:pt x="55691327" y="21624842"/>
                  </a:cubicBezTo>
                  <a:cubicBezTo>
                    <a:pt x="55692824" y="21574051"/>
                    <a:pt x="55687199" y="21557748"/>
                    <a:pt x="55657520" y="21526765"/>
                  </a:cubicBezTo>
                  <a:cubicBezTo>
                    <a:pt x="55627239" y="21495166"/>
                    <a:pt x="55620759" y="21475567"/>
                    <a:pt x="55614248" y="21395822"/>
                  </a:cubicBezTo>
                  <a:cubicBezTo>
                    <a:pt x="55608183" y="21321699"/>
                    <a:pt x="55599139" y="21291317"/>
                    <a:pt x="55571112" y="21250875"/>
                  </a:cubicBezTo>
                  <a:cubicBezTo>
                    <a:pt x="55540596" y="21206835"/>
                    <a:pt x="55534279" y="21181980"/>
                    <a:pt x="55525799" y="21072434"/>
                  </a:cubicBezTo>
                  <a:cubicBezTo>
                    <a:pt x="55517199" y="20961475"/>
                    <a:pt x="55511655" y="20940078"/>
                    <a:pt x="55482575" y="20905513"/>
                  </a:cubicBezTo>
                  <a:cubicBezTo>
                    <a:pt x="55446791" y="20862987"/>
                    <a:pt x="55426064" y="20802042"/>
                    <a:pt x="55419663" y="20720562"/>
                  </a:cubicBezTo>
                  <a:cubicBezTo>
                    <a:pt x="55417471" y="20692622"/>
                    <a:pt x="55402731" y="20649079"/>
                    <a:pt x="55386903" y="20623799"/>
                  </a:cubicBezTo>
                  <a:cubicBezTo>
                    <a:pt x="55371079" y="20598520"/>
                    <a:pt x="55351247" y="20539890"/>
                    <a:pt x="55342839" y="20493511"/>
                  </a:cubicBezTo>
                  <a:cubicBezTo>
                    <a:pt x="55333835" y="20443844"/>
                    <a:pt x="55315359" y="20393291"/>
                    <a:pt x="55297887" y="20370506"/>
                  </a:cubicBezTo>
                  <a:cubicBezTo>
                    <a:pt x="55275871" y="20341814"/>
                    <a:pt x="55265871" y="20307291"/>
                    <a:pt x="55259135" y="20236790"/>
                  </a:cubicBezTo>
                  <a:cubicBezTo>
                    <a:pt x="55251479" y="20156679"/>
                    <a:pt x="55244767" y="20136846"/>
                    <a:pt x="55216359" y="20110507"/>
                  </a:cubicBezTo>
                  <a:cubicBezTo>
                    <a:pt x="55178023" y="20074960"/>
                    <a:pt x="55156939" y="20009205"/>
                    <a:pt x="55158167" y="19929022"/>
                  </a:cubicBezTo>
                  <a:cubicBezTo>
                    <a:pt x="55158815" y="19886227"/>
                    <a:pt x="55151583" y="19866335"/>
                    <a:pt x="55125415" y="19839027"/>
                  </a:cubicBezTo>
                  <a:cubicBezTo>
                    <a:pt x="55097875" y="19810275"/>
                    <a:pt x="55089815" y="19785955"/>
                    <a:pt x="55080599" y="19703766"/>
                  </a:cubicBezTo>
                  <a:cubicBezTo>
                    <a:pt x="55070567" y="19614335"/>
                    <a:pt x="55065223" y="19600119"/>
                    <a:pt x="55030887" y="19571511"/>
                  </a:cubicBezTo>
                  <a:cubicBezTo>
                    <a:pt x="54997591" y="19543775"/>
                    <a:pt x="54991391" y="19528510"/>
                    <a:pt x="54984791" y="19457578"/>
                  </a:cubicBezTo>
                  <a:cubicBezTo>
                    <a:pt x="54979128" y="19397095"/>
                    <a:pt x="54969151" y="19366657"/>
                    <a:pt x="54945984" y="19339117"/>
                  </a:cubicBezTo>
                  <a:cubicBezTo>
                    <a:pt x="54910991" y="19297525"/>
                    <a:pt x="54896467" y="19261014"/>
                    <a:pt x="54880967" y="19175692"/>
                  </a:cubicBezTo>
                  <a:cubicBezTo>
                    <a:pt x="54875135" y="19143527"/>
                    <a:pt x="54858267" y="19102574"/>
                    <a:pt x="54843495" y="19084676"/>
                  </a:cubicBezTo>
                  <a:cubicBezTo>
                    <a:pt x="54826927" y="19064614"/>
                    <a:pt x="54814248" y="19027185"/>
                    <a:pt x="54810384" y="18986979"/>
                  </a:cubicBezTo>
                  <a:cubicBezTo>
                    <a:pt x="54805519" y="18936416"/>
                    <a:pt x="54795343" y="18912710"/>
                    <a:pt x="54764935" y="18881146"/>
                  </a:cubicBezTo>
                  <a:cubicBezTo>
                    <a:pt x="54733424" y="18848424"/>
                    <a:pt x="54723040" y="18823035"/>
                    <a:pt x="54711911" y="18751556"/>
                  </a:cubicBezTo>
                  <a:cubicBezTo>
                    <a:pt x="54703871" y="18699848"/>
                    <a:pt x="54687555" y="18649380"/>
                    <a:pt x="54672915" y="18630906"/>
                  </a:cubicBezTo>
                  <a:cubicBezTo>
                    <a:pt x="54635551" y="18583772"/>
                    <a:pt x="54623863" y="18553005"/>
                    <a:pt x="54625968" y="18507295"/>
                  </a:cubicBezTo>
                  <a:cubicBezTo>
                    <a:pt x="54627303" y="18478173"/>
                    <a:pt x="54617759" y="18455688"/>
                    <a:pt x="54593159" y="18430008"/>
                  </a:cubicBezTo>
                  <a:cubicBezTo>
                    <a:pt x="54567936" y="18403676"/>
                    <a:pt x="54555023" y="18372435"/>
                    <a:pt x="54545847" y="18315469"/>
                  </a:cubicBezTo>
                  <a:cubicBezTo>
                    <a:pt x="54537191" y="18261667"/>
                    <a:pt x="54520087" y="18218291"/>
                    <a:pt x="54491199" y="18176851"/>
                  </a:cubicBezTo>
                  <a:cubicBezTo>
                    <a:pt x="54468079" y="18143693"/>
                    <a:pt x="54441063" y="18092953"/>
                    <a:pt x="54431159" y="18064103"/>
                  </a:cubicBezTo>
                  <a:cubicBezTo>
                    <a:pt x="54421255" y="18035247"/>
                    <a:pt x="54403719" y="17999476"/>
                    <a:pt x="54392200" y="17984627"/>
                  </a:cubicBezTo>
                  <a:cubicBezTo>
                    <a:pt x="54380679" y="17969772"/>
                    <a:pt x="54369208" y="17932046"/>
                    <a:pt x="54366728" y="17900811"/>
                  </a:cubicBezTo>
                  <a:cubicBezTo>
                    <a:pt x="54363216" y="17856619"/>
                    <a:pt x="54353375" y="17835937"/>
                    <a:pt x="54322447" y="17807682"/>
                  </a:cubicBezTo>
                  <a:cubicBezTo>
                    <a:pt x="54291183" y="17779142"/>
                    <a:pt x="54281687" y="17758884"/>
                    <a:pt x="54278043" y="17712990"/>
                  </a:cubicBezTo>
                  <a:cubicBezTo>
                    <a:pt x="54274495" y="17668425"/>
                    <a:pt x="54263848" y="17644668"/>
                    <a:pt x="54233023" y="17612541"/>
                  </a:cubicBezTo>
                  <a:cubicBezTo>
                    <a:pt x="54202667" y="17580895"/>
                    <a:pt x="54189751" y="17552564"/>
                    <a:pt x="54180992" y="17498382"/>
                  </a:cubicBezTo>
                  <a:cubicBezTo>
                    <a:pt x="54173727" y="17453469"/>
                    <a:pt x="54157631" y="17412364"/>
                    <a:pt x="54138304" y="17389392"/>
                  </a:cubicBezTo>
                  <a:cubicBezTo>
                    <a:pt x="54121231" y="17369115"/>
                    <a:pt x="54101264" y="17326302"/>
                    <a:pt x="54093935" y="17294251"/>
                  </a:cubicBezTo>
                  <a:cubicBezTo>
                    <a:pt x="54086599" y="17262200"/>
                    <a:pt x="54063983" y="17216477"/>
                    <a:pt x="54043671" y="17192657"/>
                  </a:cubicBezTo>
                  <a:cubicBezTo>
                    <a:pt x="54023367" y="17168837"/>
                    <a:pt x="53998183" y="17123240"/>
                    <a:pt x="53987703" y="17091341"/>
                  </a:cubicBezTo>
                  <a:cubicBezTo>
                    <a:pt x="53977223" y="17059442"/>
                    <a:pt x="53959223" y="17021273"/>
                    <a:pt x="53947695" y="17006525"/>
                  </a:cubicBezTo>
                  <a:cubicBezTo>
                    <a:pt x="53936175" y="16991784"/>
                    <a:pt x="53924720" y="16954191"/>
                    <a:pt x="53922239" y="16923013"/>
                  </a:cubicBezTo>
                  <a:cubicBezTo>
                    <a:pt x="53918528" y="16876423"/>
                    <a:pt x="53909336" y="16858879"/>
                    <a:pt x="53870671" y="16824677"/>
                  </a:cubicBezTo>
                  <a:cubicBezTo>
                    <a:pt x="53844792" y="16801787"/>
                    <a:pt x="53819107" y="16765592"/>
                    <a:pt x="53813584" y="16744233"/>
                  </a:cubicBezTo>
                  <a:cubicBezTo>
                    <a:pt x="53808063" y="16722880"/>
                    <a:pt x="53794455" y="16693265"/>
                    <a:pt x="53783335" y="16678397"/>
                  </a:cubicBezTo>
                  <a:cubicBezTo>
                    <a:pt x="53772215" y="16663536"/>
                    <a:pt x="53748104" y="16615301"/>
                    <a:pt x="53729743" y="16571166"/>
                  </a:cubicBezTo>
                  <a:cubicBezTo>
                    <a:pt x="53711391" y="16527050"/>
                    <a:pt x="53688167" y="16485243"/>
                    <a:pt x="53678144" y="16478252"/>
                  </a:cubicBezTo>
                  <a:cubicBezTo>
                    <a:pt x="53668111" y="16471280"/>
                    <a:pt x="53649367" y="16433307"/>
                    <a:pt x="53636479" y="16393898"/>
                  </a:cubicBezTo>
                  <a:cubicBezTo>
                    <a:pt x="53623591" y="16354489"/>
                    <a:pt x="53605911" y="16315504"/>
                    <a:pt x="53597199" y="16307279"/>
                  </a:cubicBezTo>
                  <a:cubicBezTo>
                    <a:pt x="53582303" y="16293240"/>
                    <a:pt x="53566423" y="16253863"/>
                    <a:pt x="53545736" y="16179695"/>
                  </a:cubicBezTo>
                  <a:cubicBezTo>
                    <a:pt x="53540855" y="16162170"/>
                    <a:pt x="53522567" y="16132928"/>
                    <a:pt x="53505103" y="16114726"/>
                  </a:cubicBezTo>
                  <a:cubicBezTo>
                    <a:pt x="53476783" y="16085231"/>
                    <a:pt x="53431279" y="16003914"/>
                    <a:pt x="53392279" y="15913113"/>
                  </a:cubicBezTo>
                  <a:cubicBezTo>
                    <a:pt x="53384775" y="15895645"/>
                    <a:pt x="53367544" y="15861367"/>
                    <a:pt x="53353979" y="15836908"/>
                  </a:cubicBezTo>
                  <a:cubicBezTo>
                    <a:pt x="53340415" y="15812455"/>
                    <a:pt x="53313151" y="15762531"/>
                    <a:pt x="53293392" y="15725963"/>
                  </a:cubicBezTo>
                  <a:cubicBezTo>
                    <a:pt x="53273623" y="15689388"/>
                    <a:pt x="53247783" y="15647613"/>
                    <a:pt x="53235979" y="15633125"/>
                  </a:cubicBezTo>
                  <a:cubicBezTo>
                    <a:pt x="53224167" y="15618643"/>
                    <a:pt x="53209879" y="15587193"/>
                    <a:pt x="53204227" y="15563259"/>
                  </a:cubicBezTo>
                  <a:cubicBezTo>
                    <a:pt x="53198576" y="15539319"/>
                    <a:pt x="53176807" y="15503845"/>
                    <a:pt x="53155855" y="15484422"/>
                  </a:cubicBezTo>
                  <a:cubicBezTo>
                    <a:pt x="53134895" y="15464999"/>
                    <a:pt x="53106319" y="15424818"/>
                    <a:pt x="53092351" y="15395165"/>
                  </a:cubicBezTo>
                  <a:cubicBezTo>
                    <a:pt x="53078384" y="15365480"/>
                    <a:pt x="53060983" y="15334150"/>
                    <a:pt x="53053679" y="15325527"/>
                  </a:cubicBezTo>
                  <a:cubicBezTo>
                    <a:pt x="53046391" y="15316910"/>
                    <a:pt x="53029239" y="15282923"/>
                    <a:pt x="53015584" y="15250005"/>
                  </a:cubicBezTo>
                  <a:cubicBezTo>
                    <a:pt x="53001927" y="15217100"/>
                    <a:pt x="52981719" y="15179943"/>
                    <a:pt x="52970679" y="15167467"/>
                  </a:cubicBezTo>
                  <a:cubicBezTo>
                    <a:pt x="52959631" y="15154978"/>
                    <a:pt x="52942487" y="15123528"/>
                    <a:pt x="52932575" y="15097557"/>
                  </a:cubicBezTo>
                  <a:cubicBezTo>
                    <a:pt x="52922663" y="15071605"/>
                    <a:pt x="52902447" y="15037314"/>
                    <a:pt x="52887647" y="15021352"/>
                  </a:cubicBezTo>
                  <a:cubicBezTo>
                    <a:pt x="52872856" y="15005402"/>
                    <a:pt x="52852847" y="14968663"/>
                    <a:pt x="52843203" y="14939712"/>
                  </a:cubicBezTo>
                  <a:cubicBezTo>
                    <a:pt x="52833543" y="14910761"/>
                    <a:pt x="52810511" y="14873617"/>
                    <a:pt x="52792007" y="14857161"/>
                  </a:cubicBezTo>
                  <a:cubicBezTo>
                    <a:pt x="52768535" y="14836302"/>
                    <a:pt x="52758112" y="14814127"/>
                    <a:pt x="52757536" y="14783803"/>
                  </a:cubicBezTo>
                  <a:cubicBezTo>
                    <a:pt x="52756903" y="14751537"/>
                    <a:pt x="52745839" y="14730279"/>
                    <a:pt x="52714528" y="14701265"/>
                  </a:cubicBezTo>
                  <a:cubicBezTo>
                    <a:pt x="52691335" y="14679748"/>
                    <a:pt x="52666847" y="14644407"/>
                    <a:pt x="52660103" y="14622700"/>
                  </a:cubicBezTo>
                  <a:cubicBezTo>
                    <a:pt x="52653367" y="14601012"/>
                    <a:pt x="52633567" y="14565918"/>
                    <a:pt x="52616103" y="14544736"/>
                  </a:cubicBezTo>
                  <a:cubicBezTo>
                    <a:pt x="52598639" y="14523554"/>
                    <a:pt x="52575783" y="14488479"/>
                    <a:pt x="52565303" y="14466791"/>
                  </a:cubicBezTo>
                  <a:cubicBezTo>
                    <a:pt x="52554823" y="14445097"/>
                    <a:pt x="52533735" y="14417310"/>
                    <a:pt x="52518423" y="14405049"/>
                  </a:cubicBezTo>
                  <a:cubicBezTo>
                    <a:pt x="52503127" y="14392794"/>
                    <a:pt x="52484031" y="14359895"/>
                    <a:pt x="52475983" y="14331969"/>
                  </a:cubicBezTo>
                  <a:cubicBezTo>
                    <a:pt x="52467943" y="14304024"/>
                    <a:pt x="52449039" y="14269708"/>
                    <a:pt x="52433959" y="14255726"/>
                  </a:cubicBezTo>
                  <a:cubicBezTo>
                    <a:pt x="52418887" y="14241725"/>
                    <a:pt x="52399407" y="14213160"/>
                    <a:pt x="52390671" y="14192225"/>
                  </a:cubicBezTo>
                  <a:cubicBezTo>
                    <a:pt x="52381943" y="14171290"/>
                    <a:pt x="52361807" y="14142731"/>
                    <a:pt x="52345951" y="14128768"/>
                  </a:cubicBezTo>
                  <a:cubicBezTo>
                    <a:pt x="52330087" y="14114786"/>
                    <a:pt x="52311511" y="14082267"/>
                    <a:pt x="52304679" y="14056492"/>
                  </a:cubicBezTo>
                  <a:cubicBezTo>
                    <a:pt x="52297847" y="14030704"/>
                    <a:pt x="52277967" y="13996420"/>
                    <a:pt x="52260503" y="13980293"/>
                  </a:cubicBezTo>
                  <a:cubicBezTo>
                    <a:pt x="52243039" y="13964160"/>
                    <a:pt x="52221711" y="13936664"/>
                    <a:pt x="52213119" y="13919215"/>
                  </a:cubicBezTo>
                  <a:cubicBezTo>
                    <a:pt x="52204519" y="13901747"/>
                    <a:pt x="52183567" y="13876029"/>
                    <a:pt x="52166559" y="13862066"/>
                  </a:cubicBezTo>
                  <a:cubicBezTo>
                    <a:pt x="52146855" y="13845876"/>
                    <a:pt x="52136103" y="13824327"/>
                    <a:pt x="52136911" y="13802690"/>
                  </a:cubicBezTo>
                  <a:cubicBezTo>
                    <a:pt x="52137759" y="13780135"/>
                    <a:pt x="52121375" y="13749419"/>
                    <a:pt x="52088215" y="13711364"/>
                  </a:cubicBezTo>
                  <a:cubicBezTo>
                    <a:pt x="52003783" y="13614439"/>
                    <a:pt x="51971647" y="13566071"/>
                    <a:pt x="51965967" y="13527371"/>
                  </a:cubicBezTo>
                  <a:cubicBezTo>
                    <a:pt x="51962815" y="13505860"/>
                    <a:pt x="51939463" y="13469608"/>
                    <a:pt x="51910487" y="13441201"/>
                  </a:cubicBezTo>
                  <a:cubicBezTo>
                    <a:pt x="51882967" y="13414224"/>
                    <a:pt x="51854735" y="13379168"/>
                    <a:pt x="51847751" y="13363313"/>
                  </a:cubicBezTo>
                  <a:cubicBezTo>
                    <a:pt x="51840767" y="13347433"/>
                    <a:pt x="51826087" y="13326751"/>
                    <a:pt x="51815143" y="13317337"/>
                  </a:cubicBezTo>
                  <a:cubicBezTo>
                    <a:pt x="51804191" y="13307923"/>
                    <a:pt x="51787039" y="13279883"/>
                    <a:pt x="51777039" y="13255000"/>
                  </a:cubicBezTo>
                  <a:cubicBezTo>
                    <a:pt x="51767039" y="13230136"/>
                    <a:pt x="51744567" y="13195352"/>
                    <a:pt x="51727103" y="13177713"/>
                  </a:cubicBezTo>
                  <a:cubicBezTo>
                    <a:pt x="51676687" y="13126821"/>
                    <a:pt x="51594927" y="13024784"/>
                    <a:pt x="51581055" y="12995466"/>
                  </a:cubicBezTo>
                  <a:cubicBezTo>
                    <a:pt x="51574063" y="12980693"/>
                    <a:pt x="51556919" y="12954798"/>
                    <a:pt x="51542951" y="12937912"/>
                  </a:cubicBezTo>
                  <a:cubicBezTo>
                    <a:pt x="51528983" y="12921045"/>
                    <a:pt x="51513999" y="12892657"/>
                    <a:pt x="51509647" y="12874841"/>
                  </a:cubicBezTo>
                  <a:cubicBezTo>
                    <a:pt x="51505295" y="12857025"/>
                    <a:pt x="51490199" y="12838779"/>
                    <a:pt x="51476087" y="12834306"/>
                  </a:cubicBezTo>
                  <a:cubicBezTo>
                    <a:pt x="51461975" y="12829833"/>
                    <a:pt x="51440775" y="12804931"/>
                    <a:pt x="51428967" y="12778960"/>
                  </a:cubicBezTo>
                  <a:cubicBezTo>
                    <a:pt x="51400559" y="12716490"/>
                    <a:pt x="51395231" y="12707620"/>
                    <a:pt x="51363759" y="12670438"/>
                  </a:cubicBezTo>
                  <a:cubicBezTo>
                    <a:pt x="51349023" y="12653027"/>
                    <a:pt x="51330407" y="12625411"/>
                    <a:pt x="51322391" y="12609069"/>
                  </a:cubicBezTo>
                  <a:cubicBezTo>
                    <a:pt x="51314375" y="12592727"/>
                    <a:pt x="51295007" y="12566718"/>
                    <a:pt x="51279335" y="12551281"/>
                  </a:cubicBezTo>
                  <a:cubicBezTo>
                    <a:pt x="51234463" y="12507051"/>
                    <a:pt x="51151239" y="12402477"/>
                    <a:pt x="51128807" y="12362125"/>
                  </a:cubicBezTo>
                  <a:cubicBezTo>
                    <a:pt x="51117559" y="12341905"/>
                    <a:pt x="51099607" y="12319654"/>
                    <a:pt x="51088903" y="12312663"/>
                  </a:cubicBezTo>
                  <a:cubicBezTo>
                    <a:pt x="51078199" y="12305672"/>
                    <a:pt x="51064543" y="12285648"/>
                    <a:pt x="51058551" y="12268161"/>
                  </a:cubicBezTo>
                  <a:cubicBezTo>
                    <a:pt x="51052559" y="12250674"/>
                    <a:pt x="51031895" y="12219243"/>
                    <a:pt x="51012631" y="12198308"/>
                  </a:cubicBezTo>
                  <a:cubicBezTo>
                    <a:pt x="50993367" y="12177379"/>
                    <a:pt x="50956223" y="12137192"/>
                    <a:pt x="50930079" y="12108975"/>
                  </a:cubicBezTo>
                  <a:cubicBezTo>
                    <a:pt x="50903943" y="12080783"/>
                    <a:pt x="50873975" y="12039862"/>
                    <a:pt x="50863503" y="12018054"/>
                  </a:cubicBezTo>
                  <a:cubicBezTo>
                    <a:pt x="50853023" y="11996233"/>
                    <a:pt x="50833023" y="11966776"/>
                    <a:pt x="50819055" y="11952579"/>
                  </a:cubicBezTo>
                  <a:cubicBezTo>
                    <a:pt x="50788991" y="11922040"/>
                    <a:pt x="50739271" y="11856084"/>
                    <a:pt x="50706967" y="11803914"/>
                  </a:cubicBezTo>
                  <a:cubicBezTo>
                    <a:pt x="50694247" y="11783365"/>
                    <a:pt x="50653943" y="11735883"/>
                    <a:pt x="50617407" y="11698397"/>
                  </a:cubicBezTo>
                  <a:cubicBezTo>
                    <a:pt x="50580863" y="11660918"/>
                    <a:pt x="50536991" y="11608147"/>
                    <a:pt x="50519903" y="11581132"/>
                  </a:cubicBezTo>
                  <a:cubicBezTo>
                    <a:pt x="50502823" y="11554117"/>
                    <a:pt x="50477367" y="11521914"/>
                    <a:pt x="50463343" y="11509583"/>
                  </a:cubicBezTo>
                  <a:cubicBezTo>
                    <a:pt x="50449303" y="11497246"/>
                    <a:pt x="50432167" y="11477703"/>
                    <a:pt x="50425239" y="11466163"/>
                  </a:cubicBezTo>
                  <a:cubicBezTo>
                    <a:pt x="50418319" y="11454604"/>
                    <a:pt x="50401223" y="11431113"/>
                    <a:pt x="50387255" y="11413936"/>
                  </a:cubicBezTo>
                  <a:cubicBezTo>
                    <a:pt x="50373279" y="11396778"/>
                    <a:pt x="50356135" y="11369529"/>
                    <a:pt x="50349151" y="11353383"/>
                  </a:cubicBezTo>
                  <a:cubicBezTo>
                    <a:pt x="50342167" y="11337250"/>
                    <a:pt x="50325023" y="11318890"/>
                    <a:pt x="50311055" y="11312576"/>
                  </a:cubicBezTo>
                  <a:cubicBezTo>
                    <a:pt x="50297079" y="11306281"/>
                    <a:pt x="50274223" y="11284226"/>
                    <a:pt x="50260255" y="11263563"/>
                  </a:cubicBezTo>
                  <a:cubicBezTo>
                    <a:pt x="50230863" y="11220105"/>
                    <a:pt x="50039879" y="11003304"/>
                    <a:pt x="50018263" y="10988874"/>
                  </a:cubicBezTo>
                  <a:cubicBezTo>
                    <a:pt x="50010263" y="10983524"/>
                    <a:pt x="50001031" y="10965110"/>
                    <a:pt x="49997759" y="10947948"/>
                  </a:cubicBezTo>
                  <a:cubicBezTo>
                    <a:pt x="49994479" y="10930788"/>
                    <a:pt x="49973983" y="10905070"/>
                    <a:pt x="49952207" y="10890800"/>
                  </a:cubicBezTo>
                  <a:cubicBezTo>
                    <a:pt x="49909903" y="10863080"/>
                    <a:pt x="49838943" y="10782066"/>
                    <a:pt x="49812143" y="10730896"/>
                  </a:cubicBezTo>
                  <a:cubicBezTo>
                    <a:pt x="49803167" y="10713766"/>
                    <a:pt x="49743159" y="10646200"/>
                    <a:pt x="49678791" y="10580750"/>
                  </a:cubicBezTo>
                  <a:cubicBezTo>
                    <a:pt x="49614415" y="10515296"/>
                    <a:pt x="49550319" y="10445226"/>
                    <a:pt x="49536351" y="10425038"/>
                  </a:cubicBezTo>
                  <a:cubicBezTo>
                    <a:pt x="49522383" y="10404850"/>
                    <a:pt x="49482375" y="10360872"/>
                    <a:pt x="49447455" y="10327304"/>
                  </a:cubicBezTo>
                  <a:cubicBezTo>
                    <a:pt x="49412527" y="10293736"/>
                    <a:pt x="49375375" y="10247334"/>
                    <a:pt x="49364903" y="10224180"/>
                  </a:cubicBezTo>
                  <a:cubicBezTo>
                    <a:pt x="49354423" y="10201028"/>
                    <a:pt x="49333711" y="10177310"/>
                    <a:pt x="49318871" y="10171472"/>
                  </a:cubicBezTo>
                  <a:cubicBezTo>
                    <a:pt x="49304031" y="10165636"/>
                    <a:pt x="49289223" y="10150656"/>
                    <a:pt x="49285959" y="10138188"/>
                  </a:cubicBezTo>
                  <a:cubicBezTo>
                    <a:pt x="49282695" y="10125722"/>
                    <a:pt x="49259783" y="10104098"/>
                    <a:pt x="49235031" y="10090134"/>
                  </a:cubicBezTo>
                  <a:cubicBezTo>
                    <a:pt x="49178239" y="10058104"/>
                    <a:pt x="49119575" y="9994312"/>
                    <a:pt x="49109535" y="9953680"/>
                  </a:cubicBezTo>
                  <a:cubicBezTo>
                    <a:pt x="49104887" y="9934840"/>
                    <a:pt x="49084727" y="9914346"/>
                    <a:pt x="49058735" y="9902028"/>
                  </a:cubicBezTo>
                  <a:cubicBezTo>
                    <a:pt x="49015887" y="9881722"/>
                    <a:pt x="48960751" y="9819468"/>
                    <a:pt x="48936255" y="9763736"/>
                  </a:cubicBezTo>
                  <a:cubicBezTo>
                    <a:pt x="48929199" y="9747684"/>
                    <a:pt x="48909863" y="9728480"/>
                    <a:pt x="48893287" y="9721060"/>
                  </a:cubicBezTo>
                  <a:cubicBezTo>
                    <a:pt x="48876711" y="9713640"/>
                    <a:pt x="48852967" y="9690780"/>
                    <a:pt x="48840519" y="9670262"/>
                  </a:cubicBezTo>
                  <a:cubicBezTo>
                    <a:pt x="48815895" y="9629666"/>
                    <a:pt x="48287783" y="9104070"/>
                    <a:pt x="48259895" y="9092406"/>
                  </a:cubicBezTo>
                  <a:cubicBezTo>
                    <a:pt x="48250495" y="9088472"/>
                    <a:pt x="48234823" y="9071326"/>
                    <a:pt x="48225055" y="9054304"/>
                  </a:cubicBezTo>
                  <a:cubicBezTo>
                    <a:pt x="48215295" y="9037282"/>
                    <a:pt x="48191015" y="9011920"/>
                    <a:pt x="48171095" y="8997952"/>
                  </a:cubicBezTo>
                  <a:cubicBezTo>
                    <a:pt x="48151183" y="8983980"/>
                    <a:pt x="48124159" y="8961122"/>
                    <a:pt x="48111055" y="8947152"/>
                  </a:cubicBezTo>
                  <a:cubicBezTo>
                    <a:pt x="48097943" y="8933182"/>
                    <a:pt x="48074455" y="8916038"/>
                    <a:pt x="48058847" y="8909052"/>
                  </a:cubicBezTo>
                  <a:cubicBezTo>
                    <a:pt x="48043239" y="8902068"/>
                    <a:pt x="48010863" y="8873492"/>
                    <a:pt x="47986887" y="8845552"/>
                  </a:cubicBezTo>
                  <a:cubicBezTo>
                    <a:pt x="47945103" y="8796858"/>
                    <a:pt x="47913687" y="8763092"/>
                    <a:pt x="47876975" y="8727400"/>
                  </a:cubicBezTo>
                  <a:cubicBezTo>
                    <a:pt x="47867615" y="8718296"/>
                    <a:pt x="47848159" y="8698294"/>
                    <a:pt x="47833743" y="8682950"/>
                  </a:cubicBezTo>
                  <a:cubicBezTo>
                    <a:pt x="47819327" y="8667606"/>
                    <a:pt x="47799319" y="8649336"/>
                    <a:pt x="47789295" y="8642352"/>
                  </a:cubicBezTo>
                  <a:cubicBezTo>
                    <a:pt x="47779255" y="8635366"/>
                    <a:pt x="47767783" y="8621422"/>
                    <a:pt x="47763791" y="8611356"/>
                  </a:cubicBezTo>
                  <a:cubicBezTo>
                    <a:pt x="47759799" y="8601296"/>
                    <a:pt x="47742055" y="8588238"/>
                    <a:pt x="47724351" y="8582336"/>
                  </a:cubicBezTo>
                  <a:cubicBezTo>
                    <a:pt x="47706655" y="8576440"/>
                    <a:pt x="47686311" y="8558750"/>
                    <a:pt x="47679151" y="8543034"/>
                  </a:cubicBezTo>
                  <a:cubicBezTo>
                    <a:pt x="47671991" y="8527318"/>
                    <a:pt x="47649735" y="8504650"/>
                    <a:pt x="47629695" y="8492656"/>
                  </a:cubicBezTo>
                  <a:cubicBezTo>
                    <a:pt x="47609647" y="8480666"/>
                    <a:pt x="47578967" y="8455000"/>
                    <a:pt x="47561503" y="8435626"/>
                  </a:cubicBezTo>
                  <a:cubicBezTo>
                    <a:pt x="47544039" y="8416246"/>
                    <a:pt x="47519959" y="8394826"/>
                    <a:pt x="47507991" y="8388024"/>
                  </a:cubicBezTo>
                  <a:cubicBezTo>
                    <a:pt x="47496015" y="8381218"/>
                    <a:pt x="47472911" y="8361364"/>
                    <a:pt x="47456647" y="8343902"/>
                  </a:cubicBezTo>
                  <a:cubicBezTo>
                    <a:pt x="47440383" y="8326440"/>
                    <a:pt x="47410175" y="8301762"/>
                    <a:pt x="47389511" y="8289064"/>
                  </a:cubicBezTo>
                  <a:cubicBezTo>
                    <a:pt x="47368855" y="8276366"/>
                    <a:pt x="47302847" y="8216260"/>
                    <a:pt x="47242831" y="8155492"/>
                  </a:cubicBezTo>
                  <a:cubicBezTo>
                    <a:pt x="47182815" y="8094724"/>
                    <a:pt x="47117095" y="8035398"/>
                    <a:pt x="47096783" y="8023646"/>
                  </a:cubicBezTo>
                  <a:cubicBezTo>
                    <a:pt x="47076471" y="8011902"/>
                    <a:pt x="47051279" y="7991032"/>
                    <a:pt x="47040799" y="7977282"/>
                  </a:cubicBezTo>
                  <a:cubicBezTo>
                    <a:pt x="47030327" y="7963528"/>
                    <a:pt x="47012615" y="7951698"/>
                    <a:pt x="47001455" y="7950994"/>
                  </a:cubicBezTo>
                  <a:cubicBezTo>
                    <a:pt x="46990287" y="7950288"/>
                    <a:pt x="46972271" y="7934108"/>
                    <a:pt x="46961407" y="7915034"/>
                  </a:cubicBezTo>
                  <a:cubicBezTo>
                    <a:pt x="46950543" y="7895958"/>
                    <a:pt x="46925391" y="7870190"/>
                    <a:pt x="46905511" y="7857764"/>
                  </a:cubicBezTo>
                  <a:cubicBezTo>
                    <a:pt x="46885623" y="7845340"/>
                    <a:pt x="46854103" y="7819626"/>
                    <a:pt x="46835471" y="7800614"/>
                  </a:cubicBezTo>
                  <a:cubicBezTo>
                    <a:pt x="46816847" y="7781604"/>
                    <a:pt x="46771119" y="7742264"/>
                    <a:pt x="46733871" y="7713188"/>
                  </a:cubicBezTo>
                  <a:cubicBezTo>
                    <a:pt x="46696631" y="7684114"/>
                    <a:pt x="46631719" y="7626478"/>
                    <a:pt x="46589639" y="7585108"/>
                  </a:cubicBezTo>
                  <a:cubicBezTo>
                    <a:pt x="46547551" y="7543738"/>
                    <a:pt x="46496119" y="7502768"/>
                    <a:pt x="46475335" y="7494060"/>
                  </a:cubicBezTo>
                  <a:cubicBezTo>
                    <a:pt x="46454559" y="7485356"/>
                    <a:pt x="46425359" y="7465838"/>
                    <a:pt x="46410455" y="7450692"/>
                  </a:cubicBezTo>
                  <a:cubicBezTo>
                    <a:pt x="46395551" y="7435544"/>
                    <a:pt x="46366111" y="7411720"/>
                    <a:pt x="46345023" y="7397752"/>
                  </a:cubicBezTo>
                  <a:cubicBezTo>
                    <a:pt x="46274999" y="7351362"/>
                    <a:pt x="46197023" y="7286704"/>
                    <a:pt x="46130079" y="7219516"/>
                  </a:cubicBezTo>
                  <a:cubicBezTo>
                    <a:pt x="46093687" y="7182992"/>
                    <a:pt x="46047967" y="7146252"/>
                    <a:pt x="46028479" y="7137868"/>
                  </a:cubicBezTo>
                  <a:cubicBezTo>
                    <a:pt x="46008991" y="7129490"/>
                    <a:pt x="45980863" y="7110238"/>
                    <a:pt x="45965959" y="7095092"/>
                  </a:cubicBezTo>
                  <a:cubicBezTo>
                    <a:pt x="45951055" y="7079946"/>
                    <a:pt x="45921223" y="7056120"/>
                    <a:pt x="45899663" y="7042152"/>
                  </a:cubicBezTo>
                  <a:cubicBezTo>
                    <a:pt x="45878103" y="7028182"/>
                    <a:pt x="45848391" y="7006986"/>
                    <a:pt x="45833639" y="6995048"/>
                  </a:cubicBezTo>
                  <a:cubicBezTo>
                    <a:pt x="45818879" y="6983116"/>
                    <a:pt x="45794415" y="6967414"/>
                    <a:pt x="45779279" y="6960156"/>
                  </a:cubicBezTo>
                  <a:cubicBezTo>
                    <a:pt x="45764135" y="6952902"/>
                    <a:pt x="45745479" y="6933718"/>
                    <a:pt x="45737815" y="6917528"/>
                  </a:cubicBezTo>
                  <a:cubicBezTo>
                    <a:pt x="45730143" y="6901334"/>
                    <a:pt x="45704431" y="6877868"/>
                    <a:pt x="45680663" y="6865378"/>
                  </a:cubicBezTo>
                  <a:cubicBezTo>
                    <a:pt x="45656895" y="6852888"/>
                    <a:pt x="45630871" y="6835254"/>
                    <a:pt x="45622831" y="6826190"/>
                  </a:cubicBezTo>
                  <a:cubicBezTo>
                    <a:pt x="45614791" y="6817124"/>
                    <a:pt x="45597079" y="6806178"/>
                    <a:pt x="45583479" y="6801862"/>
                  </a:cubicBezTo>
                  <a:cubicBezTo>
                    <a:pt x="45569887" y="6797544"/>
                    <a:pt x="45552575" y="6780446"/>
                    <a:pt x="45545023" y="6763864"/>
                  </a:cubicBezTo>
                  <a:cubicBezTo>
                    <a:pt x="45536983" y="6746232"/>
                    <a:pt x="45507327" y="6723920"/>
                    <a:pt x="45473583" y="6710132"/>
                  </a:cubicBezTo>
                  <a:cubicBezTo>
                    <a:pt x="45441855" y="6697162"/>
                    <a:pt x="45400015" y="6669280"/>
                    <a:pt x="45380615" y="6648174"/>
                  </a:cubicBezTo>
                  <a:cubicBezTo>
                    <a:pt x="45361223" y="6627064"/>
                    <a:pt x="45330279" y="6601350"/>
                    <a:pt x="45311847" y="6591026"/>
                  </a:cubicBezTo>
                  <a:cubicBezTo>
                    <a:pt x="45293423" y="6580700"/>
                    <a:pt x="45264847" y="6563504"/>
                    <a:pt x="45248351" y="6552818"/>
                  </a:cubicBezTo>
                  <a:cubicBezTo>
                    <a:pt x="45231855" y="6542128"/>
                    <a:pt x="45203919" y="6524988"/>
                    <a:pt x="45186279" y="6514718"/>
                  </a:cubicBezTo>
                  <a:cubicBezTo>
                    <a:pt x="45153871" y="6495858"/>
                    <a:pt x="45112287" y="6461044"/>
                    <a:pt x="45037959" y="6390526"/>
                  </a:cubicBezTo>
                  <a:cubicBezTo>
                    <a:pt x="45015575" y="6369294"/>
                    <a:pt x="44982695" y="6347202"/>
                    <a:pt x="44964879" y="6341436"/>
                  </a:cubicBezTo>
                  <a:cubicBezTo>
                    <a:pt x="44947071" y="6335668"/>
                    <a:pt x="44918983" y="6316664"/>
                    <a:pt x="44902471" y="6299200"/>
                  </a:cubicBezTo>
                  <a:cubicBezTo>
                    <a:pt x="44885959" y="6281740"/>
                    <a:pt x="44850263" y="6257742"/>
                    <a:pt x="44823151" y="6245878"/>
                  </a:cubicBezTo>
                  <a:cubicBezTo>
                    <a:pt x="44796039" y="6234010"/>
                    <a:pt x="44762423" y="6211038"/>
                    <a:pt x="44748455" y="6194824"/>
                  </a:cubicBezTo>
                  <a:cubicBezTo>
                    <a:pt x="44734479" y="6178612"/>
                    <a:pt x="44707975" y="6156888"/>
                    <a:pt x="44689551" y="6146550"/>
                  </a:cubicBezTo>
                  <a:cubicBezTo>
                    <a:pt x="44671119" y="6136212"/>
                    <a:pt x="44642551" y="6119004"/>
                    <a:pt x="44626047" y="6108316"/>
                  </a:cubicBezTo>
                  <a:cubicBezTo>
                    <a:pt x="44609551" y="6097632"/>
                    <a:pt x="44581615" y="6080482"/>
                    <a:pt x="44563975" y="6070218"/>
                  </a:cubicBezTo>
                  <a:cubicBezTo>
                    <a:pt x="44546335" y="6059950"/>
                    <a:pt x="44518959" y="6039256"/>
                    <a:pt x="44503143" y="6024228"/>
                  </a:cubicBezTo>
                  <a:cubicBezTo>
                    <a:pt x="44487327" y="6009196"/>
                    <a:pt x="44458903" y="5990426"/>
                    <a:pt x="44439975" y="5982510"/>
                  </a:cubicBezTo>
                  <a:cubicBezTo>
                    <a:pt x="44421039" y="5974592"/>
                    <a:pt x="44394119" y="5954788"/>
                    <a:pt x="44380151" y="5938502"/>
                  </a:cubicBezTo>
                  <a:cubicBezTo>
                    <a:pt x="44366183" y="5922212"/>
                    <a:pt x="44334503" y="5900980"/>
                    <a:pt x="44309760" y="5891320"/>
                  </a:cubicBezTo>
                  <a:cubicBezTo>
                    <a:pt x="44285016" y="5881656"/>
                    <a:pt x="44250728" y="5859464"/>
                    <a:pt x="44233560" y="5842000"/>
                  </a:cubicBezTo>
                  <a:cubicBezTo>
                    <a:pt x="44216392" y="5824540"/>
                    <a:pt x="44182352" y="5802686"/>
                    <a:pt x="44157904" y="5793438"/>
                  </a:cubicBezTo>
                  <a:cubicBezTo>
                    <a:pt x="44133456" y="5784190"/>
                    <a:pt x="44104240" y="5767044"/>
                    <a:pt x="44092984" y="5755338"/>
                  </a:cubicBezTo>
                  <a:cubicBezTo>
                    <a:pt x="44081720" y="5743634"/>
                    <a:pt x="44055648" y="5725482"/>
                    <a:pt x="44035048" y="5715000"/>
                  </a:cubicBezTo>
                  <a:cubicBezTo>
                    <a:pt x="44014440" y="5704524"/>
                    <a:pt x="43983648" y="5681664"/>
                    <a:pt x="43966616" y="5664202"/>
                  </a:cubicBezTo>
                  <a:cubicBezTo>
                    <a:pt x="43949584" y="5646740"/>
                    <a:pt x="43917792" y="5626736"/>
                    <a:pt x="43895960" y="5619752"/>
                  </a:cubicBezTo>
                  <a:cubicBezTo>
                    <a:pt x="43874128" y="5612766"/>
                    <a:pt x="43842232" y="5595620"/>
                    <a:pt x="43825064" y="5581652"/>
                  </a:cubicBezTo>
                  <a:cubicBezTo>
                    <a:pt x="43807904" y="5567682"/>
                    <a:pt x="43774328" y="5546040"/>
                    <a:pt x="43750456" y="5533556"/>
                  </a:cubicBezTo>
                  <a:cubicBezTo>
                    <a:pt x="43726584" y="5521078"/>
                    <a:pt x="43695608" y="5498216"/>
                    <a:pt x="43681616" y="5482758"/>
                  </a:cubicBezTo>
                  <a:cubicBezTo>
                    <a:pt x="43667624" y="5467302"/>
                    <a:pt x="43639048" y="5447650"/>
                    <a:pt x="43618112" y="5439086"/>
                  </a:cubicBezTo>
                  <a:cubicBezTo>
                    <a:pt x="43597184" y="5430526"/>
                    <a:pt x="43573656" y="5415552"/>
                    <a:pt x="43565832" y="5405814"/>
                  </a:cubicBezTo>
                  <a:cubicBezTo>
                    <a:pt x="43558008" y="5396076"/>
                    <a:pt x="43527632" y="5380220"/>
                    <a:pt x="43498328" y="5370580"/>
                  </a:cubicBezTo>
                  <a:cubicBezTo>
                    <a:pt x="43468168" y="5360658"/>
                    <a:pt x="43438648" y="5340698"/>
                    <a:pt x="43430296" y="5324574"/>
                  </a:cubicBezTo>
                  <a:cubicBezTo>
                    <a:pt x="43422176" y="5308912"/>
                    <a:pt x="43392136" y="5286054"/>
                    <a:pt x="43363544" y="5273774"/>
                  </a:cubicBezTo>
                  <a:cubicBezTo>
                    <a:pt x="43334944" y="5261496"/>
                    <a:pt x="43298320" y="5241452"/>
                    <a:pt x="43282152" y="5229222"/>
                  </a:cubicBezTo>
                  <a:cubicBezTo>
                    <a:pt x="43265984" y="5216994"/>
                    <a:pt x="43229248" y="5197476"/>
                    <a:pt x="43200504" y="5185846"/>
                  </a:cubicBezTo>
                  <a:cubicBezTo>
                    <a:pt x="43171768" y="5174218"/>
                    <a:pt x="43139280" y="5155024"/>
                    <a:pt x="43128304" y="5143200"/>
                  </a:cubicBezTo>
                  <a:cubicBezTo>
                    <a:pt x="43117336" y="5131380"/>
                    <a:pt x="43084104" y="5113748"/>
                    <a:pt x="43054456" y="5104028"/>
                  </a:cubicBezTo>
                  <a:cubicBezTo>
                    <a:pt x="43020840" y="5093004"/>
                    <a:pt x="42992504" y="5073012"/>
                    <a:pt x="42979152" y="5050910"/>
                  </a:cubicBezTo>
                  <a:cubicBezTo>
                    <a:pt x="42967384" y="5031418"/>
                    <a:pt x="42943464" y="5012634"/>
                    <a:pt x="42926000" y="5009166"/>
                  </a:cubicBezTo>
                  <a:cubicBezTo>
                    <a:pt x="42864288" y="4996920"/>
                    <a:pt x="42837216" y="4984394"/>
                    <a:pt x="42802424" y="4952004"/>
                  </a:cubicBezTo>
                  <a:cubicBezTo>
                    <a:pt x="42783080" y="4933998"/>
                    <a:pt x="42746584" y="4913994"/>
                    <a:pt x="42721320" y="4907556"/>
                  </a:cubicBezTo>
                  <a:cubicBezTo>
                    <a:pt x="42696064" y="4901118"/>
                    <a:pt x="42658688" y="4881564"/>
                    <a:pt x="42638272" y="4864102"/>
                  </a:cubicBezTo>
                  <a:cubicBezTo>
                    <a:pt x="42617848" y="4846640"/>
                    <a:pt x="42582808" y="4826636"/>
                    <a:pt x="42560400" y="4819652"/>
                  </a:cubicBezTo>
                  <a:cubicBezTo>
                    <a:pt x="42537992" y="4812666"/>
                    <a:pt x="42511464" y="4797610"/>
                    <a:pt x="42501448" y="4786194"/>
                  </a:cubicBezTo>
                  <a:cubicBezTo>
                    <a:pt x="42491440" y="4774780"/>
                    <a:pt x="42461536" y="4760306"/>
                    <a:pt x="42435000" y="4754030"/>
                  </a:cubicBezTo>
                  <a:cubicBezTo>
                    <a:pt x="42401120" y="4746014"/>
                    <a:pt x="42379128" y="4730336"/>
                    <a:pt x="42361104" y="4701340"/>
                  </a:cubicBezTo>
                  <a:cubicBezTo>
                    <a:pt x="42346808" y="4678344"/>
                    <a:pt x="42321392" y="4657232"/>
                    <a:pt x="42303704" y="4653664"/>
                  </a:cubicBezTo>
                  <a:cubicBezTo>
                    <a:pt x="42244184" y="4641668"/>
                    <a:pt x="42216352" y="4629172"/>
                    <a:pt x="42190840" y="4602980"/>
                  </a:cubicBezTo>
                  <a:cubicBezTo>
                    <a:pt x="42176824" y="4588586"/>
                    <a:pt x="42143096" y="4568584"/>
                    <a:pt x="42115896" y="4558530"/>
                  </a:cubicBezTo>
                  <a:cubicBezTo>
                    <a:pt x="42088696" y="4548476"/>
                    <a:pt x="42053560" y="4530432"/>
                    <a:pt x="42037816" y="4518424"/>
                  </a:cubicBezTo>
                  <a:cubicBezTo>
                    <a:pt x="42022072" y="4506416"/>
                    <a:pt x="41982112" y="4486416"/>
                    <a:pt x="41949024" y="4473972"/>
                  </a:cubicBezTo>
                  <a:cubicBezTo>
                    <a:pt x="41915936" y="4461534"/>
                    <a:pt x="41875928" y="4441528"/>
                    <a:pt x="41860120" y="4429526"/>
                  </a:cubicBezTo>
                  <a:cubicBezTo>
                    <a:pt x="41844320" y="4417518"/>
                    <a:pt x="41804312" y="4397516"/>
                    <a:pt x="41771224" y="4385076"/>
                  </a:cubicBezTo>
                  <a:cubicBezTo>
                    <a:pt x="41738136" y="4372632"/>
                    <a:pt x="41698536" y="4352950"/>
                    <a:pt x="41683232" y="4341338"/>
                  </a:cubicBezTo>
                  <a:cubicBezTo>
                    <a:pt x="41667928" y="4329724"/>
                    <a:pt x="41629936" y="4309724"/>
                    <a:pt x="41598808" y="4296888"/>
                  </a:cubicBezTo>
                  <a:cubicBezTo>
                    <a:pt x="41567688" y="4284052"/>
                    <a:pt x="41529248" y="4261492"/>
                    <a:pt x="41513384" y="4246756"/>
                  </a:cubicBezTo>
                  <a:cubicBezTo>
                    <a:pt x="41497528" y="4232020"/>
                    <a:pt x="41463288" y="4216952"/>
                    <a:pt x="41437304" y="4213276"/>
                  </a:cubicBezTo>
                  <a:cubicBezTo>
                    <a:pt x="41411320" y="4209600"/>
                    <a:pt x="41373904" y="4193002"/>
                    <a:pt x="41354152" y="4176384"/>
                  </a:cubicBezTo>
                  <a:cubicBezTo>
                    <a:pt x="41334408" y="4159768"/>
                    <a:pt x="41288576" y="4134828"/>
                    <a:pt x="41252312" y="4120966"/>
                  </a:cubicBezTo>
                  <a:cubicBezTo>
                    <a:pt x="41216040" y="4107098"/>
                    <a:pt x="41173448" y="4083240"/>
                    <a:pt x="41157664" y="4067950"/>
                  </a:cubicBezTo>
                  <a:cubicBezTo>
                    <a:pt x="41141872" y="4052660"/>
                    <a:pt x="41106888" y="4037410"/>
                    <a:pt x="41079928" y="4034060"/>
                  </a:cubicBezTo>
                  <a:cubicBezTo>
                    <a:pt x="41049896" y="4030332"/>
                    <a:pt x="41015456" y="4013852"/>
                    <a:pt x="40991032" y="3991532"/>
                  </a:cubicBezTo>
                  <a:cubicBezTo>
                    <a:pt x="40969096" y="3971488"/>
                    <a:pt x="40926888" y="3946732"/>
                    <a:pt x="40897232" y="3936520"/>
                  </a:cubicBezTo>
                  <a:cubicBezTo>
                    <a:pt x="40867568" y="3926308"/>
                    <a:pt x="40835600" y="3909148"/>
                    <a:pt x="40826184" y="3898384"/>
                  </a:cubicBezTo>
                  <a:cubicBezTo>
                    <a:pt x="40816768" y="3887620"/>
                    <a:pt x="40771872" y="3867620"/>
                    <a:pt x="40726416" y="3853936"/>
                  </a:cubicBezTo>
                  <a:cubicBezTo>
                    <a:pt x="40680960" y="3840248"/>
                    <a:pt x="40630568" y="3818926"/>
                    <a:pt x="40614424" y="3806550"/>
                  </a:cubicBezTo>
                  <a:cubicBezTo>
                    <a:pt x="40577864" y="3778522"/>
                    <a:pt x="40527992" y="3760396"/>
                    <a:pt x="40491424" y="3761858"/>
                  </a:cubicBezTo>
                  <a:cubicBezTo>
                    <a:pt x="40476064" y="3762470"/>
                    <a:pt x="40443392" y="3745320"/>
                    <a:pt x="40418816" y="3723738"/>
                  </a:cubicBezTo>
                  <a:cubicBezTo>
                    <a:pt x="40391232" y="3699520"/>
                    <a:pt x="40352160" y="3680568"/>
                    <a:pt x="40316752" y="3674226"/>
                  </a:cubicBezTo>
                  <a:cubicBezTo>
                    <a:pt x="40279640" y="3667582"/>
                    <a:pt x="40248784" y="3652096"/>
                    <a:pt x="40229392" y="3630384"/>
                  </a:cubicBezTo>
                  <a:cubicBezTo>
                    <a:pt x="40207320" y="3605670"/>
                    <a:pt x="40180616" y="3593946"/>
                    <a:pt x="40128136" y="3585936"/>
                  </a:cubicBezTo>
                  <a:cubicBezTo>
                    <a:pt x="40080840" y="3578712"/>
                    <a:pt x="40050424" y="3566508"/>
                    <a:pt x="40037712" y="3549654"/>
                  </a:cubicBezTo>
                  <a:cubicBezTo>
                    <a:pt x="40027184" y="3535680"/>
                    <a:pt x="40019640" y="3522348"/>
                    <a:pt x="40020960" y="3520026"/>
                  </a:cubicBezTo>
                  <a:cubicBezTo>
                    <a:pt x="40022272" y="3517700"/>
                    <a:pt x="39988016" y="3511632"/>
                    <a:pt x="39944824" y="3506542"/>
                  </a:cubicBezTo>
                  <a:cubicBezTo>
                    <a:pt x="39883488" y="3499308"/>
                    <a:pt x="39859536" y="3489988"/>
                    <a:pt x="39835432" y="3463976"/>
                  </a:cubicBezTo>
                  <a:cubicBezTo>
                    <a:pt x="39818456" y="3445656"/>
                    <a:pt x="39779648" y="3424398"/>
                    <a:pt x="39749208" y="3416730"/>
                  </a:cubicBezTo>
                  <a:cubicBezTo>
                    <a:pt x="39661872" y="3394738"/>
                    <a:pt x="39641728" y="3386348"/>
                    <a:pt x="39607456" y="3357694"/>
                  </a:cubicBezTo>
                  <a:cubicBezTo>
                    <a:pt x="39587800" y="3341258"/>
                    <a:pt x="39550704" y="3328472"/>
                    <a:pt x="39511856" y="3324738"/>
                  </a:cubicBezTo>
                  <a:cubicBezTo>
                    <a:pt x="39462680" y="3320012"/>
                    <a:pt x="39441568" y="3310728"/>
                    <a:pt x="39418192" y="3283554"/>
                  </a:cubicBezTo>
                  <a:cubicBezTo>
                    <a:pt x="39393016" y="3254284"/>
                    <a:pt x="39374160" y="3247036"/>
                    <a:pt x="39304360" y="3239812"/>
                  </a:cubicBezTo>
                  <a:cubicBezTo>
                    <a:pt x="39235832" y="3232720"/>
                    <a:pt x="39212584" y="3224030"/>
                    <a:pt x="39175816" y="3191746"/>
                  </a:cubicBezTo>
                  <a:cubicBezTo>
                    <a:pt x="39142976" y="3162908"/>
                    <a:pt x="39115520" y="3151110"/>
                    <a:pt x="39073472" y="3147768"/>
                  </a:cubicBezTo>
                  <a:cubicBezTo>
                    <a:pt x="39032040" y="3144472"/>
                    <a:pt x="39005792" y="3133402"/>
                    <a:pt x="38979360" y="3108080"/>
                  </a:cubicBezTo>
                  <a:cubicBezTo>
                    <a:pt x="38950336" y="3080276"/>
                    <a:pt x="38924984" y="3070830"/>
                    <a:pt x="38857640" y="3062720"/>
                  </a:cubicBezTo>
                  <a:cubicBezTo>
                    <a:pt x="38784224" y="3053880"/>
                    <a:pt x="38766096" y="3046244"/>
                    <a:pt x="38725216" y="3006938"/>
                  </a:cubicBezTo>
                  <a:cubicBezTo>
                    <a:pt x="38685464" y="2968722"/>
                    <a:pt x="38667264" y="2960706"/>
                    <a:pt x="38611984" y="2957076"/>
                  </a:cubicBezTo>
                  <a:cubicBezTo>
                    <a:pt x="38565344" y="2954014"/>
                    <a:pt x="38537408" y="2944472"/>
                    <a:pt x="38516264" y="2924392"/>
                  </a:cubicBezTo>
                  <a:cubicBezTo>
                    <a:pt x="38493552" y="2902818"/>
                    <a:pt x="38462984" y="2893520"/>
                    <a:pt x="38388504" y="2885540"/>
                  </a:cubicBezTo>
                  <a:cubicBezTo>
                    <a:pt x="38306928" y="2876802"/>
                    <a:pt x="38284504" y="2869204"/>
                    <a:pt x="38254016" y="2839996"/>
                  </a:cubicBezTo>
                  <a:cubicBezTo>
                    <a:pt x="38223264" y="2810538"/>
                    <a:pt x="38202016" y="2803472"/>
                    <a:pt x="38120848" y="2795720"/>
                  </a:cubicBezTo>
                  <a:cubicBezTo>
                    <a:pt x="38039536" y="2787952"/>
                    <a:pt x="38018448" y="2780922"/>
                    <a:pt x="37987496" y="2751268"/>
                  </a:cubicBezTo>
                  <a:cubicBezTo>
                    <a:pt x="37956544" y="2721616"/>
                    <a:pt x="37935456" y="2714586"/>
                    <a:pt x="37854144" y="2706818"/>
                  </a:cubicBezTo>
                  <a:cubicBezTo>
                    <a:pt x="37773744" y="2699138"/>
                    <a:pt x="37751592" y="2691878"/>
                    <a:pt x="37721936" y="2663460"/>
                  </a:cubicBezTo>
                  <a:cubicBezTo>
                    <a:pt x="37692480" y="2635236"/>
                    <a:pt x="37669208" y="2627498"/>
                    <a:pt x="37587512" y="2618744"/>
                  </a:cubicBezTo>
                  <a:cubicBezTo>
                    <a:pt x="37497776" y="2609128"/>
                    <a:pt x="37485600" y="2604420"/>
                    <a:pt x="37454640" y="2567344"/>
                  </a:cubicBezTo>
                  <a:cubicBezTo>
                    <a:pt x="37423104" y="2529582"/>
                    <a:pt x="37413904" y="2526216"/>
                    <a:pt x="37331624" y="2522320"/>
                  </a:cubicBezTo>
                  <a:cubicBezTo>
                    <a:pt x="37261128" y="2518984"/>
                    <a:pt x="37232576" y="2511238"/>
                    <a:pt x="37193824" y="2484940"/>
                  </a:cubicBezTo>
                  <a:cubicBezTo>
                    <a:pt x="37136456" y="2446012"/>
                    <a:pt x="37076560" y="2427802"/>
                    <a:pt x="36988752" y="2422590"/>
                  </a:cubicBezTo>
                  <a:cubicBezTo>
                    <a:pt x="36928408" y="2419008"/>
                    <a:pt x="36885888" y="2402900"/>
                    <a:pt x="36864968" y="2375698"/>
                  </a:cubicBezTo>
                  <a:cubicBezTo>
                    <a:pt x="36851016" y="2357550"/>
                    <a:pt x="36770728" y="2338482"/>
                    <a:pt x="36683952" y="2332706"/>
                  </a:cubicBezTo>
                  <a:cubicBezTo>
                    <a:pt x="36603776" y="2327368"/>
                    <a:pt x="36579144" y="2319630"/>
                    <a:pt x="36554824" y="2292148"/>
                  </a:cubicBezTo>
                  <a:cubicBezTo>
                    <a:pt x="36541688" y="2277310"/>
                    <a:pt x="36453640" y="2256760"/>
                    <a:pt x="36341056" y="2242268"/>
                  </a:cubicBezTo>
                  <a:cubicBezTo>
                    <a:pt x="36294080" y="2236220"/>
                    <a:pt x="36270320" y="2226152"/>
                    <a:pt x="36246304" y="2202110"/>
                  </a:cubicBezTo>
                  <a:cubicBezTo>
                    <a:pt x="36215576" y="2171356"/>
                    <a:pt x="36167704" y="2159974"/>
                    <a:pt x="36079304" y="2162410"/>
                  </a:cubicBezTo>
                  <a:cubicBezTo>
                    <a:pt x="36004952" y="2164456"/>
                    <a:pt x="35990000" y="2160640"/>
                    <a:pt x="35948584" y="2129050"/>
                  </a:cubicBezTo>
                  <a:cubicBezTo>
                    <a:pt x="35908744" y="2098664"/>
                    <a:pt x="35881648" y="2091046"/>
                    <a:pt x="35765832" y="2077670"/>
                  </a:cubicBezTo>
                  <a:cubicBezTo>
                    <a:pt x="35622504" y="2061114"/>
                    <a:pt x="35590312" y="2053084"/>
                    <a:pt x="35583328" y="2032144"/>
                  </a:cubicBezTo>
                  <a:cubicBezTo>
                    <a:pt x="35576024" y="2010210"/>
                    <a:pt x="35431288" y="1981360"/>
                    <a:pt x="35332344" y="1982108"/>
                  </a:cubicBezTo>
                  <a:cubicBezTo>
                    <a:pt x="35248976" y="1982740"/>
                    <a:pt x="35233496" y="1979020"/>
                    <a:pt x="35198992" y="1950080"/>
                  </a:cubicBezTo>
                  <a:cubicBezTo>
                    <a:pt x="35137752" y="1898726"/>
                    <a:pt x="35117848" y="1893360"/>
                    <a:pt x="34974312" y="1889540"/>
                  </a:cubicBezTo>
                  <a:cubicBezTo>
                    <a:pt x="34847232" y="1886160"/>
                    <a:pt x="34837696" y="1884036"/>
                    <a:pt x="34808768" y="1852612"/>
                  </a:cubicBezTo>
                  <a:cubicBezTo>
                    <a:pt x="34779188" y="1820484"/>
                    <a:pt x="34772008" y="1819086"/>
                    <a:pt x="34610560" y="1814056"/>
                  </a:cubicBezTo>
                  <a:cubicBezTo>
                    <a:pt x="34450516" y="1809070"/>
                    <a:pt x="34441184" y="1807292"/>
                    <a:pt x="34401448" y="1774256"/>
                  </a:cubicBezTo>
                  <a:cubicBezTo>
                    <a:pt x="34338224" y="1721692"/>
                    <a:pt x="34322624" y="1718048"/>
                    <a:pt x="34131252" y="1711076"/>
                  </a:cubicBezTo>
                  <a:cubicBezTo>
                    <a:pt x="33964584" y="1705002"/>
                    <a:pt x="33948680" y="1702168"/>
                    <a:pt x="33877252" y="1665830"/>
                  </a:cubicBezTo>
                  <a:cubicBezTo>
                    <a:pt x="33802416" y="1627760"/>
                    <a:pt x="33797936" y="1627104"/>
                    <a:pt x="33627000" y="1629258"/>
                  </a:cubicBezTo>
                  <a:lnTo>
                    <a:pt x="33452944" y="1631448"/>
                  </a:lnTo>
                  <a:lnTo>
                    <a:pt x="33361252" y="1543052"/>
                  </a:lnTo>
                  <a:lnTo>
                    <a:pt x="33110560" y="1541760"/>
                  </a:lnTo>
                  <a:cubicBezTo>
                    <a:pt x="32846876" y="1540402"/>
                    <a:pt x="32830124" y="1537144"/>
                    <a:pt x="32758172" y="1473200"/>
                  </a:cubicBezTo>
                  <a:cubicBezTo>
                    <a:pt x="32740500" y="1457496"/>
                    <a:pt x="32683680" y="1453892"/>
                    <a:pt x="32434636" y="1452686"/>
                  </a:cubicBezTo>
                  <a:lnTo>
                    <a:pt x="32132540" y="1451214"/>
                  </a:lnTo>
                  <a:lnTo>
                    <a:pt x="32018104" y="1375418"/>
                  </a:lnTo>
                  <a:lnTo>
                    <a:pt x="31582428" y="1362146"/>
                  </a:lnTo>
                  <a:cubicBezTo>
                    <a:pt x="31342808" y="1354846"/>
                    <a:pt x="31135044" y="1345026"/>
                    <a:pt x="31120736" y="1340318"/>
                  </a:cubicBezTo>
                  <a:cubicBezTo>
                    <a:pt x="31106428" y="1335608"/>
                    <a:pt x="31085808" y="1319290"/>
                    <a:pt x="31074916" y="1304054"/>
                  </a:cubicBezTo>
                  <a:lnTo>
                    <a:pt x="31055108" y="1276352"/>
                  </a:lnTo>
                  <a:lnTo>
                    <a:pt x="29818232" y="1265980"/>
                  </a:lnTo>
                  <a:cubicBezTo>
                    <a:pt x="29265500" y="1261348"/>
                    <a:pt x="28739722" y="1258488"/>
                    <a:pt x="28507658" y="1258666"/>
                  </a:cubicBezTo>
                  <a:close/>
                  <a:moveTo>
                    <a:pt x="29062584" y="0"/>
                  </a:moveTo>
                  <a:cubicBezTo>
                    <a:pt x="30081716" y="0"/>
                    <a:pt x="30921188" y="4286"/>
                    <a:pt x="30928084" y="9524"/>
                  </a:cubicBezTo>
                  <a:cubicBezTo>
                    <a:pt x="30973144" y="43756"/>
                    <a:pt x="31030192" y="48684"/>
                    <a:pt x="31385000" y="48990"/>
                  </a:cubicBezTo>
                  <a:cubicBezTo>
                    <a:pt x="31867704" y="49408"/>
                    <a:pt x="31988036" y="57770"/>
                    <a:pt x="32027188" y="93610"/>
                  </a:cubicBezTo>
                  <a:cubicBezTo>
                    <a:pt x="32050232" y="114710"/>
                    <a:pt x="32075352" y="121284"/>
                    <a:pt x="32141488" y="123512"/>
                  </a:cubicBezTo>
                  <a:cubicBezTo>
                    <a:pt x="32188108" y="125088"/>
                    <a:pt x="32311976" y="132022"/>
                    <a:pt x="32416752" y="138922"/>
                  </a:cubicBezTo>
                  <a:cubicBezTo>
                    <a:pt x="32521524" y="145824"/>
                    <a:pt x="32627252" y="152366"/>
                    <a:pt x="32651700" y="153460"/>
                  </a:cubicBezTo>
                  <a:cubicBezTo>
                    <a:pt x="32676148" y="154556"/>
                    <a:pt x="32713296" y="167626"/>
                    <a:pt x="32734252" y="182502"/>
                  </a:cubicBezTo>
                  <a:cubicBezTo>
                    <a:pt x="32768100" y="206532"/>
                    <a:pt x="32801848" y="211268"/>
                    <a:pt x="33036844" y="224960"/>
                  </a:cubicBezTo>
                  <a:cubicBezTo>
                    <a:pt x="33258360" y="237866"/>
                    <a:pt x="33312012" y="244914"/>
                    <a:pt x="33367044" y="268316"/>
                  </a:cubicBezTo>
                  <a:cubicBezTo>
                    <a:pt x="33417652" y="289840"/>
                    <a:pt x="33478556" y="299578"/>
                    <a:pt x="33632088" y="310694"/>
                  </a:cubicBezTo>
                  <a:cubicBezTo>
                    <a:pt x="33784104" y="321700"/>
                    <a:pt x="33850432" y="332222"/>
                    <a:pt x="33911488" y="355016"/>
                  </a:cubicBezTo>
                  <a:cubicBezTo>
                    <a:pt x="33971888" y="377566"/>
                    <a:pt x="34035224" y="387776"/>
                    <a:pt x="34169352" y="396586"/>
                  </a:cubicBezTo>
                  <a:cubicBezTo>
                    <a:pt x="34330664" y="407186"/>
                    <a:pt x="34351864" y="411420"/>
                    <a:pt x="34397952" y="442258"/>
                  </a:cubicBezTo>
                  <a:cubicBezTo>
                    <a:pt x="34444104" y="473142"/>
                    <a:pt x="34465600" y="477414"/>
                    <a:pt x="34632904" y="488968"/>
                  </a:cubicBezTo>
                  <a:cubicBezTo>
                    <a:pt x="34792792" y="500012"/>
                    <a:pt x="34827912" y="506554"/>
                    <a:pt x="34899344" y="538612"/>
                  </a:cubicBezTo>
                  <a:cubicBezTo>
                    <a:pt x="34965784" y="568430"/>
                    <a:pt x="35003672" y="576448"/>
                    <a:pt x="35096184" y="580274"/>
                  </a:cubicBezTo>
                  <a:cubicBezTo>
                    <a:pt x="35182096" y="583828"/>
                    <a:pt x="35223464" y="591784"/>
                    <a:pt x="35261552" y="612090"/>
                  </a:cubicBezTo>
                  <a:cubicBezTo>
                    <a:pt x="35324624" y="645704"/>
                    <a:pt x="35369680" y="656572"/>
                    <a:pt x="35519152" y="674224"/>
                  </a:cubicBezTo>
                  <a:cubicBezTo>
                    <a:pt x="35606576" y="684552"/>
                    <a:pt x="35645768" y="695236"/>
                    <a:pt x="35670784" y="715550"/>
                  </a:cubicBezTo>
                  <a:cubicBezTo>
                    <a:pt x="35696864" y="736726"/>
                    <a:pt x="35734064" y="746090"/>
                    <a:pt x="35834552" y="756768"/>
                  </a:cubicBezTo>
                  <a:cubicBezTo>
                    <a:pt x="35907320" y="764506"/>
                    <a:pt x="35997136" y="783182"/>
                    <a:pt x="36038512" y="799184"/>
                  </a:cubicBezTo>
                  <a:cubicBezTo>
                    <a:pt x="36079176" y="814912"/>
                    <a:pt x="36143888" y="830386"/>
                    <a:pt x="36182304" y="833568"/>
                  </a:cubicBezTo>
                  <a:cubicBezTo>
                    <a:pt x="36299256" y="843260"/>
                    <a:pt x="36370728" y="863494"/>
                    <a:pt x="36412664" y="898784"/>
                  </a:cubicBezTo>
                  <a:cubicBezTo>
                    <a:pt x="36447128" y="927786"/>
                    <a:pt x="36465968" y="932886"/>
                    <a:pt x="36549248" y="935734"/>
                  </a:cubicBezTo>
                  <a:cubicBezTo>
                    <a:pt x="36626288" y="938372"/>
                    <a:pt x="36658712" y="946040"/>
                    <a:pt x="36709352" y="973598"/>
                  </a:cubicBezTo>
                  <a:cubicBezTo>
                    <a:pt x="36751536" y="996556"/>
                    <a:pt x="36810792" y="1013594"/>
                    <a:pt x="36885896" y="1024364"/>
                  </a:cubicBezTo>
                  <a:cubicBezTo>
                    <a:pt x="36959040" y="1034852"/>
                    <a:pt x="37007408" y="1048562"/>
                    <a:pt x="37022936" y="1063216"/>
                  </a:cubicBezTo>
                  <a:cubicBezTo>
                    <a:pt x="37036128" y="1075666"/>
                    <a:pt x="37065272" y="1089750"/>
                    <a:pt x="37087688" y="1094508"/>
                  </a:cubicBezTo>
                  <a:cubicBezTo>
                    <a:pt x="37110112" y="1099272"/>
                    <a:pt x="37173016" y="1112158"/>
                    <a:pt x="37227472" y="1123148"/>
                  </a:cubicBezTo>
                  <a:cubicBezTo>
                    <a:pt x="37282504" y="1134248"/>
                    <a:pt x="37343288" y="1155534"/>
                    <a:pt x="37364280" y="1171056"/>
                  </a:cubicBezTo>
                  <a:cubicBezTo>
                    <a:pt x="37394360" y="1193298"/>
                    <a:pt x="37423360" y="1199890"/>
                    <a:pt x="37506552" y="1203396"/>
                  </a:cubicBezTo>
                  <a:cubicBezTo>
                    <a:pt x="37601328" y="1207394"/>
                    <a:pt x="37613888" y="1210996"/>
                    <a:pt x="37641488" y="1242078"/>
                  </a:cubicBezTo>
                  <a:cubicBezTo>
                    <a:pt x="37658232" y="1260930"/>
                    <a:pt x="37678232" y="1277438"/>
                    <a:pt x="37685936" y="1278762"/>
                  </a:cubicBezTo>
                  <a:cubicBezTo>
                    <a:pt x="37693648" y="1280088"/>
                    <a:pt x="37741440" y="1287692"/>
                    <a:pt x="37792144" y="1295660"/>
                  </a:cubicBezTo>
                  <a:cubicBezTo>
                    <a:pt x="37842848" y="1303630"/>
                    <a:pt x="37890352" y="1316830"/>
                    <a:pt x="37897704" y="1324998"/>
                  </a:cubicBezTo>
                  <a:cubicBezTo>
                    <a:pt x="37924472" y="1354736"/>
                    <a:pt x="37968552" y="1371104"/>
                    <a:pt x="38059200" y="1384968"/>
                  </a:cubicBezTo>
                  <a:cubicBezTo>
                    <a:pt x="38132272" y="1396146"/>
                    <a:pt x="38158304" y="1406198"/>
                    <a:pt x="38182920" y="1432748"/>
                  </a:cubicBezTo>
                  <a:cubicBezTo>
                    <a:pt x="38209112" y="1460994"/>
                    <a:pt x="38230672" y="1468340"/>
                    <a:pt x="38317600" y="1478638"/>
                  </a:cubicBezTo>
                  <a:cubicBezTo>
                    <a:pt x="38395464" y="1487856"/>
                    <a:pt x="38426944" y="1497354"/>
                    <a:pt x="38444672" y="1516972"/>
                  </a:cubicBezTo>
                  <a:cubicBezTo>
                    <a:pt x="38457640" y="1531316"/>
                    <a:pt x="38475400" y="1544136"/>
                    <a:pt x="38484152" y="1545462"/>
                  </a:cubicBezTo>
                  <a:cubicBezTo>
                    <a:pt x="38643144" y="1569572"/>
                    <a:pt x="38688880" y="1579980"/>
                    <a:pt x="38701208" y="1594860"/>
                  </a:cubicBezTo>
                  <a:cubicBezTo>
                    <a:pt x="38724656" y="1623166"/>
                    <a:pt x="38760264" y="1635846"/>
                    <a:pt x="38859960" y="1651414"/>
                  </a:cubicBezTo>
                  <a:cubicBezTo>
                    <a:pt x="38911224" y="1659418"/>
                    <a:pt x="38959800" y="1673812"/>
                    <a:pt x="38967912" y="1683402"/>
                  </a:cubicBezTo>
                  <a:cubicBezTo>
                    <a:pt x="39000112" y="1721492"/>
                    <a:pt x="39047544" y="1743602"/>
                    <a:pt x="39096408" y="1743304"/>
                  </a:cubicBezTo>
                  <a:cubicBezTo>
                    <a:pt x="39136536" y="1743060"/>
                    <a:pt x="39156792" y="1751516"/>
                    <a:pt x="39189128" y="1782024"/>
                  </a:cubicBezTo>
                  <a:cubicBezTo>
                    <a:pt x="39224160" y="1815062"/>
                    <a:pt x="39242696" y="1821888"/>
                    <a:pt x="39309784" y="1826464"/>
                  </a:cubicBezTo>
                  <a:cubicBezTo>
                    <a:pt x="39372608" y="1830748"/>
                    <a:pt x="39394320" y="1837938"/>
                    <a:pt x="39414448" y="1861120"/>
                  </a:cubicBezTo>
                  <a:cubicBezTo>
                    <a:pt x="39447376" y="1899030"/>
                    <a:pt x="39462840" y="1905736"/>
                    <a:pt x="39552688" y="1921072"/>
                  </a:cubicBezTo>
                  <a:cubicBezTo>
                    <a:pt x="39593800" y="1928088"/>
                    <a:pt x="39633800" y="1940926"/>
                    <a:pt x="39641592" y="1949600"/>
                  </a:cubicBezTo>
                  <a:cubicBezTo>
                    <a:pt x="39672032" y="1983504"/>
                    <a:pt x="39733384" y="2008452"/>
                    <a:pt x="39788512" y="2009344"/>
                  </a:cubicBezTo>
                  <a:cubicBezTo>
                    <a:pt x="39835656" y="2010108"/>
                    <a:pt x="39852080" y="2016984"/>
                    <a:pt x="39878000" y="2046810"/>
                  </a:cubicBezTo>
                  <a:cubicBezTo>
                    <a:pt x="39904128" y="2076872"/>
                    <a:pt x="39927440" y="2086490"/>
                    <a:pt x="40009600" y="2101110"/>
                  </a:cubicBezTo>
                  <a:cubicBezTo>
                    <a:pt x="40085736" y="2114662"/>
                    <a:pt x="40117936" y="2127006"/>
                    <a:pt x="40145160" y="2153092"/>
                  </a:cubicBezTo>
                  <a:cubicBezTo>
                    <a:pt x="40170072" y="2176956"/>
                    <a:pt x="40199192" y="2189368"/>
                    <a:pt x="40241464" y="2194132"/>
                  </a:cubicBezTo>
                  <a:cubicBezTo>
                    <a:pt x="40287424" y="2199314"/>
                    <a:pt x="40310432" y="2210126"/>
                    <a:pt x="40336712" y="2238902"/>
                  </a:cubicBezTo>
                  <a:cubicBezTo>
                    <a:pt x="40366136" y="2271112"/>
                    <a:pt x="40380624" y="2276802"/>
                    <a:pt x="40432656" y="2276562"/>
                  </a:cubicBezTo>
                  <a:cubicBezTo>
                    <a:pt x="40483568" y="2276324"/>
                    <a:pt x="40500800" y="2282744"/>
                    <a:pt x="40534384" y="2314456"/>
                  </a:cubicBezTo>
                  <a:cubicBezTo>
                    <a:pt x="40558096" y="2336850"/>
                    <a:pt x="40599392" y="2358260"/>
                    <a:pt x="40634232" y="2366234"/>
                  </a:cubicBezTo>
                  <a:cubicBezTo>
                    <a:pt x="40666912" y="2373712"/>
                    <a:pt x="40705456" y="2388722"/>
                    <a:pt x="40719896" y="2399592"/>
                  </a:cubicBezTo>
                  <a:cubicBezTo>
                    <a:pt x="40734328" y="2410460"/>
                    <a:pt x="40769408" y="2426862"/>
                    <a:pt x="40797848" y="2436046"/>
                  </a:cubicBezTo>
                  <a:cubicBezTo>
                    <a:pt x="40872256" y="2460068"/>
                    <a:pt x="40895432" y="2472026"/>
                    <a:pt x="40940176" y="2509468"/>
                  </a:cubicBezTo>
                  <a:cubicBezTo>
                    <a:pt x="40969864" y="2534308"/>
                    <a:pt x="40994112" y="2542772"/>
                    <a:pt x="41035424" y="2542714"/>
                  </a:cubicBezTo>
                  <a:cubicBezTo>
                    <a:pt x="41082832" y="2542644"/>
                    <a:pt x="41096416" y="2548992"/>
                    <a:pt x="41129304" y="2586596"/>
                  </a:cubicBezTo>
                  <a:cubicBezTo>
                    <a:pt x="41160896" y="2622724"/>
                    <a:pt x="41176744" y="2630620"/>
                    <a:pt x="41218200" y="2630904"/>
                  </a:cubicBezTo>
                  <a:cubicBezTo>
                    <a:pt x="41259448" y="2631186"/>
                    <a:pt x="41275888" y="2639278"/>
                    <a:pt x="41308288" y="2675258"/>
                  </a:cubicBezTo>
                  <a:cubicBezTo>
                    <a:pt x="41341456" y="2712080"/>
                    <a:pt x="41360208" y="2721008"/>
                    <a:pt x="41423192" y="2729904"/>
                  </a:cubicBezTo>
                  <a:cubicBezTo>
                    <a:pt x="41465104" y="2735830"/>
                    <a:pt x="41510376" y="2750982"/>
                    <a:pt x="41525352" y="2764098"/>
                  </a:cubicBezTo>
                  <a:cubicBezTo>
                    <a:pt x="41540136" y="2777052"/>
                    <a:pt x="41576320" y="2795984"/>
                    <a:pt x="41605768" y="2806170"/>
                  </a:cubicBezTo>
                  <a:cubicBezTo>
                    <a:pt x="41635208" y="2816352"/>
                    <a:pt x="41670688" y="2833496"/>
                    <a:pt x="41684616" y="2844270"/>
                  </a:cubicBezTo>
                  <a:cubicBezTo>
                    <a:pt x="41698544" y="2855038"/>
                    <a:pt x="41739240" y="2874766"/>
                    <a:pt x="41775048" y="2888108"/>
                  </a:cubicBezTo>
                  <a:cubicBezTo>
                    <a:pt x="41810856" y="2901450"/>
                    <a:pt x="41850384" y="2921452"/>
                    <a:pt x="41862880" y="2932556"/>
                  </a:cubicBezTo>
                  <a:cubicBezTo>
                    <a:pt x="41875384" y="2943664"/>
                    <a:pt x="41915384" y="2963668"/>
                    <a:pt x="41951784" y="2977010"/>
                  </a:cubicBezTo>
                  <a:cubicBezTo>
                    <a:pt x="41988176" y="2990348"/>
                    <a:pt x="42028056" y="3010352"/>
                    <a:pt x="42040400" y="3021456"/>
                  </a:cubicBezTo>
                  <a:cubicBezTo>
                    <a:pt x="42052752" y="3032566"/>
                    <a:pt x="42089256" y="3050224"/>
                    <a:pt x="42121520" y="3060700"/>
                  </a:cubicBezTo>
                  <a:cubicBezTo>
                    <a:pt x="42153784" y="3071178"/>
                    <a:pt x="42194280" y="3091182"/>
                    <a:pt x="42211504" y="3105152"/>
                  </a:cubicBezTo>
                  <a:cubicBezTo>
                    <a:pt x="42228736" y="3119122"/>
                    <a:pt x="42268736" y="3139126"/>
                    <a:pt x="42300408" y="3149604"/>
                  </a:cubicBezTo>
                  <a:cubicBezTo>
                    <a:pt x="42332072" y="3160076"/>
                    <a:pt x="42372168" y="3180080"/>
                    <a:pt x="42389504" y="3194050"/>
                  </a:cubicBezTo>
                  <a:cubicBezTo>
                    <a:pt x="42406840" y="3208020"/>
                    <a:pt x="42444216" y="3228022"/>
                    <a:pt x="42472560" y="3238500"/>
                  </a:cubicBezTo>
                  <a:cubicBezTo>
                    <a:pt x="42526240" y="3258346"/>
                    <a:pt x="42531768" y="3262572"/>
                    <a:pt x="42572208" y="3314648"/>
                  </a:cubicBezTo>
                  <a:cubicBezTo>
                    <a:pt x="42590584" y="3338318"/>
                    <a:pt x="42611360" y="3347504"/>
                    <a:pt x="42654208" y="3350912"/>
                  </a:cubicBezTo>
                  <a:cubicBezTo>
                    <a:pt x="42685776" y="3353424"/>
                    <a:pt x="42714312" y="3359162"/>
                    <a:pt x="42717632" y="3363668"/>
                  </a:cubicBezTo>
                  <a:cubicBezTo>
                    <a:pt x="42767744" y="3431650"/>
                    <a:pt x="42771800" y="3434386"/>
                    <a:pt x="42819864" y="3432564"/>
                  </a:cubicBezTo>
                  <a:cubicBezTo>
                    <a:pt x="42861240" y="3430996"/>
                    <a:pt x="42875192" y="3437810"/>
                    <a:pt x="42909656" y="3476434"/>
                  </a:cubicBezTo>
                  <a:cubicBezTo>
                    <a:pt x="42935032" y="3504872"/>
                    <a:pt x="42965384" y="3524352"/>
                    <a:pt x="42989920" y="3527952"/>
                  </a:cubicBezTo>
                  <a:cubicBezTo>
                    <a:pt x="43011632" y="3531142"/>
                    <a:pt x="43043928" y="3545896"/>
                    <a:pt x="43061696" y="3560750"/>
                  </a:cubicBezTo>
                  <a:cubicBezTo>
                    <a:pt x="43079456" y="3575600"/>
                    <a:pt x="43114768" y="3595860"/>
                    <a:pt x="43140168" y="3605774"/>
                  </a:cubicBezTo>
                  <a:cubicBezTo>
                    <a:pt x="43165568" y="3615688"/>
                    <a:pt x="43196648" y="3632832"/>
                    <a:pt x="43209224" y="3643876"/>
                  </a:cubicBezTo>
                  <a:cubicBezTo>
                    <a:pt x="43221808" y="3654916"/>
                    <a:pt x="43253240" y="3671950"/>
                    <a:pt x="43279072" y="3681730"/>
                  </a:cubicBezTo>
                  <a:cubicBezTo>
                    <a:pt x="43304912" y="3691506"/>
                    <a:pt x="43339392" y="3708652"/>
                    <a:pt x="43355688" y="3719828"/>
                  </a:cubicBezTo>
                  <a:cubicBezTo>
                    <a:pt x="43371992" y="3731004"/>
                    <a:pt x="43402888" y="3748722"/>
                    <a:pt x="43424336" y="3759200"/>
                  </a:cubicBezTo>
                  <a:cubicBezTo>
                    <a:pt x="43445792" y="3769678"/>
                    <a:pt x="43488792" y="3800900"/>
                    <a:pt x="43519888" y="3828584"/>
                  </a:cubicBezTo>
                  <a:cubicBezTo>
                    <a:pt x="43556432" y="3861122"/>
                    <a:pt x="43591968" y="3880732"/>
                    <a:pt x="43620384" y="3884050"/>
                  </a:cubicBezTo>
                  <a:cubicBezTo>
                    <a:pt x="43644560" y="3886872"/>
                    <a:pt x="43675264" y="3901370"/>
                    <a:pt x="43688624" y="3916266"/>
                  </a:cubicBezTo>
                  <a:cubicBezTo>
                    <a:pt x="43701984" y="3931162"/>
                    <a:pt x="43734456" y="3951476"/>
                    <a:pt x="43760784" y="3961408"/>
                  </a:cubicBezTo>
                  <a:cubicBezTo>
                    <a:pt x="43787112" y="3971340"/>
                    <a:pt x="43815696" y="3985628"/>
                    <a:pt x="43824304" y="3993162"/>
                  </a:cubicBezTo>
                  <a:cubicBezTo>
                    <a:pt x="43832912" y="4000690"/>
                    <a:pt x="43863400" y="4018280"/>
                    <a:pt x="43892048" y="4032250"/>
                  </a:cubicBezTo>
                  <a:cubicBezTo>
                    <a:pt x="43948448" y="4059752"/>
                    <a:pt x="43957576" y="4067078"/>
                    <a:pt x="43994200" y="4114186"/>
                  </a:cubicBezTo>
                  <a:cubicBezTo>
                    <a:pt x="44011576" y="4136540"/>
                    <a:pt x="44030008" y="4144984"/>
                    <a:pt x="44059576" y="4144122"/>
                  </a:cubicBezTo>
                  <a:cubicBezTo>
                    <a:pt x="44089424" y="4143246"/>
                    <a:pt x="44112264" y="4153898"/>
                    <a:pt x="44142616" y="4182832"/>
                  </a:cubicBezTo>
                  <a:cubicBezTo>
                    <a:pt x="44165632" y="4204790"/>
                    <a:pt x="44199920" y="4227724"/>
                    <a:pt x="44218816" y="4233804"/>
                  </a:cubicBezTo>
                  <a:cubicBezTo>
                    <a:pt x="44237696" y="4239884"/>
                    <a:pt x="44265576" y="4259744"/>
                    <a:pt x="44280760" y="4277932"/>
                  </a:cubicBezTo>
                  <a:cubicBezTo>
                    <a:pt x="44295936" y="4296122"/>
                    <a:pt x="44321655" y="4313292"/>
                    <a:pt x="44337903" y="4316088"/>
                  </a:cubicBezTo>
                  <a:cubicBezTo>
                    <a:pt x="44354159" y="4318886"/>
                    <a:pt x="44383191" y="4336172"/>
                    <a:pt x="44402423" y="4354510"/>
                  </a:cubicBezTo>
                  <a:cubicBezTo>
                    <a:pt x="44421655" y="4372848"/>
                    <a:pt x="44455879" y="4393566"/>
                    <a:pt x="44478463" y="4400550"/>
                  </a:cubicBezTo>
                  <a:cubicBezTo>
                    <a:pt x="44501055" y="4407536"/>
                    <a:pt x="44528175" y="4423372"/>
                    <a:pt x="44538743" y="4435740"/>
                  </a:cubicBezTo>
                  <a:cubicBezTo>
                    <a:pt x="44549303" y="4448110"/>
                    <a:pt x="44580367" y="4468114"/>
                    <a:pt x="44607775" y="4480190"/>
                  </a:cubicBezTo>
                  <a:cubicBezTo>
                    <a:pt x="44658287" y="4502454"/>
                    <a:pt x="44681879" y="4521638"/>
                    <a:pt x="44710031" y="4563348"/>
                  </a:cubicBezTo>
                  <a:cubicBezTo>
                    <a:pt x="44718711" y="4576198"/>
                    <a:pt x="44747591" y="4589498"/>
                    <a:pt x="44775135" y="4593326"/>
                  </a:cubicBezTo>
                  <a:cubicBezTo>
                    <a:pt x="44802615" y="4597148"/>
                    <a:pt x="44833127" y="4611172"/>
                    <a:pt x="44843703" y="4624850"/>
                  </a:cubicBezTo>
                  <a:cubicBezTo>
                    <a:pt x="44854175" y="4638396"/>
                    <a:pt x="44879567" y="4659186"/>
                    <a:pt x="44900119" y="4671044"/>
                  </a:cubicBezTo>
                  <a:cubicBezTo>
                    <a:pt x="44920671" y="4682904"/>
                    <a:pt x="44939831" y="4695472"/>
                    <a:pt x="44942687" y="4698976"/>
                  </a:cubicBezTo>
                  <a:cubicBezTo>
                    <a:pt x="44945551" y="4702482"/>
                    <a:pt x="44958783" y="4719362"/>
                    <a:pt x="44972095" y="4736486"/>
                  </a:cubicBezTo>
                  <a:cubicBezTo>
                    <a:pt x="44987423" y="4756208"/>
                    <a:pt x="45012871" y="4769562"/>
                    <a:pt x="45041511" y="4772902"/>
                  </a:cubicBezTo>
                  <a:cubicBezTo>
                    <a:pt x="45083335" y="4777786"/>
                    <a:pt x="45104191" y="4790870"/>
                    <a:pt x="45222967" y="4886764"/>
                  </a:cubicBezTo>
                  <a:cubicBezTo>
                    <a:pt x="45246455" y="4905732"/>
                    <a:pt x="45280743" y="4926536"/>
                    <a:pt x="45299167" y="4933000"/>
                  </a:cubicBezTo>
                  <a:cubicBezTo>
                    <a:pt x="45317583" y="4939464"/>
                    <a:pt x="45341223" y="4954838"/>
                    <a:pt x="45351703" y="4967164"/>
                  </a:cubicBezTo>
                  <a:cubicBezTo>
                    <a:pt x="45362175" y="4979490"/>
                    <a:pt x="45390551" y="4999922"/>
                    <a:pt x="45414743" y="5012564"/>
                  </a:cubicBezTo>
                  <a:cubicBezTo>
                    <a:pt x="45438935" y="5025206"/>
                    <a:pt x="45474775" y="5052696"/>
                    <a:pt x="45494383" y="5073650"/>
                  </a:cubicBezTo>
                  <a:cubicBezTo>
                    <a:pt x="45513991" y="5094604"/>
                    <a:pt x="45545631" y="5116656"/>
                    <a:pt x="45564695" y="5122648"/>
                  </a:cubicBezTo>
                  <a:cubicBezTo>
                    <a:pt x="45583751" y="5128640"/>
                    <a:pt x="45605063" y="5142084"/>
                    <a:pt x="45612047" y="5152524"/>
                  </a:cubicBezTo>
                  <a:cubicBezTo>
                    <a:pt x="45619039" y="5162962"/>
                    <a:pt x="45644343" y="5180918"/>
                    <a:pt x="45668295" y="5192426"/>
                  </a:cubicBezTo>
                  <a:cubicBezTo>
                    <a:pt x="45692247" y="5203934"/>
                    <a:pt x="45722071" y="5224780"/>
                    <a:pt x="45734567" y="5238750"/>
                  </a:cubicBezTo>
                  <a:cubicBezTo>
                    <a:pt x="45747063" y="5252720"/>
                    <a:pt x="45778903" y="5275520"/>
                    <a:pt x="45805319" y="5289420"/>
                  </a:cubicBezTo>
                  <a:cubicBezTo>
                    <a:pt x="45831735" y="5303316"/>
                    <a:pt x="45861927" y="5325078"/>
                    <a:pt x="45872399" y="5337776"/>
                  </a:cubicBezTo>
                  <a:cubicBezTo>
                    <a:pt x="45882879" y="5350472"/>
                    <a:pt x="45910463" y="5369816"/>
                    <a:pt x="45933695" y="5380760"/>
                  </a:cubicBezTo>
                  <a:cubicBezTo>
                    <a:pt x="45982207" y="5403618"/>
                    <a:pt x="46060727" y="5462828"/>
                    <a:pt x="46115871" y="5518150"/>
                  </a:cubicBezTo>
                  <a:cubicBezTo>
                    <a:pt x="46136759" y="5539104"/>
                    <a:pt x="46169103" y="5561686"/>
                    <a:pt x="46187751" y="5568332"/>
                  </a:cubicBezTo>
                  <a:cubicBezTo>
                    <a:pt x="46206399" y="5574976"/>
                    <a:pt x="46231287" y="5592122"/>
                    <a:pt x="46243063" y="5606432"/>
                  </a:cubicBezTo>
                  <a:cubicBezTo>
                    <a:pt x="46254847" y="5620740"/>
                    <a:pt x="46286007" y="5640754"/>
                    <a:pt x="46312319" y="5650902"/>
                  </a:cubicBezTo>
                  <a:cubicBezTo>
                    <a:pt x="46338623" y="5661050"/>
                    <a:pt x="46365199" y="5675336"/>
                    <a:pt x="46371359" y="5682652"/>
                  </a:cubicBezTo>
                  <a:cubicBezTo>
                    <a:pt x="46416671" y="5736420"/>
                    <a:pt x="46475199" y="5785680"/>
                    <a:pt x="46530495" y="5816582"/>
                  </a:cubicBezTo>
                  <a:cubicBezTo>
                    <a:pt x="46549231" y="5827050"/>
                    <a:pt x="46578839" y="5848428"/>
                    <a:pt x="46596303" y="5864088"/>
                  </a:cubicBezTo>
                  <a:cubicBezTo>
                    <a:pt x="46662591" y="5923540"/>
                    <a:pt x="46712439" y="5963512"/>
                    <a:pt x="46750887" y="5988052"/>
                  </a:cubicBezTo>
                  <a:cubicBezTo>
                    <a:pt x="46772767" y="6002022"/>
                    <a:pt x="46807167" y="6030596"/>
                    <a:pt x="46827319" y="6051550"/>
                  </a:cubicBezTo>
                  <a:cubicBezTo>
                    <a:pt x="46847479" y="6072504"/>
                    <a:pt x="46876303" y="6095366"/>
                    <a:pt x="46891391" y="6102350"/>
                  </a:cubicBezTo>
                  <a:cubicBezTo>
                    <a:pt x="46906479" y="6109336"/>
                    <a:pt x="46927695" y="6124996"/>
                    <a:pt x="46938535" y="6137154"/>
                  </a:cubicBezTo>
                  <a:cubicBezTo>
                    <a:pt x="46949383" y="6149308"/>
                    <a:pt x="46974903" y="6169224"/>
                    <a:pt x="46995255" y="6181412"/>
                  </a:cubicBezTo>
                  <a:cubicBezTo>
                    <a:pt x="47015607" y="6193600"/>
                    <a:pt x="47037207" y="6209374"/>
                    <a:pt x="47043255" y="6216460"/>
                  </a:cubicBezTo>
                  <a:cubicBezTo>
                    <a:pt x="47049303" y="6223552"/>
                    <a:pt x="47071911" y="6240780"/>
                    <a:pt x="47093503" y="6254750"/>
                  </a:cubicBezTo>
                  <a:cubicBezTo>
                    <a:pt x="47134287" y="6281140"/>
                    <a:pt x="47204351" y="6341572"/>
                    <a:pt x="47270207" y="6407152"/>
                  </a:cubicBezTo>
                  <a:cubicBezTo>
                    <a:pt x="47291247" y="6428106"/>
                    <a:pt x="47320495" y="6450964"/>
                    <a:pt x="47335199" y="6457950"/>
                  </a:cubicBezTo>
                  <a:cubicBezTo>
                    <a:pt x="47349903" y="6464936"/>
                    <a:pt x="47370047" y="6479222"/>
                    <a:pt x="47379951" y="6489704"/>
                  </a:cubicBezTo>
                  <a:cubicBezTo>
                    <a:pt x="47389863" y="6500180"/>
                    <a:pt x="47413335" y="6517322"/>
                    <a:pt x="47432111" y="6527802"/>
                  </a:cubicBezTo>
                  <a:cubicBezTo>
                    <a:pt x="47492119" y="6561284"/>
                    <a:pt x="47677215" y="6722300"/>
                    <a:pt x="47804407" y="6851650"/>
                  </a:cubicBezTo>
                  <a:cubicBezTo>
                    <a:pt x="47825007" y="6872604"/>
                    <a:pt x="47854207" y="6895466"/>
                    <a:pt x="47869295" y="6902450"/>
                  </a:cubicBezTo>
                  <a:cubicBezTo>
                    <a:pt x="47884375" y="6909436"/>
                    <a:pt x="47905591" y="6925096"/>
                    <a:pt x="47916431" y="6937254"/>
                  </a:cubicBezTo>
                  <a:cubicBezTo>
                    <a:pt x="47927279" y="6949408"/>
                    <a:pt x="47952599" y="6969232"/>
                    <a:pt x="47972703" y="6981308"/>
                  </a:cubicBezTo>
                  <a:cubicBezTo>
                    <a:pt x="47992807" y="6993384"/>
                    <a:pt x="48014895" y="7019432"/>
                    <a:pt x="48021783" y="7039190"/>
                  </a:cubicBezTo>
                  <a:cubicBezTo>
                    <a:pt x="48030231" y="7063416"/>
                    <a:pt x="48045567" y="7077368"/>
                    <a:pt x="48068887" y="7082034"/>
                  </a:cubicBezTo>
                  <a:cubicBezTo>
                    <a:pt x="48087895" y="7085836"/>
                    <a:pt x="48140111" y="7122956"/>
                    <a:pt x="48184903" y="7164522"/>
                  </a:cubicBezTo>
                  <a:cubicBezTo>
                    <a:pt x="48229695" y="7206088"/>
                    <a:pt x="48294103" y="7264138"/>
                    <a:pt x="48328023" y="7293524"/>
                  </a:cubicBezTo>
                  <a:cubicBezTo>
                    <a:pt x="48361943" y="7322910"/>
                    <a:pt x="48406447" y="7364098"/>
                    <a:pt x="48426927" y="7385052"/>
                  </a:cubicBezTo>
                  <a:cubicBezTo>
                    <a:pt x="48447407" y="7406006"/>
                    <a:pt x="48476647" y="7428864"/>
                    <a:pt x="48491903" y="7435850"/>
                  </a:cubicBezTo>
                  <a:cubicBezTo>
                    <a:pt x="48533295" y="7454810"/>
                    <a:pt x="48607495" y="7523912"/>
                    <a:pt x="48621951" y="7556976"/>
                  </a:cubicBezTo>
                  <a:cubicBezTo>
                    <a:pt x="48628935" y="7572954"/>
                    <a:pt x="48650919" y="7595098"/>
                    <a:pt x="48670807" y="7606188"/>
                  </a:cubicBezTo>
                  <a:cubicBezTo>
                    <a:pt x="48690687" y="7617276"/>
                    <a:pt x="48716207" y="7642750"/>
                    <a:pt x="48727511" y="7662790"/>
                  </a:cubicBezTo>
                  <a:cubicBezTo>
                    <a:pt x="48738815" y="7682832"/>
                    <a:pt x="48761799" y="7705492"/>
                    <a:pt x="48778599" y="7713144"/>
                  </a:cubicBezTo>
                  <a:cubicBezTo>
                    <a:pt x="48795391" y="7720796"/>
                    <a:pt x="48815391" y="7740802"/>
                    <a:pt x="48823047" y="7757596"/>
                  </a:cubicBezTo>
                  <a:cubicBezTo>
                    <a:pt x="48830695" y="7774390"/>
                    <a:pt x="48850703" y="7794392"/>
                    <a:pt x="48867495" y="7802044"/>
                  </a:cubicBezTo>
                  <a:cubicBezTo>
                    <a:pt x="48884295" y="7809696"/>
                    <a:pt x="48904383" y="7829896"/>
                    <a:pt x="48912143" y="7846934"/>
                  </a:cubicBezTo>
                  <a:cubicBezTo>
                    <a:pt x="48919911" y="7863972"/>
                    <a:pt x="48936951" y="7880710"/>
                    <a:pt x="48950023" y="7884128"/>
                  </a:cubicBezTo>
                  <a:cubicBezTo>
                    <a:pt x="48963095" y="7887544"/>
                    <a:pt x="48981671" y="7905236"/>
                    <a:pt x="48991311" y="7923444"/>
                  </a:cubicBezTo>
                  <a:cubicBezTo>
                    <a:pt x="49000943" y="7941652"/>
                    <a:pt x="49021791" y="7958446"/>
                    <a:pt x="49037639" y="7960764"/>
                  </a:cubicBezTo>
                  <a:cubicBezTo>
                    <a:pt x="49053487" y="7963080"/>
                    <a:pt x="49120743" y="8018640"/>
                    <a:pt x="49187103" y="8084228"/>
                  </a:cubicBezTo>
                  <a:cubicBezTo>
                    <a:pt x="49253463" y="8149812"/>
                    <a:pt x="49415607" y="8308496"/>
                    <a:pt x="49547431" y="8436854"/>
                  </a:cubicBezTo>
                  <a:cubicBezTo>
                    <a:pt x="49679255" y="8565212"/>
                    <a:pt x="49793551" y="8683962"/>
                    <a:pt x="49801431" y="8700740"/>
                  </a:cubicBezTo>
                  <a:cubicBezTo>
                    <a:pt x="49809303" y="8717520"/>
                    <a:pt x="49824063" y="8736966"/>
                    <a:pt x="49834223" y="8743952"/>
                  </a:cubicBezTo>
                  <a:cubicBezTo>
                    <a:pt x="49887911" y="8780848"/>
                    <a:pt x="50035023" y="8931804"/>
                    <a:pt x="50057047" y="8972594"/>
                  </a:cubicBezTo>
                  <a:cubicBezTo>
                    <a:pt x="50071023" y="8998464"/>
                    <a:pt x="50096903" y="9027950"/>
                    <a:pt x="50114559" y="9038120"/>
                  </a:cubicBezTo>
                  <a:cubicBezTo>
                    <a:pt x="50132215" y="9048290"/>
                    <a:pt x="50152359" y="9069130"/>
                    <a:pt x="50159319" y="9084430"/>
                  </a:cubicBezTo>
                  <a:cubicBezTo>
                    <a:pt x="50166279" y="9099734"/>
                    <a:pt x="50187391" y="9120680"/>
                    <a:pt x="50206231" y="9130988"/>
                  </a:cubicBezTo>
                  <a:cubicBezTo>
                    <a:pt x="50225071" y="9141286"/>
                    <a:pt x="50246975" y="9165386"/>
                    <a:pt x="50254911" y="9184536"/>
                  </a:cubicBezTo>
                  <a:cubicBezTo>
                    <a:pt x="50262839" y="9203688"/>
                    <a:pt x="50278719" y="9220226"/>
                    <a:pt x="50290191" y="9221284"/>
                  </a:cubicBezTo>
                  <a:cubicBezTo>
                    <a:pt x="50317863" y="9223844"/>
                    <a:pt x="50386871" y="9293136"/>
                    <a:pt x="50409263" y="9340850"/>
                  </a:cubicBezTo>
                  <a:cubicBezTo>
                    <a:pt x="50419103" y="9361804"/>
                    <a:pt x="50441031" y="9385840"/>
                    <a:pt x="50457999" y="9394260"/>
                  </a:cubicBezTo>
                  <a:cubicBezTo>
                    <a:pt x="50474967" y="9402676"/>
                    <a:pt x="50494567" y="9419820"/>
                    <a:pt x="50501551" y="9432360"/>
                  </a:cubicBezTo>
                  <a:cubicBezTo>
                    <a:pt x="50518279" y="9462380"/>
                    <a:pt x="50527127" y="9472314"/>
                    <a:pt x="50764951" y="9728202"/>
                  </a:cubicBezTo>
                  <a:cubicBezTo>
                    <a:pt x="50881183" y="9853256"/>
                    <a:pt x="50927903" y="9910544"/>
                    <a:pt x="50958567" y="9965596"/>
                  </a:cubicBezTo>
                  <a:cubicBezTo>
                    <a:pt x="50972439" y="9990502"/>
                    <a:pt x="50997375" y="10017066"/>
                    <a:pt x="51013975" y="10024628"/>
                  </a:cubicBezTo>
                  <a:cubicBezTo>
                    <a:pt x="51030575" y="10032194"/>
                    <a:pt x="51044175" y="10044316"/>
                    <a:pt x="51044183" y="10051566"/>
                  </a:cubicBezTo>
                  <a:cubicBezTo>
                    <a:pt x="51044191" y="10058816"/>
                    <a:pt x="51057503" y="10076180"/>
                    <a:pt x="51073759" y="10090154"/>
                  </a:cubicBezTo>
                  <a:cubicBezTo>
                    <a:pt x="51090015" y="10104122"/>
                    <a:pt x="51110031" y="10129310"/>
                    <a:pt x="51118247" y="10146126"/>
                  </a:cubicBezTo>
                  <a:cubicBezTo>
                    <a:pt x="51126463" y="10162942"/>
                    <a:pt x="51169399" y="10214378"/>
                    <a:pt x="51213671" y="10260424"/>
                  </a:cubicBezTo>
                  <a:cubicBezTo>
                    <a:pt x="51392767" y="10446726"/>
                    <a:pt x="51467375" y="10529524"/>
                    <a:pt x="51479447" y="10555406"/>
                  </a:cubicBezTo>
                  <a:cubicBezTo>
                    <a:pt x="51486439" y="10570376"/>
                    <a:pt x="51503583" y="10596544"/>
                    <a:pt x="51517551" y="10613564"/>
                  </a:cubicBezTo>
                  <a:cubicBezTo>
                    <a:pt x="51531519" y="10630586"/>
                    <a:pt x="51548663" y="10656804"/>
                    <a:pt x="51555647" y="10671832"/>
                  </a:cubicBezTo>
                  <a:cubicBezTo>
                    <a:pt x="51562639" y="10686862"/>
                    <a:pt x="51580191" y="10710720"/>
                    <a:pt x="51594663" y="10724854"/>
                  </a:cubicBezTo>
                  <a:cubicBezTo>
                    <a:pt x="51609135" y="10738988"/>
                    <a:pt x="51651999" y="10786590"/>
                    <a:pt x="51689911" y="10830636"/>
                  </a:cubicBezTo>
                  <a:cubicBezTo>
                    <a:pt x="51727831" y="10874686"/>
                    <a:pt x="51771495" y="10923266"/>
                    <a:pt x="51786959" y="10938590"/>
                  </a:cubicBezTo>
                  <a:cubicBezTo>
                    <a:pt x="51802415" y="10953912"/>
                    <a:pt x="51825271" y="10985978"/>
                    <a:pt x="51837759" y="11009848"/>
                  </a:cubicBezTo>
                  <a:cubicBezTo>
                    <a:pt x="51850239" y="11033714"/>
                    <a:pt x="51869023" y="11061240"/>
                    <a:pt x="51879503" y="11071014"/>
                  </a:cubicBezTo>
                  <a:cubicBezTo>
                    <a:pt x="51889975" y="11080788"/>
                    <a:pt x="51904263" y="11101142"/>
                    <a:pt x="51911247" y="11116242"/>
                  </a:cubicBezTo>
                  <a:cubicBezTo>
                    <a:pt x="51918239" y="11131354"/>
                    <a:pt x="51942727" y="11163829"/>
                    <a:pt x="51965679" y="11188427"/>
                  </a:cubicBezTo>
                  <a:cubicBezTo>
                    <a:pt x="52038623" y="11266619"/>
                    <a:pt x="52088663" y="11328709"/>
                    <a:pt x="52101751" y="11357274"/>
                  </a:cubicBezTo>
                  <a:cubicBezTo>
                    <a:pt x="52108735" y="11372528"/>
                    <a:pt x="52133479" y="11405123"/>
                    <a:pt x="52156743" y="11429734"/>
                  </a:cubicBezTo>
                  <a:cubicBezTo>
                    <a:pt x="52208607" y="11484580"/>
                    <a:pt x="52249999" y="11537914"/>
                    <a:pt x="52266847" y="11571604"/>
                  </a:cubicBezTo>
                  <a:cubicBezTo>
                    <a:pt x="52273831" y="11585554"/>
                    <a:pt x="52289751" y="11606559"/>
                    <a:pt x="52302215" y="11618263"/>
                  </a:cubicBezTo>
                  <a:cubicBezTo>
                    <a:pt x="52354159" y="11667036"/>
                    <a:pt x="52369023" y="11686427"/>
                    <a:pt x="52379647" y="11719269"/>
                  </a:cubicBezTo>
                  <a:cubicBezTo>
                    <a:pt x="52385807" y="11738287"/>
                    <a:pt x="52407879" y="11770996"/>
                    <a:pt x="52428695" y="11791950"/>
                  </a:cubicBezTo>
                  <a:cubicBezTo>
                    <a:pt x="52473831" y="11837395"/>
                    <a:pt x="52513831" y="11889103"/>
                    <a:pt x="52539903" y="11935699"/>
                  </a:cubicBezTo>
                  <a:cubicBezTo>
                    <a:pt x="52550383" y="11954426"/>
                    <a:pt x="52573239" y="11985288"/>
                    <a:pt x="52590703" y="12004287"/>
                  </a:cubicBezTo>
                  <a:cubicBezTo>
                    <a:pt x="52608167" y="12023286"/>
                    <a:pt x="52631023" y="12057134"/>
                    <a:pt x="52641503" y="12079524"/>
                  </a:cubicBezTo>
                  <a:cubicBezTo>
                    <a:pt x="52651983" y="12101914"/>
                    <a:pt x="52669119" y="12128031"/>
                    <a:pt x="52679599" y="12137546"/>
                  </a:cubicBezTo>
                  <a:cubicBezTo>
                    <a:pt x="52690079" y="12147068"/>
                    <a:pt x="52707223" y="12171565"/>
                    <a:pt x="52717703" y="12191994"/>
                  </a:cubicBezTo>
                  <a:cubicBezTo>
                    <a:pt x="52728183" y="12212429"/>
                    <a:pt x="52771039" y="12266478"/>
                    <a:pt x="52812951" y="12312125"/>
                  </a:cubicBezTo>
                  <a:cubicBezTo>
                    <a:pt x="52854855" y="12357785"/>
                    <a:pt x="52894871" y="12413637"/>
                    <a:pt x="52901847" y="12436287"/>
                  </a:cubicBezTo>
                  <a:cubicBezTo>
                    <a:pt x="52908831" y="12458930"/>
                    <a:pt x="52925983" y="12488153"/>
                    <a:pt x="52939955" y="12501224"/>
                  </a:cubicBezTo>
                  <a:cubicBezTo>
                    <a:pt x="52953919" y="12514314"/>
                    <a:pt x="52973919" y="12540089"/>
                    <a:pt x="52984399" y="12558525"/>
                  </a:cubicBezTo>
                  <a:cubicBezTo>
                    <a:pt x="52994879" y="12576980"/>
                    <a:pt x="53017735" y="12607671"/>
                    <a:pt x="53035199" y="12626765"/>
                  </a:cubicBezTo>
                  <a:cubicBezTo>
                    <a:pt x="53052667" y="12645859"/>
                    <a:pt x="53075523" y="12677290"/>
                    <a:pt x="53086003" y="12696618"/>
                  </a:cubicBezTo>
                  <a:cubicBezTo>
                    <a:pt x="53096479" y="12715946"/>
                    <a:pt x="53116479" y="12744992"/>
                    <a:pt x="53130447" y="12761169"/>
                  </a:cubicBezTo>
                  <a:cubicBezTo>
                    <a:pt x="53144423" y="12777353"/>
                    <a:pt x="53160839" y="12805937"/>
                    <a:pt x="53166935" y="12824683"/>
                  </a:cubicBezTo>
                  <a:cubicBezTo>
                    <a:pt x="53173031" y="12843429"/>
                    <a:pt x="53195895" y="12877568"/>
                    <a:pt x="53217735" y="12900553"/>
                  </a:cubicBezTo>
                  <a:cubicBezTo>
                    <a:pt x="53239575" y="12923544"/>
                    <a:pt x="53262111" y="12962333"/>
                    <a:pt x="53267815" y="12986754"/>
                  </a:cubicBezTo>
                  <a:cubicBezTo>
                    <a:pt x="53273519" y="13011175"/>
                    <a:pt x="53292215" y="13046668"/>
                    <a:pt x="53309367" y="13065604"/>
                  </a:cubicBezTo>
                  <a:cubicBezTo>
                    <a:pt x="53391871" y="13156740"/>
                    <a:pt x="53436159" y="13213889"/>
                    <a:pt x="53445671" y="13241448"/>
                  </a:cubicBezTo>
                  <a:cubicBezTo>
                    <a:pt x="53451407" y="13258081"/>
                    <a:pt x="53468543" y="13286583"/>
                    <a:pt x="53483767" y="13304791"/>
                  </a:cubicBezTo>
                  <a:cubicBezTo>
                    <a:pt x="53498995" y="13322993"/>
                    <a:pt x="53519543" y="13358682"/>
                    <a:pt x="53529439" y="13384071"/>
                  </a:cubicBezTo>
                  <a:cubicBezTo>
                    <a:pt x="53539327" y="13409479"/>
                    <a:pt x="53559335" y="13443504"/>
                    <a:pt x="53573891" y="13459675"/>
                  </a:cubicBezTo>
                  <a:cubicBezTo>
                    <a:pt x="53588447" y="13475865"/>
                    <a:pt x="53605159" y="13504424"/>
                    <a:pt x="53611039" y="13523170"/>
                  </a:cubicBezTo>
                  <a:cubicBezTo>
                    <a:pt x="53616911" y="13541916"/>
                    <a:pt x="53635595" y="13568684"/>
                    <a:pt x="53652543" y="13582660"/>
                  </a:cubicBezTo>
                  <a:cubicBezTo>
                    <a:pt x="53669483" y="13596623"/>
                    <a:pt x="53693008" y="13628054"/>
                    <a:pt x="53704823" y="13652513"/>
                  </a:cubicBezTo>
                  <a:cubicBezTo>
                    <a:pt x="53716631" y="13676953"/>
                    <a:pt x="53737955" y="13710111"/>
                    <a:pt x="53752215" y="13726200"/>
                  </a:cubicBezTo>
                  <a:cubicBezTo>
                    <a:pt x="53766479" y="13742289"/>
                    <a:pt x="53786327" y="13775871"/>
                    <a:pt x="53796327" y="13800849"/>
                  </a:cubicBezTo>
                  <a:cubicBezTo>
                    <a:pt x="53806319" y="13825814"/>
                    <a:pt x="53826327" y="13856568"/>
                    <a:pt x="53840775" y="13869177"/>
                  </a:cubicBezTo>
                  <a:cubicBezTo>
                    <a:pt x="53855223" y="13881799"/>
                    <a:pt x="53875623" y="13910655"/>
                    <a:pt x="53886103" y="13933311"/>
                  </a:cubicBezTo>
                  <a:cubicBezTo>
                    <a:pt x="53896583" y="13955967"/>
                    <a:pt x="53916583" y="13988486"/>
                    <a:pt x="53930552" y="14005581"/>
                  </a:cubicBezTo>
                  <a:cubicBezTo>
                    <a:pt x="53944519" y="14022682"/>
                    <a:pt x="53964351" y="14056245"/>
                    <a:pt x="53974624" y="14080160"/>
                  </a:cubicBezTo>
                  <a:cubicBezTo>
                    <a:pt x="53984895" y="14104056"/>
                    <a:pt x="54002039" y="14132564"/>
                    <a:pt x="54012719" y="14143484"/>
                  </a:cubicBezTo>
                  <a:cubicBezTo>
                    <a:pt x="54041456" y="14172840"/>
                    <a:pt x="54048703" y="14186398"/>
                    <a:pt x="54069867" y="14250380"/>
                  </a:cubicBezTo>
                  <a:cubicBezTo>
                    <a:pt x="54082055" y="14287233"/>
                    <a:pt x="54100819" y="14314773"/>
                    <a:pt x="54121103" y="14325636"/>
                  </a:cubicBezTo>
                  <a:cubicBezTo>
                    <a:pt x="54140760" y="14336151"/>
                    <a:pt x="54158887" y="14362040"/>
                    <a:pt x="54168079" y="14392699"/>
                  </a:cubicBezTo>
                  <a:cubicBezTo>
                    <a:pt x="54176303" y="14420157"/>
                    <a:pt x="54191952" y="14454536"/>
                    <a:pt x="54202848" y="14469113"/>
                  </a:cubicBezTo>
                  <a:cubicBezTo>
                    <a:pt x="54213743" y="14483677"/>
                    <a:pt x="54230655" y="14515918"/>
                    <a:pt x="54240440" y="14540763"/>
                  </a:cubicBezTo>
                  <a:cubicBezTo>
                    <a:pt x="54250231" y="14565627"/>
                    <a:pt x="54270232" y="14599133"/>
                    <a:pt x="54284895" y="14615209"/>
                  </a:cubicBezTo>
                  <a:cubicBezTo>
                    <a:pt x="54299559" y="14631298"/>
                    <a:pt x="54320055" y="14671308"/>
                    <a:pt x="54330456" y="14704112"/>
                  </a:cubicBezTo>
                  <a:cubicBezTo>
                    <a:pt x="54340855" y="14736916"/>
                    <a:pt x="54361671" y="14775180"/>
                    <a:pt x="54376720" y="14789162"/>
                  </a:cubicBezTo>
                  <a:cubicBezTo>
                    <a:pt x="54391767" y="14803125"/>
                    <a:pt x="54411255" y="14837074"/>
                    <a:pt x="54420007" y="14864614"/>
                  </a:cubicBezTo>
                  <a:cubicBezTo>
                    <a:pt x="54428775" y="14892129"/>
                    <a:pt x="54450808" y="14927976"/>
                    <a:pt x="54468992" y="14944242"/>
                  </a:cubicBezTo>
                  <a:cubicBezTo>
                    <a:pt x="54487176" y="14960514"/>
                    <a:pt x="54506363" y="14995140"/>
                    <a:pt x="54511623" y="15021200"/>
                  </a:cubicBezTo>
                  <a:cubicBezTo>
                    <a:pt x="54516887" y="15047247"/>
                    <a:pt x="54535103" y="15079994"/>
                    <a:pt x="54552095" y="15093957"/>
                  </a:cubicBezTo>
                  <a:cubicBezTo>
                    <a:pt x="54569087" y="15107920"/>
                    <a:pt x="54589751" y="15139370"/>
                    <a:pt x="54598027" y="15163804"/>
                  </a:cubicBezTo>
                  <a:cubicBezTo>
                    <a:pt x="54606295" y="15188250"/>
                    <a:pt x="54630103" y="15226324"/>
                    <a:pt x="54650935" y="15248411"/>
                  </a:cubicBezTo>
                  <a:cubicBezTo>
                    <a:pt x="54673967" y="15272832"/>
                    <a:pt x="54693832" y="15312146"/>
                    <a:pt x="54701639" y="15348746"/>
                  </a:cubicBezTo>
                  <a:cubicBezTo>
                    <a:pt x="54708696" y="15381841"/>
                    <a:pt x="54724479" y="15418074"/>
                    <a:pt x="54736719" y="15429234"/>
                  </a:cubicBezTo>
                  <a:cubicBezTo>
                    <a:pt x="54748951" y="15440420"/>
                    <a:pt x="54768959" y="15479892"/>
                    <a:pt x="54781179" y="15516973"/>
                  </a:cubicBezTo>
                  <a:cubicBezTo>
                    <a:pt x="54793395" y="15554060"/>
                    <a:pt x="54815599" y="15599315"/>
                    <a:pt x="54830519" y="15617536"/>
                  </a:cubicBezTo>
                  <a:cubicBezTo>
                    <a:pt x="54845439" y="15635763"/>
                    <a:pt x="54865119" y="15675381"/>
                    <a:pt x="54874255" y="15705572"/>
                  </a:cubicBezTo>
                  <a:cubicBezTo>
                    <a:pt x="54883383" y="15735769"/>
                    <a:pt x="54903383" y="15775773"/>
                    <a:pt x="54918704" y="15794481"/>
                  </a:cubicBezTo>
                  <a:cubicBezTo>
                    <a:pt x="54934015" y="15813170"/>
                    <a:pt x="54953944" y="15852769"/>
                    <a:pt x="54962976" y="15882473"/>
                  </a:cubicBezTo>
                  <a:cubicBezTo>
                    <a:pt x="54972000" y="15912164"/>
                    <a:pt x="54989143" y="15949036"/>
                    <a:pt x="55001071" y="15964391"/>
                  </a:cubicBezTo>
                  <a:cubicBezTo>
                    <a:pt x="55012999" y="15979733"/>
                    <a:pt x="55034175" y="16021616"/>
                    <a:pt x="55048135" y="16057463"/>
                  </a:cubicBezTo>
                  <a:cubicBezTo>
                    <a:pt x="55062087" y="16093291"/>
                    <a:pt x="55082087" y="16130682"/>
                    <a:pt x="55092583" y="16140558"/>
                  </a:cubicBezTo>
                  <a:cubicBezTo>
                    <a:pt x="55103071" y="16150415"/>
                    <a:pt x="55122895" y="16186958"/>
                    <a:pt x="55136639" y="16221742"/>
                  </a:cubicBezTo>
                  <a:cubicBezTo>
                    <a:pt x="55150375" y="16256539"/>
                    <a:pt x="55170383" y="16296296"/>
                    <a:pt x="55181087" y="16310101"/>
                  </a:cubicBezTo>
                  <a:cubicBezTo>
                    <a:pt x="55191791" y="16323906"/>
                    <a:pt x="55211975" y="16364517"/>
                    <a:pt x="55225935" y="16400364"/>
                  </a:cubicBezTo>
                  <a:cubicBezTo>
                    <a:pt x="55239891" y="16436192"/>
                    <a:pt x="55262551" y="16476759"/>
                    <a:pt x="55276287" y="16490488"/>
                  </a:cubicBezTo>
                  <a:cubicBezTo>
                    <a:pt x="55290023" y="16504223"/>
                    <a:pt x="55309335" y="16547093"/>
                    <a:pt x="55319215" y="16585768"/>
                  </a:cubicBezTo>
                  <a:cubicBezTo>
                    <a:pt x="55329099" y="16624418"/>
                    <a:pt x="55351455" y="16671482"/>
                    <a:pt x="55368904" y="16690342"/>
                  </a:cubicBezTo>
                  <a:cubicBezTo>
                    <a:pt x="55386359" y="16709202"/>
                    <a:pt x="55406639" y="16750876"/>
                    <a:pt x="55413976" y="16782946"/>
                  </a:cubicBezTo>
                  <a:cubicBezTo>
                    <a:pt x="55421319" y="16815016"/>
                    <a:pt x="55441928" y="16855861"/>
                    <a:pt x="55459767" y="16873709"/>
                  </a:cubicBezTo>
                  <a:cubicBezTo>
                    <a:pt x="55484139" y="16898073"/>
                    <a:pt x="55491619" y="16917711"/>
                    <a:pt x="55489815" y="16952552"/>
                  </a:cubicBezTo>
                  <a:cubicBezTo>
                    <a:pt x="55486471" y="17017287"/>
                    <a:pt x="55506879" y="17067154"/>
                    <a:pt x="55543559" y="17083863"/>
                  </a:cubicBezTo>
                  <a:cubicBezTo>
                    <a:pt x="55560687" y="17091670"/>
                    <a:pt x="55574347" y="17104336"/>
                    <a:pt x="55573888" y="17112004"/>
                  </a:cubicBezTo>
                  <a:cubicBezTo>
                    <a:pt x="55571359" y="17154956"/>
                    <a:pt x="55606320" y="17265028"/>
                    <a:pt x="55630027" y="17288728"/>
                  </a:cubicBezTo>
                  <a:cubicBezTo>
                    <a:pt x="55645200" y="17303899"/>
                    <a:pt x="55663359" y="17341828"/>
                    <a:pt x="55670384" y="17373006"/>
                  </a:cubicBezTo>
                  <a:cubicBezTo>
                    <a:pt x="55677399" y="17404184"/>
                    <a:pt x="55697444" y="17446642"/>
                    <a:pt x="55714904" y="17467356"/>
                  </a:cubicBezTo>
                  <a:cubicBezTo>
                    <a:pt x="55732367" y="17488076"/>
                    <a:pt x="55753607" y="17530376"/>
                    <a:pt x="55762115" y="17561396"/>
                  </a:cubicBezTo>
                  <a:cubicBezTo>
                    <a:pt x="55770607" y="17592397"/>
                    <a:pt x="55793199" y="17638259"/>
                    <a:pt x="55812304" y="17663300"/>
                  </a:cubicBezTo>
                  <a:cubicBezTo>
                    <a:pt x="55831887" y="17688974"/>
                    <a:pt x="55846163" y="17722999"/>
                    <a:pt x="55845024" y="17741258"/>
                  </a:cubicBezTo>
                  <a:cubicBezTo>
                    <a:pt x="55841751" y="17793820"/>
                    <a:pt x="55866368" y="17867058"/>
                    <a:pt x="55896460" y="17894288"/>
                  </a:cubicBezTo>
                  <a:cubicBezTo>
                    <a:pt x="55913007" y="17909276"/>
                    <a:pt x="55931423" y="17950064"/>
                    <a:pt x="55941503" y="17994098"/>
                  </a:cubicBezTo>
                  <a:cubicBezTo>
                    <a:pt x="55951823" y="18039144"/>
                    <a:pt x="55971719" y="18082754"/>
                    <a:pt x="55991895" y="18104518"/>
                  </a:cubicBezTo>
                  <a:cubicBezTo>
                    <a:pt x="56017663" y="18132292"/>
                    <a:pt x="56027135" y="18158839"/>
                    <a:pt x="56033600" y="18221271"/>
                  </a:cubicBezTo>
                  <a:cubicBezTo>
                    <a:pt x="56039048" y="18273947"/>
                    <a:pt x="56050247" y="18310775"/>
                    <a:pt x="56065759" y="18327066"/>
                  </a:cubicBezTo>
                  <a:cubicBezTo>
                    <a:pt x="56099859" y="18362856"/>
                    <a:pt x="56105695" y="18375611"/>
                    <a:pt x="56121192" y="18448273"/>
                  </a:cubicBezTo>
                  <a:cubicBezTo>
                    <a:pt x="56128815" y="18484019"/>
                    <a:pt x="56142871" y="18521182"/>
                    <a:pt x="56152432" y="18530824"/>
                  </a:cubicBezTo>
                  <a:cubicBezTo>
                    <a:pt x="56181311" y="18559990"/>
                    <a:pt x="56195111" y="18595280"/>
                    <a:pt x="56210319" y="18678913"/>
                  </a:cubicBezTo>
                  <a:cubicBezTo>
                    <a:pt x="56219863" y="18731374"/>
                    <a:pt x="56234271" y="18767202"/>
                    <a:pt x="56252440" y="18783607"/>
                  </a:cubicBezTo>
                  <a:cubicBezTo>
                    <a:pt x="56271703" y="18801012"/>
                    <a:pt x="56285424" y="18837770"/>
                    <a:pt x="56297832" y="18905137"/>
                  </a:cubicBezTo>
                  <a:cubicBezTo>
                    <a:pt x="56309967" y="18971042"/>
                    <a:pt x="56324087" y="19009363"/>
                    <a:pt x="56342279" y="19025806"/>
                  </a:cubicBezTo>
                  <a:cubicBezTo>
                    <a:pt x="56360815" y="19042534"/>
                    <a:pt x="56375511" y="19083474"/>
                    <a:pt x="56390463" y="19160027"/>
                  </a:cubicBezTo>
                  <a:cubicBezTo>
                    <a:pt x="56405831" y="19238706"/>
                    <a:pt x="56419399" y="19275907"/>
                    <a:pt x="56437975" y="19290256"/>
                  </a:cubicBezTo>
                  <a:cubicBezTo>
                    <a:pt x="56457535" y="19305383"/>
                    <a:pt x="56468439" y="19338440"/>
                    <a:pt x="56481983" y="19423724"/>
                  </a:cubicBezTo>
                  <a:cubicBezTo>
                    <a:pt x="56494967" y="19505541"/>
                    <a:pt x="56506495" y="19542054"/>
                    <a:pt x="56523367" y="19553587"/>
                  </a:cubicBezTo>
                  <a:cubicBezTo>
                    <a:pt x="56538015" y="19563598"/>
                    <a:pt x="56550599" y="19594454"/>
                    <a:pt x="56557063" y="19636187"/>
                  </a:cubicBezTo>
                  <a:cubicBezTo>
                    <a:pt x="56570951" y="19725846"/>
                    <a:pt x="56584527" y="19760995"/>
                    <a:pt x="56622791" y="19806270"/>
                  </a:cubicBezTo>
                  <a:cubicBezTo>
                    <a:pt x="56647768" y="19835822"/>
                    <a:pt x="56656935" y="19864298"/>
                    <a:pt x="56663255" y="19931943"/>
                  </a:cubicBezTo>
                  <a:cubicBezTo>
                    <a:pt x="56669887" y="20003011"/>
                    <a:pt x="56678136" y="20027054"/>
                    <a:pt x="56707259" y="20060218"/>
                  </a:cubicBezTo>
                  <a:cubicBezTo>
                    <a:pt x="56736799" y="20093870"/>
                    <a:pt x="56744596" y="20117187"/>
                    <a:pt x="56751647" y="20193063"/>
                  </a:cubicBezTo>
                  <a:cubicBezTo>
                    <a:pt x="56757715" y="20258390"/>
                    <a:pt x="56767919" y="20294575"/>
                    <a:pt x="56786827" y="20317763"/>
                  </a:cubicBezTo>
                  <a:cubicBezTo>
                    <a:pt x="56804424" y="20339351"/>
                    <a:pt x="56816640" y="20378739"/>
                    <a:pt x="56822844" y="20433895"/>
                  </a:cubicBezTo>
                  <a:cubicBezTo>
                    <a:pt x="56832548" y="20520135"/>
                    <a:pt x="56849624" y="20579198"/>
                    <a:pt x="56869823" y="20596379"/>
                  </a:cubicBezTo>
                  <a:cubicBezTo>
                    <a:pt x="56905183" y="20626451"/>
                    <a:pt x="56922495" y="20685187"/>
                    <a:pt x="56922823" y="20776306"/>
                  </a:cubicBezTo>
                  <a:cubicBezTo>
                    <a:pt x="56923215" y="20881923"/>
                    <a:pt x="56929943" y="20904047"/>
                    <a:pt x="56979711" y="20963511"/>
                  </a:cubicBezTo>
                  <a:cubicBezTo>
                    <a:pt x="57007919" y="20997210"/>
                    <a:pt x="57012999" y="21015562"/>
                    <a:pt x="57013103" y="21084158"/>
                  </a:cubicBezTo>
                  <a:cubicBezTo>
                    <a:pt x="57013207" y="21154895"/>
                    <a:pt x="57018663" y="21173235"/>
                    <a:pt x="57056483" y="21230094"/>
                  </a:cubicBezTo>
                  <a:cubicBezTo>
                    <a:pt x="57096320" y="21289975"/>
                    <a:pt x="57099791" y="21303059"/>
                    <a:pt x="57100359" y="21395195"/>
                  </a:cubicBezTo>
                  <a:cubicBezTo>
                    <a:pt x="57101039" y="21504750"/>
                    <a:pt x="57107471" y="21525947"/>
                    <a:pt x="57158607" y="21587279"/>
                  </a:cubicBezTo>
                  <a:cubicBezTo>
                    <a:pt x="57189191" y="21623963"/>
                    <a:pt x="57193583" y="21641315"/>
                    <a:pt x="57198552" y="21745087"/>
                  </a:cubicBezTo>
                  <a:cubicBezTo>
                    <a:pt x="57203759" y="21854046"/>
                    <a:pt x="57206519" y="21863863"/>
                    <a:pt x="57240720" y="21895102"/>
                  </a:cubicBezTo>
                  <a:cubicBezTo>
                    <a:pt x="57276679" y="21927947"/>
                    <a:pt x="57277327" y="21930959"/>
                    <a:pt x="57278047" y="22067495"/>
                  </a:cubicBezTo>
                  <a:cubicBezTo>
                    <a:pt x="57278831" y="22215618"/>
                    <a:pt x="57283735" y="22235451"/>
                    <a:pt x="57334535" y="22295974"/>
                  </a:cubicBezTo>
                  <a:cubicBezTo>
                    <a:pt x="57364631" y="22331823"/>
                    <a:pt x="57367127" y="22344515"/>
                    <a:pt x="57368296" y="22467425"/>
                  </a:cubicBezTo>
                  <a:cubicBezTo>
                    <a:pt x="57369655" y="22611354"/>
                    <a:pt x="57374615" y="22631314"/>
                    <a:pt x="57423431" y="22689570"/>
                  </a:cubicBezTo>
                  <a:cubicBezTo>
                    <a:pt x="57452312" y="22724035"/>
                    <a:pt x="57456839" y="22743983"/>
                    <a:pt x="57465663" y="22875503"/>
                  </a:cubicBezTo>
                  <a:cubicBezTo>
                    <a:pt x="57475040" y="23015198"/>
                    <a:pt x="57477375" y="23024403"/>
                    <a:pt x="57510847" y="23053189"/>
                  </a:cubicBezTo>
                  <a:lnTo>
                    <a:pt x="57546135" y="23083546"/>
                  </a:lnTo>
                  <a:lnTo>
                    <a:pt x="57545735" y="23267303"/>
                  </a:lnTo>
                  <a:cubicBezTo>
                    <a:pt x="57545311" y="23460343"/>
                    <a:pt x="57548951" y="23478302"/>
                    <a:pt x="57601135" y="23540439"/>
                  </a:cubicBezTo>
                  <a:cubicBezTo>
                    <a:pt x="57631615" y="23576735"/>
                    <a:pt x="57634112" y="23590591"/>
                    <a:pt x="57643255" y="23774351"/>
                  </a:cubicBezTo>
                  <a:cubicBezTo>
                    <a:pt x="57651703" y="23944186"/>
                    <a:pt x="57656927" y="23977274"/>
                    <a:pt x="57683295" y="24027870"/>
                  </a:cubicBezTo>
                  <a:cubicBezTo>
                    <a:pt x="57709975" y="24079058"/>
                    <a:pt x="57714167" y="24106686"/>
                    <a:pt x="57718151" y="24257510"/>
                  </a:cubicBezTo>
                  <a:cubicBezTo>
                    <a:pt x="57722959" y="24439802"/>
                    <a:pt x="57726871" y="24456130"/>
                    <a:pt x="57781455" y="24521706"/>
                  </a:cubicBezTo>
                  <a:lnTo>
                    <a:pt x="57816359" y="24563651"/>
                  </a:lnTo>
                  <a:lnTo>
                    <a:pt x="57811647" y="25089362"/>
                  </a:lnTo>
                  <a:lnTo>
                    <a:pt x="57850503" y="25165562"/>
                  </a:lnTo>
                  <a:cubicBezTo>
                    <a:pt x="57888655" y="25240379"/>
                    <a:pt x="57889599" y="25246778"/>
                    <a:pt x="57902479" y="25518554"/>
                  </a:cubicBezTo>
                  <a:cubicBezTo>
                    <a:pt x="57912879" y="25738227"/>
                    <a:pt x="57919807" y="25800983"/>
                    <a:pt x="57936015" y="25822654"/>
                  </a:cubicBezTo>
                  <a:cubicBezTo>
                    <a:pt x="57947255" y="25837671"/>
                    <a:pt x="57961359" y="25864562"/>
                    <a:pt x="57967359" y="25882410"/>
                  </a:cubicBezTo>
                  <a:cubicBezTo>
                    <a:pt x="57973355" y="25900258"/>
                    <a:pt x="57981935" y="26112591"/>
                    <a:pt x="57986407" y="26354262"/>
                  </a:cubicBezTo>
                  <a:cubicBezTo>
                    <a:pt x="57993143" y="26717610"/>
                    <a:pt x="57997847" y="26797635"/>
                    <a:pt x="58013599" y="26816590"/>
                  </a:cubicBezTo>
                  <a:cubicBezTo>
                    <a:pt x="58030279" y="26836666"/>
                    <a:pt x="58033839" y="27106138"/>
                    <a:pt x="58042215" y="28985100"/>
                  </a:cubicBezTo>
                  <a:lnTo>
                    <a:pt x="58051775" y="31131194"/>
                  </a:lnTo>
                  <a:lnTo>
                    <a:pt x="58023159" y="31141104"/>
                  </a:lnTo>
                  <a:cubicBezTo>
                    <a:pt x="57994735" y="31150948"/>
                    <a:pt x="57994535" y="31152874"/>
                    <a:pt x="57991951" y="31434630"/>
                  </a:cubicBezTo>
                  <a:cubicBezTo>
                    <a:pt x="57988359" y="31826616"/>
                    <a:pt x="57972911" y="32017168"/>
                    <a:pt x="57937063" y="32111952"/>
                  </a:cubicBezTo>
                  <a:cubicBezTo>
                    <a:pt x="57911927" y="32178396"/>
                    <a:pt x="57907056" y="32222289"/>
                    <a:pt x="57899079" y="32454850"/>
                  </a:cubicBezTo>
                  <a:cubicBezTo>
                    <a:pt x="57890487" y="32705008"/>
                    <a:pt x="57887695" y="32727457"/>
                    <a:pt x="57853967" y="32816800"/>
                  </a:cubicBezTo>
                  <a:cubicBezTo>
                    <a:pt x="57821399" y="32903056"/>
                    <a:pt x="57817695" y="32929440"/>
                    <a:pt x="57814703" y="33096200"/>
                  </a:cubicBezTo>
                  <a:cubicBezTo>
                    <a:pt x="57809159" y="33405372"/>
                    <a:pt x="57804151" y="33446888"/>
                    <a:pt x="57765935" y="33500005"/>
                  </a:cubicBezTo>
                  <a:cubicBezTo>
                    <a:pt x="57729503" y="33550649"/>
                    <a:pt x="57721671" y="33608016"/>
                    <a:pt x="57719975" y="33836396"/>
                  </a:cubicBezTo>
                  <a:cubicBezTo>
                    <a:pt x="57719223" y="33937656"/>
                    <a:pt x="57716071" y="33951600"/>
                    <a:pt x="57685791" y="33987584"/>
                  </a:cubicBezTo>
                  <a:cubicBezTo>
                    <a:pt x="57640679" y="34041197"/>
                    <a:pt x="57635679" y="34064473"/>
                    <a:pt x="57623543" y="34277300"/>
                  </a:cubicBezTo>
                  <a:cubicBezTo>
                    <a:pt x="57613999" y="34444701"/>
                    <a:pt x="57610175" y="34465292"/>
                    <a:pt x="57581543" y="34503704"/>
                  </a:cubicBezTo>
                  <a:cubicBezTo>
                    <a:pt x="57548559" y="34547953"/>
                    <a:pt x="57545479" y="34573520"/>
                    <a:pt x="57542599" y="34826929"/>
                  </a:cubicBezTo>
                  <a:cubicBezTo>
                    <a:pt x="57541599" y="34914396"/>
                    <a:pt x="57537607" y="34930288"/>
                    <a:pt x="57507775" y="34965744"/>
                  </a:cubicBezTo>
                  <a:cubicBezTo>
                    <a:pt x="57465639" y="35015816"/>
                    <a:pt x="57455983" y="35056104"/>
                    <a:pt x="57453935" y="35190288"/>
                  </a:cubicBezTo>
                  <a:cubicBezTo>
                    <a:pt x="57452327" y="35295389"/>
                    <a:pt x="57451759" y="35297164"/>
                    <a:pt x="57412283" y="35321677"/>
                  </a:cubicBezTo>
                  <a:lnTo>
                    <a:pt x="57372247" y="35346520"/>
                  </a:lnTo>
                  <a:lnTo>
                    <a:pt x="57370823" y="35496696"/>
                  </a:lnTo>
                  <a:cubicBezTo>
                    <a:pt x="57369927" y="35591608"/>
                    <a:pt x="57364143" y="35650748"/>
                    <a:pt x="57355119" y="35657412"/>
                  </a:cubicBezTo>
                  <a:cubicBezTo>
                    <a:pt x="57347263" y="35663208"/>
                    <a:pt x="57327903" y="35684048"/>
                    <a:pt x="57312095" y="35703728"/>
                  </a:cubicBezTo>
                  <a:cubicBezTo>
                    <a:pt x="57283303" y="35739568"/>
                    <a:pt x="57278095" y="35778041"/>
                    <a:pt x="57276088" y="35969516"/>
                  </a:cubicBezTo>
                  <a:cubicBezTo>
                    <a:pt x="57275615" y="36015261"/>
                    <a:pt x="57267527" y="36039213"/>
                    <a:pt x="57242519" y="36068928"/>
                  </a:cubicBezTo>
                  <a:cubicBezTo>
                    <a:pt x="57207128" y="36110992"/>
                    <a:pt x="57191543" y="36174928"/>
                    <a:pt x="57182423" y="36315440"/>
                  </a:cubicBezTo>
                  <a:cubicBezTo>
                    <a:pt x="57179255" y="36364216"/>
                    <a:pt x="57170600" y="36406152"/>
                    <a:pt x="57163184" y="36408620"/>
                  </a:cubicBezTo>
                  <a:cubicBezTo>
                    <a:pt x="57136424" y="36417544"/>
                    <a:pt x="57120399" y="36469624"/>
                    <a:pt x="57110103" y="36581176"/>
                  </a:cubicBezTo>
                  <a:cubicBezTo>
                    <a:pt x="57101095" y="36678784"/>
                    <a:pt x="57094895" y="36699756"/>
                    <a:pt x="57066175" y="36729732"/>
                  </a:cubicBezTo>
                  <a:cubicBezTo>
                    <a:pt x="57040159" y="36756888"/>
                    <a:pt x="57028831" y="36788108"/>
                    <a:pt x="57015159" y="36870344"/>
                  </a:cubicBezTo>
                  <a:cubicBezTo>
                    <a:pt x="57005487" y="36928480"/>
                    <a:pt x="56994807" y="36981764"/>
                    <a:pt x="56991407" y="36988752"/>
                  </a:cubicBezTo>
                  <a:cubicBezTo>
                    <a:pt x="56988015" y="36995736"/>
                    <a:pt x="56975959" y="37019372"/>
                    <a:pt x="56964623" y="37041272"/>
                  </a:cubicBezTo>
                  <a:cubicBezTo>
                    <a:pt x="56938031" y="37092644"/>
                    <a:pt x="56920407" y="37176160"/>
                    <a:pt x="56920107" y="37252216"/>
                  </a:cubicBezTo>
                  <a:cubicBezTo>
                    <a:pt x="56919919" y="37298760"/>
                    <a:pt x="56912151" y="37321648"/>
                    <a:pt x="56885983" y="37352744"/>
                  </a:cubicBezTo>
                  <a:cubicBezTo>
                    <a:pt x="56859919" y="37383712"/>
                    <a:pt x="56848147" y="37418192"/>
                    <a:pt x="56834995" y="37502032"/>
                  </a:cubicBezTo>
                  <a:cubicBezTo>
                    <a:pt x="56823727" y="37573812"/>
                    <a:pt x="56808695" y="37622728"/>
                    <a:pt x="56790976" y="37645248"/>
                  </a:cubicBezTo>
                  <a:cubicBezTo>
                    <a:pt x="56774167" y="37666608"/>
                    <a:pt x="56757939" y="37716652"/>
                    <a:pt x="56747735" y="37778596"/>
                  </a:cubicBezTo>
                  <a:cubicBezTo>
                    <a:pt x="56737232" y="37842348"/>
                    <a:pt x="56721279" y="37890832"/>
                    <a:pt x="56703047" y="37914392"/>
                  </a:cubicBezTo>
                  <a:cubicBezTo>
                    <a:pt x="56685575" y="37936968"/>
                    <a:pt x="56668080" y="37988164"/>
                    <a:pt x="56657487" y="38047744"/>
                  </a:cubicBezTo>
                  <a:cubicBezTo>
                    <a:pt x="56647399" y="38104464"/>
                    <a:pt x="56628936" y="38159668"/>
                    <a:pt x="56612848" y="38181256"/>
                  </a:cubicBezTo>
                  <a:cubicBezTo>
                    <a:pt x="56596903" y="38202640"/>
                    <a:pt x="56578111" y="38258496"/>
                    <a:pt x="56567967" y="38314604"/>
                  </a:cubicBezTo>
                  <a:cubicBezTo>
                    <a:pt x="56558252" y="38368392"/>
                    <a:pt x="56538743" y="38427292"/>
                    <a:pt x="56523927" y="38447596"/>
                  </a:cubicBezTo>
                  <a:cubicBezTo>
                    <a:pt x="56506871" y="38470984"/>
                    <a:pt x="56493479" y="38516456"/>
                    <a:pt x="56486548" y="38574512"/>
                  </a:cubicBezTo>
                  <a:cubicBezTo>
                    <a:pt x="56477972" y="38646296"/>
                    <a:pt x="56468779" y="38672240"/>
                    <a:pt x="56442039" y="38700152"/>
                  </a:cubicBezTo>
                  <a:cubicBezTo>
                    <a:pt x="56415407" y="38727948"/>
                    <a:pt x="56406527" y="38752848"/>
                    <a:pt x="56399691" y="38818848"/>
                  </a:cubicBezTo>
                  <a:cubicBezTo>
                    <a:pt x="56394599" y="38868064"/>
                    <a:pt x="56382671" y="38911024"/>
                    <a:pt x="56370655" y="38923456"/>
                  </a:cubicBezTo>
                  <a:cubicBezTo>
                    <a:pt x="56334023" y="38961344"/>
                    <a:pt x="56310607" y="39020896"/>
                    <a:pt x="56302875" y="39095816"/>
                  </a:cubicBezTo>
                  <a:cubicBezTo>
                    <a:pt x="56297431" y="39148536"/>
                    <a:pt x="56286128" y="39180268"/>
                    <a:pt x="56262996" y="39207760"/>
                  </a:cubicBezTo>
                  <a:cubicBezTo>
                    <a:pt x="56243375" y="39231080"/>
                    <a:pt x="56225631" y="39274136"/>
                    <a:pt x="56217775" y="39317512"/>
                  </a:cubicBezTo>
                  <a:cubicBezTo>
                    <a:pt x="56208920" y="39366344"/>
                    <a:pt x="56194696" y="39398284"/>
                    <a:pt x="56172735" y="39418636"/>
                  </a:cubicBezTo>
                  <a:cubicBezTo>
                    <a:pt x="56148551" y="39441048"/>
                    <a:pt x="56137527" y="39468976"/>
                    <a:pt x="56128056" y="39531832"/>
                  </a:cubicBezTo>
                  <a:cubicBezTo>
                    <a:pt x="56118215" y="39597116"/>
                    <a:pt x="56108511" y="39620760"/>
                    <a:pt x="56083472" y="39640468"/>
                  </a:cubicBezTo>
                  <a:cubicBezTo>
                    <a:pt x="56061584" y="39657680"/>
                    <a:pt x="56045423" y="39690224"/>
                    <a:pt x="56032400" y="39743252"/>
                  </a:cubicBezTo>
                  <a:cubicBezTo>
                    <a:pt x="56020940" y="39789952"/>
                    <a:pt x="56000735" y="39833496"/>
                    <a:pt x="55981679" y="39852600"/>
                  </a:cubicBezTo>
                  <a:cubicBezTo>
                    <a:pt x="55955791" y="39878556"/>
                    <a:pt x="55948887" y="39900356"/>
                    <a:pt x="55943851" y="39972064"/>
                  </a:cubicBezTo>
                  <a:cubicBezTo>
                    <a:pt x="55938599" y="40046720"/>
                    <a:pt x="55932912" y="40063528"/>
                    <a:pt x="55905672" y="40084968"/>
                  </a:cubicBezTo>
                  <a:cubicBezTo>
                    <a:pt x="55883840" y="40102136"/>
                    <a:pt x="55867583" y="40134768"/>
                    <a:pt x="55854600" y="40187476"/>
                  </a:cubicBezTo>
                  <a:cubicBezTo>
                    <a:pt x="55844120" y="40230000"/>
                    <a:pt x="55826424" y="40273492"/>
                    <a:pt x="55815264" y="40284124"/>
                  </a:cubicBezTo>
                  <a:cubicBezTo>
                    <a:pt x="55793896" y="40304476"/>
                    <a:pt x="55782439" y="40333416"/>
                    <a:pt x="55762503" y="40417412"/>
                  </a:cubicBezTo>
                  <a:cubicBezTo>
                    <a:pt x="55755383" y="40447424"/>
                    <a:pt x="55735184" y="40481668"/>
                    <a:pt x="55713607" y="40500300"/>
                  </a:cubicBezTo>
                  <a:cubicBezTo>
                    <a:pt x="55685399" y="40524656"/>
                    <a:pt x="55675047" y="40546836"/>
                    <a:pt x="55669127" y="40595552"/>
                  </a:cubicBezTo>
                  <a:cubicBezTo>
                    <a:pt x="55664879" y="40630476"/>
                    <a:pt x="55650047" y="40673976"/>
                    <a:pt x="55636167" y="40692220"/>
                  </a:cubicBezTo>
                  <a:cubicBezTo>
                    <a:pt x="55622295" y="40710464"/>
                    <a:pt x="55599979" y="40761900"/>
                    <a:pt x="55586583" y="40806520"/>
                  </a:cubicBezTo>
                  <a:cubicBezTo>
                    <a:pt x="55561167" y="40891176"/>
                    <a:pt x="55553239" y="40907532"/>
                    <a:pt x="55516799" y="40950536"/>
                  </a:cubicBezTo>
                  <a:cubicBezTo>
                    <a:pt x="55503855" y="40965808"/>
                    <a:pt x="55494991" y="40996756"/>
                    <a:pt x="55495335" y="41025488"/>
                  </a:cubicBezTo>
                  <a:cubicBezTo>
                    <a:pt x="55495768" y="41062172"/>
                    <a:pt x="55486463" y="41085200"/>
                    <a:pt x="55458167" y="41117424"/>
                  </a:cubicBezTo>
                  <a:cubicBezTo>
                    <a:pt x="55434431" y="41144456"/>
                    <a:pt x="55417791" y="41180040"/>
                    <a:pt x="55413336" y="41213288"/>
                  </a:cubicBezTo>
                  <a:cubicBezTo>
                    <a:pt x="55408144" y="41251964"/>
                    <a:pt x="55398359" y="41269904"/>
                    <a:pt x="55376904" y="41280108"/>
                  </a:cubicBezTo>
                  <a:cubicBezTo>
                    <a:pt x="55360767" y="41287776"/>
                    <a:pt x="55343831" y="41307764"/>
                    <a:pt x="55339271" y="41324528"/>
                  </a:cubicBezTo>
                  <a:cubicBezTo>
                    <a:pt x="55334707" y="41341284"/>
                    <a:pt x="55325303" y="41375576"/>
                    <a:pt x="55318363" y="41400728"/>
                  </a:cubicBezTo>
                  <a:cubicBezTo>
                    <a:pt x="55311431" y="41425876"/>
                    <a:pt x="55291711" y="41463752"/>
                    <a:pt x="55274547" y="41484900"/>
                  </a:cubicBezTo>
                  <a:cubicBezTo>
                    <a:pt x="55257384" y="41506048"/>
                    <a:pt x="55237383" y="41546052"/>
                    <a:pt x="55230095" y="41573800"/>
                  </a:cubicBezTo>
                  <a:cubicBezTo>
                    <a:pt x="55222815" y="41601548"/>
                    <a:pt x="55202811" y="41641552"/>
                    <a:pt x="55185639" y="41662700"/>
                  </a:cubicBezTo>
                  <a:cubicBezTo>
                    <a:pt x="55168487" y="41683848"/>
                    <a:pt x="55148480" y="41723852"/>
                    <a:pt x="55141192" y="41751600"/>
                  </a:cubicBezTo>
                  <a:cubicBezTo>
                    <a:pt x="55133915" y="41779348"/>
                    <a:pt x="55113911" y="41819352"/>
                    <a:pt x="55096747" y="41840500"/>
                  </a:cubicBezTo>
                  <a:cubicBezTo>
                    <a:pt x="55079584" y="41861648"/>
                    <a:pt x="55059607" y="41901652"/>
                    <a:pt x="55052367" y="41929400"/>
                  </a:cubicBezTo>
                  <a:cubicBezTo>
                    <a:pt x="55045120" y="41957148"/>
                    <a:pt x="55024064" y="41992452"/>
                    <a:pt x="55005575" y="42007852"/>
                  </a:cubicBezTo>
                  <a:cubicBezTo>
                    <a:pt x="54980455" y="42028772"/>
                    <a:pt x="54970427" y="42050972"/>
                    <a:pt x="54965915" y="42095608"/>
                  </a:cubicBezTo>
                  <a:cubicBezTo>
                    <a:pt x="54961407" y="42140172"/>
                    <a:pt x="54950688" y="42163952"/>
                    <a:pt x="54923736" y="42189136"/>
                  </a:cubicBezTo>
                  <a:cubicBezTo>
                    <a:pt x="54898711" y="42212528"/>
                    <a:pt x="54885311" y="42239996"/>
                    <a:pt x="54880143" y="42278492"/>
                  </a:cubicBezTo>
                  <a:cubicBezTo>
                    <a:pt x="54874383" y="42321456"/>
                    <a:pt x="54864847" y="42338552"/>
                    <a:pt x="54838151" y="42353812"/>
                  </a:cubicBezTo>
                  <a:cubicBezTo>
                    <a:pt x="54794296" y="42378872"/>
                    <a:pt x="54783848" y="42399644"/>
                    <a:pt x="54784287" y="42460848"/>
                  </a:cubicBezTo>
                  <a:cubicBezTo>
                    <a:pt x="54784583" y="42500072"/>
                    <a:pt x="54778639" y="42512944"/>
                    <a:pt x="54754960" y="42524348"/>
                  </a:cubicBezTo>
                  <a:cubicBezTo>
                    <a:pt x="54712984" y="42544564"/>
                    <a:pt x="54693591" y="42581536"/>
                    <a:pt x="54694672" y="42639300"/>
                  </a:cubicBezTo>
                  <a:cubicBezTo>
                    <a:pt x="54695455" y="42681560"/>
                    <a:pt x="54689559" y="42693140"/>
                    <a:pt x="54655975" y="42715324"/>
                  </a:cubicBezTo>
                  <a:cubicBezTo>
                    <a:pt x="54625383" y="42735528"/>
                    <a:pt x="54614951" y="42753064"/>
                    <a:pt x="54610215" y="42792260"/>
                  </a:cubicBezTo>
                  <a:cubicBezTo>
                    <a:pt x="54605711" y="42829508"/>
                    <a:pt x="54595559" y="42847864"/>
                    <a:pt x="54572111" y="42861184"/>
                  </a:cubicBezTo>
                  <a:cubicBezTo>
                    <a:pt x="54552595" y="42872276"/>
                    <a:pt x="54530759" y="42904488"/>
                    <a:pt x="54516032" y="42943944"/>
                  </a:cubicBezTo>
                  <a:cubicBezTo>
                    <a:pt x="54502767" y="42979480"/>
                    <a:pt x="54482767" y="43015768"/>
                    <a:pt x="54471579" y="43024592"/>
                  </a:cubicBezTo>
                  <a:cubicBezTo>
                    <a:pt x="54460399" y="43033416"/>
                    <a:pt x="54443255" y="43061992"/>
                    <a:pt x="54433487" y="43088092"/>
                  </a:cubicBezTo>
                  <a:cubicBezTo>
                    <a:pt x="54423728" y="43114192"/>
                    <a:pt x="54401431" y="43153252"/>
                    <a:pt x="54383951" y="43174888"/>
                  </a:cubicBezTo>
                  <a:cubicBezTo>
                    <a:pt x="54366475" y="43196520"/>
                    <a:pt x="54349419" y="43233000"/>
                    <a:pt x="54346047" y="43255948"/>
                  </a:cubicBezTo>
                  <a:cubicBezTo>
                    <a:pt x="54341991" y="43283592"/>
                    <a:pt x="54328703" y="43304224"/>
                    <a:pt x="54306687" y="43317072"/>
                  </a:cubicBezTo>
                  <a:cubicBezTo>
                    <a:pt x="54288015" y="43327964"/>
                    <a:pt x="54265104" y="43359220"/>
                    <a:pt x="54254400" y="43388384"/>
                  </a:cubicBezTo>
                  <a:cubicBezTo>
                    <a:pt x="54243919" y="43416940"/>
                    <a:pt x="54224247" y="43456280"/>
                    <a:pt x="54210671" y="43475812"/>
                  </a:cubicBezTo>
                  <a:cubicBezTo>
                    <a:pt x="54197087" y="43495340"/>
                    <a:pt x="54177087" y="43535272"/>
                    <a:pt x="54166224" y="43564552"/>
                  </a:cubicBezTo>
                  <a:cubicBezTo>
                    <a:pt x="54155343" y="43593836"/>
                    <a:pt x="54136327" y="43626444"/>
                    <a:pt x="54123943" y="43637020"/>
                  </a:cubicBezTo>
                  <a:cubicBezTo>
                    <a:pt x="54111575" y="43647596"/>
                    <a:pt x="54091663" y="43679112"/>
                    <a:pt x="54079711" y="43707048"/>
                  </a:cubicBezTo>
                  <a:cubicBezTo>
                    <a:pt x="54067759" y="43734988"/>
                    <a:pt x="54043595" y="43771892"/>
                    <a:pt x="54026016" y="43789056"/>
                  </a:cubicBezTo>
                  <a:cubicBezTo>
                    <a:pt x="54008431" y="43806224"/>
                    <a:pt x="53985999" y="43840512"/>
                    <a:pt x="53976151" y="43865256"/>
                  </a:cubicBezTo>
                  <a:cubicBezTo>
                    <a:pt x="53966304" y="43890004"/>
                    <a:pt x="53949152" y="43917332"/>
                    <a:pt x="53938047" y="43925984"/>
                  </a:cubicBezTo>
                  <a:cubicBezTo>
                    <a:pt x="53926944" y="43934640"/>
                    <a:pt x="53910240" y="43975408"/>
                    <a:pt x="53900943" y="44016576"/>
                  </a:cubicBezTo>
                  <a:cubicBezTo>
                    <a:pt x="53888599" y="44071272"/>
                    <a:pt x="53876655" y="44094732"/>
                    <a:pt x="53856624" y="44103672"/>
                  </a:cubicBezTo>
                  <a:cubicBezTo>
                    <a:pt x="53841536" y="44110400"/>
                    <a:pt x="53824167" y="44133468"/>
                    <a:pt x="53818007" y="44154924"/>
                  </a:cubicBezTo>
                  <a:cubicBezTo>
                    <a:pt x="53811855" y="44176380"/>
                    <a:pt x="53789271" y="44213408"/>
                    <a:pt x="53767823" y="44237212"/>
                  </a:cubicBezTo>
                  <a:cubicBezTo>
                    <a:pt x="53746371" y="44261016"/>
                    <a:pt x="53720727" y="44294340"/>
                    <a:pt x="53710840" y="44311272"/>
                  </a:cubicBezTo>
                  <a:cubicBezTo>
                    <a:pt x="53700947" y="44328200"/>
                    <a:pt x="53684311" y="44347764"/>
                    <a:pt x="53673879" y="44354752"/>
                  </a:cubicBezTo>
                  <a:cubicBezTo>
                    <a:pt x="53663439" y="44361736"/>
                    <a:pt x="53645727" y="44387452"/>
                    <a:pt x="53634535" y="44411900"/>
                  </a:cubicBezTo>
                  <a:cubicBezTo>
                    <a:pt x="53623336" y="44436348"/>
                    <a:pt x="53599623" y="44472088"/>
                    <a:pt x="53581855" y="44491320"/>
                  </a:cubicBezTo>
                  <a:cubicBezTo>
                    <a:pt x="53564087" y="44510560"/>
                    <a:pt x="53543832" y="44544848"/>
                    <a:pt x="53536847" y="44567520"/>
                  </a:cubicBezTo>
                  <a:cubicBezTo>
                    <a:pt x="53529872" y="44590196"/>
                    <a:pt x="53511763" y="44620180"/>
                    <a:pt x="53496615" y="44634152"/>
                  </a:cubicBezTo>
                  <a:cubicBezTo>
                    <a:pt x="53481463" y="44648120"/>
                    <a:pt x="53464855" y="44673840"/>
                    <a:pt x="53459711" y="44691300"/>
                  </a:cubicBezTo>
                  <a:cubicBezTo>
                    <a:pt x="53454551" y="44708764"/>
                    <a:pt x="53433007" y="44745120"/>
                    <a:pt x="53411819" y="44772092"/>
                  </a:cubicBezTo>
                  <a:cubicBezTo>
                    <a:pt x="53390623" y="44799068"/>
                    <a:pt x="53370855" y="44837712"/>
                    <a:pt x="53367879" y="44857968"/>
                  </a:cubicBezTo>
                  <a:cubicBezTo>
                    <a:pt x="53364907" y="44878224"/>
                    <a:pt x="53347415" y="44906384"/>
                    <a:pt x="53329015" y="44920552"/>
                  </a:cubicBezTo>
                  <a:cubicBezTo>
                    <a:pt x="53310608" y="44934720"/>
                    <a:pt x="53286983" y="44963408"/>
                    <a:pt x="53276504" y="44984304"/>
                  </a:cubicBezTo>
                  <a:cubicBezTo>
                    <a:pt x="53266024" y="45005196"/>
                    <a:pt x="53246023" y="45040224"/>
                    <a:pt x="53232047" y="45062136"/>
                  </a:cubicBezTo>
                  <a:cubicBezTo>
                    <a:pt x="53218080" y="45084048"/>
                    <a:pt x="53200935" y="45113740"/>
                    <a:pt x="53193951" y="45128116"/>
                  </a:cubicBezTo>
                  <a:cubicBezTo>
                    <a:pt x="53186968" y="45142496"/>
                    <a:pt x="53168467" y="45165820"/>
                    <a:pt x="53152839" y="45179952"/>
                  </a:cubicBezTo>
                  <a:cubicBezTo>
                    <a:pt x="53137207" y="45194088"/>
                    <a:pt x="53114351" y="45222432"/>
                    <a:pt x="53102039" y="45242952"/>
                  </a:cubicBezTo>
                  <a:cubicBezTo>
                    <a:pt x="53089727" y="45263464"/>
                    <a:pt x="53065367" y="45294360"/>
                    <a:pt x="53047903" y="45311596"/>
                  </a:cubicBezTo>
                  <a:cubicBezTo>
                    <a:pt x="53030439" y="45328840"/>
                    <a:pt x="53010431" y="45354816"/>
                    <a:pt x="53003447" y="45369320"/>
                  </a:cubicBezTo>
                  <a:cubicBezTo>
                    <a:pt x="52996471" y="45383828"/>
                    <a:pt x="52976463" y="45410064"/>
                    <a:pt x="52959000" y="45427624"/>
                  </a:cubicBezTo>
                  <a:cubicBezTo>
                    <a:pt x="52941535" y="45445184"/>
                    <a:pt x="52922255" y="45473864"/>
                    <a:pt x="52916135" y="45491352"/>
                  </a:cubicBezTo>
                  <a:cubicBezTo>
                    <a:pt x="52910032" y="45508840"/>
                    <a:pt x="52890031" y="45538976"/>
                    <a:pt x="52871687" y="45558324"/>
                  </a:cubicBezTo>
                  <a:cubicBezTo>
                    <a:pt x="52853355" y="45577668"/>
                    <a:pt x="52833095" y="45609096"/>
                    <a:pt x="52826691" y="45628172"/>
                  </a:cubicBezTo>
                  <a:cubicBezTo>
                    <a:pt x="52820272" y="45647244"/>
                    <a:pt x="52802159" y="45674280"/>
                    <a:pt x="52786447" y="45688248"/>
                  </a:cubicBezTo>
                  <a:cubicBezTo>
                    <a:pt x="52770727" y="45702220"/>
                    <a:pt x="52750931" y="45730796"/>
                    <a:pt x="52742448" y="45751752"/>
                  </a:cubicBezTo>
                  <a:cubicBezTo>
                    <a:pt x="52733959" y="45772704"/>
                    <a:pt x="52716272" y="45798424"/>
                    <a:pt x="52703127" y="45808900"/>
                  </a:cubicBezTo>
                  <a:cubicBezTo>
                    <a:pt x="52689983" y="45819376"/>
                    <a:pt x="52669311" y="45845052"/>
                    <a:pt x="52657191" y="45865960"/>
                  </a:cubicBezTo>
                  <a:cubicBezTo>
                    <a:pt x="52645063" y="45886864"/>
                    <a:pt x="52618007" y="45920384"/>
                    <a:pt x="52597047" y="45940444"/>
                  </a:cubicBezTo>
                  <a:cubicBezTo>
                    <a:pt x="52576095" y="45960508"/>
                    <a:pt x="52557143" y="45986264"/>
                    <a:pt x="52554935" y="45997684"/>
                  </a:cubicBezTo>
                  <a:cubicBezTo>
                    <a:pt x="52552727" y="46009104"/>
                    <a:pt x="52535583" y="46032124"/>
                    <a:pt x="52516839" y="46048832"/>
                  </a:cubicBezTo>
                  <a:cubicBezTo>
                    <a:pt x="52498095" y="46065544"/>
                    <a:pt x="52477735" y="46094116"/>
                    <a:pt x="52471607" y="46112332"/>
                  </a:cubicBezTo>
                  <a:cubicBezTo>
                    <a:pt x="52465479" y="46130548"/>
                    <a:pt x="52448335" y="46158080"/>
                    <a:pt x="52433503" y="46173512"/>
                  </a:cubicBezTo>
                  <a:cubicBezTo>
                    <a:pt x="52418679" y="46188948"/>
                    <a:pt x="52397983" y="46219948"/>
                    <a:pt x="52387503" y="46242400"/>
                  </a:cubicBezTo>
                  <a:cubicBezTo>
                    <a:pt x="52377023" y="46264856"/>
                    <a:pt x="52356319" y="46295088"/>
                    <a:pt x="52341503" y="46309584"/>
                  </a:cubicBezTo>
                  <a:cubicBezTo>
                    <a:pt x="52326679" y="46324088"/>
                    <a:pt x="52310559" y="46353832"/>
                    <a:pt x="52305679" y="46375688"/>
                  </a:cubicBezTo>
                  <a:cubicBezTo>
                    <a:pt x="52298935" y="46405828"/>
                    <a:pt x="52288575" y="46416804"/>
                    <a:pt x="52262767" y="46421136"/>
                  </a:cubicBezTo>
                  <a:cubicBezTo>
                    <a:pt x="52242471" y="46424540"/>
                    <a:pt x="52223631" y="46438928"/>
                    <a:pt x="52216047" y="46456816"/>
                  </a:cubicBezTo>
                  <a:cubicBezTo>
                    <a:pt x="52203271" y="46486980"/>
                    <a:pt x="52128967" y="46581796"/>
                    <a:pt x="52069999" y="46643180"/>
                  </a:cubicBezTo>
                  <a:cubicBezTo>
                    <a:pt x="52052535" y="46661360"/>
                    <a:pt x="52032615" y="46696132"/>
                    <a:pt x="52025727" y="46720456"/>
                  </a:cubicBezTo>
                  <a:cubicBezTo>
                    <a:pt x="52018327" y="46746600"/>
                    <a:pt x="52001127" y="46770176"/>
                    <a:pt x="51983655" y="46778140"/>
                  </a:cubicBezTo>
                  <a:cubicBezTo>
                    <a:pt x="51966095" y="46786144"/>
                    <a:pt x="51951055" y="46806856"/>
                    <a:pt x="51946583" y="46829196"/>
                  </a:cubicBezTo>
                  <a:cubicBezTo>
                    <a:pt x="51942455" y="46849876"/>
                    <a:pt x="51922783" y="46878796"/>
                    <a:pt x="51902879" y="46893468"/>
                  </a:cubicBezTo>
                  <a:cubicBezTo>
                    <a:pt x="51859191" y="46925680"/>
                    <a:pt x="51778727" y="47016828"/>
                    <a:pt x="51752503" y="47063824"/>
                  </a:cubicBezTo>
                  <a:cubicBezTo>
                    <a:pt x="51742023" y="47082592"/>
                    <a:pt x="51727735" y="47105068"/>
                    <a:pt x="51720751" y="47113772"/>
                  </a:cubicBezTo>
                  <a:cubicBezTo>
                    <a:pt x="51713767" y="47122476"/>
                    <a:pt x="51696623" y="47146336"/>
                    <a:pt x="51682647" y="47166796"/>
                  </a:cubicBezTo>
                  <a:cubicBezTo>
                    <a:pt x="51668679" y="47187256"/>
                    <a:pt x="51647055" y="47210296"/>
                    <a:pt x="51634591" y="47218000"/>
                  </a:cubicBezTo>
                  <a:cubicBezTo>
                    <a:pt x="51622135" y="47225700"/>
                    <a:pt x="51602591" y="47244700"/>
                    <a:pt x="51591167" y="47260224"/>
                  </a:cubicBezTo>
                  <a:cubicBezTo>
                    <a:pt x="51579743" y="47275752"/>
                    <a:pt x="51558511" y="47298480"/>
                    <a:pt x="51543975" y="47310744"/>
                  </a:cubicBezTo>
                  <a:cubicBezTo>
                    <a:pt x="51529439" y="47323004"/>
                    <a:pt x="51508975" y="47351148"/>
                    <a:pt x="51498503" y="47373280"/>
                  </a:cubicBezTo>
                  <a:cubicBezTo>
                    <a:pt x="51488023" y="47395416"/>
                    <a:pt x="51466831" y="47425388"/>
                    <a:pt x="51451415" y="47439888"/>
                  </a:cubicBezTo>
                  <a:cubicBezTo>
                    <a:pt x="51435991" y="47454388"/>
                    <a:pt x="51410271" y="47484800"/>
                    <a:pt x="51394263" y="47507468"/>
                  </a:cubicBezTo>
                  <a:cubicBezTo>
                    <a:pt x="51378247" y="47530140"/>
                    <a:pt x="51357663" y="47554928"/>
                    <a:pt x="51348503" y="47562548"/>
                  </a:cubicBezTo>
                  <a:cubicBezTo>
                    <a:pt x="51339343" y="47570168"/>
                    <a:pt x="51322527" y="47588768"/>
                    <a:pt x="51311127" y="47603876"/>
                  </a:cubicBezTo>
                  <a:cubicBezTo>
                    <a:pt x="51299735" y="47618988"/>
                    <a:pt x="51278647" y="47640760"/>
                    <a:pt x="51264279" y="47652260"/>
                  </a:cubicBezTo>
                  <a:cubicBezTo>
                    <a:pt x="51249911" y="47663760"/>
                    <a:pt x="51232439" y="47685708"/>
                    <a:pt x="51225447" y="47701040"/>
                  </a:cubicBezTo>
                  <a:cubicBezTo>
                    <a:pt x="51207271" y="47740932"/>
                    <a:pt x="51142655" y="47811440"/>
                    <a:pt x="51100327" y="47837584"/>
                  </a:cubicBezTo>
                  <a:cubicBezTo>
                    <a:pt x="51076471" y="47852316"/>
                    <a:pt x="51062183" y="47873392"/>
                    <a:pt x="51058471" y="47899344"/>
                  </a:cubicBezTo>
                  <a:cubicBezTo>
                    <a:pt x="51054623" y="47926184"/>
                    <a:pt x="51036071" y="47952488"/>
                    <a:pt x="51000239" y="47981892"/>
                  </a:cubicBezTo>
                  <a:cubicBezTo>
                    <a:pt x="50924143" y="48044340"/>
                    <a:pt x="50796767" y="48181520"/>
                    <a:pt x="50774599" y="48224900"/>
                  </a:cubicBezTo>
                  <a:cubicBezTo>
                    <a:pt x="50764127" y="48245408"/>
                    <a:pt x="50745935" y="48271008"/>
                    <a:pt x="50734183" y="48281788"/>
                  </a:cubicBezTo>
                  <a:cubicBezTo>
                    <a:pt x="50722431" y="48292572"/>
                    <a:pt x="50706231" y="48317304"/>
                    <a:pt x="50698175" y="48336744"/>
                  </a:cubicBezTo>
                  <a:cubicBezTo>
                    <a:pt x="50689967" y="48356552"/>
                    <a:pt x="50670135" y="48375452"/>
                    <a:pt x="50653063" y="48379736"/>
                  </a:cubicBezTo>
                  <a:cubicBezTo>
                    <a:pt x="50634119" y="48384492"/>
                    <a:pt x="50619439" y="48399940"/>
                    <a:pt x="50614263" y="48420560"/>
                  </a:cubicBezTo>
                  <a:cubicBezTo>
                    <a:pt x="50608511" y="48443472"/>
                    <a:pt x="50592735" y="48458136"/>
                    <a:pt x="50563239" y="48467988"/>
                  </a:cubicBezTo>
                  <a:cubicBezTo>
                    <a:pt x="50531959" y="48478432"/>
                    <a:pt x="50520279" y="48490012"/>
                    <a:pt x="50519575" y="48511248"/>
                  </a:cubicBezTo>
                  <a:cubicBezTo>
                    <a:pt x="50519023" y="48528128"/>
                    <a:pt x="50508039" y="48544056"/>
                    <a:pt x="50493303" y="48549352"/>
                  </a:cubicBezTo>
                  <a:cubicBezTo>
                    <a:pt x="50467111" y="48558760"/>
                    <a:pt x="50455935" y="48569112"/>
                    <a:pt x="50380903" y="48653412"/>
                  </a:cubicBezTo>
                  <a:cubicBezTo>
                    <a:pt x="50356455" y="48680880"/>
                    <a:pt x="50329151" y="48710752"/>
                    <a:pt x="50320231" y="48719800"/>
                  </a:cubicBezTo>
                  <a:cubicBezTo>
                    <a:pt x="50200567" y="48841152"/>
                    <a:pt x="50144983" y="48899052"/>
                    <a:pt x="50022927" y="49029500"/>
                  </a:cubicBezTo>
                  <a:cubicBezTo>
                    <a:pt x="49886287" y="49175536"/>
                    <a:pt x="49522159" y="49548304"/>
                    <a:pt x="49405751" y="49661332"/>
                  </a:cubicBezTo>
                  <a:cubicBezTo>
                    <a:pt x="49375823" y="49690380"/>
                    <a:pt x="49338679" y="49726572"/>
                    <a:pt x="49323199" y="49741756"/>
                  </a:cubicBezTo>
                  <a:cubicBezTo>
                    <a:pt x="49307719" y="49756936"/>
                    <a:pt x="49222399" y="49836948"/>
                    <a:pt x="49133607" y="49919556"/>
                  </a:cubicBezTo>
                  <a:cubicBezTo>
                    <a:pt x="49044815" y="50002164"/>
                    <a:pt x="48934703" y="50106896"/>
                    <a:pt x="48888927" y="50152300"/>
                  </a:cubicBezTo>
                  <a:cubicBezTo>
                    <a:pt x="48843151" y="50197704"/>
                    <a:pt x="48793895" y="50240564"/>
                    <a:pt x="48779479" y="50247552"/>
                  </a:cubicBezTo>
                  <a:cubicBezTo>
                    <a:pt x="48765055" y="50254536"/>
                    <a:pt x="48746983" y="50278460"/>
                    <a:pt x="48739319" y="50300716"/>
                  </a:cubicBezTo>
                  <a:cubicBezTo>
                    <a:pt x="48730791" y="50325472"/>
                    <a:pt x="48714263" y="50343972"/>
                    <a:pt x="48696735" y="50348368"/>
                  </a:cubicBezTo>
                  <a:cubicBezTo>
                    <a:pt x="48680983" y="50352324"/>
                    <a:pt x="48664279" y="50367572"/>
                    <a:pt x="48659623" y="50382252"/>
                  </a:cubicBezTo>
                  <a:cubicBezTo>
                    <a:pt x="48654655" y="50397896"/>
                    <a:pt x="48632647" y="50414968"/>
                    <a:pt x="48606463" y="50423500"/>
                  </a:cubicBezTo>
                  <a:cubicBezTo>
                    <a:pt x="48572415" y="50434584"/>
                    <a:pt x="48561719" y="50445104"/>
                    <a:pt x="48561535" y="50467668"/>
                  </a:cubicBezTo>
                  <a:cubicBezTo>
                    <a:pt x="48561367" y="50488640"/>
                    <a:pt x="48548871" y="50503208"/>
                    <a:pt x="48518727" y="50517584"/>
                  </a:cubicBezTo>
                  <a:cubicBezTo>
                    <a:pt x="48495311" y="50528748"/>
                    <a:pt x="48472639" y="50548972"/>
                    <a:pt x="48468335" y="50562532"/>
                  </a:cubicBezTo>
                  <a:cubicBezTo>
                    <a:pt x="48464031" y="50576088"/>
                    <a:pt x="48449303" y="50590112"/>
                    <a:pt x="48435599" y="50593696"/>
                  </a:cubicBezTo>
                  <a:cubicBezTo>
                    <a:pt x="48421895" y="50597280"/>
                    <a:pt x="48352487" y="50652824"/>
                    <a:pt x="48281367" y="50717132"/>
                  </a:cubicBezTo>
                  <a:cubicBezTo>
                    <a:pt x="48210239" y="50781432"/>
                    <a:pt x="48132047" y="50844804"/>
                    <a:pt x="48107599" y="50857952"/>
                  </a:cubicBezTo>
                  <a:cubicBezTo>
                    <a:pt x="48083151" y="50871100"/>
                    <a:pt x="48050695" y="50896296"/>
                    <a:pt x="48035463" y="50913952"/>
                  </a:cubicBezTo>
                  <a:cubicBezTo>
                    <a:pt x="48020239" y="50931608"/>
                    <a:pt x="47995271" y="50951764"/>
                    <a:pt x="47979983" y="50958752"/>
                  </a:cubicBezTo>
                  <a:cubicBezTo>
                    <a:pt x="47964695" y="50965736"/>
                    <a:pt x="47949167" y="50987000"/>
                    <a:pt x="47945471" y="51006008"/>
                  </a:cubicBezTo>
                  <a:cubicBezTo>
                    <a:pt x="47940559" y="51031284"/>
                    <a:pt x="47927319" y="51044340"/>
                    <a:pt x="47896175" y="51054620"/>
                  </a:cubicBezTo>
                  <a:cubicBezTo>
                    <a:pt x="47868559" y="51063732"/>
                    <a:pt x="47850975" y="51079104"/>
                    <a:pt x="47846143" y="51098352"/>
                  </a:cubicBezTo>
                  <a:cubicBezTo>
                    <a:pt x="47841967" y="51114972"/>
                    <a:pt x="47822591" y="51134704"/>
                    <a:pt x="47802119" y="51143184"/>
                  </a:cubicBezTo>
                  <a:cubicBezTo>
                    <a:pt x="47781999" y="51151512"/>
                    <a:pt x="47761895" y="51169840"/>
                    <a:pt x="47757423" y="51183904"/>
                  </a:cubicBezTo>
                  <a:cubicBezTo>
                    <a:pt x="47752967" y="51197972"/>
                    <a:pt x="47737287" y="51212624"/>
                    <a:pt x="47722599" y="51216468"/>
                  </a:cubicBezTo>
                  <a:cubicBezTo>
                    <a:pt x="47681167" y="51227300"/>
                    <a:pt x="47640479" y="51257228"/>
                    <a:pt x="47519143" y="51366084"/>
                  </a:cubicBezTo>
                  <a:cubicBezTo>
                    <a:pt x="47457439" y="51421448"/>
                    <a:pt x="47387663" y="51477220"/>
                    <a:pt x="47364095" y="51490016"/>
                  </a:cubicBezTo>
                  <a:cubicBezTo>
                    <a:pt x="47340535" y="51502812"/>
                    <a:pt x="47317663" y="51524592"/>
                    <a:pt x="47313271" y="51538416"/>
                  </a:cubicBezTo>
                  <a:cubicBezTo>
                    <a:pt x="47308399" y="51553760"/>
                    <a:pt x="47289655" y="51566536"/>
                    <a:pt x="47265127" y="51571220"/>
                  </a:cubicBezTo>
                  <a:cubicBezTo>
                    <a:pt x="47243031" y="51575444"/>
                    <a:pt x="47216375" y="51589712"/>
                    <a:pt x="47205903" y="51602932"/>
                  </a:cubicBezTo>
                  <a:cubicBezTo>
                    <a:pt x="47195423" y="51616148"/>
                    <a:pt x="47179047" y="51633780"/>
                    <a:pt x="47169503" y="51642108"/>
                  </a:cubicBezTo>
                  <a:cubicBezTo>
                    <a:pt x="47159959" y="51650436"/>
                    <a:pt x="47134239" y="51674884"/>
                    <a:pt x="47112351" y="51696436"/>
                  </a:cubicBezTo>
                  <a:cubicBezTo>
                    <a:pt x="47090463" y="51717988"/>
                    <a:pt x="47050695" y="51748624"/>
                    <a:pt x="47023983" y="51764520"/>
                  </a:cubicBezTo>
                  <a:cubicBezTo>
                    <a:pt x="46997271" y="51780416"/>
                    <a:pt x="46969367" y="51799928"/>
                    <a:pt x="46961959" y="51807884"/>
                  </a:cubicBezTo>
                  <a:cubicBezTo>
                    <a:pt x="46954551" y="51815840"/>
                    <a:pt x="46940071" y="51828064"/>
                    <a:pt x="46929775" y="51835048"/>
                  </a:cubicBezTo>
                  <a:cubicBezTo>
                    <a:pt x="46919471" y="51842036"/>
                    <a:pt x="46896991" y="51859180"/>
                    <a:pt x="46879799" y="51873152"/>
                  </a:cubicBezTo>
                  <a:cubicBezTo>
                    <a:pt x="46862615" y="51887120"/>
                    <a:pt x="46833231" y="51907124"/>
                    <a:pt x="46814503" y="51917600"/>
                  </a:cubicBezTo>
                  <a:cubicBezTo>
                    <a:pt x="46795775" y="51928076"/>
                    <a:pt x="46763303" y="51952752"/>
                    <a:pt x="46742351" y="51972432"/>
                  </a:cubicBezTo>
                  <a:cubicBezTo>
                    <a:pt x="46667295" y="52042920"/>
                    <a:pt x="46607999" y="52089360"/>
                    <a:pt x="46569119" y="52108100"/>
                  </a:cubicBezTo>
                  <a:cubicBezTo>
                    <a:pt x="46547383" y="52118580"/>
                    <a:pt x="46520319" y="52142832"/>
                    <a:pt x="46508975" y="52161992"/>
                  </a:cubicBezTo>
                  <a:cubicBezTo>
                    <a:pt x="46497631" y="52181160"/>
                    <a:pt x="46481207" y="52199736"/>
                    <a:pt x="46472479" y="52203268"/>
                  </a:cubicBezTo>
                  <a:cubicBezTo>
                    <a:pt x="46463743" y="52206804"/>
                    <a:pt x="46441687" y="52219704"/>
                    <a:pt x="46423455" y="52231924"/>
                  </a:cubicBezTo>
                  <a:cubicBezTo>
                    <a:pt x="46405223" y="52244148"/>
                    <a:pt x="46375215" y="52262720"/>
                    <a:pt x="46356775" y="52273200"/>
                  </a:cubicBezTo>
                  <a:cubicBezTo>
                    <a:pt x="46338335" y="52283680"/>
                    <a:pt x="46304415" y="52309396"/>
                    <a:pt x="46281391" y="52330352"/>
                  </a:cubicBezTo>
                  <a:cubicBezTo>
                    <a:pt x="46258367" y="52351304"/>
                    <a:pt x="46224079" y="52373484"/>
                    <a:pt x="46205191" y="52379632"/>
                  </a:cubicBezTo>
                  <a:cubicBezTo>
                    <a:pt x="46186303" y="52385784"/>
                    <a:pt x="46158559" y="52405788"/>
                    <a:pt x="46143535" y="52424080"/>
                  </a:cubicBezTo>
                  <a:cubicBezTo>
                    <a:pt x="46128519" y="52442380"/>
                    <a:pt x="46105655" y="52459216"/>
                    <a:pt x="46092735" y="52461500"/>
                  </a:cubicBezTo>
                  <a:cubicBezTo>
                    <a:pt x="46079823" y="52463780"/>
                    <a:pt x="46053975" y="52483780"/>
                    <a:pt x="46035303" y="52505948"/>
                  </a:cubicBezTo>
                  <a:cubicBezTo>
                    <a:pt x="46016631" y="52528112"/>
                    <a:pt x="45985471" y="52554552"/>
                    <a:pt x="45966055" y="52564696"/>
                  </a:cubicBezTo>
                  <a:cubicBezTo>
                    <a:pt x="45946631" y="52574848"/>
                    <a:pt x="45916991" y="52591996"/>
                    <a:pt x="45900175" y="52602800"/>
                  </a:cubicBezTo>
                  <a:cubicBezTo>
                    <a:pt x="45883359" y="52613608"/>
                    <a:pt x="45854519" y="52631020"/>
                    <a:pt x="45836079" y="52641500"/>
                  </a:cubicBezTo>
                  <a:cubicBezTo>
                    <a:pt x="45817639" y="52651980"/>
                    <a:pt x="45796839" y="52668496"/>
                    <a:pt x="45789847" y="52678204"/>
                  </a:cubicBezTo>
                  <a:cubicBezTo>
                    <a:pt x="45782863" y="52687916"/>
                    <a:pt x="45760591" y="52705056"/>
                    <a:pt x="45740351" y="52716304"/>
                  </a:cubicBezTo>
                  <a:cubicBezTo>
                    <a:pt x="45720111" y="52727548"/>
                    <a:pt x="45683615" y="52753896"/>
                    <a:pt x="45659247" y="52774848"/>
                  </a:cubicBezTo>
                  <a:cubicBezTo>
                    <a:pt x="45634887" y="52795804"/>
                    <a:pt x="45600015" y="52817984"/>
                    <a:pt x="45581751" y="52824132"/>
                  </a:cubicBezTo>
                  <a:cubicBezTo>
                    <a:pt x="45563495" y="52830280"/>
                    <a:pt x="45536287" y="52850288"/>
                    <a:pt x="45521295" y="52868580"/>
                  </a:cubicBezTo>
                  <a:cubicBezTo>
                    <a:pt x="45506311" y="52886880"/>
                    <a:pt x="45485391" y="52906464"/>
                    <a:pt x="45474815" y="52912108"/>
                  </a:cubicBezTo>
                  <a:cubicBezTo>
                    <a:pt x="45424815" y="52938784"/>
                    <a:pt x="45341295" y="53003196"/>
                    <a:pt x="45303431" y="53044280"/>
                  </a:cubicBezTo>
                  <a:cubicBezTo>
                    <a:pt x="45271583" y="53078840"/>
                    <a:pt x="45251735" y="53089596"/>
                    <a:pt x="45220879" y="53089040"/>
                  </a:cubicBezTo>
                  <a:cubicBezTo>
                    <a:pt x="45190599" y="53088492"/>
                    <a:pt x="45171343" y="53098528"/>
                    <a:pt x="45145279" y="53128428"/>
                  </a:cubicBezTo>
                  <a:cubicBezTo>
                    <a:pt x="45125295" y="53151368"/>
                    <a:pt x="45089935" y="53173616"/>
                    <a:pt x="45062735" y="53180388"/>
                  </a:cubicBezTo>
                  <a:cubicBezTo>
                    <a:pt x="45029351" y="53188684"/>
                    <a:pt x="45008967" y="53203744"/>
                    <a:pt x="44994423" y="53230808"/>
                  </a:cubicBezTo>
                  <a:cubicBezTo>
                    <a:pt x="44981255" y="53255336"/>
                    <a:pt x="44959087" y="53273188"/>
                    <a:pt x="44933607" y="53279792"/>
                  </a:cubicBezTo>
                  <a:cubicBezTo>
                    <a:pt x="44910063" y="53285896"/>
                    <a:pt x="44887791" y="53302732"/>
                    <a:pt x="44879655" y="53320584"/>
                  </a:cubicBezTo>
                  <a:cubicBezTo>
                    <a:pt x="44870383" y="53340944"/>
                    <a:pt x="44850623" y="53354048"/>
                    <a:pt x="44819831" y="53360248"/>
                  </a:cubicBezTo>
                  <a:cubicBezTo>
                    <a:pt x="44794543" y="53365344"/>
                    <a:pt x="44760903" y="53381440"/>
                    <a:pt x="44745079" y="53396028"/>
                  </a:cubicBezTo>
                  <a:cubicBezTo>
                    <a:pt x="44729255" y="53410620"/>
                    <a:pt x="44698047" y="53428268"/>
                    <a:pt x="44675735" y="53435248"/>
                  </a:cubicBezTo>
                  <a:cubicBezTo>
                    <a:pt x="44653415" y="53442232"/>
                    <a:pt x="44619063" y="53462240"/>
                    <a:pt x="44599399" y="53479700"/>
                  </a:cubicBezTo>
                  <a:cubicBezTo>
                    <a:pt x="44579727" y="53497164"/>
                    <a:pt x="44545807" y="53520020"/>
                    <a:pt x="44524007" y="53530500"/>
                  </a:cubicBezTo>
                  <a:cubicBezTo>
                    <a:pt x="44502215" y="53540980"/>
                    <a:pt x="44472831" y="53560980"/>
                    <a:pt x="44458719" y="53574952"/>
                  </a:cubicBezTo>
                  <a:cubicBezTo>
                    <a:pt x="44444607" y="53588920"/>
                    <a:pt x="44415447" y="53606032"/>
                    <a:pt x="44393911" y="53612976"/>
                  </a:cubicBezTo>
                  <a:cubicBezTo>
                    <a:pt x="44372375" y="53619916"/>
                    <a:pt x="44340463" y="53640680"/>
                    <a:pt x="44322999" y="53659120"/>
                  </a:cubicBezTo>
                  <a:cubicBezTo>
                    <a:pt x="44305536" y="53677556"/>
                    <a:pt x="44274440" y="53700448"/>
                    <a:pt x="44253896" y="53710000"/>
                  </a:cubicBezTo>
                  <a:cubicBezTo>
                    <a:pt x="44233344" y="53719544"/>
                    <a:pt x="44207632" y="53737012"/>
                    <a:pt x="44196744" y="53748816"/>
                  </a:cubicBezTo>
                  <a:cubicBezTo>
                    <a:pt x="44185856" y="53760624"/>
                    <a:pt x="44148592" y="53780632"/>
                    <a:pt x="44113936" y="53793268"/>
                  </a:cubicBezTo>
                  <a:cubicBezTo>
                    <a:pt x="44079272" y="53805904"/>
                    <a:pt x="44039744" y="53827680"/>
                    <a:pt x="44026080" y="53841648"/>
                  </a:cubicBezTo>
                  <a:cubicBezTo>
                    <a:pt x="44012432" y="53855620"/>
                    <a:pt x="43981112" y="53877932"/>
                    <a:pt x="43956496" y="53891240"/>
                  </a:cubicBezTo>
                  <a:cubicBezTo>
                    <a:pt x="43931888" y="53904544"/>
                    <a:pt x="43898816" y="53929376"/>
                    <a:pt x="43883016" y="53946432"/>
                  </a:cubicBezTo>
                  <a:cubicBezTo>
                    <a:pt x="43862592" y="53968464"/>
                    <a:pt x="43836656" y="53979128"/>
                    <a:pt x="43793368" y="53983292"/>
                  </a:cubicBezTo>
                  <a:cubicBezTo>
                    <a:pt x="43746416" y="53987804"/>
                    <a:pt x="43726272" y="53996988"/>
                    <a:pt x="43705496" y="54023352"/>
                  </a:cubicBezTo>
                  <a:cubicBezTo>
                    <a:pt x="43690672" y="54042160"/>
                    <a:pt x="43659312" y="54063268"/>
                    <a:pt x="43635800" y="54070248"/>
                  </a:cubicBezTo>
                  <a:cubicBezTo>
                    <a:pt x="43612296" y="54077232"/>
                    <a:pt x="43582080" y="54094380"/>
                    <a:pt x="43568648" y="54108352"/>
                  </a:cubicBezTo>
                  <a:cubicBezTo>
                    <a:pt x="43555224" y="54122320"/>
                    <a:pt x="43520872" y="54142320"/>
                    <a:pt x="43492320" y="54152800"/>
                  </a:cubicBezTo>
                  <a:cubicBezTo>
                    <a:pt x="43461432" y="54164136"/>
                    <a:pt x="43431232" y="54186904"/>
                    <a:pt x="43417776" y="54209024"/>
                  </a:cubicBezTo>
                  <a:cubicBezTo>
                    <a:pt x="43402408" y="54234296"/>
                    <a:pt x="43382104" y="54248124"/>
                    <a:pt x="43354416" y="54252184"/>
                  </a:cubicBezTo>
                  <a:cubicBezTo>
                    <a:pt x="43332008" y="54255480"/>
                    <a:pt x="43294328" y="54273036"/>
                    <a:pt x="43270680" y="54291208"/>
                  </a:cubicBezTo>
                  <a:cubicBezTo>
                    <a:pt x="43247032" y="54309380"/>
                    <a:pt x="43210304" y="54328936"/>
                    <a:pt x="43189056" y="54334668"/>
                  </a:cubicBezTo>
                  <a:cubicBezTo>
                    <a:pt x="43167808" y="54340400"/>
                    <a:pt x="43130824" y="54360396"/>
                    <a:pt x="43106872" y="54379120"/>
                  </a:cubicBezTo>
                  <a:cubicBezTo>
                    <a:pt x="43082912" y="54397832"/>
                    <a:pt x="43045368" y="54421628"/>
                    <a:pt x="43023440" y="54431988"/>
                  </a:cubicBezTo>
                  <a:cubicBezTo>
                    <a:pt x="43001520" y="54442352"/>
                    <a:pt x="42969768" y="54459496"/>
                    <a:pt x="42952896" y="54470088"/>
                  </a:cubicBezTo>
                  <a:cubicBezTo>
                    <a:pt x="42936024" y="54480680"/>
                    <a:pt x="42896032" y="54497920"/>
                    <a:pt x="42864024" y="54508400"/>
                  </a:cubicBezTo>
                  <a:cubicBezTo>
                    <a:pt x="42832008" y="54518880"/>
                    <a:pt x="42792400" y="54541736"/>
                    <a:pt x="42776000" y="54559200"/>
                  </a:cubicBezTo>
                  <a:cubicBezTo>
                    <a:pt x="42759600" y="54576664"/>
                    <a:pt x="42722752" y="54598900"/>
                    <a:pt x="42694128" y="54608612"/>
                  </a:cubicBezTo>
                  <a:cubicBezTo>
                    <a:pt x="42665496" y="54618328"/>
                    <a:pt x="42628856" y="54640540"/>
                    <a:pt x="42612696" y="54657972"/>
                  </a:cubicBezTo>
                  <a:cubicBezTo>
                    <a:pt x="42595896" y="54676104"/>
                    <a:pt x="42557624" y="54695560"/>
                    <a:pt x="42523288" y="54703416"/>
                  </a:cubicBezTo>
                  <a:cubicBezTo>
                    <a:pt x="42490264" y="54710968"/>
                    <a:pt x="42449256" y="54725900"/>
                    <a:pt x="42432152" y="54736596"/>
                  </a:cubicBezTo>
                  <a:cubicBezTo>
                    <a:pt x="42415048" y="54747300"/>
                    <a:pt x="42381624" y="54766716"/>
                    <a:pt x="42357880" y="54779744"/>
                  </a:cubicBezTo>
                  <a:cubicBezTo>
                    <a:pt x="42334128" y="54792780"/>
                    <a:pt x="42297952" y="54815636"/>
                    <a:pt x="42277480" y="54830544"/>
                  </a:cubicBezTo>
                  <a:cubicBezTo>
                    <a:pt x="42257008" y="54845452"/>
                    <a:pt x="42233104" y="54858696"/>
                    <a:pt x="42224352" y="54859984"/>
                  </a:cubicBezTo>
                  <a:cubicBezTo>
                    <a:pt x="42191352" y="54864812"/>
                    <a:pt x="42123272" y="54891608"/>
                    <a:pt x="42091320" y="54912332"/>
                  </a:cubicBezTo>
                  <a:cubicBezTo>
                    <a:pt x="42073080" y="54924168"/>
                    <a:pt x="42034824" y="54941560"/>
                    <a:pt x="42006304" y="54950984"/>
                  </a:cubicBezTo>
                  <a:cubicBezTo>
                    <a:pt x="41972896" y="54962024"/>
                    <a:pt x="41946208" y="54981864"/>
                    <a:pt x="41931272" y="55006776"/>
                  </a:cubicBezTo>
                  <a:cubicBezTo>
                    <a:pt x="41910984" y="55040608"/>
                    <a:pt x="41899888" y="55045984"/>
                    <a:pt x="41842368" y="55049844"/>
                  </a:cubicBezTo>
                  <a:cubicBezTo>
                    <a:pt x="41791184" y="55053280"/>
                    <a:pt x="41771032" y="55061136"/>
                    <a:pt x="41751248" y="55085384"/>
                  </a:cubicBezTo>
                  <a:cubicBezTo>
                    <a:pt x="41737280" y="55102504"/>
                    <a:pt x="41717280" y="55119208"/>
                    <a:pt x="41706800" y="55122496"/>
                  </a:cubicBezTo>
                  <a:cubicBezTo>
                    <a:pt x="41627064" y="55147548"/>
                    <a:pt x="41598576" y="55161944"/>
                    <a:pt x="41571992" y="55190628"/>
                  </a:cubicBezTo>
                  <a:cubicBezTo>
                    <a:pt x="41550560" y="55213752"/>
                    <a:pt x="41520248" y="55227152"/>
                    <a:pt x="41469656" y="55235864"/>
                  </a:cubicBezTo>
                  <a:cubicBezTo>
                    <a:pt x="41430120" y="55242680"/>
                    <a:pt x="41381224" y="55260380"/>
                    <a:pt x="41361000" y="55275200"/>
                  </a:cubicBezTo>
                  <a:cubicBezTo>
                    <a:pt x="41340784" y="55290020"/>
                    <a:pt x="41294584" y="55307696"/>
                    <a:pt x="41258344" y="55314472"/>
                  </a:cubicBezTo>
                  <a:cubicBezTo>
                    <a:pt x="41203944" y="55324640"/>
                    <a:pt x="41187864" y="55334112"/>
                    <a:pt x="41166160" y="55368776"/>
                  </a:cubicBezTo>
                  <a:cubicBezTo>
                    <a:pt x="41141432" y="55408264"/>
                    <a:pt x="41135400" y="55410840"/>
                    <a:pt x="41064560" y="55412136"/>
                  </a:cubicBezTo>
                  <a:cubicBezTo>
                    <a:pt x="40999664" y="55413324"/>
                    <a:pt x="40985472" y="55418104"/>
                    <a:pt x="40961928" y="55446728"/>
                  </a:cubicBezTo>
                  <a:cubicBezTo>
                    <a:pt x="40944888" y="55467456"/>
                    <a:pt x="40911544" y="55485532"/>
                    <a:pt x="40873296" y="55494796"/>
                  </a:cubicBezTo>
                  <a:cubicBezTo>
                    <a:pt x="40839568" y="55502956"/>
                    <a:pt x="40796256" y="55522960"/>
                    <a:pt x="40777048" y="55539248"/>
                  </a:cubicBezTo>
                  <a:cubicBezTo>
                    <a:pt x="40756336" y="55556796"/>
                    <a:pt x="40714856" y="55573056"/>
                    <a:pt x="40675184" y="55579168"/>
                  </a:cubicBezTo>
                  <a:cubicBezTo>
                    <a:pt x="40626792" y="55586628"/>
                    <a:pt x="40599784" y="55598944"/>
                    <a:pt x="40577696" y="55623620"/>
                  </a:cubicBezTo>
                  <a:cubicBezTo>
                    <a:pt x="40560888" y="55642392"/>
                    <a:pt x="40524440" y="55664520"/>
                    <a:pt x="40496696" y="55672808"/>
                  </a:cubicBezTo>
                  <a:cubicBezTo>
                    <a:pt x="40468952" y="55681084"/>
                    <a:pt x="40430616" y="55702840"/>
                    <a:pt x="40411504" y="55721152"/>
                  </a:cubicBezTo>
                  <a:cubicBezTo>
                    <a:pt x="40389408" y="55742320"/>
                    <a:pt x="40347312" y="55761316"/>
                    <a:pt x="40295896" y="55773308"/>
                  </a:cubicBezTo>
                  <a:cubicBezTo>
                    <a:pt x="40251432" y="55783684"/>
                    <a:pt x="40202072" y="55804364"/>
                    <a:pt x="40186200" y="55819272"/>
                  </a:cubicBezTo>
                  <a:cubicBezTo>
                    <a:pt x="40167048" y="55837264"/>
                    <a:pt x="40129328" y="55850396"/>
                    <a:pt x="40073928" y="55858364"/>
                  </a:cubicBezTo>
                  <a:cubicBezTo>
                    <a:pt x="40011760" y="55867304"/>
                    <a:pt x="39983208" y="55878220"/>
                    <a:pt x="39961912" y="55901176"/>
                  </a:cubicBezTo>
                  <a:cubicBezTo>
                    <a:pt x="39943480" y="55921056"/>
                    <a:pt x="39904456" y="55938732"/>
                    <a:pt x="39851944" y="55950984"/>
                  </a:cubicBezTo>
                  <a:cubicBezTo>
                    <a:pt x="39807176" y="55961428"/>
                    <a:pt x="39757568" y="55982164"/>
                    <a:pt x="39741704" y="55997072"/>
                  </a:cubicBezTo>
                  <a:cubicBezTo>
                    <a:pt x="39722488" y="56015124"/>
                    <a:pt x="39684760" y="56028208"/>
                    <a:pt x="39628696" y="56036272"/>
                  </a:cubicBezTo>
                  <a:cubicBezTo>
                    <a:pt x="39543632" y="56048496"/>
                    <a:pt x="39505120" y="56065048"/>
                    <a:pt x="39473072" y="56103132"/>
                  </a:cubicBezTo>
                  <a:cubicBezTo>
                    <a:pt x="39460008" y="56118656"/>
                    <a:pt x="39433928" y="56124000"/>
                    <a:pt x="39371472" y="56123936"/>
                  </a:cubicBezTo>
                  <a:cubicBezTo>
                    <a:pt x="39296120" y="56123860"/>
                    <a:pt x="39284536" y="56127320"/>
                    <a:pt x="39259160" y="56157504"/>
                  </a:cubicBezTo>
                  <a:cubicBezTo>
                    <a:pt x="39239648" y="56180712"/>
                    <a:pt x="39212064" y="56194344"/>
                    <a:pt x="39170256" y="56201456"/>
                  </a:cubicBezTo>
                  <a:cubicBezTo>
                    <a:pt x="39091816" y="56214796"/>
                    <a:pt x="39064864" y="56227848"/>
                    <a:pt x="39031800" y="56268512"/>
                  </a:cubicBezTo>
                  <a:cubicBezTo>
                    <a:pt x="39008872" y="56296712"/>
                    <a:pt x="38991696" y="56302828"/>
                    <a:pt x="38918984" y="56308664"/>
                  </a:cubicBezTo>
                  <a:cubicBezTo>
                    <a:pt x="38847952" y="56314368"/>
                    <a:pt x="38825992" y="56321888"/>
                    <a:pt x="38791184" y="56352456"/>
                  </a:cubicBezTo>
                  <a:cubicBezTo>
                    <a:pt x="38755896" y="56383436"/>
                    <a:pt x="38734472" y="56390584"/>
                    <a:pt x="38657696" y="56397024"/>
                  </a:cubicBezTo>
                  <a:cubicBezTo>
                    <a:pt x="38581448" y="56403416"/>
                    <a:pt x="38559400" y="56410704"/>
                    <a:pt x="38525072" y="56440840"/>
                  </a:cubicBezTo>
                  <a:cubicBezTo>
                    <a:pt x="38488672" y="56472796"/>
                    <a:pt x="38473792" y="56477088"/>
                    <a:pt x="38396728" y="56477836"/>
                  </a:cubicBezTo>
                  <a:cubicBezTo>
                    <a:pt x="38297312" y="56478808"/>
                    <a:pt x="38269768" y="56488384"/>
                    <a:pt x="38231704" y="56535208"/>
                  </a:cubicBezTo>
                  <a:cubicBezTo>
                    <a:pt x="38208776" y="56563412"/>
                    <a:pt x="38191600" y="56569528"/>
                    <a:pt x="38118888" y="56575360"/>
                  </a:cubicBezTo>
                  <a:cubicBezTo>
                    <a:pt x="38047208" y="56581116"/>
                    <a:pt x="38026016" y="56588484"/>
                    <a:pt x="37989888" y="56620204"/>
                  </a:cubicBezTo>
                  <a:cubicBezTo>
                    <a:pt x="37952960" y="56652624"/>
                    <a:pt x="37933528" y="56659096"/>
                    <a:pt x="37856600" y="56664604"/>
                  </a:cubicBezTo>
                  <a:cubicBezTo>
                    <a:pt x="37780496" y="56670048"/>
                    <a:pt x="37760056" y="56676732"/>
                    <a:pt x="37724784" y="56707700"/>
                  </a:cubicBezTo>
                  <a:cubicBezTo>
                    <a:pt x="37687360" y="56740560"/>
                    <a:pt x="37673392" y="56744504"/>
                    <a:pt x="37589896" y="56745824"/>
                  </a:cubicBezTo>
                  <a:cubicBezTo>
                    <a:pt x="37482112" y="56747524"/>
                    <a:pt x="37456568" y="56756000"/>
                    <a:pt x="37417432" y="56803076"/>
                  </a:cubicBezTo>
                  <a:cubicBezTo>
                    <a:pt x="37391040" y="56834812"/>
                    <a:pt x="37380232" y="56837792"/>
                    <a:pt x="37272328" y="56842948"/>
                  </a:cubicBezTo>
                  <a:cubicBezTo>
                    <a:pt x="37163040" y="56848168"/>
                    <a:pt x="37153616" y="56850836"/>
                    <a:pt x="37121936" y="56885528"/>
                  </a:cubicBezTo>
                  <a:cubicBezTo>
                    <a:pt x="37090104" y="56920384"/>
                    <a:pt x="37082304" y="56922548"/>
                    <a:pt x="36987648" y="56922764"/>
                  </a:cubicBezTo>
                  <a:cubicBezTo>
                    <a:pt x="36932376" y="56922896"/>
                    <a:pt x="36878352" y="56928164"/>
                    <a:pt x="36867600" y="56934472"/>
                  </a:cubicBezTo>
                  <a:cubicBezTo>
                    <a:pt x="36856848" y="56940780"/>
                    <a:pt x="36833992" y="56954296"/>
                    <a:pt x="36816800" y="56964512"/>
                  </a:cubicBezTo>
                  <a:cubicBezTo>
                    <a:pt x="36763288" y="56996304"/>
                    <a:pt x="36750392" y="56999896"/>
                    <a:pt x="36640808" y="57013500"/>
                  </a:cubicBezTo>
                  <a:cubicBezTo>
                    <a:pt x="36535040" y="57026628"/>
                    <a:pt x="36495528" y="57041592"/>
                    <a:pt x="36464808" y="57080156"/>
                  </a:cubicBezTo>
                  <a:cubicBezTo>
                    <a:pt x="36452968" y="57095016"/>
                    <a:pt x="36425160" y="57100236"/>
                    <a:pt x="36356856" y="57100440"/>
                  </a:cubicBezTo>
                  <a:cubicBezTo>
                    <a:pt x="36273464" y="57100680"/>
                    <a:pt x="36257872" y="57105024"/>
                    <a:pt x="36190312" y="57146820"/>
                  </a:cubicBezTo>
                  <a:lnTo>
                    <a:pt x="36115776" y="57192932"/>
                  </a:lnTo>
                  <a:lnTo>
                    <a:pt x="35961712" y="57191460"/>
                  </a:lnTo>
                  <a:cubicBezTo>
                    <a:pt x="35814800" y="57190064"/>
                    <a:pt x="35806472" y="57191380"/>
                    <a:pt x="35782248" y="57219832"/>
                  </a:cubicBezTo>
                  <a:cubicBezTo>
                    <a:pt x="35746712" y="57261572"/>
                    <a:pt x="35735104" y="57265192"/>
                    <a:pt x="35588920" y="57280056"/>
                  </a:cubicBezTo>
                  <a:cubicBezTo>
                    <a:pt x="35462008" y="57292968"/>
                    <a:pt x="35416712" y="57307864"/>
                    <a:pt x="35386128" y="57346756"/>
                  </a:cubicBezTo>
                  <a:cubicBezTo>
                    <a:pt x="35375008" y="57360896"/>
                    <a:pt x="35328560" y="57368944"/>
                    <a:pt x="35210576" y="57377156"/>
                  </a:cubicBezTo>
                  <a:cubicBezTo>
                    <a:pt x="35060424" y="57387608"/>
                    <a:pt x="35047824" y="57390556"/>
                    <a:pt x="35013880" y="57423068"/>
                  </a:cubicBezTo>
                  <a:cubicBezTo>
                    <a:pt x="34978552" y="57456920"/>
                    <a:pt x="34972560" y="57458036"/>
                    <a:pt x="34779808" y="57466680"/>
                  </a:cubicBezTo>
                  <a:cubicBezTo>
                    <a:pt x="34583832" y="57475468"/>
                    <a:pt x="34581632" y="57475896"/>
                    <a:pt x="34543376" y="57512552"/>
                  </a:cubicBezTo>
                  <a:lnTo>
                    <a:pt x="34504760" y="57549548"/>
                  </a:lnTo>
                  <a:lnTo>
                    <a:pt x="34318008" y="57547192"/>
                  </a:lnTo>
                  <a:cubicBezTo>
                    <a:pt x="34215288" y="57545896"/>
                    <a:pt x="34119824" y="57550212"/>
                    <a:pt x="34105848" y="57556784"/>
                  </a:cubicBezTo>
                  <a:cubicBezTo>
                    <a:pt x="34091880" y="57563364"/>
                    <a:pt x="34068144" y="57583808"/>
                    <a:pt x="34053104" y="57602232"/>
                  </a:cubicBezTo>
                  <a:cubicBezTo>
                    <a:pt x="34025792" y="57635688"/>
                    <a:pt x="34025576" y="57635724"/>
                    <a:pt x="33843552" y="57634740"/>
                  </a:cubicBezTo>
                  <a:cubicBezTo>
                    <a:pt x="33656080" y="57633720"/>
                    <a:pt x="33625896" y="57639012"/>
                    <a:pt x="33545016" y="57687076"/>
                  </a:cubicBezTo>
                  <a:cubicBezTo>
                    <a:pt x="33501040" y="57713216"/>
                    <a:pt x="33479344" y="57715448"/>
                    <a:pt x="33230316" y="57719456"/>
                  </a:cubicBezTo>
                  <a:cubicBezTo>
                    <a:pt x="32952568" y="57723920"/>
                    <a:pt x="32953944" y="57723648"/>
                    <a:pt x="32905680" y="57784016"/>
                  </a:cubicBezTo>
                  <a:lnTo>
                    <a:pt x="32881080" y="57814776"/>
                  </a:lnTo>
                  <a:lnTo>
                    <a:pt x="32566368" y="57814088"/>
                  </a:lnTo>
                  <a:cubicBezTo>
                    <a:pt x="32349264" y="57813612"/>
                    <a:pt x="32246600" y="57817860"/>
                    <a:pt x="32235364" y="57827776"/>
                  </a:cubicBezTo>
                  <a:cubicBezTo>
                    <a:pt x="32157536" y="57896460"/>
                    <a:pt x="32186988" y="57892144"/>
                    <a:pt x="31715972" y="57903828"/>
                  </a:cubicBezTo>
                  <a:cubicBezTo>
                    <a:pt x="31392824" y="57911840"/>
                    <a:pt x="31270232" y="57919080"/>
                    <a:pt x="31250172" y="57931340"/>
                  </a:cubicBezTo>
                  <a:cubicBezTo>
                    <a:pt x="31228028" y="57944880"/>
                    <a:pt x="30819136" y="57948192"/>
                    <a:pt x="29057600" y="57949104"/>
                  </a:cubicBezTo>
                  <a:cubicBezTo>
                    <a:pt x="27007092" y="57950160"/>
                    <a:pt x="26891384" y="57949040"/>
                    <a:pt x="26875848" y="57927936"/>
                  </a:cubicBezTo>
                  <a:cubicBezTo>
                    <a:pt x="26860912" y="57907640"/>
                    <a:pt x="26819504" y="57905088"/>
                    <a:pt x="26411732" y="57899300"/>
                  </a:cubicBezTo>
                  <a:lnTo>
                    <a:pt x="25964008" y="57892952"/>
                  </a:lnTo>
                  <a:lnTo>
                    <a:pt x="25825452" y="57818928"/>
                  </a:lnTo>
                  <a:lnTo>
                    <a:pt x="25246804" y="57812348"/>
                  </a:lnTo>
                  <a:lnTo>
                    <a:pt x="25114252" y="57728564"/>
                  </a:lnTo>
                  <a:lnTo>
                    <a:pt x="24847552" y="57719688"/>
                  </a:lnTo>
                  <a:cubicBezTo>
                    <a:pt x="24558540" y="57710064"/>
                    <a:pt x="24532264" y="57706128"/>
                    <a:pt x="24487796" y="57665768"/>
                  </a:cubicBezTo>
                  <a:cubicBezTo>
                    <a:pt x="24461432" y="57641848"/>
                    <a:pt x="24438136" y="57638192"/>
                    <a:pt x="24271896" y="57631960"/>
                  </a:cubicBezTo>
                  <a:cubicBezTo>
                    <a:pt x="24107480" y="57625796"/>
                    <a:pt x="24078980" y="57621420"/>
                    <a:pt x="24029704" y="57594736"/>
                  </a:cubicBezTo>
                  <a:cubicBezTo>
                    <a:pt x="23984048" y="57570012"/>
                    <a:pt x="23940016" y="57561584"/>
                    <a:pt x="23788404" y="57548556"/>
                  </a:cubicBezTo>
                  <a:cubicBezTo>
                    <a:pt x="23686408" y="57539792"/>
                    <a:pt x="23596592" y="57535120"/>
                    <a:pt x="23588824" y="57538160"/>
                  </a:cubicBezTo>
                  <a:cubicBezTo>
                    <a:pt x="23581056" y="57541208"/>
                    <a:pt x="23554104" y="57527336"/>
                    <a:pt x="23528944" y="57507344"/>
                  </a:cubicBezTo>
                  <a:cubicBezTo>
                    <a:pt x="23484152" y="57471744"/>
                    <a:pt x="23479160" y="57470848"/>
                    <a:pt x="23291424" y="57464828"/>
                  </a:cubicBezTo>
                  <a:lnTo>
                    <a:pt x="23099664" y="57458672"/>
                  </a:lnTo>
                  <a:lnTo>
                    <a:pt x="23063100" y="57418636"/>
                  </a:lnTo>
                  <a:cubicBezTo>
                    <a:pt x="23028240" y="57380468"/>
                    <a:pt x="23021020" y="57378288"/>
                    <a:pt x="22908344" y="57371944"/>
                  </a:cubicBezTo>
                  <a:cubicBezTo>
                    <a:pt x="22729728" y="57361896"/>
                    <a:pt x="22707648" y="57357672"/>
                    <a:pt x="22675416" y="57327392"/>
                  </a:cubicBezTo>
                  <a:cubicBezTo>
                    <a:pt x="22651432" y="57304864"/>
                    <a:pt x="22617920" y="57296184"/>
                    <a:pt x="22502016" y="57282524"/>
                  </a:cubicBezTo>
                  <a:cubicBezTo>
                    <a:pt x="22423000" y="57273212"/>
                    <a:pt x="22351992" y="57268156"/>
                    <a:pt x="22344224" y="57271296"/>
                  </a:cubicBezTo>
                  <a:cubicBezTo>
                    <a:pt x="22336456" y="57274432"/>
                    <a:pt x="22309536" y="57260660"/>
                    <a:pt x="22284408" y="57240692"/>
                  </a:cubicBezTo>
                  <a:cubicBezTo>
                    <a:pt x="22241536" y="57206624"/>
                    <a:pt x="22229632" y="57203988"/>
                    <a:pt x="22091064" y="57197872"/>
                  </a:cubicBezTo>
                  <a:cubicBezTo>
                    <a:pt x="21945304" y="57191440"/>
                    <a:pt x="21942936" y="57190848"/>
                    <a:pt x="21907120" y="57151632"/>
                  </a:cubicBezTo>
                  <a:cubicBezTo>
                    <a:pt x="21875080" y="57116552"/>
                    <a:pt x="21860712" y="57111096"/>
                    <a:pt x="21784392" y="57105000"/>
                  </a:cubicBezTo>
                  <a:cubicBezTo>
                    <a:pt x="21736848" y="57101204"/>
                    <a:pt x="21676912" y="57096324"/>
                    <a:pt x="21651200" y="57094164"/>
                  </a:cubicBezTo>
                  <a:cubicBezTo>
                    <a:pt x="21624488" y="57091912"/>
                    <a:pt x="21588300" y="57076640"/>
                    <a:pt x="21566768" y="57058520"/>
                  </a:cubicBezTo>
                  <a:cubicBezTo>
                    <a:pt x="21535496" y="57032208"/>
                    <a:pt x="21511280" y="57025584"/>
                    <a:pt x="21424600" y="57019644"/>
                  </a:cubicBezTo>
                  <a:cubicBezTo>
                    <a:pt x="21328312" y="57013048"/>
                    <a:pt x="21317320" y="57009412"/>
                    <a:pt x="21284328" y="56973292"/>
                  </a:cubicBezTo>
                  <a:cubicBezTo>
                    <a:pt x="21252848" y="56938820"/>
                    <a:pt x="21238120" y="56933268"/>
                    <a:pt x="21162096" y="56927200"/>
                  </a:cubicBezTo>
                  <a:cubicBezTo>
                    <a:pt x="21114552" y="56923404"/>
                    <a:pt x="21054616" y="56918524"/>
                    <a:pt x="21028904" y="56916364"/>
                  </a:cubicBezTo>
                  <a:cubicBezTo>
                    <a:pt x="21002188" y="56914112"/>
                    <a:pt x="20966000" y="56898840"/>
                    <a:pt x="20944464" y="56880720"/>
                  </a:cubicBezTo>
                  <a:cubicBezTo>
                    <a:pt x="20913192" y="56854408"/>
                    <a:pt x="20888984" y="56847784"/>
                    <a:pt x="20802304" y="56841844"/>
                  </a:cubicBezTo>
                  <a:cubicBezTo>
                    <a:pt x="20707432" y="56835340"/>
                    <a:pt x="20694712" y="56831272"/>
                    <a:pt x="20663900" y="56797536"/>
                  </a:cubicBezTo>
                  <a:cubicBezTo>
                    <a:pt x="20633080" y="56763792"/>
                    <a:pt x="20618408" y="56759104"/>
                    <a:pt x="20503560" y="56746292"/>
                  </a:cubicBezTo>
                  <a:cubicBezTo>
                    <a:pt x="20398464" y="56734564"/>
                    <a:pt x="20373664" y="56727552"/>
                    <a:pt x="20356476" y="56704700"/>
                  </a:cubicBezTo>
                  <a:cubicBezTo>
                    <a:pt x="20339648" y="56682332"/>
                    <a:pt x="20316204" y="56675244"/>
                    <a:pt x="20230416" y="56666592"/>
                  </a:cubicBezTo>
                  <a:cubicBezTo>
                    <a:pt x="20141512" y="56657632"/>
                    <a:pt x="20120360" y="56650928"/>
                    <a:pt x="20095140" y="56623732"/>
                  </a:cubicBezTo>
                  <a:cubicBezTo>
                    <a:pt x="20058344" y="56584048"/>
                    <a:pt x="20018408" y="56569540"/>
                    <a:pt x="19919952" y="56560088"/>
                  </a:cubicBezTo>
                  <a:cubicBezTo>
                    <a:pt x="19878040" y="56556072"/>
                    <a:pt x="19837800" y="56545112"/>
                    <a:pt x="19830528" y="56535756"/>
                  </a:cubicBezTo>
                  <a:cubicBezTo>
                    <a:pt x="19801616" y="56498544"/>
                    <a:pt x="19751696" y="56479932"/>
                    <a:pt x="19673640" y="56477260"/>
                  </a:cubicBezTo>
                  <a:cubicBezTo>
                    <a:pt x="19601256" y="56474784"/>
                    <a:pt x="19589056" y="56470476"/>
                    <a:pt x="19561388" y="56437592"/>
                  </a:cubicBezTo>
                  <a:cubicBezTo>
                    <a:pt x="19530472" y="56400848"/>
                    <a:pt x="19508000" y="56394184"/>
                    <a:pt x="19376256" y="56382660"/>
                  </a:cubicBezTo>
                  <a:cubicBezTo>
                    <a:pt x="19347624" y="56380156"/>
                    <a:pt x="19317652" y="56367472"/>
                    <a:pt x="19302876" y="56351616"/>
                  </a:cubicBezTo>
                  <a:cubicBezTo>
                    <a:pt x="19269804" y="56316116"/>
                    <a:pt x="19223072" y="56300768"/>
                    <a:pt x="19142312" y="56298884"/>
                  </a:cubicBezTo>
                  <a:cubicBezTo>
                    <a:pt x="19084984" y="56297544"/>
                    <a:pt x="19072408" y="56292472"/>
                    <a:pt x="19050632" y="56261888"/>
                  </a:cubicBezTo>
                  <a:cubicBezTo>
                    <a:pt x="19028576" y="56230912"/>
                    <a:pt x="19014956" y="56225604"/>
                    <a:pt x="18942632" y="56219800"/>
                  </a:cubicBezTo>
                  <a:cubicBezTo>
                    <a:pt x="18873808" y="56214272"/>
                    <a:pt x="18852468" y="56206660"/>
                    <a:pt x="18815936" y="56174580"/>
                  </a:cubicBezTo>
                  <a:cubicBezTo>
                    <a:pt x="18784656" y="56147116"/>
                    <a:pt x="18748936" y="56131632"/>
                    <a:pt x="18691928" y="56120824"/>
                  </a:cubicBezTo>
                  <a:cubicBezTo>
                    <a:pt x="18639320" y="56110852"/>
                    <a:pt x="18602896" y="56095924"/>
                    <a:pt x="18585744" y="56077296"/>
                  </a:cubicBezTo>
                  <a:cubicBezTo>
                    <a:pt x="18566792" y="56056708"/>
                    <a:pt x="18538592" y="56046556"/>
                    <a:pt x="18482784" y="56040244"/>
                  </a:cubicBezTo>
                  <a:cubicBezTo>
                    <a:pt x="18424544" y="56033652"/>
                    <a:pt x="18398800" y="56023960"/>
                    <a:pt x="18376488" y="56000204"/>
                  </a:cubicBezTo>
                  <a:cubicBezTo>
                    <a:pt x="18340032" y="55961404"/>
                    <a:pt x="18254464" y="55928832"/>
                    <a:pt x="18211004" y="55937216"/>
                  </a:cubicBezTo>
                  <a:cubicBezTo>
                    <a:pt x="18186752" y="55941900"/>
                    <a:pt x="18169560" y="55934216"/>
                    <a:pt x="18143560" y="55907072"/>
                  </a:cubicBezTo>
                  <a:cubicBezTo>
                    <a:pt x="18115760" y="55878064"/>
                    <a:pt x="18090072" y="55867592"/>
                    <a:pt x="18017352" y="55855628"/>
                  </a:cubicBezTo>
                  <a:cubicBezTo>
                    <a:pt x="17949464" y="55844456"/>
                    <a:pt x="17917280" y="55832168"/>
                    <a:pt x="17891848" y="55807708"/>
                  </a:cubicBezTo>
                  <a:cubicBezTo>
                    <a:pt x="17867128" y="55783936"/>
                    <a:pt x="17839736" y="55773092"/>
                    <a:pt x="17793112" y="55768608"/>
                  </a:cubicBezTo>
                  <a:cubicBezTo>
                    <a:pt x="17741184" y="55763624"/>
                    <a:pt x="17723768" y="55755640"/>
                    <a:pt x="17703912" y="55727756"/>
                  </a:cubicBezTo>
                  <a:cubicBezTo>
                    <a:pt x="17683836" y="55699560"/>
                    <a:pt x="17665936" y="55691536"/>
                    <a:pt x="17607952" y="55684720"/>
                  </a:cubicBezTo>
                  <a:cubicBezTo>
                    <a:pt x="17550896" y="55678008"/>
                    <a:pt x="17530600" y="55669116"/>
                    <a:pt x="17506216" y="55640144"/>
                  </a:cubicBezTo>
                  <a:cubicBezTo>
                    <a:pt x="17483144" y="55612724"/>
                    <a:pt x="17460432" y="55601916"/>
                    <a:pt x="17412520" y="55595560"/>
                  </a:cubicBezTo>
                  <a:cubicBezTo>
                    <a:pt x="17373400" y="55590368"/>
                    <a:pt x="17335216" y="55575336"/>
                    <a:pt x="17312408" y="55556144"/>
                  </a:cubicBezTo>
                  <a:cubicBezTo>
                    <a:pt x="17267656" y="55518484"/>
                    <a:pt x="17219168" y="55499000"/>
                    <a:pt x="17170216" y="55499000"/>
                  </a:cubicBezTo>
                  <a:cubicBezTo>
                    <a:pt x="17145548" y="55499000"/>
                    <a:pt x="17121440" y="55486000"/>
                    <a:pt x="17096376" y="55459184"/>
                  </a:cubicBezTo>
                  <a:cubicBezTo>
                    <a:pt x="17066704" y="55427432"/>
                    <a:pt x="17046136" y="55418112"/>
                    <a:pt x="16994856" y="55413188"/>
                  </a:cubicBezTo>
                  <a:cubicBezTo>
                    <a:pt x="16944472" y="55408344"/>
                    <a:pt x="16923488" y="55399092"/>
                    <a:pt x="16897976" y="55370456"/>
                  </a:cubicBezTo>
                  <a:cubicBezTo>
                    <a:pt x="16877032" y="55346948"/>
                    <a:pt x="16852944" y="55333900"/>
                    <a:pt x="16830496" y="55333900"/>
                  </a:cubicBezTo>
                  <a:cubicBezTo>
                    <a:pt x="16773056" y="55333900"/>
                    <a:pt x="16719328" y="55313468"/>
                    <a:pt x="16684080" y="55278224"/>
                  </a:cubicBezTo>
                  <a:cubicBezTo>
                    <a:pt x="16649840" y="55243984"/>
                    <a:pt x="16633460" y="55236720"/>
                    <a:pt x="16565700" y="55225760"/>
                  </a:cubicBezTo>
                  <a:cubicBezTo>
                    <a:pt x="16543948" y="55222236"/>
                    <a:pt x="16510820" y="55205152"/>
                    <a:pt x="16492080" y="55187784"/>
                  </a:cubicBezTo>
                  <a:cubicBezTo>
                    <a:pt x="16473344" y="55170420"/>
                    <a:pt x="16435480" y="55152608"/>
                    <a:pt x="16407936" y="55148200"/>
                  </a:cubicBezTo>
                  <a:cubicBezTo>
                    <a:pt x="16380392" y="55143796"/>
                    <a:pt x="16344328" y="55126664"/>
                    <a:pt x="16327788" y="55110120"/>
                  </a:cubicBezTo>
                  <a:cubicBezTo>
                    <a:pt x="16311248" y="55093580"/>
                    <a:pt x="16272776" y="55071248"/>
                    <a:pt x="16242296" y="55060496"/>
                  </a:cubicBezTo>
                  <a:cubicBezTo>
                    <a:pt x="16211816" y="55049736"/>
                    <a:pt x="16174984" y="55029768"/>
                    <a:pt x="16160456" y="55016120"/>
                  </a:cubicBezTo>
                  <a:cubicBezTo>
                    <a:pt x="16145924" y="55002464"/>
                    <a:pt x="16107280" y="54983248"/>
                    <a:pt x="16074580" y="54973408"/>
                  </a:cubicBezTo>
                  <a:cubicBezTo>
                    <a:pt x="16041880" y="54963568"/>
                    <a:pt x="15997716" y="54940864"/>
                    <a:pt x="15976440" y="54922960"/>
                  </a:cubicBezTo>
                  <a:cubicBezTo>
                    <a:pt x="15955164" y="54905056"/>
                    <a:pt x="15913632" y="54883652"/>
                    <a:pt x="15884152" y="54875392"/>
                  </a:cubicBezTo>
                  <a:cubicBezTo>
                    <a:pt x="15854672" y="54867136"/>
                    <a:pt x="15815300" y="54847488"/>
                    <a:pt x="15796656" y="54831728"/>
                  </a:cubicBezTo>
                  <a:cubicBezTo>
                    <a:pt x="15778012" y="54815972"/>
                    <a:pt x="15740056" y="54799248"/>
                    <a:pt x="15712312" y="54794560"/>
                  </a:cubicBezTo>
                  <a:cubicBezTo>
                    <a:pt x="15683556" y="54789696"/>
                    <a:pt x="15649244" y="54772596"/>
                    <a:pt x="15632500" y="54754772"/>
                  </a:cubicBezTo>
                  <a:cubicBezTo>
                    <a:pt x="15616344" y="54737576"/>
                    <a:pt x="15573564" y="54714912"/>
                    <a:pt x="15537428" y="54704408"/>
                  </a:cubicBezTo>
                  <a:cubicBezTo>
                    <a:pt x="15501296" y="54693904"/>
                    <a:pt x="15461784" y="54674312"/>
                    <a:pt x="15449624" y="54660880"/>
                  </a:cubicBezTo>
                  <a:cubicBezTo>
                    <a:pt x="15437464" y="54647444"/>
                    <a:pt x="15400448" y="54627456"/>
                    <a:pt x="15367364" y="54616468"/>
                  </a:cubicBezTo>
                  <a:cubicBezTo>
                    <a:pt x="15328252" y="54603484"/>
                    <a:pt x="15302416" y="54585964"/>
                    <a:pt x="15293504" y="54566408"/>
                  </a:cubicBezTo>
                  <a:cubicBezTo>
                    <a:pt x="15283724" y="54544952"/>
                    <a:pt x="15262248" y="54532052"/>
                    <a:pt x="15218624" y="54521428"/>
                  </a:cubicBezTo>
                  <a:cubicBezTo>
                    <a:pt x="15184980" y="54513244"/>
                    <a:pt x="15150308" y="54506576"/>
                    <a:pt x="15141576" y="54506616"/>
                  </a:cubicBezTo>
                  <a:cubicBezTo>
                    <a:pt x="15132848" y="54506656"/>
                    <a:pt x="15125704" y="54500384"/>
                    <a:pt x="15125704" y="54492668"/>
                  </a:cubicBezTo>
                  <a:cubicBezTo>
                    <a:pt x="15125704" y="54463720"/>
                    <a:pt x="15082656" y="54432200"/>
                    <a:pt x="15043132" y="54432200"/>
                  </a:cubicBezTo>
                  <a:cubicBezTo>
                    <a:pt x="15013992" y="54432200"/>
                    <a:pt x="14989732" y="54419704"/>
                    <a:pt x="14956832" y="54387752"/>
                  </a:cubicBezTo>
                  <a:cubicBezTo>
                    <a:pt x="14931656" y="54363304"/>
                    <a:pt x="14899312" y="54343300"/>
                    <a:pt x="14884948" y="54343300"/>
                  </a:cubicBezTo>
                  <a:cubicBezTo>
                    <a:pt x="14870584" y="54343300"/>
                    <a:pt x="14846248" y="54328824"/>
                    <a:pt x="14830864" y="54311136"/>
                  </a:cubicBezTo>
                  <a:cubicBezTo>
                    <a:pt x="14815360" y="54293300"/>
                    <a:pt x="14773792" y="54270504"/>
                    <a:pt x="14737580" y="54259980"/>
                  </a:cubicBezTo>
                  <a:cubicBezTo>
                    <a:pt x="14701656" y="54249536"/>
                    <a:pt x="14659504" y="54227408"/>
                    <a:pt x="14643908" y="54210808"/>
                  </a:cubicBezTo>
                  <a:cubicBezTo>
                    <a:pt x="14628312" y="54194204"/>
                    <a:pt x="14596592" y="54177064"/>
                    <a:pt x="14573424" y="54172720"/>
                  </a:cubicBezTo>
                  <a:cubicBezTo>
                    <a:pt x="14545876" y="54167552"/>
                    <a:pt x="14519652" y="54149552"/>
                    <a:pt x="14497652" y="54120708"/>
                  </a:cubicBezTo>
                  <a:cubicBezTo>
                    <a:pt x="14470740" y="54085424"/>
                    <a:pt x="14455264" y="54076600"/>
                    <a:pt x="14420304" y="54076600"/>
                  </a:cubicBezTo>
                  <a:cubicBezTo>
                    <a:pt x="14387860" y="54076600"/>
                    <a:pt x="14367948" y="54066888"/>
                    <a:pt x="14343020" y="54038916"/>
                  </a:cubicBezTo>
                  <a:cubicBezTo>
                    <a:pt x="14324552" y="54018184"/>
                    <a:pt x="14285928" y="53991644"/>
                    <a:pt x="14257196" y="53979924"/>
                  </a:cubicBezTo>
                  <a:cubicBezTo>
                    <a:pt x="14228464" y="53968208"/>
                    <a:pt x="14192240" y="53948508"/>
                    <a:pt x="14176700" y="53936152"/>
                  </a:cubicBezTo>
                  <a:cubicBezTo>
                    <a:pt x="14161160" y="53923792"/>
                    <a:pt x="14128300" y="53907036"/>
                    <a:pt x="14103672" y="53898904"/>
                  </a:cubicBezTo>
                  <a:cubicBezTo>
                    <a:pt x="14079048" y="53890784"/>
                    <a:pt x="14058904" y="53878856"/>
                    <a:pt x="14058904" y="53872416"/>
                  </a:cubicBezTo>
                  <a:cubicBezTo>
                    <a:pt x="14058904" y="53847740"/>
                    <a:pt x="14006532" y="53809900"/>
                    <a:pt x="13972380" y="53809900"/>
                  </a:cubicBezTo>
                  <a:cubicBezTo>
                    <a:pt x="13949540" y="53809900"/>
                    <a:pt x="13923932" y="53796624"/>
                    <a:pt x="13901388" y="53773088"/>
                  </a:cubicBezTo>
                  <a:cubicBezTo>
                    <a:pt x="13881992" y="53752844"/>
                    <a:pt x="13840916" y="53726656"/>
                    <a:pt x="13810112" y="53714892"/>
                  </a:cubicBezTo>
                  <a:cubicBezTo>
                    <a:pt x="13779308" y="53703120"/>
                    <a:pt x="13754104" y="53688052"/>
                    <a:pt x="13754104" y="53681400"/>
                  </a:cubicBezTo>
                  <a:cubicBezTo>
                    <a:pt x="13754104" y="53674744"/>
                    <a:pt x="13726956" y="53655936"/>
                    <a:pt x="13693776" y="53639604"/>
                  </a:cubicBezTo>
                  <a:cubicBezTo>
                    <a:pt x="13660600" y="53623272"/>
                    <a:pt x="13620548" y="53594900"/>
                    <a:pt x="13604780" y="53576556"/>
                  </a:cubicBezTo>
                  <a:cubicBezTo>
                    <a:pt x="13589008" y="53558208"/>
                    <a:pt x="13564920" y="53543200"/>
                    <a:pt x="13551248" y="53543200"/>
                  </a:cubicBezTo>
                  <a:cubicBezTo>
                    <a:pt x="13537572" y="53543200"/>
                    <a:pt x="13507304" y="53526444"/>
                    <a:pt x="13483976" y="53505968"/>
                  </a:cubicBezTo>
                  <a:cubicBezTo>
                    <a:pt x="13460652" y="53485488"/>
                    <a:pt x="13425940" y="53464812"/>
                    <a:pt x="13406836" y="53460012"/>
                  </a:cubicBezTo>
                  <a:cubicBezTo>
                    <a:pt x="13387736" y="53455216"/>
                    <a:pt x="13357640" y="53432336"/>
                    <a:pt x="13339968" y="53409160"/>
                  </a:cubicBezTo>
                  <a:cubicBezTo>
                    <a:pt x="13321996" y="53385604"/>
                    <a:pt x="13287228" y="53360420"/>
                    <a:pt x="13261088" y="53352036"/>
                  </a:cubicBezTo>
                  <a:cubicBezTo>
                    <a:pt x="13235384" y="53343788"/>
                    <a:pt x="13206524" y="53328640"/>
                    <a:pt x="13196952" y="53318364"/>
                  </a:cubicBezTo>
                  <a:cubicBezTo>
                    <a:pt x="13187384" y="53308096"/>
                    <a:pt x="13153096" y="53286508"/>
                    <a:pt x="13120752" y="53270392"/>
                  </a:cubicBezTo>
                  <a:cubicBezTo>
                    <a:pt x="13088412" y="53254276"/>
                    <a:pt x="13055128" y="53232216"/>
                    <a:pt x="13046784" y="53221372"/>
                  </a:cubicBezTo>
                  <a:cubicBezTo>
                    <a:pt x="13038440" y="53210532"/>
                    <a:pt x="13009576" y="53195724"/>
                    <a:pt x="12982640" y="53188472"/>
                  </a:cubicBezTo>
                  <a:cubicBezTo>
                    <a:pt x="12952884" y="53180464"/>
                    <a:pt x="12922552" y="53160252"/>
                    <a:pt x="12905352" y="53136992"/>
                  </a:cubicBezTo>
                  <a:cubicBezTo>
                    <a:pt x="12889780" y="53115932"/>
                    <a:pt x="12869180" y="53098700"/>
                    <a:pt x="12859576" y="53098700"/>
                  </a:cubicBezTo>
                  <a:cubicBezTo>
                    <a:pt x="12849968" y="53098700"/>
                    <a:pt x="12818164" y="53078696"/>
                    <a:pt x="12788904" y="53054248"/>
                  </a:cubicBezTo>
                  <a:cubicBezTo>
                    <a:pt x="12759640" y="53029804"/>
                    <a:pt x="12725960" y="53009800"/>
                    <a:pt x="12714060" y="53009800"/>
                  </a:cubicBezTo>
                  <a:cubicBezTo>
                    <a:pt x="12694632" y="53009800"/>
                    <a:pt x="12622788" y="52951188"/>
                    <a:pt x="12534892" y="52863640"/>
                  </a:cubicBezTo>
                  <a:cubicBezTo>
                    <a:pt x="12517424" y="52846240"/>
                    <a:pt x="12492816" y="52832000"/>
                    <a:pt x="12480200" y="52832000"/>
                  </a:cubicBezTo>
                  <a:cubicBezTo>
                    <a:pt x="12467592" y="52832000"/>
                    <a:pt x="12439020" y="52812404"/>
                    <a:pt x="12416712" y="52788464"/>
                  </a:cubicBezTo>
                  <a:cubicBezTo>
                    <a:pt x="12394404" y="52764512"/>
                    <a:pt x="12363276" y="52743888"/>
                    <a:pt x="12347540" y="52742624"/>
                  </a:cubicBezTo>
                  <a:cubicBezTo>
                    <a:pt x="12331804" y="52741364"/>
                    <a:pt x="12304848" y="52723596"/>
                    <a:pt x="12287640" y="52703140"/>
                  </a:cubicBezTo>
                  <a:cubicBezTo>
                    <a:pt x="12270428" y="52682688"/>
                    <a:pt x="12237468" y="52658072"/>
                    <a:pt x="12214392" y="52648428"/>
                  </a:cubicBezTo>
                  <a:cubicBezTo>
                    <a:pt x="12191316" y="52638784"/>
                    <a:pt x="12161664" y="52618996"/>
                    <a:pt x="12148500" y="52604448"/>
                  </a:cubicBezTo>
                  <a:cubicBezTo>
                    <a:pt x="12135336" y="52589900"/>
                    <a:pt x="12116752" y="52578000"/>
                    <a:pt x="12107200" y="52578000"/>
                  </a:cubicBezTo>
                  <a:cubicBezTo>
                    <a:pt x="12097648" y="52578000"/>
                    <a:pt x="12065036" y="52555144"/>
                    <a:pt x="12034724" y="52527200"/>
                  </a:cubicBezTo>
                  <a:cubicBezTo>
                    <a:pt x="12004412" y="52499256"/>
                    <a:pt x="11973304" y="52476400"/>
                    <a:pt x="11965600" y="52476400"/>
                  </a:cubicBezTo>
                  <a:cubicBezTo>
                    <a:pt x="11957892" y="52476400"/>
                    <a:pt x="11929956" y="52457168"/>
                    <a:pt x="11903520" y="52433664"/>
                  </a:cubicBezTo>
                  <a:cubicBezTo>
                    <a:pt x="11877080" y="52410160"/>
                    <a:pt x="11846484" y="52390096"/>
                    <a:pt x="11835520" y="52389088"/>
                  </a:cubicBezTo>
                  <a:cubicBezTo>
                    <a:pt x="11824560" y="52388072"/>
                    <a:pt x="11803324" y="52370652"/>
                    <a:pt x="11788332" y="52350380"/>
                  </a:cubicBezTo>
                  <a:cubicBezTo>
                    <a:pt x="11773344" y="52330104"/>
                    <a:pt x="11743668" y="52309688"/>
                    <a:pt x="11722392" y="52305012"/>
                  </a:cubicBezTo>
                  <a:cubicBezTo>
                    <a:pt x="11699920" y="52300076"/>
                    <a:pt x="11669988" y="52278528"/>
                    <a:pt x="11650976" y="52253604"/>
                  </a:cubicBezTo>
                  <a:cubicBezTo>
                    <a:pt x="11632976" y="52230004"/>
                    <a:pt x="11605900" y="52206780"/>
                    <a:pt x="11590808" y="52201984"/>
                  </a:cubicBezTo>
                  <a:cubicBezTo>
                    <a:pt x="11575712" y="52197200"/>
                    <a:pt x="11546216" y="52176808"/>
                    <a:pt x="11525260" y="52156680"/>
                  </a:cubicBezTo>
                  <a:cubicBezTo>
                    <a:pt x="11422444" y="52057940"/>
                    <a:pt x="11391704" y="52031900"/>
                    <a:pt x="11377952" y="52031900"/>
                  </a:cubicBezTo>
                  <a:cubicBezTo>
                    <a:pt x="11364064" y="52031900"/>
                    <a:pt x="11289412" y="51970616"/>
                    <a:pt x="11192444" y="51879604"/>
                  </a:cubicBezTo>
                  <a:cubicBezTo>
                    <a:pt x="11170056" y="51858592"/>
                    <a:pt x="11143232" y="51841400"/>
                    <a:pt x="11132840" y="51841400"/>
                  </a:cubicBezTo>
                  <a:cubicBezTo>
                    <a:pt x="11122448" y="51841400"/>
                    <a:pt x="11103616" y="51827936"/>
                    <a:pt x="11090996" y="51811480"/>
                  </a:cubicBezTo>
                  <a:cubicBezTo>
                    <a:pt x="11078376" y="51795020"/>
                    <a:pt x="11046620" y="51772044"/>
                    <a:pt x="11020428" y="51760420"/>
                  </a:cubicBezTo>
                  <a:cubicBezTo>
                    <a:pt x="10994232" y="51748796"/>
                    <a:pt x="10972800" y="51734444"/>
                    <a:pt x="10972800" y="51728528"/>
                  </a:cubicBezTo>
                  <a:cubicBezTo>
                    <a:pt x="10972800" y="51722612"/>
                    <a:pt x="10948512" y="51700384"/>
                    <a:pt x="10918828" y="51679128"/>
                  </a:cubicBezTo>
                  <a:cubicBezTo>
                    <a:pt x="10889140" y="51657872"/>
                    <a:pt x="10828832" y="51605680"/>
                    <a:pt x="10784812" y="51563140"/>
                  </a:cubicBezTo>
                  <a:cubicBezTo>
                    <a:pt x="10740788" y="51520604"/>
                    <a:pt x="10698680" y="51485800"/>
                    <a:pt x="10691240" y="51485800"/>
                  </a:cubicBezTo>
                  <a:cubicBezTo>
                    <a:pt x="10683796" y="51485800"/>
                    <a:pt x="10658176" y="51468656"/>
                    <a:pt x="10634312" y="51447700"/>
                  </a:cubicBezTo>
                  <a:cubicBezTo>
                    <a:pt x="10610444" y="51426744"/>
                    <a:pt x="10584384" y="51409600"/>
                    <a:pt x="10576396" y="51409600"/>
                  </a:cubicBezTo>
                  <a:cubicBezTo>
                    <a:pt x="10562644" y="51409600"/>
                    <a:pt x="10445096" y="51303464"/>
                    <a:pt x="10261600" y="51125368"/>
                  </a:cubicBezTo>
                  <a:cubicBezTo>
                    <a:pt x="10216200" y="51081300"/>
                    <a:pt x="10164764" y="51037736"/>
                    <a:pt x="10147304" y="51028556"/>
                  </a:cubicBezTo>
                  <a:cubicBezTo>
                    <a:pt x="10129840" y="51019380"/>
                    <a:pt x="10110688" y="51003840"/>
                    <a:pt x="10104744" y="50994032"/>
                  </a:cubicBezTo>
                  <a:cubicBezTo>
                    <a:pt x="10098800" y="50984224"/>
                    <a:pt x="10080124" y="50970944"/>
                    <a:pt x="10063244" y="50964528"/>
                  </a:cubicBezTo>
                  <a:cubicBezTo>
                    <a:pt x="10046360" y="50958108"/>
                    <a:pt x="10027260" y="50938956"/>
                    <a:pt x="10020800" y="50921964"/>
                  </a:cubicBezTo>
                  <a:cubicBezTo>
                    <a:pt x="10014344" y="50904972"/>
                    <a:pt x="9993016" y="50884112"/>
                    <a:pt x="9973404" y="50875600"/>
                  </a:cubicBezTo>
                  <a:cubicBezTo>
                    <a:pt x="9925584" y="50854848"/>
                    <a:pt x="9713224" y="50671232"/>
                    <a:pt x="9595880" y="50549176"/>
                  </a:cubicBezTo>
                  <a:cubicBezTo>
                    <a:pt x="9574052" y="50526472"/>
                    <a:pt x="9549568" y="50507900"/>
                    <a:pt x="9541464" y="50507900"/>
                  </a:cubicBezTo>
                  <a:cubicBezTo>
                    <a:pt x="9533360" y="50507900"/>
                    <a:pt x="9514764" y="50491092"/>
                    <a:pt x="9500136" y="50470552"/>
                  </a:cubicBezTo>
                  <a:cubicBezTo>
                    <a:pt x="9485512" y="50450008"/>
                    <a:pt x="9461680" y="50429436"/>
                    <a:pt x="9447184" y="50424836"/>
                  </a:cubicBezTo>
                  <a:cubicBezTo>
                    <a:pt x="9412000" y="50413672"/>
                    <a:pt x="9313328" y="50316468"/>
                    <a:pt x="9310500" y="50290192"/>
                  </a:cubicBezTo>
                  <a:cubicBezTo>
                    <a:pt x="9309264" y="50278716"/>
                    <a:pt x="9292044" y="50262616"/>
                    <a:pt x="9272228" y="50254408"/>
                  </a:cubicBezTo>
                  <a:cubicBezTo>
                    <a:pt x="9252408" y="50246200"/>
                    <a:pt x="9229824" y="50225500"/>
                    <a:pt x="9222036" y="50208404"/>
                  </a:cubicBezTo>
                  <a:cubicBezTo>
                    <a:pt x="9214248" y="50191312"/>
                    <a:pt x="9194868" y="50171400"/>
                    <a:pt x="9178968" y="50164152"/>
                  </a:cubicBezTo>
                  <a:cubicBezTo>
                    <a:pt x="9163068" y="50156912"/>
                    <a:pt x="9140392" y="50134136"/>
                    <a:pt x="9128572" y="50113544"/>
                  </a:cubicBezTo>
                  <a:cubicBezTo>
                    <a:pt x="9116588" y="50092660"/>
                    <a:pt x="9096360" y="50076100"/>
                    <a:pt x="9082832" y="50076100"/>
                  </a:cubicBezTo>
                  <a:cubicBezTo>
                    <a:pt x="9059772" y="50076100"/>
                    <a:pt x="8940800" y="49961832"/>
                    <a:pt x="8940800" y="49939684"/>
                  </a:cubicBezTo>
                  <a:cubicBezTo>
                    <a:pt x="8940800" y="49933904"/>
                    <a:pt x="8919372" y="49915628"/>
                    <a:pt x="8893176" y="49899072"/>
                  </a:cubicBezTo>
                  <a:cubicBezTo>
                    <a:pt x="8866984" y="49882512"/>
                    <a:pt x="8808404" y="49832748"/>
                    <a:pt x="8763000" y="49788480"/>
                  </a:cubicBezTo>
                  <a:cubicBezTo>
                    <a:pt x="8575712" y="49605880"/>
                    <a:pt x="8229244" y="49257360"/>
                    <a:pt x="8134352" y="49156112"/>
                  </a:cubicBezTo>
                  <a:cubicBezTo>
                    <a:pt x="8078472" y="49096488"/>
                    <a:pt x="7961108" y="48974768"/>
                    <a:pt x="7873544" y="48885628"/>
                  </a:cubicBezTo>
                  <a:cubicBezTo>
                    <a:pt x="7785980" y="48796484"/>
                    <a:pt x="7709768" y="48708332"/>
                    <a:pt x="7704188" y="48689728"/>
                  </a:cubicBezTo>
                  <a:cubicBezTo>
                    <a:pt x="7698332" y="48670224"/>
                    <a:pt x="7681980" y="48652884"/>
                    <a:pt x="7665548" y="48648760"/>
                  </a:cubicBezTo>
                  <a:cubicBezTo>
                    <a:pt x="7649876" y="48644824"/>
                    <a:pt x="7630608" y="48627460"/>
                    <a:pt x="7622728" y="48610164"/>
                  </a:cubicBezTo>
                  <a:cubicBezTo>
                    <a:pt x="7614848" y="48592872"/>
                    <a:pt x="7591012" y="48569728"/>
                    <a:pt x="7569752" y="48558736"/>
                  </a:cubicBezTo>
                  <a:cubicBezTo>
                    <a:pt x="7548496" y="48547740"/>
                    <a:pt x="7531104" y="48533376"/>
                    <a:pt x="7531104" y="48526812"/>
                  </a:cubicBezTo>
                  <a:cubicBezTo>
                    <a:pt x="7531104" y="48520248"/>
                    <a:pt x="7513956" y="48497336"/>
                    <a:pt x="7493000" y="48475900"/>
                  </a:cubicBezTo>
                  <a:cubicBezTo>
                    <a:pt x="7472048" y="48454464"/>
                    <a:pt x="7454904" y="48430496"/>
                    <a:pt x="7454904" y="48422640"/>
                  </a:cubicBezTo>
                  <a:cubicBezTo>
                    <a:pt x="7454904" y="48414788"/>
                    <a:pt x="7410612" y="48364264"/>
                    <a:pt x="7356476" y="48310368"/>
                  </a:cubicBezTo>
                  <a:cubicBezTo>
                    <a:pt x="7302344" y="48256468"/>
                    <a:pt x="7236732" y="48187368"/>
                    <a:pt x="7210672" y="48156808"/>
                  </a:cubicBezTo>
                  <a:cubicBezTo>
                    <a:pt x="7184616" y="48126252"/>
                    <a:pt x="7130468" y="48065532"/>
                    <a:pt x="7090344" y="48021880"/>
                  </a:cubicBezTo>
                  <a:cubicBezTo>
                    <a:pt x="7050224" y="47978224"/>
                    <a:pt x="7005820" y="47921232"/>
                    <a:pt x="6991672" y="47895232"/>
                  </a:cubicBezTo>
                  <a:cubicBezTo>
                    <a:pt x="6977528" y="47869232"/>
                    <a:pt x="6954872" y="47843872"/>
                    <a:pt x="6941332" y="47838888"/>
                  </a:cubicBezTo>
                  <a:cubicBezTo>
                    <a:pt x="6927788" y="47833900"/>
                    <a:pt x="6909032" y="47815168"/>
                    <a:pt x="6899652" y="47797260"/>
                  </a:cubicBezTo>
                  <a:cubicBezTo>
                    <a:pt x="6890268" y="47779352"/>
                    <a:pt x="6877204" y="47764700"/>
                    <a:pt x="6870624" y="47764700"/>
                  </a:cubicBezTo>
                  <a:cubicBezTo>
                    <a:pt x="6864040" y="47764700"/>
                    <a:pt x="6846384" y="47743268"/>
                    <a:pt x="6831392" y="47717076"/>
                  </a:cubicBezTo>
                  <a:cubicBezTo>
                    <a:pt x="6816392" y="47690880"/>
                    <a:pt x="6787392" y="47652304"/>
                    <a:pt x="6766936" y="47631352"/>
                  </a:cubicBezTo>
                  <a:cubicBezTo>
                    <a:pt x="6746480" y="47610396"/>
                    <a:pt x="6690808" y="47553248"/>
                    <a:pt x="6643216" y="47504352"/>
                  </a:cubicBezTo>
                  <a:cubicBezTo>
                    <a:pt x="6595624" y="47455456"/>
                    <a:pt x="6550564" y="47400748"/>
                    <a:pt x="6543080" y="47382776"/>
                  </a:cubicBezTo>
                  <a:cubicBezTo>
                    <a:pt x="6535600" y="47364804"/>
                    <a:pt x="6520108" y="47342328"/>
                    <a:pt x="6508660" y="47332824"/>
                  </a:cubicBezTo>
                  <a:cubicBezTo>
                    <a:pt x="6497212" y="47323320"/>
                    <a:pt x="6474576" y="47292308"/>
                    <a:pt x="6458356" y="47263900"/>
                  </a:cubicBezTo>
                  <a:cubicBezTo>
                    <a:pt x="6442136" y="47235492"/>
                    <a:pt x="6396836" y="47179028"/>
                    <a:pt x="6357684" y="47138420"/>
                  </a:cubicBezTo>
                  <a:cubicBezTo>
                    <a:pt x="6318536" y="47097808"/>
                    <a:pt x="6286504" y="47059424"/>
                    <a:pt x="6286504" y="47053120"/>
                  </a:cubicBezTo>
                  <a:cubicBezTo>
                    <a:pt x="6286504" y="47046808"/>
                    <a:pt x="6257936" y="47008596"/>
                    <a:pt x="6223024" y="46968200"/>
                  </a:cubicBezTo>
                  <a:cubicBezTo>
                    <a:pt x="6131972" y="46862840"/>
                    <a:pt x="6121400" y="46848332"/>
                    <a:pt x="6121400" y="46828672"/>
                  </a:cubicBezTo>
                  <a:cubicBezTo>
                    <a:pt x="6121400" y="46818988"/>
                    <a:pt x="6098656" y="46787032"/>
                    <a:pt x="6070860" y="46757656"/>
                  </a:cubicBezTo>
                  <a:cubicBezTo>
                    <a:pt x="5955432" y="46635688"/>
                    <a:pt x="5930904" y="46607456"/>
                    <a:pt x="5930904" y="46596584"/>
                  </a:cubicBezTo>
                  <a:cubicBezTo>
                    <a:pt x="5930904" y="46585860"/>
                    <a:pt x="5847356" y="46481412"/>
                    <a:pt x="5793536" y="46424848"/>
                  </a:cubicBezTo>
                  <a:cubicBezTo>
                    <a:pt x="5780244" y="46410880"/>
                    <a:pt x="5762792" y="46383904"/>
                    <a:pt x="5754752" y="46364900"/>
                  </a:cubicBezTo>
                  <a:cubicBezTo>
                    <a:pt x="5746716" y="46345900"/>
                    <a:pt x="5728556" y="46324156"/>
                    <a:pt x="5714400" y="46316576"/>
                  </a:cubicBezTo>
                  <a:cubicBezTo>
                    <a:pt x="5700248" y="46309004"/>
                    <a:pt x="5674904" y="46271688"/>
                    <a:pt x="5658080" y="46233652"/>
                  </a:cubicBezTo>
                  <a:cubicBezTo>
                    <a:pt x="5641264" y="46195616"/>
                    <a:pt x="5621584" y="46164500"/>
                    <a:pt x="5614360" y="46164500"/>
                  </a:cubicBezTo>
                  <a:cubicBezTo>
                    <a:pt x="5607132" y="46164500"/>
                    <a:pt x="5589712" y="46141944"/>
                    <a:pt x="5575648" y="46114384"/>
                  </a:cubicBezTo>
                  <a:cubicBezTo>
                    <a:pt x="5561588" y="46086816"/>
                    <a:pt x="5539384" y="46056808"/>
                    <a:pt x="5526312" y="46047708"/>
                  </a:cubicBezTo>
                  <a:cubicBezTo>
                    <a:pt x="5513240" y="46038600"/>
                    <a:pt x="5495936" y="46015488"/>
                    <a:pt x="5487860" y="45996344"/>
                  </a:cubicBezTo>
                  <a:cubicBezTo>
                    <a:pt x="5479780" y="45977204"/>
                    <a:pt x="5459044" y="45952284"/>
                    <a:pt x="5441776" y="45940968"/>
                  </a:cubicBezTo>
                  <a:cubicBezTo>
                    <a:pt x="5424412" y="45929592"/>
                    <a:pt x="5403596" y="45897752"/>
                    <a:pt x="5395200" y="45869724"/>
                  </a:cubicBezTo>
                  <a:cubicBezTo>
                    <a:pt x="5386848" y="45841852"/>
                    <a:pt x="5367352" y="45810752"/>
                    <a:pt x="5351868" y="45800608"/>
                  </a:cubicBezTo>
                  <a:cubicBezTo>
                    <a:pt x="5336388" y="45790464"/>
                    <a:pt x="5320192" y="45768108"/>
                    <a:pt x="5315880" y="45750932"/>
                  </a:cubicBezTo>
                  <a:cubicBezTo>
                    <a:pt x="5311568" y="45733752"/>
                    <a:pt x="5287572" y="45701192"/>
                    <a:pt x="5262556" y="45678572"/>
                  </a:cubicBezTo>
                  <a:cubicBezTo>
                    <a:pt x="5237536" y="45655952"/>
                    <a:pt x="5211460" y="45619216"/>
                    <a:pt x="5204608" y="45596932"/>
                  </a:cubicBezTo>
                  <a:cubicBezTo>
                    <a:pt x="5197756" y="45574644"/>
                    <a:pt x="5178344" y="45547368"/>
                    <a:pt x="5161476" y="45536312"/>
                  </a:cubicBezTo>
                  <a:cubicBezTo>
                    <a:pt x="5144604" y="45525256"/>
                    <a:pt x="5130800" y="45508312"/>
                    <a:pt x="5130800" y="45498656"/>
                  </a:cubicBezTo>
                  <a:cubicBezTo>
                    <a:pt x="5130800" y="45481684"/>
                    <a:pt x="5073572" y="45405480"/>
                    <a:pt x="4991828" y="45313600"/>
                  </a:cubicBezTo>
                  <a:cubicBezTo>
                    <a:pt x="4942468" y="45258124"/>
                    <a:pt x="4876800" y="45151984"/>
                    <a:pt x="4876800" y="45127684"/>
                  </a:cubicBezTo>
                  <a:cubicBezTo>
                    <a:pt x="4876800" y="45117636"/>
                    <a:pt x="4853944" y="45085628"/>
                    <a:pt x="4826000" y="45056552"/>
                  </a:cubicBezTo>
                  <a:cubicBezTo>
                    <a:pt x="4795828" y="45025148"/>
                    <a:pt x="4775200" y="44991432"/>
                    <a:pt x="4775200" y="44973516"/>
                  </a:cubicBezTo>
                  <a:cubicBezTo>
                    <a:pt x="4775200" y="44956784"/>
                    <a:pt x="4757864" y="44926008"/>
                    <a:pt x="4736280" y="44904424"/>
                  </a:cubicBezTo>
                  <a:cubicBezTo>
                    <a:pt x="4714872" y="44883016"/>
                    <a:pt x="4688468" y="44843284"/>
                    <a:pt x="4677600" y="44816128"/>
                  </a:cubicBezTo>
                  <a:cubicBezTo>
                    <a:pt x="4666736" y="44788976"/>
                    <a:pt x="4647300" y="44761112"/>
                    <a:pt x="4634408" y="44754216"/>
                  </a:cubicBezTo>
                  <a:cubicBezTo>
                    <a:pt x="4621512" y="44747312"/>
                    <a:pt x="4604864" y="44719004"/>
                    <a:pt x="4597400" y="44691300"/>
                  </a:cubicBezTo>
                  <a:cubicBezTo>
                    <a:pt x="4589944" y="44663596"/>
                    <a:pt x="4572624" y="44634928"/>
                    <a:pt x="4558912" y="44627592"/>
                  </a:cubicBezTo>
                  <a:cubicBezTo>
                    <a:pt x="4545200" y="44620252"/>
                    <a:pt x="4520152" y="44590152"/>
                    <a:pt x="4503248" y="44560700"/>
                  </a:cubicBezTo>
                  <a:cubicBezTo>
                    <a:pt x="4486344" y="44531248"/>
                    <a:pt x="4464020" y="44503160"/>
                    <a:pt x="4453636" y="44498284"/>
                  </a:cubicBezTo>
                  <a:cubicBezTo>
                    <a:pt x="4443252" y="44493408"/>
                    <a:pt x="4430808" y="44466032"/>
                    <a:pt x="4425976" y="44437452"/>
                  </a:cubicBezTo>
                  <a:cubicBezTo>
                    <a:pt x="4419792" y="44400832"/>
                    <a:pt x="4406240" y="44377380"/>
                    <a:pt x="4380108" y="44358060"/>
                  </a:cubicBezTo>
                  <a:cubicBezTo>
                    <a:pt x="4357384" y="44341260"/>
                    <a:pt x="4337676" y="44310796"/>
                    <a:pt x="4329224" y="44279408"/>
                  </a:cubicBezTo>
                  <a:cubicBezTo>
                    <a:pt x="4321632" y="44251224"/>
                    <a:pt x="4299364" y="44209880"/>
                    <a:pt x="4279736" y="44187520"/>
                  </a:cubicBezTo>
                  <a:cubicBezTo>
                    <a:pt x="4260104" y="44165160"/>
                    <a:pt x="4240572" y="44135928"/>
                    <a:pt x="4236328" y="44122564"/>
                  </a:cubicBezTo>
                  <a:cubicBezTo>
                    <a:pt x="4232088" y="44109192"/>
                    <a:pt x="4215004" y="44092052"/>
                    <a:pt x="4198372" y="44084476"/>
                  </a:cubicBezTo>
                  <a:cubicBezTo>
                    <a:pt x="4180840" y="44076488"/>
                    <a:pt x="4158932" y="44047656"/>
                    <a:pt x="4146244" y="44015876"/>
                  </a:cubicBezTo>
                  <a:cubicBezTo>
                    <a:pt x="4134208" y="43985720"/>
                    <a:pt x="4111856" y="43943904"/>
                    <a:pt x="4096576" y="43922952"/>
                  </a:cubicBezTo>
                  <a:cubicBezTo>
                    <a:pt x="4081296" y="43901996"/>
                    <a:pt x="4064336" y="43869544"/>
                    <a:pt x="4058888" y="43850844"/>
                  </a:cubicBezTo>
                  <a:cubicBezTo>
                    <a:pt x="4053440" y="43832140"/>
                    <a:pt x="4038308" y="43807176"/>
                    <a:pt x="4025264" y="43795372"/>
                  </a:cubicBezTo>
                  <a:cubicBezTo>
                    <a:pt x="4012224" y="43783568"/>
                    <a:pt x="3992608" y="43746984"/>
                    <a:pt x="3981676" y="43714072"/>
                  </a:cubicBezTo>
                  <a:cubicBezTo>
                    <a:pt x="3969756" y="43678184"/>
                    <a:pt x="3947112" y="43643368"/>
                    <a:pt x="3925104" y="43627100"/>
                  </a:cubicBezTo>
                  <a:cubicBezTo>
                    <a:pt x="3904924" y="43612180"/>
                    <a:pt x="3884772" y="43583404"/>
                    <a:pt x="3880324" y="43563152"/>
                  </a:cubicBezTo>
                  <a:cubicBezTo>
                    <a:pt x="3875876" y="43542904"/>
                    <a:pt x="3861112" y="43514388"/>
                    <a:pt x="3847512" y="43499792"/>
                  </a:cubicBezTo>
                  <a:cubicBezTo>
                    <a:pt x="3833912" y="43485192"/>
                    <a:pt x="3808048" y="43440128"/>
                    <a:pt x="3790040" y="43399652"/>
                  </a:cubicBezTo>
                  <a:cubicBezTo>
                    <a:pt x="3772032" y="43359168"/>
                    <a:pt x="3747000" y="43314620"/>
                    <a:pt x="3734412" y="43300648"/>
                  </a:cubicBezTo>
                  <a:cubicBezTo>
                    <a:pt x="3721828" y="43286680"/>
                    <a:pt x="3707836" y="43257620"/>
                    <a:pt x="3703324" y="43236072"/>
                  </a:cubicBezTo>
                  <a:cubicBezTo>
                    <a:pt x="3698808" y="43214520"/>
                    <a:pt x="3678104" y="43180588"/>
                    <a:pt x="3657308" y="43160668"/>
                  </a:cubicBezTo>
                  <a:cubicBezTo>
                    <a:pt x="3633160" y="43137532"/>
                    <a:pt x="3619504" y="43111720"/>
                    <a:pt x="3619504" y="43089216"/>
                  </a:cubicBezTo>
                  <a:cubicBezTo>
                    <a:pt x="3619504" y="43057472"/>
                    <a:pt x="3578408" y="43002200"/>
                    <a:pt x="3554800" y="43002200"/>
                  </a:cubicBezTo>
                  <a:cubicBezTo>
                    <a:pt x="3549792" y="43002200"/>
                    <a:pt x="3536556" y="42975400"/>
                    <a:pt x="3525396" y="42942640"/>
                  </a:cubicBezTo>
                  <a:cubicBezTo>
                    <a:pt x="3514232" y="42909884"/>
                    <a:pt x="3491760" y="42868448"/>
                    <a:pt x="3475456" y="42850568"/>
                  </a:cubicBezTo>
                  <a:cubicBezTo>
                    <a:pt x="3459152" y="42832680"/>
                    <a:pt x="3438264" y="42798048"/>
                    <a:pt x="3429032" y="42773600"/>
                  </a:cubicBezTo>
                  <a:cubicBezTo>
                    <a:pt x="3419804" y="42749152"/>
                    <a:pt x="3399368" y="42714864"/>
                    <a:pt x="3383628" y="42697400"/>
                  </a:cubicBezTo>
                  <a:cubicBezTo>
                    <a:pt x="3367884" y="42679936"/>
                    <a:pt x="3351500" y="42644480"/>
                    <a:pt x="3347220" y="42618600"/>
                  </a:cubicBezTo>
                  <a:cubicBezTo>
                    <a:pt x="3342936" y="42592728"/>
                    <a:pt x="3325860" y="42555424"/>
                    <a:pt x="3309268" y="42535708"/>
                  </a:cubicBezTo>
                  <a:cubicBezTo>
                    <a:pt x="3292680" y="42515988"/>
                    <a:pt x="3272676" y="42475984"/>
                    <a:pt x="3264820" y="42446808"/>
                  </a:cubicBezTo>
                  <a:cubicBezTo>
                    <a:pt x="3256960" y="42417628"/>
                    <a:pt x="3235752" y="42376188"/>
                    <a:pt x="3217688" y="42354720"/>
                  </a:cubicBezTo>
                  <a:cubicBezTo>
                    <a:pt x="3199624" y="42333248"/>
                    <a:pt x="3176580" y="42288700"/>
                    <a:pt x="3166484" y="42255716"/>
                  </a:cubicBezTo>
                  <a:cubicBezTo>
                    <a:pt x="3156388" y="42222736"/>
                    <a:pt x="3134664" y="42181464"/>
                    <a:pt x="3118216" y="42164000"/>
                  </a:cubicBezTo>
                  <a:cubicBezTo>
                    <a:pt x="3101764" y="42146536"/>
                    <a:pt x="3084800" y="42111080"/>
                    <a:pt x="3080520" y="42085200"/>
                  </a:cubicBezTo>
                  <a:cubicBezTo>
                    <a:pt x="3076236" y="42059328"/>
                    <a:pt x="3059160" y="42022024"/>
                    <a:pt x="3042568" y="42002308"/>
                  </a:cubicBezTo>
                  <a:cubicBezTo>
                    <a:pt x="3025980" y="41982588"/>
                    <a:pt x="3005928" y="41942404"/>
                    <a:pt x="2998012" y="41913008"/>
                  </a:cubicBezTo>
                  <a:cubicBezTo>
                    <a:pt x="2990096" y="41883608"/>
                    <a:pt x="2969352" y="41844164"/>
                    <a:pt x="2951920" y="41825352"/>
                  </a:cubicBezTo>
                  <a:cubicBezTo>
                    <a:pt x="2934488" y="41806540"/>
                    <a:pt x="2913980" y="41766356"/>
                    <a:pt x="2906348" y="41736056"/>
                  </a:cubicBezTo>
                  <a:cubicBezTo>
                    <a:pt x="2898720" y="41705752"/>
                    <a:pt x="2876792" y="41661220"/>
                    <a:pt x="2857620" y="41637100"/>
                  </a:cubicBezTo>
                  <a:cubicBezTo>
                    <a:pt x="2838452" y="41612980"/>
                    <a:pt x="2819232" y="41571128"/>
                    <a:pt x="2814908" y="41544100"/>
                  </a:cubicBezTo>
                  <a:cubicBezTo>
                    <a:pt x="2810588" y="41517072"/>
                    <a:pt x="2788920" y="41469756"/>
                    <a:pt x="2766760" y="41438952"/>
                  </a:cubicBezTo>
                  <a:cubicBezTo>
                    <a:pt x="2744600" y="41408152"/>
                    <a:pt x="2721848" y="41361228"/>
                    <a:pt x="2716200" y="41334676"/>
                  </a:cubicBezTo>
                  <a:cubicBezTo>
                    <a:pt x="2710548" y="41308128"/>
                    <a:pt x="2694664" y="41272084"/>
                    <a:pt x="2680896" y="41254584"/>
                  </a:cubicBezTo>
                  <a:cubicBezTo>
                    <a:pt x="2667128" y="41237084"/>
                    <a:pt x="2644088" y="41193084"/>
                    <a:pt x="2629688" y="41156808"/>
                  </a:cubicBezTo>
                  <a:cubicBezTo>
                    <a:pt x="2615288" y="41120532"/>
                    <a:pt x="2592080" y="41077104"/>
                    <a:pt x="2578104" y="41060300"/>
                  </a:cubicBezTo>
                  <a:cubicBezTo>
                    <a:pt x="2561224" y="41039992"/>
                    <a:pt x="2552704" y="41011104"/>
                    <a:pt x="2552704" y="40974152"/>
                  </a:cubicBezTo>
                  <a:cubicBezTo>
                    <a:pt x="2552704" y="40927544"/>
                    <a:pt x="2545512" y="40911368"/>
                    <a:pt x="2508252" y="40874104"/>
                  </a:cubicBezTo>
                  <a:cubicBezTo>
                    <a:pt x="2477216" y="40843068"/>
                    <a:pt x="2463800" y="40818160"/>
                    <a:pt x="2463800" y="40791568"/>
                  </a:cubicBezTo>
                  <a:cubicBezTo>
                    <a:pt x="2463800" y="40751820"/>
                    <a:pt x="2427504" y="40667028"/>
                    <a:pt x="2402360" y="40648048"/>
                  </a:cubicBezTo>
                  <a:cubicBezTo>
                    <a:pt x="2394344" y="40641992"/>
                    <a:pt x="2378676" y="40610560"/>
                    <a:pt x="2367544" y="40578196"/>
                  </a:cubicBezTo>
                  <a:cubicBezTo>
                    <a:pt x="2356408" y="40545828"/>
                    <a:pt x="2336444" y="40507688"/>
                    <a:pt x="2323176" y="40493440"/>
                  </a:cubicBezTo>
                  <a:cubicBezTo>
                    <a:pt x="2309912" y="40479188"/>
                    <a:pt x="2290800" y="40436328"/>
                    <a:pt x="2280708" y="40398188"/>
                  </a:cubicBezTo>
                  <a:cubicBezTo>
                    <a:pt x="2255652" y="40303508"/>
                    <a:pt x="2247288" y="40282768"/>
                    <a:pt x="2220340" y="40248500"/>
                  </a:cubicBezTo>
                  <a:cubicBezTo>
                    <a:pt x="2207560" y="40232248"/>
                    <a:pt x="2197104" y="40202616"/>
                    <a:pt x="2197104" y="40182652"/>
                  </a:cubicBezTo>
                  <a:cubicBezTo>
                    <a:pt x="2197104" y="40132484"/>
                    <a:pt x="2179008" y="40089660"/>
                    <a:pt x="2142300" y="40052952"/>
                  </a:cubicBezTo>
                  <a:cubicBezTo>
                    <a:pt x="2119000" y="40029652"/>
                    <a:pt x="2108856" y="40001868"/>
                    <a:pt x="2101960" y="39942436"/>
                  </a:cubicBezTo>
                  <a:cubicBezTo>
                    <a:pt x="2094828" y="39880988"/>
                    <a:pt x="2084448" y="39853592"/>
                    <a:pt x="2056024" y="39821224"/>
                  </a:cubicBezTo>
                  <a:cubicBezTo>
                    <a:pt x="2028968" y="39790408"/>
                    <a:pt x="2019304" y="39766372"/>
                    <a:pt x="2019304" y="39729924"/>
                  </a:cubicBezTo>
                  <a:cubicBezTo>
                    <a:pt x="2019304" y="39684960"/>
                    <a:pt x="1985688" y="39618864"/>
                    <a:pt x="1952236" y="39598056"/>
                  </a:cubicBezTo>
                  <a:cubicBezTo>
                    <a:pt x="1946140" y="39594268"/>
                    <a:pt x="1933112" y="39548956"/>
                    <a:pt x="1923280" y="39497368"/>
                  </a:cubicBezTo>
                  <a:cubicBezTo>
                    <a:pt x="1910604" y="39430832"/>
                    <a:pt x="1896120" y="39393868"/>
                    <a:pt x="1873456" y="39370212"/>
                  </a:cubicBezTo>
                  <a:cubicBezTo>
                    <a:pt x="1853224" y="39349100"/>
                    <a:pt x="1841504" y="39322272"/>
                    <a:pt x="1841504" y="39297108"/>
                  </a:cubicBezTo>
                  <a:cubicBezTo>
                    <a:pt x="1841504" y="39243680"/>
                    <a:pt x="1824144" y="39201396"/>
                    <a:pt x="1786940" y="39164192"/>
                  </a:cubicBezTo>
                  <a:cubicBezTo>
                    <a:pt x="1763096" y="39140344"/>
                    <a:pt x="1753964" y="39113780"/>
                    <a:pt x="1746880" y="39047644"/>
                  </a:cubicBezTo>
                  <a:cubicBezTo>
                    <a:pt x="1739208" y="38975984"/>
                    <a:pt x="1730936" y="38954332"/>
                    <a:pt x="1696264" y="38915168"/>
                  </a:cubicBezTo>
                  <a:cubicBezTo>
                    <a:pt x="1664456" y="38879236"/>
                    <a:pt x="1654444" y="38855872"/>
                    <a:pt x="1653200" y="38814688"/>
                  </a:cubicBezTo>
                  <a:cubicBezTo>
                    <a:pt x="1652260" y="38783736"/>
                    <a:pt x="1636996" y="38733148"/>
                    <a:pt x="1617136" y="38695160"/>
                  </a:cubicBezTo>
                  <a:cubicBezTo>
                    <a:pt x="1598192" y="38658932"/>
                    <a:pt x="1578484" y="38598276"/>
                    <a:pt x="1573340" y="38560364"/>
                  </a:cubicBezTo>
                  <a:cubicBezTo>
                    <a:pt x="1567664" y="38518552"/>
                    <a:pt x="1550680" y="38472240"/>
                    <a:pt x="1530172" y="38442640"/>
                  </a:cubicBezTo>
                  <a:cubicBezTo>
                    <a:pt x="1506892" y="38409048"/>
                    <a:pt x="1493136" y="38367864"/>
                    <a:pt x="1486016" y="38310472"/>
                  </a:cubicBezTo>
                  <a:cubicBezTo>
                    <a:pt x="1479600" y="38258724"/>
                    <a:pt x="1463100" y="38205644"/>
                    <a:pt x="1442512" y="38170512"/>
                  </a:cubicBezTo>
                  <a:cubicBezTo>
                    <a:pt x="1422872" y="38137000"/>
                    <a:pt x="1401952" y="38071544"/>
                    <a:pt x="1391204" y="38009992"/>
                  </a:cubicBezTo>
                  <a:cubicBezTo>
                    <a:pt x="1376708" y="37926956"/>
                    <a:pt x="1365576" y="37898112"/>
                    <a:pt x="1335840" y="37866508"/>
                  </a:cubicBezTo>
                  <a:cubicBezTo>
                    <a:pt x="1304764" y="37833480"/>
                    <a:pt x="1298512" y="37816012"/>
                    <a:pt x="1297968" y="37760688"/>
                  </a:cubicBezTo>
                  <a:cubicBezTo>
                    <a:pt x="1297456" y="37708348"/>
                    <a:pt x="1289872" y="37684656"/>
                    <a:pt x="1261888" y="37647960"/>
                  </a:cubicBezTo>
                  <a:cubicBezTo>
                    <a:pt x="1236008" y="37614036"/>
                    <a:pt x="1222336" y="37575380"/>
                    <a:pt x="1211204" y="37504676"/>
                  </a:cubicBezTo>
                  <a:cubicBezTo>
                    <a:pt x="1202820" y="37451424"/>
                    <a:pt x="1180808" y="37368688"/>
                    <a:pt x="1162284" y="37320828"/>
                  </a:cubicBezTo>
                  <a:cubicBezTo>
                    <a:pt x="1143760" y="37272964"/>
                    <a:pt x="1125252" y="37193784"/>
                    <a:pt x="1121148" y="37144856"/>
                  </a:cubicBezTo>
                  <a:cubicBezTo>
                    <a:pt x="1115304" y="37075160"/>
                    <a:pt x="1106764" y="37047668"/>
                    <a:pt x="1081688" y="37017868"/>
                  </a:cubicBezTo>
                  <a:cubicBezTo>
                    <a:pt x="1042020" y="36970724"/>
                    <a:pt x="1015708" y="36868240"/>
                    <a:pt x="1023108" y="36789700"/>
                  </a:cubicBezTo>
                  <a:cubicBezTo>
                    <a:pt x="1027832" y="36739572"/>
                    <a:pt x="1023548" y="36724228"/>
                    <a:pt x="995536" y="36690936"/>
                  </a:cubicBezTo>
                  <a:cubicBezTo>
                    <a:pt x="951688" y="36638820"/>
                    <a:pt x="926284" y="36556720"/>
                    <a:pt x="933756" y="36491248"/>
                  </a:cubicBezTo>
                  <a:cubicBezTo>
                    <a:pt x="938768" y="36447312"/>
                    <a:pt x="934056" y="36431416"/>
                    <a:pt x="906188" y="36398300"/>
                  </a:cubicBezTo>
                  <a:cubicBezTo>
                    <a:pt x="861096" y="36344708"/>
                    <a:pt x="838024" y="36256192"/>
                    <a:pt x="845104" y="36163932"/>
                  </a:cubicBezTo>
                  <a:cubicBezTo>
                    <a:pt x="850200" y="36097568"/>
                    <a:pt x="846800" y="36082496"/>
                    <a:pt x="817056" y="36039581"/>
                  </a:cubicBezTo>
                  <a:cubicBezTo>
                    <a:pt x="773728" y="35977056"/>
                    <a:pt x="749292" y="35876852"/>
                    <a:pt x="756408" y="35790892"/>
                  </a:cubicBezTo>
                  <a:cubicBezTo>
                    <a:pt x="761112" y="35734064"/>
                    <a:pt x="755068" y="35707840"/>
                    <a:pt x="718340" y="35625792"/>
                  </a:cubicBezTo>
                  <a:cubicBezTo>
                    <a:pt x="684020" y="35549116"/>
                    <a:pt x="673276" y="35506048"/>
                    <a:pt x="668124" y="35424476"/>
                  </a:cubicBezTo>
                  <a:cubicBezTo>
                    <a:pt x="663640" y="35353536"/>
                    <a:pt x="651280" y="35296256"/>
                    <a:pt x="629044" y="35243428"/>
                  </a:cubicBezTo>
                  <a:cubicBezTo>
                    <a:pt x="608376" y="35194328"/>
                    <a:pt x="590072" y="35114085"/>
                    <a:pt x="578840" y="35023352"/>
                  </a:cubicBezTo>
                  <a:cubicBezTo>
                    <a:pt x="568900" y="34943032"/>
                    <a:pt x="548832" y="34850728"/>
                    <a:pt x="532976" y="34812400"/>
                  </a:cubicBezTo>
                  <a:cubicBezTo>
                    <a:pt x="513548" y="34765428"/>
                    <a:pt x="500036" y="34692404"/>
                    <a:pt x="489496" y="34577448"/>
                  </a:cubicBezTo>
                  <a:cubicBezTo>
                    <a:pt x="477672" y="34448472"/>
                    <a:pt x="466624" y="34393368"/>
                    <a:pt x="440784" y="34334448"/>
                  </a:cubicBezTo>
                  <a:cubicBezTo>
                    <a:pt x="415172" y="34276060"/>
                    <a:pt x="404632" y="34224116"/>
                    <a:pt x="395688" y="34112201"/>
                  </a:cubicBezTo>
                  <a:cubicBezTo>
                    <a:pt x="386724" y="34000052"/>
                    <a:pt x="375936" y="33946988"/>
                    <a:pt x="349216" y="33883600"/>
                  </a:cubicBezTo>
                  <a:cubicBezTo>
                    <a:pt x="317804" y="33809089"/>
                    <a:pt x="314224" y="33784928"/>
                    <a:pt x="312456" y="33635476"/>
                  </a:cubicBezTo>
                  <a:cubicBezTo>
                    <a:pt x="310756" y="33491812"/>
                    <a:pt x="306936" y="33463868"/>
                    <a:pt x="283604" y="33424320"/>
                  </a:cubicBezTo>
                  <a:cubicBezTo>
                    <a:pt x="245056" y="33358989"/>
                    <a:pt x="241660" y="33334488"/>
                    <a:pt x="229952" y="33037220"/>
                  </a:cubicBezTo>
                  <a:cubicBezTo>
                    <a:pt x="219552" y="32773056"/>
                    <a:pt x="218896" y="32768528"/>
                    <a:pt x="180716" y="32694732"/>
                  </a:cubicBezTo>
                  <a:cubicBezTo>
                    <a:pt x="142948" y="32621736"/>
                    <a:pt x="141820" y="32614336"/>
                    <a:pt x="133564" y="32385000"/>
                  </a:cubicBezTo>
                  <a:cubicBezTo>
                    <a:pt x="119444" y="31992788"/>
                    <a:pt x="117520" y="31972856"/>
                    <a:pt x="88360" y="31916912"/>
                  </a:cubicBezTo>
                  <a:cubicBezTo>
                    <a:pt x="62760" y="31867794"/>
                    <a:pt x="60880" y="31840324"/>
                    <a:pt x="52336" y="31390200"/>
                  </a:cubicBezTo>
                  <a:cubicBezTo>
                    <a:pt x="44432" y="30973836"/>
                    <a:pt x="40652" y="30911232"/>
                    <a:pt x="21664" y="30882252"/>
                  </a:cubicBezTo>
                  <a:cubicBezTo>
                    <a:pt x="1496" y="30851476"/>
                    <a:pt x="0" y="30720584"/>
                    <a:pt x="0" y="28986424"/>
                  </a:cubicBezTo>
                  <a:cubicBezTo>
                    <a:pt x="0" y="27517230"/>
                    <a:pt x="3352" y="27119391"/>
                    <a:pt x="15876" y="27101566"/>
                  </a:cubicBezTo>
                  <a:cubicBezTo>
                    <a:pt x="27232" y="27085403"/>
                    <a:pt x="35812" y="26942114"/>
                    <a:pt x="46020" y="26598059"/>
                  </a:cubicBezTo>
                  <a:cubicBezTo>
                    <a:pt x="60504" y="26109883"/>
                    <a:pt x="63524" y="26074818"/>
                    <a:pt x="99884" y="25972514"/>
                  </a:cubicBezTo>
                  <a:cubicBezTo>
                    <a:pt x="114932" y="25930174"/>
                    <a:pt x="123008" y="25838967"/>
                    <a:pt x="130284" y="25629111"/>
                  </a:cubicBezTo>
                  <a:cubicBezTo>
                    <a:pt x="139836" y="25353671"/>
                    <a:pt x="141436" y="25340838"/>
                    <a:pt x="174696" y="25273510"/>
                  </a:cubicBezTo>
                  <a:cubicBezTo>
                    <a:pt x="207400" y="25207311"/>
                    <a:pt x="209624" y="25191054"/>
                    <a:pt x="217224" y="24962362"/>
                  </a:cubicBezTo>
                  <a:cubicBezTo>
                    <a:pt x="225448" y="24714967"/>
                    <a:pt x="233904" y="24669255"/>
                    <a:pt x="285544" y="24593159"/>
                  </a:cubicBezTo>
                  <a:cubicBezTo>
                    <a:pt x="310320" y="24556647"/>
                    <a:pt x="314344" y="24529602"/>
                    <a:pt x="321232" y="24353339"/>
                  </a:cubicBezTo>
                  <a:cubicBezTo>
                    <a:pt x="328568" y="24165418"/>
                    <a:pt x="330712" y="24152623"/>
                    <a:pt x="360840" y="24116815"/>
                  </a:cubicBezTo>
                  <a:cubicBezTo>
                    <a:pt x="382472" y="24091110"/>
                    <a:pt x="392636" y="24063803"/>
                    <a:pt x="392520" y="24031710"/>
                  </a:cubicBezTo>
                  <a:cubicBezTo>
                    <a:pt x="392000" y="23886846"/>
                    <a:pt x="420532" y="23678838"/>
                    <a:pt x="449368" y="23617266"/>
                  </a:cubicBezTo>
                  <a:cubicBezTo>
                    <a:pt x="473048" y="23566707"/>
                    <a:pt x="482484" y="23516019"/>
                    <a:pt x="492764" y="23384122"/>
                  </a:cubicBezTo>
                  <a:cubicBezTo>
                    <a:pt x="504144" y="23238087"/>
                    <a:pt x="510432" y="23207851"/>
                    <a:pt x="539848" y="23157650"/>
                  </a:cubicBezTo>
                  <a:cubicBezTo>
                    <a:pt x="568776" y="23108287"/>
                    <a:pt x="575268" y="23078319"/>
                    <a:pt x="583728" y="22955063"/>
                  </a:cubicBezTo>
                  <a:cubicBezTo>
                    <a:pt x="593044" y="22819323"/>
                    <a:pt x="595988" y="22807754"/>
                    <a:pt x="631536" y="22767271"/>
                  </a:cubicBezTo>
                  <a:cubicBezTo>
                    <a:pt x="667816" y="22725947"/>
                    <a:pt x="669688" y="22717938"/>
                    <a:pt x="675900" y="22577106"/>
                  </a:cubicBezTo>
                  <a:cubicBezTo>
                    <a:pt x="681880" y="22441626"/>
                    <a:pt x="685016" y="22426962"/>
                    <a:pt x="715848" y="22390318"/>
                  </a:cubicBezTo>
                  <a:cubicBezTo>
                    <a:pt x="734568" y="22368077"/>
                    <a:pt x="748992" y="22335598"/>
                    <a:pt x="748588" y="22316606"/>
                  </a:cubicBezTo>
                  <a:cubicBezTo>
                    <a:pt x="746360" y="22211711"/>
                    <a:pt x="773260" y="22062699"/>
                    <a:pt x="805592" y="22000870"/>
                  </a:cubicBezTo>
                  <a:cubicBezTo>
                    <a:pt x="834560" y="21945471"/>
                    <a:pt x="840840" y="21915202"/>
                    <a:pt x="845120" y="21810383"/>
                  </a:cubicBezTo>
                  <a:cubicBezTo>
                    <a:pt x="847924" y="21741842"/>
                    <a:pt x="853224" y="21684530"/>
                    <a:pt x="856908" y="21683023"/>
                  </a:cubicBezTo>
                  <a:cubicBezTo>
                    <a:pt x="860592" y="21681518"/>
                    <a:pt x="880748" y="21662746"/>
                    <a:pt x="901704" y="21641311"/>
                  </a:cubicBezTo>
                  <a:cubicBezTo>
                    <a:pt x="937968" y="21604211"/>
                    <a:pt x="939524" y="21598234"/>
                    <a:pt x="934004" y="21517050"/>
                  </a:cubicBezTo>
                  <a:cubicBezTo>
                    <a:pt x="928824" y="21440803"/>
                    <a:pt x="934244" y="21408943"/>
                    <a:pt x="967692" y="21319091"/>
                  </a:cubicBezTo>
                  <a:cubicBezTo>
                    <a:pt x="970624" y="21311210"/>
                    <a:pt x="985552" y="21293491"/>
                    <a:pt x="1000864" y="21279710"/>
                  </a:cubicBezTo>
                  <a:cubicBezTo>
                    <a:pt x="1024456" y="21258481"/>
                    <a:pt x="1027780" y="21244923"/>
                    <a:pt x="1022656" y="21190811"/>
                  </a:cubicBezTo>
                  <a:cubicBezTo>
                    <a:pt x="1015640" y="21116746"/>
                    <a:pt x="1036252" y="21057514"/>
                    <a:pt x="1084652" y="21012663"/>
                  </a:cubicBezTo>
                  <a:cubicBezTo>
                    <a:pt x="1113404" y="20986015"/>
                    <a:pt x="1117600" y="20971927"/>
                    <a:pt x="1117600" y="20902059"/>
                  </a:cubicBezTo>
                  <a:cubicBezTo>
                    <a:pt x="1117600" y="20801391"/>
                    <a:pt x="1131568" y="20752202"/>
                    <a:pt x="1171472" y="20712295"/>
                  </a:cubicBezTo>
                  <a:cubicBezTo>
                    <a:pt x="1199192" y="20684574"/>
                    <a:pt x="1203976" y="20665602"/>
                    <a:pt x="1212092" y="20551099"/>
                  </a:cubicBezTo>
                  <a:cubicBezTo>
                    <a:pt x="1220768" y="20428771"/>
                    <a:pt x="1223320" y="20419827"/>
                    <a:pt x="1256608" y="20395215"/>
                  </a:cubicBezTo>
                  <a:cubicBezTo>
                    <a:pt x="1288800" y="20371415"/>
                    <a:pt x="1292544" y="20360075"/>
                    <a:pt x="1298920" y="20267023"/>
                  </a:cubicBezTo>
                  <a:cubicBezTo>
                    <a:pt x="1305344" y="20173326"/>
                    <a:pt x="1309140" y="20161995"/>
                    <a:pt x="1345112" y="20129139"/>
                  </a:cubicBezTo>
                  <a:cubicBezTo>
                    <a:pt x="1378512" y="20098631"/>
                    <a:pt x="1384304" y="20084315"/>
                    <a:pt x="1384304" y="20032219"/>
                  </a:cubicBezTo>
                  <a:cubicBezTo>
                    <a:pt x="1384304" y="19948610"/>
                    <a:pt x="1402560" y="19891890"/>
                    <a:pt x="1440916" y="19856346"/>
                  </a:cubicBezTo>
                  <a:cubicBezTo>
                    <a:pt x="1462952" y="19835923"/>
                    <a:pt x="1471376" y="19817158"/>
                    <a:pt x="1467452" y="19797242"/>
                  </a:cubicBezTo>
                  <a:cubicBezTo>
                    <a:pt x="1458544" y="19752014"/>
                    <a:pt x="1482312" y="19660130"/>
                    <a:pt x="1515860" y="19610127"/>
                  </a:cubicBezTo>
                  <a:cubicBezTo>
                    <a:pt x="1533864" y="19583286"/>
                    <a:pt x="1551768" y="19529671"/>
                    <a:pt x="1559836" y="19477912"/>
                  </a:cubicBezTo>
                  <a:cubicBezTo>
                    <a:pt x="1570320" y="19411317"/>
                    <a:pt x="1582360" y="19381316"/>
                    <a:pt x="1612224" y="19347291"/>
                  </a:cubicBezTo>
                  <a:cubicBezTo>
                    <a:pt x="1642364" y="19312956"/>
                    <a:pt x="1651000" y="19291173"/>
                    <a:pt x="1651000" y="19249512"/>
                  </a:cubicBezTo>
                  <a:cubicBezTo>
                    <a:pt x="1651000" y="19176122"/>
                    <a:pt x="1668952" y="19119669"/>
                    <a:pt x="1706460" y="19075110"/>
                  </a:cubicBezTo>
                  <a:cubicBezTo>
                    <a:pt x="1731796" y="19044995"/>
                    <a:pt x="1738564" y="19021852"/>
                    <a:pt x="1740688" y="18958066"/>
                  </a:cubicBezTo>
                  <a:cubicBezTo>
                    <a:pt x="1743116" y="18885252"/>
                    <a:pt x="1746800" y="18875743"/>
                    <a:pt x="1784440" y="18845046"/>
                  </a:cubicBezTo>
                  <a:cubicBezTo>
                    <a:pt x="1820712" y="18815475"/>
                    <a:pt x="1826592" y="18801689"/>
                    <a:pt x="1834516" y="18727711"/>
                  </a:cubicBezTo>
                  <a:cubicBezTo>
                    <a:pt x="1841792" y="18659781"/>
                    <a:pt x="1849448" y="18639194"/>
                    <a:pt x="1874896" y="18619189"/>
                  </a:cubicBezTo>
                  <a:cubicBezTo>
                    <a:pt x="1907400" y="18593610"/>
                    <a:pt x="1930400" y="18534816"/>
                    <a:pt x="1930400" y="18477300"/>
                  </a:cubicBezTo>
                  <a:cubicBezTo>
                    <a:pt x="1930400" y="18458111"/>
                    <a:pt x="1945824" y="18428034"/>
                    <a:pt x="1967068" y="18405802"/>
                  </a:cubicBezTo>
                  <a:cubicBezTo>
                    <a:pt x="1999488" y="18371878"/>
                    <a:pt x="2004020" y="18357333"/>
                    <a:pt x="2006200" y="18280103"/>
                  </a:cubicBezTo>
                  <a:cubicBezTo>
                    <a:pt x="2008432" y="18201266"/>
                    <a:pt x="2012220" y="18189669"/>
                    <a:pt x="2045140" y="18161003"/>
                  </a:cubicBezTo>
                  <a:cubicBezTo>
                    <a:pt x="2071740" y="18137847"/>
                    <a:pt x="2085100" y="18110617"/>
                    <a:pt x="2094508" y="18060364"/>
                  </a:cubicBezTo>
                  <a:cubicBezTo>
                    <a:pt x="2103772" y="18010883"/>
                    <a:pt x="2117712" y="17982052"/>
                    <a:pt x="2143984" y="17958055"/>
                  </a:cubicBezTo>
                  <a:cubicBezTo>
                    <a:pt x="2173984" y="17930654"/>
                    <a:pt x="2182192" y="17910263"/>
                    <a:pt x="2189612" y="17844655"/>
                  </a:cubicBezTo>
                  <a:cubicBezTo>
                    <a:pt x="2196488" y="17783862"/>
                    <a:pt x="2205980" y="17757878"/>
                    <a:pt x="2229112" y="17736424"/>
                  </a:cubicBezTo>
                  <a:cubicBezTo>
                    <a:pt x="2268920" y="17699533"/>
                    <a:pt x="2287564" y="17648445"/>
                    <a:pt x="2279536" y="17598211"/>
                  </a:cubicBezTo>
                  <a:cubicBezTo>
                    <a:pt x="2273780" y="17562168"/>
                    <a:pt x="2278116" y="17554873"/>
                    <a:pt x="2319296" y="17531325"/>
                  </a:cubicBezTo>
                  <a:cubicBezTo>
                    <a:pt x="2361348" y="17507290"/>
                    <a:pt x="2366096" y="17498882"/>
                    <a:pt x="2371928" y="17438196"/>
                  </a:cubicBezTo>
                  <a:cubicBezTo>
                    <a:pt x="2377064" y="17384761"/>
                    <a:pt x="2384032" y="17368906"/>
                    <a:pt x="2406968" y="17358448"/>
                  </a:cubicBezTo>
                  <a:cubicBezTo>
                    <a:pt x="2442372" y="17342334"/>
                    <a:pt x="2466280" y="17292644"/>
                    <a:pt x="2456808" y="17254905"/>
                  </a:cubicBezTo>
                  <a:cubicBezTo>
                    <a:pt x="2447024" y="17215939"/>
                    <a:pt x="2469856" y="17161523"/>
                    <a:pt x="2500000" y="17151957"/>
                  </a:cubicBezTo>
                  <a:cubicBezTo>
                    <a:pt x="2532688" y="17141594"/>
                    <a:pt x="2539660" y="17120684"/>
                    <a:pt x="2541880" y="17026448"/>
                  </a:cubicBezTo>
                  <a:cubicBezTo>
                    <a:pt x="2543628" y="16952141"/>
                    <a:pt x="2546208" y="16946061"/>
                    <a:pt x="2592664" y="16906848"/>
                  </a:cubicBezTo>
                  <a:cubicBezTo>
                    <a:pt x="2629688" y="16875588"/>
                    <a:pt x="2641600" y="16856114"/>
                    <a:pt x="2641600" y="16826866"/>
                  </a:cubicBezTo>
                  <a:cubicBezTo>
                    <a:pt x="2641600" y="16802097"/>
                    <a:pt x="2652832" y="16777796"/>
                    <a:pt x="2672828" y="16759259"/>
                  </a:cubicBezTo>
                  <a:cubicBezTo>
                    <a:pt x="2713376" y="16721672"/>
                    <a:pt x="2732112" y="16670837"/>
                    <a:pt x="2724036" y="16620299"/>
                  </a:cubicBezTo>
                  <a:cubicBezTo>
                    <a:pt x="2718280" y="16584275"/>
                    <a:pt x="2722616" y="16576974"/>
                    <a:pt x="2763796" y="16553426"/>
                  </a:cubicBezTo>
                  <a:cubicBezTo>
                    <a:pt x="2805928" y="16529340"/>
                    <a:pt x="2810588" y="16521052"/>
                    <a:pt x="2816480" y="16459759"/>
                  </a:cubicBezTo>
                  <a:cubicBezTo>
                    <a:pt x="2821960" y="16402711"/>
                    <a:pt x="2828360" y="16389381"/>
                    <a:pt x="2858576" y="16372052"/>
                  </a:cubicBezTo>
                  <a:cubicBezTo>
                    <a:pt x="2882384" y="16358380"/>
                    <a:pt x="2894384" y="16340994"/>
                    <a:pt x="2894736" y="16319667"/>
                  </a:cubicBezTo>
                  <a:cubicBezTo>
                    <a:pt x="2895744" y="16257798"/>
                    <a:pt x="2908608" y="16218193"/>
                    <a:pt x="2936876" y="16189919"/>
                  </a:cubicBezTo>
                  <a:cubicBezTo>
                    <a:pt x="2977964" y="16148827"/>
                    <a:pt x="2983364" y="16139628"/>
                    <a:pt x="2990656" y="16098169"/>
                  </a:cubicBezTo>
                  <a:cubicBezTo>
                    <a:pt x="2994256" y="16077696"/>
                    <a:pt x="3017204" y="16042646"/>
                    <a:pt x="3041652" y="16020243"/>
                  </a:cubicBezTo>
                  <a:cubicBezTo>
                    <a:pt x="3082408" y="15982909"/>
                    <a:pt x="3085564" y="15974925"/>
                    <a:pt x="3079636" y="15924090"/>
                  </a:cubicBezTo>
                  <a:cubicBezTo>
                    <a:pt x="3073468" y="15871186"/>
                    <a:pt x="3075248" y="15867485"/>
                    <a:pt x="3118568" y="15842912"/>
                  </a:cubicBezTo>
                  <a:cubicBezTo>
                    <a:pt x="3160896" y="15818896"/>
                    <a:pt x="3164004" y="15812898"/>
                    <a:pt x="3164596" y="15754003"/>
                  </a:cubicBezTo>
                  <a:cubicBezTo>
                    <a:pt x="3165188" y="15695291"/>
                    <a:pt x="3168688" y="15688452"/>
                    <a:pt x="3214568" y="15656578"/>
                  </a:cubicBezTo>
                  <a:cubicBezTo>
                    <a:pt x="3256936" y="15627140"/>
                    <a:pt x="3263904" y="15615619"/>
                    <a:pt x="3263904" y="15574932"/>
                  </a:cubicBezTo>
                  <a:cubicBezTo>
                    <a:pt x="3263904" y="15537016"/>
                    <a:pt x="3272776" y="15519434"/>
                    <a:pt x="3308352" y="15486839"/>
                  </a:cubicBezTo>
                  <a:cubicBezTo>
                    <a:pt x="3344708" y="15453554"/>
                    <a:pt x="3352800" y="15437035"/>
                    <a:pt x="3352800" y="15396209"/>
                  </a:cubicBezTo>
                  <a:cubicBezTo>
                    <a:pt x="3352800" y="15355117"/>
                    <a:pt x="3360664" y="15339313"/>
                    <a:pt x="3397252" y="15306920"/>
                  </a:cubicBezTo>
                  <a:cubicBezTo>
                    <a:pt x="3429740" y="15278159"/>
                    <a:pt x="3441704" y="15257148"/>
                    <a:pt x="3441704" y="15228836"/>
                  </a:cubicBezTo>
                  <a:cubicBezTo>
                    <a:pt x="3441704" y="15203194"/>
                    <a:pt x="3454172" y="15177324"/>
                    <a:pt x="3478532" y="15152403"/>
                  </a:cubicBezTo>
                  <a:cubicBezTo>
                    <a:pt x="3498792" y="15131677"/>
                    <a:pt x="3522004" y="15094615"/>
                    <a:pt x="3530120" y="15070017"/>
                  </a:cubicBezTo>
                  <a:cubicBezTo>
                    <a:pt x="3538232" y="15045431"/>
                    <a:pt x="3555768" y="15021858"/>
                    <a:pt x="3569092" y="15017638"/>
                  </a:cubicBezTo>
                  <a:cubicBezTo>
                    <a:pt x="3586176" y="15012216"/>
                    <a:pt x="3595276" y="14994261"/>
                    <a:pt x="3599984" y="14956699"/>
                  </a:cubicBezTo>
                  <a:cubicBezTo>
                    <a:pt x="3609128" y="14883803"/>
                    <a:pt x="3614788" y="14872864"/>
                    <a:pt x="3650480" y="14859306"/>
                  </a:cubicBezTo>
                  <a:cubicBezTo>
                    <a:pt x="3687392" y="14845267"/>
                    <a:pt x="3708400" y="14810097"/>
                    <a:pt x="3708400" y="14762324"/>
                  </a:cubicBezTo>
                  <a:cubicBezTo>
                    <a:pt x="3708400" y="14738700"/>
                    <a:pt x="3722736" y="14714336"/>
                    <a:pt x="3752852" y="14686739"/>
                  </a:cubicBezTo>
                  <a:cubicBezTo>
                    <a:pt x="3785408" y="14656921"/>
                    <a:pt x="3797304" y="14635461"/>
                    <a:pt x="3797304" y="14606510"/>
                  </a:cubicBezTo>
                  <a:cubicBezTo>
                    <a:pt x="3797304" y="14579166"/>
                    <a:pt x="3811012" y="14551803"/>
                    <a:pt x="3841752" y="14517778"/>
                  </a:cubicBezTo>
                  <a:cubicBezTo>
                    <a:pt x="3866200" y="14490725"/>
                    <a:pt x="3886200" y="14459313"/>
                    <a:pt x="3886200" y="14447988"/>
                  </a:cubicBezTo>
                  <a:cubicBezTo>
                    <a:pt x="3886200" y="14436676"/>
                    <a:pt x="3902944" y="14412489"/>
                    <a:pt x="3923408" y="14394249"/>
                  </a:cubicBezTo>
                  <a:cubicBezTo>
                    <a:pt x="3946976" y="14373251"/>
                    <a:pt x="3963628" y="14343237"/>
                    <a:pt x="3968844" y="14312369"/>
                  </a:cubicBezTo>
                  <a:cubicBezTo>
                    <a:pt x="3974776" y="14277243"/>
                    <a:pt x="3989228" y="14254353"/>
                    <a:pt x="4020540" y="14230457"/>
                  </a:cubicBezTo>
                  <a:cubicBezTo>
                    <a:pt x="4052336" y="14206207"/>
                    <a:pt x="4064000" y="14187467"/>
                    <a:pt x="4064000" y="14160642"/>
                  </a:cubicBezTo>
                  <a:cubicBezTo>
                    <a:pt x="4064000" y="14137657"/>
                    <a:pt x="4078184" y="14108453"/>
                    <a:pt x="4102024" y="14082349"/>
                  </a:cubicBezTo>
                  <a:cubicBezTo>
                    <a:pt x="4122936" y="14059459"/>
                    <a:pt x="4146080" y="14022416"/>
                    <a:pt x="4153464" y="14000064"/>
                  </a:cubicBezTo>
                  <a:cubicBezTo>
                    <a:pt x="4160848" y="13977680"/>
                    <a:pt x="4180832" y="13950254"/>
                    <a:pt x="4197880" y="13939081"/>
                  </a:cubicBezTo>
                  <a:cubicBezTo>
                    <a:pt x="4218584" y="13925510"/>
                    <a:pt x="4231540" y="13902076"/>
                    <a:pt x="4236912" y="13868494"/>
                  </a:cubicBezTo>
                  <a:cubicBezTo>
                    <a:pt x="4242740" y="13832052"/>
                    <a:pt x="4256332" y="13809548"/>
                    <a:pt x="4286324" y="13786658"/>
                  </a:cubicBezTo>
                  <a:cubicBezTo>
                    <a:pt x="4316660" y="13763521"/>
                    <a:pt x="4328340" y="13743959"/>
                    <a:pt x="4330104" y="13713325"/>
                  </a:cubicBezTo>
                  <a:cubicBezTo>
                    <a:pt x="4331448" y="13690049"/>
                    <a:pt x="4345496" y="13657492"/>
                    <a:pt x="4361824" y="13639809"/>
                  </a:cubicBezTo>
                  <a:cubicBezTo>
                    <a:pt x="4377948" y="13622341"/>
                    <a:pt x="4397560" y="13588050"/>
                    <a:pt x="4405408" y="13563604"/>
                  </a:cubicBezTo>
                  <a:cubicBezTo>
                    <a:pt x="4416288" y="13529718"/>
                    <a:pt x="4430232" y="13515521"/>
                    <a:pt x="4464088" y="13503867"/>
                  </a:cubicBezTo>
                  <a:cubicBezTo>
                    <a:pt x="4501764" y="13490910"/>
                    <a:pt x="4508504" y="13482717"/>
                    <a:pt x="4508504" y="13449932"/>
                  </a:cubicBezTo>
                  <a:cubicBezTo>
                    <a:pt x="4508504" y="13428402"/>
                    <a:pt x="4524636" y="13387342"/>
                    <a:pt x="4544916" y="13357271"/>
                  </a:cubicBezTo>
                  <a:cubicBezTo>
                    <a:pt x="4564944" y="13327561"/>
                    <a:pt x="4584932" y="13291834"/>
                    <a:pt x="4589336" y="13277852"/>
                  </a:cubicBezTo>
                  <a:cubicBezTo>
                    <a:pt x="4593740" y="13263870"/>
                    <a:pt x="4617336" y="13245586"/>
                    <a:pt x="4641820" y="13237184"/>
                  </a:cubicBezTo>
                  <a:cubicBezTo>
                    <a:pt x="4679624" y="13224176"/>
                    <a:pt x="4686304" y="13216059"/>
                    <a:pt x="4686304" y="13183078"/>
                  </a:cubicBezTo>
                  <a:cubicBezTo>
                    <a:pt x="4686304" y="13157417"/>
                    <a:pt x="4699016" y="13130965"/>
                    <a:pt x="4723848" y="13104981"/>
                  </a:cubicBezTo>
                  <a:cubicBezTo>
                    <a:pt x="4744496" y="13083382"/>
                    <a:pt x="4767644" y="13046750"/>
                    <a:pt x="4775288" y="13023588"/>
                  </a:cubicBezTo>
                  <a:cubicBezTo>
                    <a:pt x="4782932" y="13000445"/>
                    <a:pt x="4802960" y="12972462"/>
                    <a:pt x="4819796" y="12961441"/>
                  </a:cubicBezTo>
                  <a:cubicBezTo>
                    <a:pt x="4837320" y="12949958"/>
                    <a:pt x="4856260" y="12919628"/>
                    <a:pt x="4864104" y="12890506"/>
                  </a:cubicBezTo>
                  <a:cubicBezTo>
                    <a:pt x="4871944" y="12861378"/>
                    <a:pt x="4890884" y="12831073"/>
                    <a:pt x="4908408" y="12819590"/>
                  </a:cubicBezTo>
                  <a:cubicBezTo>
                    <a:pt x="4925244" y="12808550"/>
                    <a:pt x="4945480" y="12779947"/>
                    <a:pt x="4953376" y="12756013"/>
                  </a:cubicBezTo>
                  <a:cubicBezTo>
                    <a:pt x="4961276" y="12732098"/>
                    <a:pt x="4979084" y="12706437"/>
                    <a:pt x="4992952" y="12699022"/>
                  </a:cubicBezTo>
                  <a:cubicBezTo>
                    <a:pt x="5007092" y="12691449"/>
                    <a:pt x="5025772" y="12659417"/>
                    <a:pt x="5035476" y="12626088"/>
                  </a:cubicBezTo>
                  <a:cubicBezTo>
                    <a:pt x="5047868" y="12583528"/>
                    <a:pt x="5063860" y="12559961"/>
                    <a:pt x="5091792" y="12543094"/>
                  </a:cubicBezTo>
                  <a:cubicBezTo>
                    <a:pt x="5113248" y="12530137"/>
                    <a:pt x="5130800" y="12511853"/>
                    <a:pt x="5130800" y="12502464"/>
                  </a:cubicBezTo>
                  <a:cubicBezTo>
                    <a:pt x="5130800" y="12493075"/>
                    <a:pt x="5150120" y="12470666"/>
                    <a:pt x="5173736" y="12452654"/>
                  </a:cubicBezTo>
                  <a:cubicBezTo>
                    <a:pt x="5199988" y="12432630"/>
                    <a:pt x="5219760" y="12404451"/>
                    <a:pt x="5224624" y="12380112"/>
                  </a:cubicBezTo>
                  <a:cubicBezTo>
                    <a:pt x="5229004" y="12358228"/>
                    <a:pt x="5244216" y="12332168"/>
                    <a:pt x="5258436" y="12322210"/>
                  </a:cubicBezTo>
                  <a:cubicBezTo>
                    <a:pt x="5272656" y="12312252"/>
                    <a:pt x="5293100" y="12282086"/>
                    <a:pt x="5303872" y="12255166"/>
                  </a:cubicBezTo>
                  <a:cubicBezTo>
                    <a:pt x="5314644" y="12228246"/>
                    <a:pt x="5337520" y="12196998"/>
                    <a:pt x="5354708" y="12185743"/>
                  </a:cubicBezTo>
                  <a:cubicBezTo>
                    <a:pt x="5371896" y="12174475"/>
                    <a:pt x="5389892" y="12146992"/>
                    <a:pt x="5394700" y="12124665"/>
                  </a:cubicBezTo>
                  <a:cubicBezTo>
                    <a:pt x="5400308" y="12098618"/>
                    <a:pt x="5418324" y="12074254"/>
                    <a:pt x="5444920" y="12056748"/>
                  </a:cubicBezTo>
                  <a:cubicBezTo>
                    <a:pt x="5467736" y="12041722"/>
                    <a:pt x="5486400" y="12018541"/>
                    <a:pt x="5486400" y="12005255"/>
                  </a:cubicBezTo>
                  <a:cubicBezTo>
                    <a:pt x="5486400" y="11991956"/>
                    <a:pt x="5506404" y="11961702"/>
                    <a:pt x="5530852" y="11938002"/>
                  </a:cubicBezTo>
                  <a:cubicBezTo>
                    <a:pt x="5555300" y="11914315"/>
                    <a:pt x="5575304" y="11887768"/>
                    <a:pt x="5575304" y="11879012"/>
                  </a:cubicBezTo>
                  <a:cubicBezTo>
                    <a:pt x="5575304" y="11870262"/>
                    <a:pt x="5595152" y="11847954"/>
                    <a:pt x="5619412" y="11829455"/>
                  </a:cubicBezTo>
                  <a:cubicBezTo>
                    <a:pt x="5648452" y="11807305"/>
                    <a:pt x="5666248" y="11781258"/>
                    <a:pt x="5671508" y="11753218"/>
                  </a:cubicBezTo>
                  <a:cubicBezTo>
                    <a:pt x="5676060" y="11728968"/>
                    <a:pt x="5692196" y="11702301"/>
                    <a:pt x="5708988" y="11691305"/>
                  </a:cubicBezTo>
                  <a:cubicBezTo>
                    <a:pt x="5726724" y="11679683"/>
                    <a:pt x="5739344" y="11657938"/>
                    <a:pt x="5740648" y="11636718"/>
                  </a:cubicBezTo>
                  <a:cubicBezTo>
                    <a:pt x="5742732" y="11602959"/>
                    <a:pt x="5764684" y="11574375"/>
                    <a:pt x="5868896" y="11469769"/>
                  </a:cubicBezTo>
                  <a:cubicBezTo>
                    <a:pt x="5894160" y="11444412"/>
                    <a:pt x="5921368" y="11414689"/>
                    <a:pt x="5929348" y="11403725"/>
                  </a:cubicBezTo>
                  <a:cubicBezTo>
                    <a:pt x="5937328" y="11392767"/>
                    <a:pt x="5960944" y="11371155"/>
                    <a:pt x="5981832" y="11355724"/>
                  </a:cubicBezTo>
                  <a:cubicBezTo>
                    <a:pt x="6002716" y="11340287"/>
                    <a:pt x="6019800" y="11317049"/>
                    <a:pt x="6019800" y="11304092"/>
                  </a:cubicBezTo>
                  <a:cubicBezTo>
                    <a:pt x="6019800" y="11291135"/>
                    <a:pt x="6034224" y="11271073"/>
                    <a:pt x="6051848" y="11259533"/>
                  </a:cubicBezTo>
                  <a:cubicBezTo>
                    <a:pt x="6069476" y="11247974"/>
                    <a:pt x="6092988" y="11215828"/>
                    <a:pt x="6104096" y="11188054"/>
                  </a:cubicBezTo>
                  <a:cubicBezTo>
                    <a:pt x="6115204" y="11160286"/>
                    <a:pt x="6140448" y="11126068"/>
                    <a:pt x="6160196" y="11112006"/>
                  </a:cubicBezTo>
                  <a:cubicBezTo>
                    <a:pt x="6179944" y="11097946"/>
                    <a:pt x="6199700" y="11075096"/>
                    <a:pt x="6204100" y="11061232"/>
                  </a:cubicBezTo>
                  <a:cubicBezTo>
                    <a:pt x="6208504" y="11047366"/>
                    <a:pt x="6228840" y="11027366"/>
                    <a:pt x="6249304" y="11016788"/>
                  </a:cubicBezTo>
                  <a:cubicBezTo>
                    <a:pt x="6269760" y="11006204"/>
                    <a:pt x="6286504" y="10989312"/>
                    <a:pt x="6286504" y="10979250"/>
                  </a:cubicBezTo>
                  <a:cubicBezTo>
                    <a:pt x="6286504" y="10969184"/>
                    <a:pt x="6306504" y="10940944"/>
                    <a:pt x="6330952" y="10916496"/>
                  </a:cubicBezTo>
                  <a:cubicBezTo>
                    <a:pt x="6355400" y="10892050"/>
                    <a:pt x="6375400" y="10863232"/>
                    <a:pt x="6375400" y="10852458"/>
                  </a:cubicBezTo>
                  <a:cubicBezTo>
                    <a:pt x="6375400" y="10816990"/>
                    <a:pt x="6465304" y="10699610"/>
                    <a:pt x="6519840" y="10663878"/>
                  </a:cubicBezTo>
                  <a:cubicBezTo>
                    <a:pt x="6537128" y="10652546"/>
                    <a:pt x="6554972" y="10631632"/>
                    <a:pt x="6559488" y="10617402"/>
                  </a:cubicBezTo>
                  <a:cubicBezTo>
                    <a:pt x="6564008" y="10603168"/>
                    <a:pt x="6584360" y="10582908"/>
                    <a:pt x="6604720" y="10572380"/>
                  </a:cubicBezTo>
                  <a:cubicBezTo>
                    <a:pt x="6625076" y="10561852"/>
                    <a:pt x="6645104" y="10539812"/>
                    <a:pt x="6649224" y="10523402"/>
                  </a:cubicBezTo>
                  <a:cubicBezTo>
                    <a:pt x="6653340" y="10506994"/>
                    <a:pt x="6673424" y="10481208"/>
                    <a:pt x="6693856" y="10466104"/>
                  </a:cubicBezTo>
                  <a:cubicBezTo>
                    <a:pt x="6714288" y="10450998"/>
                    <a:pt x="6731000" y="10431118"/>
                    <a:pt x="6731000" y="10421918"/>
                  </a:cubicBezTo>
                  <a:cubicBezTo>
                    <a:pt x="6731000" y="10378062"/>
                    <a:pt x="6875400" y="10196752"/>
                    <a:pt x="7000876" y="10083054"/>
                  </a:cubicBezTo>
                  <a:cubicBezTo>
                    <a:pt x="7055012" y="10034000"/>
                    <a:pt x="7099304" y="9988534"/>
                    <a:pt x="7099304" y="9982012"/>
                  </a:cubicBezTo>
                  <a:cubicBezTo>
                    <a:pt x="7099304" y="9975488"/>
                    <a:pt x="7116364" y="9961328"/>
                    <a:pt x="7137216" y="9950544"/>
                  </a:cubicBezTo>
                  <a:cubicBezTo>
                    <a:pt x="7158072" y="9939762"/>
                    <a:pt x="7178712" y="9916694"/>
                    <a:pt x="7183080" y="9899278"/>
                  </a:cubicBezTo>
                  <a:cubicBezTo>
                    <a:pt x="7187448" y="9881866"/>
                    <a:pt x="7207536" y="9855864"/>
                    <a:pt x="7227712" y="9841496"/>
                  </a:cubicBezTo>
                  <a:cubicBezTo>
                    <a:pt x="7247892" y="9827128"/>
                    <a:pt x="7264400" y="9807754"/>
                    <a:pt x="7264400" y="9798442"/>
                  </a:cubicBezTo>
                  <a:cubicBezTo>
                    <a:pt x="7264400" y="9789128"/>
                    <a:pt x="7284404" y="9769708"/>
                    <a:pt x="7308852" y="9755288"/>
                  </a:cubicBezTo>
                  <a:cubicBezTo>
                    <a:pt x="7335096" y="9739800"/>
                    <a:pt x="7353304" y="9719076"/>
                    <a:pt x="7353304" y="9704688"/>
                  </a:cubicBezTo>
                  <a:cubicBezTo>
                    <a:pt x="7353304" y="9691288"/>
                    <a:pt x="7367472" y="9671040"/>
                    <a:pt x="7384788" y="9659692"/>
                  </a:cubicBezTo>
                  <a:cubicBezTo>
                    <a:pt x="7402104" y="9648346"/>
                    <a:pt x="7422656" y="9617684"/>
                    <a:pt x="7430452" y="9591558"/>
                  </a:cubicBezTo>
                  <a:cubicBezTo>
                    <a:pt x="7438252" y="9565430"/>
                    <a:pt x="7460932" y="9526906"/>
                    <a:pt x="7480852" y="9505952"/>
                  </a:cubicBezTo>
                  <a:cubicBezTo>
                    <a:pt x="7500776" y="9484998"/>
                    <a:pt x="7561664" y="9421314"/>
                    <a:pt x="7616164" y="9364432"/>
                  </a:cubicBezTo>
                  <a:cubicBezTo>
                    <a:pt x="7670664" y="9307552"/>
                    <a:pt x="7720968" y="9254864"/>
                    <a:pt x="7727952" y="9247344"/>
                  </a:cubicBezTo>
                  <a:cubicBezTo>
                    <a:pt x="7734936" y="9239826"/>
                    <a:pt x="7796372" y="9185144"/>
                    <a:pt x="7864476" y="9125824"/>
                  </a:cubicBezTo>
                  <a:cubicBezTo>
                    <a:pt x="7932580" y="9066508"/>
                    <a:pt x="7988304" y="9012608"/>
                    <a:pt x="7988304" y="9006044"/>
                  </a:cubicBezTo>
                  <a:cubicBezTo>
                    <a:pt x="7988304" y="8999480"/>
                    <a:pt x="8008304" y="8982310"/>
                    <a:pt x="8032752" y="8967884"/>
                  </a:cubicBezTo>
                  <a:cubicBezTo>
                    <a:pt x="8057200" y="8953460"/>
                    <a:pt x="8077200" y="8933038"/>
                    <a:pt x="8077200" y="8922504"/>
                  </a:cubicBezTo>
                  <a:cubicBezTo>
                    <a:pt x="8077200" y="8911972"/>
                    <a:pt x="8094596" y="8894358"/>
                    <a:pt x="8115852" y="8883366"/>
                  </a:cubicBezTo>
                  <a:cubicBezTo>
                    <a:pt x="8137112" y="8872372"/>
                    <a:pt x="8160840" y="8849476"/>
                    <a:pt x="8168580" y="8832488"/>
                  </a:cubicBezTo>
                  <a:cubicBezTo>
                    <a:pt x="8176320" y="8815494"/>
                    <a:pt x="8193280" y="8798216"/>
                    <a:pt x="8206268" y="8794096"/>
                  </a:cubicBezTo>
                  <a:cubicBezTo>
                    <a:pt x="8219256" y="8789972"/>
                    <a:pt x="8238488" y="8769956"/>
                    <a:pt x="8249008" y="8749616"/>
                  </a:cubicBezTo>
                  <a:cubicBezTo>
                    <a:pt x="8259528" y="8729274"/>
                    <a:pt x="8284456" y="8704190"/>
                    <a:pt x="8304404" y="8693872"/>
                  </a:cubicBezTo>
                  <a:cubicBezTo>
                    <a:pt x="8324352" y="8683558"/>
                    <a:pt x="8343832" y="8663034"/>
                    <a:pt x="8347696" y="8648266"/>
                  </a:cubicBezTo>
                  <a:cubicBezTo>
                    <a:pt x="8351556" y="8633500"/>
                    <a:pt x="8366800" y="8618258"/>
                    <a:pt x="8381568" y="8614394"/>
                  </a:cubicBezTo>
                  <a:cubicBezTo>
                    <a:pt x="8396336" y="8610534"/>
                    <a:pt x="8417040" y="8590706"/>
                    <a:pt x="8427572" y="8570336"/>
                  </a:cubicBezTo>
                  <a:cubicBezTo>
                    <a:pt x="8438104" y="8549964"/>
                    <a:pt x="8460104" y="8527200"/>
                    <a:pt x="8476464" y="8519748"/>
                  </a:cubicBezTo>
                  <a:cubicBezTo>
                    <a:pt x="8492816" y="8512298"/>
                    <a:pt x="8512300" y="8492820"/>
                    <a:pt x="8519752" y="8476460"/>
                  </a:cubicBezTo>
                  <a:cubicBezTo>
                    <a:pt x="8527204" y="8460104"/>
                    <a:pt x="8550692" y="8437728"/>
                    <a:pt x="8571952" y="8426736"/>
                  </a:cubicBezTo>
                  <a:cubicBezTo>
                    <a:pt x="8593208" y="8415742"/>
                    <a:pt x="8610600" y="8398058"/>
                    <a:pt x="8610600" y="8387432"/>
                  </a:cubicBezTo>
                  <a:cubicBezTo>
                    <a:pt x="8610600" y="8376812"/>
                    <a:pt x="8627452" y="8358448"/>
                    <a:pt x="8648044" y="8346630"/>
                  </a:cubicBezTo>
                  <a:cubicBezTo>
                    <a:pt x="8668636" y="8334812"/>
                    <a:pt x="8691248" y="8312492"/>
                    <a:pt x="8698292" y="8297032"/>
                  </a:cubicBezTo>
                  <a:cubicBezTo>
                    <a:pt x="8705336" y="8281572"/>
                    <a:pt x="8728088" y="8260136"/>
                    <a:pt x="8748852" y="8249400"/>
                  </a:cubicBezTo>
                  <a:cubicBezTo>
                    <a:pt x="8769616" y="8238664"/>
                    <a:pt x="8789976" y="8219252"/>
                    <a:pt x="8794096" y="8206270"/>
                  </a:cubicBezTo>
                  <a:cubicBezTo>
                    <a:pt x="8798216" y="8193282"/>
                    <a:pt x="8815492" y="8176320"/>
                    <a:pt x="8832484" y="8168578"/>
                  </a:cubicBezTo>
                  <a:cubicBezTo>
                    <a:pt x="8849476" y="8160838"/>
                    <a:pt x="8872376" y="8137108"/>
                    <a:pt x="8883368" y="8115850"/>
                  </a:cubicBezTo>
                  <a:cubicBezTo>
                    <a:pt x="8894360" y="8094592"/>
                    <a:pt x="8911972" y="8077200"/>
                    <a:pt x="8922504" y="8077200"/>
                  </a:cubicBezTo>
                  <a:cubicBezTo>
                    <a:pt x="8933040" y="8077200"/>
                    <a:pt x="8953460" y="8057196"/>
                    <a:pt x="8967884" y="8032750"/>
                  </a:cubicBezTo>
                  <a:cubicBezTo>
                    <a:pt x="8982308" y="8008304"/>
                    <a:pt x="8999756" y="7988302"/>
                    <a:pt x="9006656" y="7988302"/>
                  </a:cubicBezTo>
                  <a:cubicBezTo>
                    <a:pt x="9013556" y="7988302"/>
                    <a:pt x="9047440" y="7952582"/>
                    <a:pt x="9081948" y="7908924"/>
                  </a:cubicBezTo>
                  <a:cubicBezTo>
                    <a:pt x="9116460" y="7865268"/>
                    <a:pt x="9150872" y="7823836"/>
                    <a:pt x="9158424" y="7816850"/>
                  </a:cubicBezTo>
                  <a:cubicBezTo>
                    <a:pt x="9165976" y="7809864"/>
                    <a:pt x="9238688" y="7739632"/>
                    <a:pt x="9320004" y="7660776"/>
                  </a:cubicBezTo>
                  <a:cubicBezTo>
                    <a:pt x="9401320" y="7581920"/>
                    <a:pt x="9484996" y="7501028"/>
                    <a:pt x="9505952" y="7481016"/>
                  </a:cubicBezTo>
                  <a:cubicBezTo>
                    <a:pt x="9526908" y="7461004"/>
                    <a:pt x="9565432" y="7438248"/>
                    <a:pt x="9591560" y="7430452"/>
                  </a:cubicBezTo>
                  <a:cubicBezTo>
                    <a:pt x="9617684" y="7422652"/>
                    <a:pt x="9648344" y="7402104"/>
                    <a:pt x="9659692" y="7384786"/>
                  </a:cubicBezTo>
                  <a:cubicBezTo>
                    <a:pt x="9671040" y="7367470"/>
                    <a:pt x="9690964" y="7353300"/>
                    <a:pt x="9703968" y="7353300"/>
                  </a:cubicBezTo>
                  <a:cubicBezTo>
                    <a:pt x="9716976" y="7353300"/>
                    <a:pt x="9737156" y="7338740"/>
                    <a:pt x="9748816" y="7320944"/>
                  </a:cubicBezTo>
                  <a:cubicBezTo>
                    <a:pt x="9760476" y="7303148"/>
                    <a:pt x="9789184" y="7280580"/>
                    <a:pt x="9812608" y="7270792"/>
                  </a:cubicBezTo>
                  <a:cubicBezTo>
                    <a:pt x="9836036" y="7261004"/>
                    <a:pt x="9855200" y="7243940"/>
                    <a:pt x="9855200" y="7232870"/>
                  </a:cubicBezTo>
                  <a:cubicBezTo>
                    <a:pt x="9855200" y="7221800"/>
                    <a:pt x="9874952" y="7201092"/>
                    <a:pt x="9899088" y="7186850"/>
                  </a:cubicBezTo>
                  <a:cubicBezTo>
                    <a:pt x="9923228" y="7172608"/>
                    <a:pt x="9946472" y="7149938"/>
                    <a:pt x="9950748" y="7136464"/>
                  </a:cubicBezTo>
                  <a:cubicBezTo>
                    <a:pt x="9955024" y="7122994"/>
                    <a:pt x="9970908" y="7105344"/>
                    <a:pt x="9986048" y="7097244"/>
                  </a:cubicBezTo>
                  <a:cubicBezTo>
                    <a:pt x="10001188" y="7089140"/>
                    <a:pt x="10027944" y="7062664"/>
                    <a:pt x="10045512" y="7038406"/>
                  </a:cubicBezTo>
                  <a:cubicBezTo>
                    <a:pt x="10063080" y="7014148"/>
                    <a:pt x="10123172" y="6952286"/>
                    <a:pt x="10179052" y="6900938"/>
                  </a:cubicBezTo>
                  <a:cubicBezTo>
                    <a:pt x="10265568" y="6821440"/>
                    <a:pt x="10285924" y="6808492"/>
                    <a:pt x="10316168" y="6813738"/>
                  </a:cubicBezTo>
                  <a:cubicBezTo>
                    <a:pt x="10345368" y="6818806"/>
                    <a:pt x="10355504" y="6813240"/>
                    <a:pt x="10373172" y="6782458"/>
                  </a:cubicBezTo>
                  <a:cubicBezTo>
                    <a:pt x="10384992" y="6761866"/>
                    <a:pt x="10407280" y="6739266"/>
                    <a:pt x="10422708" y="6732238"/>
                  </a:cubicBezTo>
                  <a:cubicBezTo>
                    <a:pt x="10438136" y="6725208"/>
                    <a:pt x="10459936" y="6705452"/>
                    <a:pt x="10471148" y="6688336"/>
                  </a:cubicBezTo>
                  <a:cubicBezTo>
                    <a:pt x="10482364" y="6671222"/>
                    <a:pt x="10505424" y="6653732"/>
                    <a:pt x="10522388" y="6649478"/>
                  </a:cubicBezTo>
                  <a:cubicBezTo>
                    <a:pt x="10539356" y="6645216"/>
                    <a:pt x="10562064" y="6624670"/>
                    <a:pt x="10572848" y="6603818"/>
                  </a:cubicBezTo>
                  <a:cubicBezTo>
                    <a:pt x="10583632" y="6582964"/>
                    <a:pt x="10598248" y="6565902"/>
                    <a:pt x="10605332" y="6565902"/>
                  </a:cubicBezTo>
                  <a:cubicBezTo>
                    <a:pt x="10612412" y="6565902"/>
                    <a:pt x="10637848" y="6541614"/>
                    <a:pt x="10661856" y="6511924"/>
                  </a:cubicBezTo>
                  <a:cubicBezTo>
                    <a:pt x="10726568" y="6431908"/>
                    <a:pt x="10794732" y="6379948"/>
                    <a:pt x="10854304" y="6365232"/>
                  </a:cubicBezTo>
                  <a:cubicBezTo>
                    <a:pt x="10884776" y="6357704"/>
                    <a:pt x="10913076" y="6341278"/>
                    <a:pt x="10920968" y="6326538"/>
                  </a:cubicBezTo>
                  <a:cubicBezTo>
                    <a:pt x="10928504" y="6312448"/>
                    <a:pt x="10944680" y="6294114"/>
                    <a:pt x="10956912" y="6285790"/>
                  </a:cubicBezTo>
                  <a:cubicBezTo>
                    <a:pt x="10969144" y="6277468"/>
                    <a:pt x="10997212" y="6252794"/>
                    <a:pt x="11019284" y="6230956"/>
                  </a:cubicBezTo>
                  <a:cubicBezTo>
                    <a:pt x="11115144" y="6136118"/>
                    <a:pt x="11146856" y="6111432"/>
                    <a:pt x="11188732" y="6099054"/>
                  </a:cubicBezTo>
                  <a:cubicBezTo>
                    <a:pt x="11213196" y="6091818"/>
                    <a:pt x="11243792" y="6074210"/>
                    <a:pt x="11256724" y="6059920"/>
                  </a:cubicBezTo>
                  <a:cubicBezTo>
                    <a:pt x="11269656" y="6045632"/>
                    <a:pt x="11296888" y="6030284"/>
                    <a:pt x="11317240" y="6025812"/>
                  </a:cubicBezTo>
                  <a:cubicBezTo>
                    <a:pt x="11340448" y="6020714"/>
                    <a:pt x="11361384" y="6003876"/>
                    <a:pt x="11373400" y="5980644"/>
                  </a:cubicBezTo>
                  <a:cubicBezTo>
                    <a:pt x="11383936" y="5960268"/>
                    <a:pt x="11398348" y="5943602"/>
                    <a:pt x="11405432" y="5943602"/>
                  </a:cubicBezTo>
                  <a:cubicBezTo>
                    <a:pt x="11412512" y="5943602"/>
                    <a:pt x="11437548" y="5919312"/>
                    <a:pt x="11461064" y="5889624"/>
                  </a:cubicBezTo>
                  <a:cubicBezTo>
                    <a:pt x="11532108" y="5799940"/>
                    <a:pt x="11598840" y="5743260"/>
                    <a:pt x="11636048" y="5741002"/>
                  </a:cubicBezTo>
                  <a:cubicBezTo>
                    <a:pt x="11655196" y="5739838"/>
                    <a:pt x="11680968" y="5725766"/>
                    <a:pt x="11693784" y="5709476"/>
                  </a:cubicBezTo>
                  <a:cubicBezTo>
                    <a:pt x="11706512" y="5693298"/>
                    <a:pt x="11735840" y="5675900"/>
                    <a:pt x="11758952" y="5670826"/>
                  </a:cubicBezTo>
                  <a:cubicBezTo>
                    <a:pt x="11791840" y="5663602"/>
                    <a:pt x="11804140" y="5652250"/>
                    <a:pt x="11815516" y="5618624"/>
                  </a:cubicBezTo>
                  <a:cubicBezTo>
                    <a:pt x="11828204" y="5581120"/>
                    <a:pt x="11837464" y="5574200"/>
                    <a:pt x="11888332" y="5564246"/>
                  </a:cubicBezTo>
                  <a:cubicBezTo>
                    <a:pt x="11922900" y="5557476"/>
                    <a:pt x="11960128" y="5539320"/>
                    <a:pt x="11979832" y="5519618"/>
                  </a:cubicBezTo>
                  <a:cubicBezTo>
                    <a:pt x="11998100" y="5501348"/>
                    <a:pt x="12024592" y="5486402"/>
                    <a:pt x="12038700" y="5486402"/>
                  </a:cubicBezTo>
                  <a:cubicBezTo>
                    <a:pt x="12054072" y="5486402"/>
                    <a:pt x="12071872" y="5471856"/>
                    <a:pt x="12083128" y="5450088"/>
                  </a:cubicBezTo>
                  <a:cubicBezTo>
                    <a:pt x="12093456" y="5430120"/>
                    <a:pt x="12118508" y="5406900"/>
                    <a:pt x="12138800" y="5398494"/>
                  </a:cubicBezTo>
                  <a:cubicBezTo>
                    <a:pt x="12159096" y="5390090"/>
                    <a:pt x="12187592" y="5367124"/>
                    <a:pt x="12202128" y="5347464"/>
                  </a:cubicBezTo>
                  <a:cubicBezTo>
                    <a:pt x="12218764" y="5324964"/>
                    <a:pt x="12245352" y="5308566"/>
                    <a:pt x="12273876" y="5303218"/>
                  </a:cubicBezTo>
                  <a:cubicBezTo>
                    <a:pt x="12301120" y="5298106"/>
                    <a:pt x="12327088" y="5282670"/>
                    <a:pt x="12338984" y="5264508"/>
                  </a:cubicBezTo>
                  <a:cubicBezTo>
                    <a:pt x="12349872" y="5247892"/>
                    <a:pt x="12375124" y="5228604"/>
                    <a:pt x="12395100" y="5221642"/>
                  </a:cubicBezTo>
                  <a:cubicBezTo>
                    <a:pt x="12415076" y="5214676"/>
                    <a:pt x="12440756" y="5194728"/>
                    <a:pt x="12452168" y="5177318"/>
                  </a:cubicBezTo>
                  <a:cubicBezTo>
                    <a:pt x="12463576" y="5159900"/>
                    <a:pt x="12494920" y="5136848"/>
                    <a:pt x="12521824" y="5126084"/>
                  </a:cubicBezTo>
                  <a:cubicBezTo>
                    <a:pt x="12548724" y="5115322"/>
                    <a:pt x="12585272" y="5091976"/>
                    <a:pt x="12603040" y="5074212"/>
                  </a:cubicBezTo>
                  <a:cubicBezTo>
                    <a:pt x="12620808" y="5056440"/>
                    <a:pt x="12646360" y="5041900"/>
                    <a:pt x="12659816" y="5041900"/>
                  </a:cubicBezTo>
                  <a:cubicBezTo>
                    <a:pt x="12673276" y="5041900"/>
                    <a:pt x="12699544" y="5021896"/>
                    <a:pt x="12718192" y="4997450"/>
                  </a:cubicBezTo>
                  <a:cubicBezTo>
                    <a:pt x="12736840" y="4973004"/>
                    <a:pt x="12759308" y="4953000"/>
                    <a:pt x="12768124" y="4953000"/>
                  </a:cubicBezTo>
                  <a:cubicBezTo>
                    <a:pt x="12776936" y="4953000"/>
                    <a:pt x="12800692" y="4935732"/>
                    <a:pt x="12820912" y="4914628"/>
                  </a:cubicBezTo>
                  <a:cubicBezTo>
                    <a:pt x="12844376" y="4890136"/>
                    <a:pt x="12875704" y="4873376"/>
                    <a:pt x="12907512" y="4868290"/>
                  </a:cubicBezTo>
                  <a:cubicBezTo>
                    <a:pt x="12949992" y="4861496"/>
                    <a:pt x="12959452" y="4853992"/>
                    <a:pt x="12971552" y="4817498"/>
                  </a:cubicBezTo>
                  <a:cubicBezTo>
                    <a:pt x="12983936" y="4780146"/>
                    <a:pt x="12992568" y="4773668"/>
                    <a:pt x="13039096" y="4766768"/>
                  </a:cubicBezTo>
                  <a:cubicBezTo>
                    <a:pt x="13074236" y="4761558"/>
                    <a:pt x="13104300" y="4746476"/>
                    <a:pt x="13127196" y="4722580"/>
                  </a:cubicBezTo>
                  <a:cubicBezTo>
                    <a:pt x="13146312" y="4702624"/>
                    <a:pt x="13175000" y="4686302"/>
                    <a:pt x="13190948" y="4686302"/>
                  </a:cubicBezTo>
                  <a:cubicBezTo>
                    <a:pt x="13208300" y="4686302"/>
                    <a:pt x="13231016" y="4671320"/>
                    <a:pt x="13247520" y="4648996"/>
                  </a:cubicBezTo>
                  <a:cubicBezTo>
                    <a:pt x="13262692" y="4628476"/>
                    <a:pt x="13290008" y="4601726"/>
                    <a:pt x="13308228" y="4589542"/>
                  </a:cubicBezTo>
                  <a:cubicBezTo>
                    <a:pt x="13393332" y="4532632"/>
                    <a:pt x="13439576" y="4508502"/>
                    <a:pt x="13463528" y="4508502"/>
                  </a:cubicBezTo>
                  <a:cubicBezTo>
                    <a:pt x="13477852" y="4508502"/>
                    <a:pt x="13507280" y="4488498"/>
                    <a:pt x="13528920" y="4464052"/>
                  </a:cubicBezTo>
                  <a:cubicBezTo>
                    <a:pt x="13553416" y="4436386"/>
                    <a:pt x="13579856" y="4419600"/>
                    <a:pt x="13598944" y="4419600"/>
                  </a:cubicBezTo>
                  <a:cubicBezTo>
                    <a:pt x="13616432" y="4419600"/>
                    <a:pt x="13644448" y="4403720"/>
                    <a:pt x="13664136" y="4382640"/>
                  </a:cubicBezTo>
                  <a:cubicBezTo>
                    <a:pt x="13683128" y="4362312"/>
                    <a:pt x="13720532" y="4336542"/>
                    <a:pt x="13747256" y="4325376"/>
                  </a:cubicBezTo>
                  <a:cubicBezTo>
                    <a:pt x="13773984" y="4314210"/>
                    <a:pt x="13809044" y="4290838"/>
                    <a:pt x="13825172" y="4273436"/>
                  </a:cubicBezTo>
                  <a:cubicBezTo>
                    <a:pt x="13844192" y="4252910"/>
                    <a:pt x="13868232" y="4241800"/>
                    <a:pt x="13893624" y="4241800"/>
                  </a:cubicBezTo>
                  <a:cubicBezTo>
                    <a:pt x="13924624" y="4241800"/>
                    <a:pt x="13938024" y="4232876"/>
                    <a:pt x="13958092" y="4198864"/>
                  </a:cubicBezTo>
                  <a:cubicBezTo>
                    <a:pt x="13975208" y="4169854"/>
                    <a:pt x="13996136" y="4153388"/>
                    <a:pt x="14022632" y="4148090"/>
                  </a:cubicBezTo>
                  <a:cubicBezTo>
                    <a:pt x="14044200" y="4143776"/>
                    <a:pt x="14081384" y="4123092"/>
                    <a:pt x="14105268" y="4102126"/>
                  </a:cubicBezTo>
                  <a:cubicBezTo>
                    <a:pt x="14129148" y="4081156"/>
                    <a:pt x="14160404" y="4064002"/>
                    <a:pt x="14174728" y="4064002"/>
                  </a:cubicBezTo>
                  <a:cubicBezTo>
                    <a:pt x="14189052" y="4064002"/>
                    <a:pt x="14218480" y="4043996"/>
                    <a:pt x="14240120" y="4019550"/>
                  </a:cubicBezTo>
                  <a:cubicBezTo>
                    <a:pt x="14263356" y="3993308"/>
                    <a:pt x="14295428" y="3972422"/>
                    <a:pt x="14318412" y="3968556"/>
                  </a:cubicBezTo>
                  <a:cubicBezTo>
                    <a:pt x="14361060" y="3961388"/>
                    <a:pt x="14370104" y="3956296"/>
                    <a:pt x="14410760" y="3916538"/>
                  </a:cubicBezTo>
                  <a:cubicBezTo>
                    <a:pt x="14425840" y="3901792"/>
                    <a:pt x="14460396" y="3886170"/>
                    <a:pt x="14487548" y="3881830"/>
                  </a:cubicBezTo>
                  <a:cubicBezTo>
                    <a:pt x="14519272" y="3876756"/>
                    <a:pt x="14548588" y="3860838"/>
                    <a:pt x="14569564" y="3837292"/>
                  </a:cubicBezTo>
                  <a:cubicBezTo>
                    <a:pt x="14587952" y="3816658"/>
                    <a:pt x="14621268" y="3797078"/>
                    <a:pt x="14645832" y="3792468"/>
                  </a:cubicBezTo>
                  <a:cubicBezTo>
                    <a:pt x="14669824" y="3787968"/>
                    <a:pt x="14705812" y="3767210"/>
                    <a:pt x="14725804" y="3746344"/>
                  </a:cubicBezTo>
                  <a:cubicBezTo>
                    <a:pt x="14745796" y="3725474"/>
                    <a:pt x="14775372" y="3708402"/>
                    <a:pt x="14791528" y="3708402"/>
                  </a:cubicBezTo>
                  <a:cubicBezTo>
                    <a:pt x="14809804" y="3708402"/>
                    <a:pt x="14826900" y="3696748"/>
                    <a:pt x="14836776" y="3677560"/>
                  </a:cubicBezTo>
                  <a:cubicBezTo>
                    <a:pt x="14856144" y="3639942"/>
                    <a:pt x="14885164" y="3621576"/>
                    <a:pt x="14938880" y="3612958"/>
                  </a:cubicBezTo>
                  <a:cubicBezTo>
                    <a:pt x="14983892" y="3605734"/>
                    <a:pt x="14992536" y="3600856"/>
                    <a:pt x="15034212" y="3559176"/>
                  </a:cubicBezTo>
                  <a:cubicBezTo>
                    <a:pt x="15074472" y="3518918"/>
                    <a:pt x="15075340" y="3518500"/>
                    <a:pt x="15134496" y="3511086"/>
                  </a:cubicBezTo>
                  <a:cubicBezTo>
                    <a:pt x="15171808" y="3506410"/>
                    <a:pt x="15190016" y="3497244"/>
                    <a:pt x="15195340" y="3480466"/>
                  </a:cubicBezTo>
                  <a:cubicBezTo>
                    <a:pt x="15203360" y="3455208"/>
                    <a:pt x="15262160" y="3429002"/>
                    <a:pt x="15310824" y="3429002"/>
                  </a:cubicBezTo>
                  <a:cubicBezTo>
                    <a:pt x="15326760" y="3429002"/>
                    <a:pt x="15351272" y="3414362"/>
                    <a:pt x="15365388" y="3396416"/>
                  </a:cubicBezTo>
                  <a:cubicBezTo>
                    <a:pt x="15379484" y="3378496"/>
                    <a:pt x="15411152" y="3358276"/>
                    <a:pt x="15435764" y="3351482"/>
                  </a:cubicBezTo>
                  <a:cubicBezTo>
                    <a:pt x="15460376" y="3344686"/>
                    <a:pt x="15497400" y="3324912"/>
                    <a:pt x="15518040" y="3307544"/>
                  </a:cubicBezTo>
                  <a:cubicBezTo>
                    <a:pt x="15538684" y="3290176"/>
                    <a:pt x="15581628" y="3268124"/>
                    <a:pt x="15613476" y="3258542"/>
                  </a:cubicBezTo>
                  <a:cubicBezTo>
                    <a:pt x="15645324" y="3248958"/>
                    <a:pt x="15688420" y="3226772"/>
                    <a:pt x="15709252" y="3209248"/>
                  </a:cubicBezTo>
                  <a:cubicBezTo>
                    <a:pt x="15730080" y="3191720"/>
                    <a:pt x="15769476" y="3173606"/>
                    <a:pt x="15796800" y="3168988"/>
                  </a:cubicBezTo>
                  <a:cubicBezTo>
                    <a:pt x="15827516" y="3163800"/>
                    <a:pt x="15860112" y="3146372"/>
                    <a:pt x="15882168" y="3123348"/>
                  </a:cubicBezTo>
                  <a:cubicBezTo>
                    <a:pt x="15901796" y="3102862"/>
                    <a:pt x="15928592" y="3086102"/>
                    <a:pt x="15941712" y="3086102"/>
                  </a:cubicBezTo>
                  <a:cubicBezTo>
                    <a:pt x="15954836" y="3086102"/>
                    <a:pt x="15975196" y="3076658"/>
                    <a:pt x="15986964" y="3065118"/>
                  </a:cubicBezTo>
                  <a:cubicBezTo>
                    <a:pt x="16028896" y="3023986"/>
                    <a:pt x="16077488" y="2997200"/>
                    <a:pt x="16110180" y="2997200"/>
                  </a:cubicBezTo>
                  <a:cubicBezTo>
                    <a:pt x="16152092" y="2997200"/>
                    <a:pt x="16191764" y="2976164"/>
                    <a:pt x="16221760" y="2938032"/>
                  </a:cubicBezTo>
                  <a:cubicBezTo>
                    <a:pt x="16236976" y="2918692"/>
                    <a:pt x="16258424" y="2908302"/>
                    <a:pt x="16283160" y="2908302"/>
                  </a:cubicBezTo>
                  <a:cubicBezTo>
                    <a:pt x="16329636" y="2908302"/>
                    <a:pt x="16368592" y="2888500"/>
                    <a:pt x="16399560" y="2849132"/>
                  </a:cubicBezTo>
                  <a:cubicBezTo>
                    <a:pt x="16414672" y="2829922"/>
                    <a:pt x="16436248" y="2819400"/>
                    <a:pt x="16460532" y="2819400"/>
                  </a:cubicBezTo>
                  <a:cubicBezTo>
                    <a:pt x="16481204" y="2819400"/>
                    <a:pt x="16513648" y="2808760"/>
                    <a:pt x="16532636" y="2795752"/>
                  </a:cubicBezTo>
                  <a:cubicBezTo>
                    <a:pt x="16551620" y="2782750"/>
                    <a:pt x="16580592" y="2763086"/>
                    <a:pt x="16597016" y="2752058"/>
                  </a:cubicBezTo>
                  <a:cubicBezTo>
                    <a:pt x="16613440" y="2741032"/>
                    <a:pt x="16658956" y="2727998"/>
                    <a:pt x="16698168" y="2723102"/>
                  </a:cubicBezTo>
                  <a:cubicBezTo>
                    <a:pt x="16754360" y="2716078"/>
                    <a:pt x="16776208" y="2706506"/>
                    <a:pt x="16801312" y="2677896"/>
                  </a:cubicBezTo>
                  <a:cubicBezTo>
                    <a:pt x="16821312" y="2655096"/>
                    <a:pt x="16845684" y="2641600"/>
                    <a:pt x="16866840" y="2641600"/>
                  </a:cubicBezTo>
                  <a:cubicBezTo>
                    <a:pt x="16939424" y="2641600"/>
                    <a:pt x="16980944" y="2625628"/>
                    <a:pt x="16998968" y="2590768"/>
                  </a:cubicBezTo>
                  <a:cubicBezTo>
                    <a:pt x="17014200" y="2561316"/>
                    <a:pt x="17026992" y="2555070"/>
                    <a:pt x="17083116" y="2549676"/>
                  </a:cubicBezTo>
                  <a:cubicBezTo>
                    <a:pt x="17143224" y="2543900"/>
                    <a:pt x="17151728" y="2539070"/>
                    <a:pt x="17175728" y="2497092"/>
                  </a:cubicBezTo>
                  <a:cubicBezTo>
                    <a:pt x="17199096" y="2456212"/>
                    <a:pt x="17206704" y="2451618"/>
                    <a:pt x="17241536" y="2457336"/>
                  </a:cubicBezTo>
                  <a:cubicBezTo>
                    <a:pt x="17293568" y="2465878"/>
                    <a:pt x="17354612" y="2443540"/>
                    <a:pt x="17378392" y="2407254"/>
                  </a:cubicBezTo>
                  <a:cubicBezTo>
                    <a:pt x="17392896" y="2385116"/>
                    <a:pt x="17414288" y="2375918"/>
                    <a:pt x="17466424" y="2369406"/>
                  </a:cubicBezTo>
                  <a:cubicBezTo>
                    <a:pt x="17519112" y="2362820"/>
                    <a:pt x="17543552" y="2352176"/>
                    <a:pt x="17570452" y="2324102"/>
                  </a:cubicBezTo>
                  <a:cubicBezTo>
                    <a:pt x="17597624" y="2295740"/>
                    <a:pt x="17621712" y="2285390"/>
                    <a:pt x="17676488" y="2278550"/>
                  </a:cubicBezTo>
                  <a:cubicBezTo>
                    <a:pt x="17732244" y="2271580"/>
                    <a:pt x="17754152" y="2261950"/>
                    <a:pt x="17779208" y="2233396"/>
                  </a:cubicBezTo>
                  <a:cubicBezTo>
                    <a:pt x="17803256" y="2205990"/>
                    <a:pt x="17822344" y="2197100"/>
                    <a:pt x="17857136" y="2197100"/>
                  </a:cubicBezTo>
                  <a:cubicBezTo>
                    <a:pt x="17919176" y="2197100"/>
                    <a:pt x="17980968" y="2174202"/>
                    <a:pt x="17996320" y="2145520"/>
                  </a:cubicBezTo>
                  <a:cubicBezTo>
                    <a:pt x="18015656" y="2109398"/>
                    <a:pt x="18084584" y="2082068"/>
                    <a:pt x="18138336" y="2089222"/>
                  </a:cubicBezTo>
                  <a:cubicBezTo>
                    <a:pt x="18177624" y="2094450"/>
                    <a:pt x="18192776" y="2089128"/>
                    <a:pt x="18228912" y="2057400"/>
                  </a:cubicBezTo>
                  <a:cubicBezTo>
                    <a:pt x="18252776" y="2036446"/>
                    <a:pt x="18285880" y="2019300"/>
                    <a:pt x="18302464" y="2019300"/>
                  </a:cubicBezTo>
                  <a:cubicBezTo>
                    <a:pt x="18355016" y="2019300"/>
                    <a:pt x="18420560" y="1994810"/>
                    <a:pt x="18441184" y="1967460"/>
                  </a:cubicBezTo>
                  <a:cubicBezTo>
                    <a:pt x="18455176" y="1948910"/>
                    <a:pt x="18488960" y="1935736"/>
                    <a:pt x="18554624" y="1923224"/>
                  </a:cubicBezTo>
                  <a:cubicBezTo>
                    <a:pt x="18633096" y="1908272"/>
                    <a:pt x="18652368" y="1899454"/>
                    <a:pt x="18674448" y="1868398"/>
                  </a:cubicBezTo>
                  <a:cubicBezTo>
                    <a:pt x="18697904" y="1835402"/>
                    <a:pt x="18708888" y="1831088"/>
                    <a:pt x="18775840" y="1828620"/>
                  </a:cubicBezTo>
                  <a:cubicBezTo>
                    <a:pt x="18845768" y="1826040"/>
                    <a:pt x="18852752" y="1822958"/>
                    <a:pt x="18877440" y="1783820"/>
                  </a:cubicBezTo>
                  <a:cubicBezTo>
                    <a:pt x="18902544" y="1744026"/>
                    <a:pt x="18909012" y="1741336"/>
                    <a:pt x="18999200" y="1733220"/>
                  </a:cubicBezTo>
                  <a:cubicBezTo>
                    <a:pt x="19073336" y="1726550"/>
                    <a:pt x="19102960" y="1717726"/>
                    <a:pt x="19132848" y="1693412"/>
                  </a:cubicBezTo>
                  <a:cubicBezTo>
                    <a:pt x="19160488" y="1670926"/>
                    <a:pt x="19197840" y="1658452"/>
                    <a:pt x="19266200" y="1648878"/>
                  </a:cubicBezTo>
                  <a:cubicBezTo>
                    <a:pt x="19333924" y="1639388"/>
                    <a:pt x="19372088" y="1626734"/>
                    <a:pt x="19399280" y="1604750"/>
                  </a:cubicBezTo>
                  <a:cubicBezTo>
                    <a:pt x="19427720" y="1581764"/>
                    <a:pt x="19460800" y="1571426"/>
                    <a:pt x="19529396" y="1564096"/>
                  </a:cubicBezTo>
                  <a:cubicBezTo>
                    <a:pt x="19603888" y="1556136"/>
                    <a:pt x="19628096" y="1547834"/>
                    <a:pt x="19656692" y="1520436"/>
                  </a:cubicBezTo>
                  <a:cubicBezTo>
                    <a:pt x="19685848" y="1492508"/>
                    <a:pt x="19708320" y="1485092"/>
                    <a:pt x="19785584" y="1477912"/>
                  </a:cubicBezTo>
                  <a:cubicBezTo>
                    <a:pt x="19862800" y="1470732"/>
                    <a:pt x="19886224" y="1463012"/>
                    <a:pt x="19919560" y="1433738"/>
                  </a:cubicBezTo>
                  <a:cubicBezTo>
                    <a:pt x="19952192" y="1405092"/>
                    <a:pt x="19979000" y="1395900"/>
                    <a:pt x="20058808" y="1385992"/>
                  </a:cubicBezTo>
                  <a:cubicBezTo>
                    <a:pt x="20138632" y="1376084"/>
                    <a:pt x="20164416" y="1367240"/>
                    <a:pt x="20192816" y="1340034"/>
                  </a:cubicBezTo>
                  <a:cubicBezTo>
                    <a:pt x="20221944" y="1312120"/>
                    <a:pt x="20244536" y="1304762"/>
                    <a:pt x="20324560" y="1297116"/>
                  </a:cubicBezTo>
                  <a:cubicBezTo>
                    <a:pt x="20405544" y="1289382"/>
                    <a:pt x="20427016" y="1282270"/>
                    <a:pt x="20457488" y="1253068"/>
                  </a:cubicBezTo>
                  <a:cubicBezTo>
                    <a:pt x="20489656" y="1222252"/>
                    <a:pt x="20506680" y="1217336"/>
                    <a:pt x="20605380" y="1210374"/>
                  </a:cubicBezTo>
                  <a:cubicBezTo>
                    <a:pt x="20705448" y="1203308"/>
                    <a:pt x="20720712" y="1198790"/>
                    <a:pt x="20753848" y="1166400"/>
                  </a:cubicBezTo>
                  <a:cubicBezTo>
                    <a:pt x="20774160" y="1146544"/>
                    <a:pt x="20794868" y="1127038"/>
                    <a:pt x="20799864" y="1123048"/>
                  </a:cubicBezTo>
                  <a:cubicBezTo>
                    <a:pt x="20804864" y="1119060"/>
                    <a:pt x="20861976" y="1114260"/>
                    <a:pt x="20926784" y="1112382"/>
                  </a:cubicBezTo>
                  <a:cubicBezTo>
                    <a:pt x="21036828" y="1109198"/>
                    <a:pt x="21047112" y="1106578"/>
                    <a:pt x="21082424" y="1072744"/>
                  </a:cubicBezTo>
                  <a:cubicBezTo>
                    <a:pt x="21117032" y="1039592"/>
                    <a:pt x="21129872" y="1036056"/>
                    <a:pt x="21233728" y="1031090"/>
                  </a:cubicBezTo>
                  <a:cubicBezTo>
                    <a:pt x="21339568" y="1026034"/>
                    <a:pt x="21349400" y="1023206"/>
                    <a:pt x="21379800" y="989086"/>
                  </a:cubicBezTo>
                  <a:cubicBezTo>
                    <a:pt x="21420832" y="943036"/>
                    <a:pt x="21433176" y="939332"/>
                    <a:pt x="21562232" y="934374"/>
                  </a:cubicBezTo>
                  <a:cubicBezTo>
                    <a:pt x="21658224" y="930684"/>
                    <a:pt x="21671232" y="927040"/>
                    <a:pt x="21705536" y="894166"/>
                  </a:cubicBezTo>
                  <a:cubicBezTo>
                    <a:pt x="21739280" y="861842"/>
                    <a:pt x="21757008" y="856592"/>
                    <a:pt x="21873016" y="844596"/>
                  </a:cubicBezTo>
                  <a:cubicBezTo>
                    <a:pt x="21944368" y="837218"/>
                    <a:pt x="22011328" y="826198"/>
                    <a:pt x="22021800" y="820100"/>
                  </a:cubicBezTo>
                  <a:cubicBezTo>
                    <a:pt x="22103176" y="772776"/>
                    <a:pt x="22117368" y="769500"/>
                    <a:pt x="22263720" y="764280"/>
                  </a:cubicBezTo>
                  <a:cubicBezTo>
                    <a:pt x="22408248" y="759128"/>
                    <a:pt x="22417440" y="757198"/>
                    <a:pt x="22441216" y="726970"/>
                  </a:cubicBezTo>
                  <a:cubicBezTo>
                    <a:pt x="22479024" y="678900"/>
                    <a:pt x="22546264" y="660612"/>
                    <a:pt x="22660608" y="667304"/>
                  </a:cubicBezTo>
                  <a:cubicBezTo>
                    <a:pt x="22759328" y="673080"/>
                    <a:pt x="22825472" y="656038"/>
                    <a:pt x="22836856" y="621896"/>
                  </a:cubicBezTo>
                  <a:cubicBezTo>
                    <a:pt x="22847368" y="590344"/>
                    <a:pt x="22929560" y="572088"/>
                    <a:pt x="23033800" y="578154"/>
                  </a:cubicBezTo>
                  <a:cubicBezTo>
                    <a:pt x="23114720" y="582860"/>
                    <a:pt x="23144264" y="579792"/>
                    <a:pt x="23167152" y="564304"/>
                  </a:cubicBezTo>
                  <a:cubicBezTo>
                    <a:pt x="23245132" y="511534"/>
                    <a:pt x="23267576" y="505914"/>
                    <a:pt x="23452332" y="492900"/>
                  </a:cubicBezTo>
                  <a:cubicBezTo>
                    <a:pt x="23606160" y="482070"/>
                    <a:pt x="23653000" y="474016"/>
                    <a:pt x="23705656" y="449360"/>
                  </a:cubicBezTo>
                  <a:cubicBezTo>
                    <a:pt x="23767224" y="420530"/>
                    <a:pt x="23975272" y="391996"/>
                    <a:pt x="24120104" y="392522"/>
                  </a:cubicBezTo>
                  <a:cubicBezTo>
                    <a:pt x="24152140" y="392636"/>
                    <a:pt x="24179488" y="382476"/>
                    <a:pt x="24205048" y="360972"/>
                  </a:cubicBezTo>
                  <a:cubicBezTo>
                    <a:pt x="24239456" y="332016"/>
                    <a:pt x="24259120" y="328080"/>
                    <a:pt x="24430848" y="315766"/>
                  </a:cubicBezTo>
                  <a:cubicBezTo>
                    <a:pt x="24534304" y="308350"/>
                    <a:pt x="24637296" y="294274"/>
                    <a:pt x="24659712" y="284488"/>
                  </a:cubicBezTo>
                  <a:cubicBezTo>
                    <a:pt x="24682128" y="274706"/>
                    <a:pt x="24722424" y="266702"/>
                    <a:pt x="24749248" y="266702"/>
                  </a:cubicBezTo>
                  <a:cubicBezTo>
                    <a:pt x="24776072" y="266702"/>
                    <a:pt x="24804984" y="259738"/>
                    <a:pt x="24813496" y="251228"/>
                  </a:cubicBezTo>
                  <a:cubicBezTo>
                    <a:pt x="24823800" y="240924"/>
                    <a:pt x="24912664" y="232140"/>
                    <a:pt x="25079560" y="224928"/>
                  </a:cubicBezTo>
                  <a:cubicBezTo>
                    <a:pt x="25291744" y="215754"/>
                    <a:pt x="25338812" y="210054"/>
                    <a:pt x="25386648" y="187746"/>
                  </a:cubicBezTo>
                  <a:cubicBezTo>
                    <a:pt x="25467192" y="150190"/>
                    <a:pt x="25678192" y="127394"/>
                    <a:pt x="25883312" y="134084"/>
                  </a:cubicBezTo>
                  <a:lnTo>
                    <a:pt x="26055464" y="139700"/>
                  </a:lnTo>
                  <a:lnTo>
                    <a:pt x="26092856" y="101044"/>
                  </a:lnTo>
                  <a:cubicBezTo>
                    <a:pt x="26125592" y="67208"/>
                    <a:pt x="26134416" y="64022"/>
                    <a:pt x="26163632" y="75498"/>
                  </a:cubicBezTo>
                  <a:cubicBezTo>
                    <a:pt x="26186768" y="84584"/>
                    <a:pt x="26219776" y="84400"/>
                    <a:pt x="26271168" y="74902"/>
                  </a:cubicBezTo>
                  <a:cubicBezTo>
                    <a:pt x="26311952" y="67360"/>
                    <a:pt x="26530624" y="54568"/>
                    <a:pt x="26757112" y="46472"/>
                  </a:cubicBezTo>
                  <a:cubicBezTo>
                    <a:pt x="27047508" y="36090"/>
                    <a:pt x="27174904" y="27072"/>
                    <a:pt x="27189260" y="15876"/>
                  </a:cubicBezTo>
                  <a:cubicBezTo>
                    <a:pt x="27205336" y="3340"/>
                    <a:pt x="27599536" y="0"/>
                    <a:pt x="29062584" y="0"/>
                  </a:cubicBezTo>
                  <a:close/>
                </a:path>
              </a:pathLst>
            </a:cu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Picture 2" descr="https://gimg2.baidu.com/image_search/src=http%3A%2F%2Fwww.lxzhpj.com%2Fuploads%2Fallimg%2F200223%2F1-2002231P1133c.jpg&amp;refer=http%3A%2F%2Fwww.lxzhpj.com&amp;app=2002&amp;size=f9999,10000&amp;q=a80&amp;n=0&amp;g=0n&amp;fmt=jpeg?sec=1637054218&amp;t=7540e88d059b08ed4d9dc168e8794d2e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03" t="50000" r="20203" b="25926"/>
            <a:stretch>
              <a:fillRect/>
            </a:stretch>
          </p:blipFill>
          <p:spPr bwMode="auto">
            <a:xfrm>
              <a:off x="10085962" y="327802"/>
              <a:ext cx="2372738" cy="600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8" cy="6321481"/>
          </a:xfrm>
          <a:custGeom>
            <a:avLst/>
            <a:gdLst>
              <a:gd name="connsiteX0" fmla="*/ 5805482 w 12191998"/>
              <a:gd name="connsiteY0" fmla="*/ 0 h 6321481"/>
              <a:gd name="connsiteX1" fmla="*/ 12191998 w 12191998"/>
              <a:gd name="connsiteY1" fmla="*/ 1 h 6321481"/>
              <a:gd name="connsiteX2" fmla="*/ 12191998 w 12191998"/>
              <a:gd name="connsiteY2" fmla="*/ 839801 h 6321481"/>
              <a:gd name="connsiteX3" fmla="*/ 0 w 12191998"/>
              <a:gd name="connsiteY3" fmla="*/ 6321481 h 6321481"/>
              <a:gd name="connsiteX4" fmla="*/ 0 w 12191998"/>
              <a:gd name="connsiteY4" fmla="*/ 2610220 h 632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8" h="6321481">
                <a:moveTo>
                  <a:pt x="5805482" y="0"/>
                </a:moveTo>
                <a:lnTo>
                  <a:pt x="12191998" y="1"/>
                </a:lnTo>
                <a:lnTo>
                  <a:pt x="12191998" y="839801"/>
                </a:lnTo>
                <a:lnTo>
                  <a:pt x="0" y="6321481"/>
                </a:lnTo>
                <a:lnTo>
                  <a:pt x="0" y="26102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5190844" y="2797327"/>
            <a:ext cx="7001158" cy="4060674"/>
          </a:xfrm>
          <a:custGeom>
            <a:avLst/>
            <a:gdLst>
              <a:gd name="connsiteX0" fmla="*/ 7001158 w 7001158"/>
              <a:gd name="connsiteY0" fmla="*/ 0 h 4060674"/>
              <a:gd name="connsiteX1" fmla="*/ 7001158 w 7001158"/>
              <a:gd name="connsiteY1" fmla="*/ 4060674 h 4060674"/>
              <a:gd name="connsiteX2" fmla="*/ 0 w 7001158"/>
              <a:gd name="connsiteY2" fmla="*/ 4060673 h 406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1158" h="4060674">
                <a:moveTo>
                  <a:pt x="7001158" y="0"/>
                </a:moveTo>
                <a:lnTo>
                  <a:pt x="7001158" y="4060674"/>
                </a:lnTo>
                <a:lnTo>
                  <a:pt x="0" y="40606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62432" y="6492875"/>
            <a:ext cx="63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-</a:t>
            </a:r>
            <a:fld id="{03EBB00F-8F08-4A10-ADE5-658EB5AB996D}" type="slidenum">
              <a:rPr lang="zh-CN" altLang="en-US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-6350" y="3"/>
            <a:ext cx="12192000" cy="730247"/>
          </a:xfrm>
          <a:prstGeom prst="rect">
            <a:avLst/>
          </a:prstGeom>
          <a:gradFill flip="none" rotWithShape="1">
            <a:gsLst>
              <a:gs pos="0">
                <a:srgbClr val="5ECBE0"/>
              </a:gs>
              <a:gs pos="44000">
                <a:srgbClr val="083FA9">
                  <a:lumMod val="100000"/>
                </a:srgb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432" y="-27686"/>
            <a:ext cx="744322" cy="785621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flipV="1">
            <a:off x="-6350" y="6665436"/>
            <a:ext cx="10968782" cy="45719"/>
          </a:xfrm>
          <a:prstGeom prst="rect">
            <a:avLst/>
          </a:prstGeom>
          <a:gradFill flip="none" rotWithShape="1">
            <a:gsLst>
              <a:gs pos="0">
                <a:srgbClr val="5ECBE0"/>
              </a:gs>
              <a:gs pos="44000">
                <a:srgbClr val="083FA9">
                  <a:lumMod val="100000"/>
                </a:srgb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6" name="矩形 5"/>
          <p:cNvSpPr/>
          <p:nvPr userDrawn="1"/>
        </p:nvSpPr>
        <p:spPr>
          <a:xfrm flipV="1">
            <a:off x="11595100" y="6665435"/>
            <a:ext cx="590550" cy="45719"/>
          </a:xfrm>
          <a:prstGeom prst="rect">
            <a:avLst/>
          </a:prstGeom>
          <a:gradFill flip="none" rotWithShape="1">
            <a:gsLst>
              <a:gs pos="58000">
                <a:srgbClr val="5ECBE0"/>
              </a:gs>
              <a:gs pos="0">
                <a:srgbClr val="083FA9">
                  <a:lumMod val="100000"/>
                </a:srgb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62432" y="6492875"/>
            <a:ext cx="63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-</a:t>
            </a:r>
            <a:fld id="{03EBB00F-8F08-4A10-ADE5-658EB5AB996D}" type="slidenum">
              <a:rPr lang="zh-CN" altLang="en-US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flipV="1">
            <a:off x="-6350" y="6665436"/>
            <a:ext cx="10968782" cy="4571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6" name="矩形 5"/>
          <p:cNvSpPr/>
          <p:nvPr userDrawn="1"/>
        </p:nvSpPr>
        <p:spPr>
          <a:xfrm flipV="1">
            <a:off x="11595100" y="6665435"/>
            <a:ext cx="590550" cy="45719"/>
          </a:xfrm>
          <a:prstGeom prst="rect">
            <a:avLst/>
          </a:prstGeom>
          <a:gradFill flip="none" rotWithShape="1">
            <a:gsLst>
              <a:gs pos="58000">
                <a:schemeClr val="accent1"/>
              </a:gs>
              <a:gs pos="0">
                <a:schemeClr val="tx2">
                  <a:lumMod val="90000"/>
                  <a:lumOff val="1000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5" name="五边形"/>
          <p:cNvSpPr/>
          <p:nvPr userDrawn="1"/>
        </p:nvSpPr>
        <p:spPr>
          <a:xfrm>
            <a:off x="329395" y="0"/>
            <a:ext cx="731860" cy="908048"/>
          </a:xfrm>
          <a:custGeom>
            <a:avLst/>
            <a:gdLst>
              <a:gd name="connsiteX0" fmla="*/ 0 w 685800"/>
              <a:gd name="connsiteY0" fmla="*/ 0 h 1104900"/>
              <a:gd name="connsiteX1" fmla="*/ 685800 w 685800"/>
              <a:gd name="connsiteY1" fmla="*/ 0 h 1104900"/>
              <a:gd name="connsiteX2" fmla="*/ 685800 w 685800"/>
              <a:gd name="connsiteY2" fmla="*/ 1104900 h 1104900"/>
              <a:gd name="connsiteX3" fmla="*/ 0 w 685800"/>
              <a:gd name="connsiteY3" fmla="*/ 1104900 h 1104900"/>
              <a:gd name="connsiteX4" fmla="*/ 0 w 685800"/>
              <a:gd name="connsiteY4" fmla="*/ 0 h 1104900"/>
              <a:gd name="connsiteX0-1" fmla="*/ 0 w 685800"/>
              <a:gd name="connsiteY0-2" fmla="*/ 0 h 1104900"/>
              <a:gd name="connsiteX1-3" fmla="*/ 685800 w 685800"/>
              <a:gd name="connsiteY1-4" fmla="*/ 0 h 1104900"/>
              <a:gd name="connsiteX2-5" fmla="*/ 685800 w 685800"/>
              <a:gd name="connsiteY2-6" fmla="*/ 1104900 h 1104900"/>
              <a:gd name="connsiteX3-7" fmla="*/ 342900 w 685800"/>
              <a:gd name="connsiteY3-8" fmla="*/ 1092200 h 1104900"/>
              <a:gd name="connsiteX4-9" fmla="*/ 0 w 685800"/>
              <a:gd name="connsiteY4-10" fmla="*/ 1104900 h 1104900"/>
              <a:gd name="connsiteX5" fmla="*/ 0 w 685800"/>
              <a:gd name="connsiteY5" fmla="*/ 0 h 1104900"/>
              <a:gd name="connsiteX0-11" fmla="*/ 0 w 685800"/>
              <a:gd name="connsiteY0-12" fmla="*/ 0 h 1295400"/>
              <a:gd name="connsiteX1-13" fmla="*/ 685800 w 685800"/>
              <a:gd name="connsiteY1-14" fmla="*/ 0 h 1295400"/>
              <a:gd name="connsiteX2-15" fmla="*/ 685800 w 685800"/>
              <a:gd name="connsiteY2-16" fmla="*/ 1104900 h 1295400"/>
              <a:gd name="connsiteX3-17" fmla="*/ 342900 w 685800"/>
              <a:gd name="connsiteY3-18" fmla="*/ 1295400 h 1295400"/>
              <a:gd name="connsiteX4-19" fmla="*/ 0 w 685800"/>
              <a:gd name="connsiteY4-20" fmla="*/ 1104900 h 1295400"/>
              <a:gd name="connsiteX5-21" fmla="*/ 0 w 685800"/>
              <a:gd name="connsiteY5-22" fmla="*/ 0 h 1295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685800" h="1295400">
                <a:moveTo>
                  <a:pt x="0" y="0"/>
                </a:moveTo>
                <a:lnTo>
                  <a:pt x="685800" y="0"/>
                </a:lnTo>
                <a:lnTo>
                  <a:pt x="685800" y="1104900"/>
                </a:lnTo>
                <a:lnTo>
                  <a:pt x="342900" y="12954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tx2">
                  <a:lumMod val="90000"/>
                  <a:lumOff val="1000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ln>
                <a:noFill/>
              </a:ln>
              <a:sym typeface="Arial" panose="020B0604020202020204" pitchFamily="34" charset="0"/>
            </a:endParaRPr>
          </a:p>
        </p:txBody>
      </p:sp>
      <p:pic>
        <p:nvPicPr>
          <p:cNvPr id="7" name="校徽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41" y="155572"/>
            <a:ext cx="523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: 剪去对角 7"/>
          <p:cNvSpPr/>
          <p:nvPr userDrawn="1"/>
        </p:nvSpPr>
        <p:spPr>
          <a:xfrm>
            <a:off x="4171948" y="161087"/>
            <a:ext cx="7586411" cy="585879"/>
          </a:xfrm>
          <a:prstGeom prst="snip2Diag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tx2">
                  <a:lumMod val="90000"/>
                  <a:lumOff val="1000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noProof="0">
              <a:ln>
                <a:noFill/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63973" y="863600"/>
            <a:ext cx="11222567" cy="1831340"/>
          </a:xfrm>
        </p:spPr>
        <p:txBody>
          <a:bodyPr vert="horz" lIns="90000" tIns="46800" rIns="90000" bIns="46800" rtlCol="0">
            <a:noAutofit/>
          </a:bodyPr>
          <a:lstStyle>
            <a:lvl1pPr marL="0" indent="0">
              <a:buNone/>
              <a:defRPr sz="2000" b="1">
                <a:latin typeface="Microsoft YaHei" panose="020B0503020204020204" charset="-122"/>
                <a:ea typeface="Microsoft YaHei" panose="020B0503020204020204" charset="-122"/>
              </a:defRPr>
            </a:lvl1pPr>
            <a:lvl2pPr marL="457200" indent="0">
              <a:buNone/>
              <a:defRPr sz="2000" b="1">
                <a:latin typeface="Microsoft YaHei" panose="020B0503020204020204" charset="-122"/>
                <a:ea typeface="Microsoft YaHei" panose="020B0503020204020204" charset="-122"/>
              </a:defRPr>
            </a:lvl2pPr>
            <a:lvl3pPr>
              <a:defRPr sz="2000" b="1">
                <a:latin typeface="Microsoft YaHei" panose="020B0503020204020204" charset="-122"/>
                <a:ea typeface="Microsoft YaHei" panose="020B0503020204020204" charset="-122"/>
              </a:defRPr>
            </a:lvl3pPr>
            <a:lvl4pPr>
              <a:defRPr sz="2000" b="1">
                <a:latin typeface="Microsoft YaHei" panose="020B0503020204020204" charset="-122"/>
                <a:ea typeface="Microsoft YaHei" panose="020B0503020204020204" charset="-122"/>
              </a:defRPr>
            </a:lvl4pPr>
            <a:lvl5pPr>
              <a:defRPr sz="2000" b="1">
                <a:latin typeface="Microsoft YaHei" panose="020B0503020204020204" charset="-122"/>
                <a:ea typeface="Microsoft YaHei" panose="020B050302020402020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418233" y="6386195"/>
            <a:ext cx="1514687" cy="316865"/>
          </a:xfrm>
        </p:spPr>
        <p:txBody>
          <a:bodyPr/>
          <a:lstStyle>
            <a:lvl1pPr>
              <a:defRPr b="1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4393" y="5715"/>
            <a:ext cx="12236027" cy="5880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9893" y="-43180"/>
            <a:ext cx="1109218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14393" y="6792595"/>
            <a:ext cx="12208087" cy="76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469053" y="203835"/>
            <a:ext cx="100753" cy="457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47700" y="13970"/>
            <a:ext cx="100753" cy="45783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FD7FE38-503D-4C4B-8129-C37EA38FA6F0}" type="datetimeFigureOut">
              <a:rPr lang="zh-CN" altLang="en-US" smtClean="0">
                <a:solidFill>
                  <a:srgbClr val="454245">
                    <a:tint val="75000"/>
                  </a:srgbClr>
                </a:solidFill>
              </a:rPr>
              <a:t>2026/9/13</a:t>
            </a:fld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EBB00F-8F08-4A10-ADE5-658EB5AB996D}" type="slidenum">
              <a:rPr lang="zh-CN" altLang="en-US" smtClean="0">
                <a:solidFill>
                  <a:srgbClr val="454245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14" name="标题 28"/>
          <p:cNvSpPr>
            <a:spLocks noGrp="1"/>
          </p:cNvSpPr>
          <p:nvPr>
            <p:ph type="title"/>
          </p:nvPr>
        </p:nvSpPr>
        <p:spPr>
          <a:xfrm>
            <a:off x="1284534" y="310268"/>
            <a:ext cx="8500807" cy="498022"/>
          </a:xfrm>
        </p:spPr>
        <p:txBody>
          <a:bodyPr>
            <a:normAutofit/>
          </a:bodyPr>
          <a:lstStyle>
            <a:lvl1pPr>
              <a:defRPr kumimoji="0" lang="zh-CN" altLang="en-US" sz="2800" b="1" i="0" u="none" strike="noStrike" kern="120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charset="-122"/>
                <a:cs typeface="+mn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defRPr/>
            </a:pPr>
            <a:r>
              <a:rPr lang="zh-CN" altLang="en-US" dirty="0"/>
              <a:t>单击此处编辑母版标题样式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9972920" y="289248"/>
            <a:ext cx="2219080" cy="538397"/>
            <a:chOff x="9846796" y="286695"/>
            <a:chExt cx="2345202" cy="568997"/>
          </a:xfrm>
        </p:grpSpPr>
        <p:sp>
          <p:nvSpPr>
            <p:cNvPr id="16" name="打底色块"/>
            <p:cNvSpPr/>
            <p:nvPr userDrawn="1"/>
          </p:nvSpPr>
          <p:spPr>
            <a:xfrm>
              <a:off x="9846796" y="286695"/>
              <a:ext cx="2345202" cy="568997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17" name="西北工业大学"/>
            <p:cNvPicPr>
              <a:picLocks noChangeAspect="1"/>
            </p:cNvPicPr>
            <p:nvPr userDrawn="1"/>
          </p:nvPicPr>
          <p:blipFill>
            <a:blip r:embed="rId2" cstate="screen"/>
            <a:stretch>
              <a:fillRect/>
            </a:stretch>
          </p:blipFill>
          <p:spPr>
            <a:xfrm>
              <a:off x="10501316" y="376728"/>
              <a:ext cx="1546127" cy="388933"/>
            </a:xfrm>
            <a:prstGeom prst="rect">
              <a:avLst/>
            </a:prstGeom>
          </p:spPr>
        </p:pic>
        <p:pic>
          <p:nvPicPr>
            <p:cNvPr id="18" name="校徽"/>
            <p:cNvPicPr>
              <a:picLocks noChangeAspect="1"/>
            </p:cNvPicPr>
            <p:nvPr userDrawn="1"/>
          </p:nvPicPr>
          <p:blipFill>
            <a:blip r:embed="rId3" cstate="screen"/>
            <a:stretch>
              <a:fillRect/>
            </a:stretch>
          </p:blipFill>
          <p:spPr>
            <a:xfrm>
              <a:off x="9888273" y="326503"/>
              <a:ext cx="490134" cy="489382"/>
            </a:xfrm>
            <a:prstGeom prst="rect">
              <a:avLst/>
            </a:prstGeom>
          </p:spPr>
        </p:pic>
      </p:grpSp>
      <p:sp>
        <p:nvSpPr>
          <p:cNvPr id="21" name="right-arrowheads_44810"/>
          <p:cNvSpPr>
            <a:spLocks noChangeAspect="1"/>
          </p:cNvSpPr>
          <p:nvPr userDrawn="1"/>
        </p:nvSpPr>
        <p:spPr bwMode="auto">
          <a:xfrm>
            <a:off x="849298" y="376716"/>
            <a:ext cx="373781" cy="365125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microsoft.com/office/2007/relationships/hdphoto" Target="../media/hdphoto1.wdp"/><Relationship Id="rId7" Type="http://schemas.openxmlformats.org/officeDocument/2006/relationships/image" Target="../media/image11.png"/><Relationship Id="rId8" Type="http://schemas.microsoft.com/office/2007/relationships/hdphoto" Target="../media/hdphoto2.wdp"/><Relationship Id="rId9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Relationship Id="rId7" Type="http://schemas.openxmlformats.org/officeDocument/2006/relationships/tags" Target="../tags/tag11.xml"/><Relationship Id="rId8" Type="http://schemas.openxmlformats.org/officeDocument/2006/relationships/tags" Target="../tags/tag12.xml"/><Relationship Id="rId9" Type="http://schemas.openxmlformats.org/officeDocument/2006/relationships/tags" Target="../tags/tag13.xml"/><Relationship Id="rId10" Type="http://schemas.openxmlformats.org/officeDocument/2006/relationships/tags" Target="../tags/tag14.xml"/><Relationship Id="rId11" Type="http://schemas.openxmlformats.org/officeDocument/2006/relationships/tags" Target="../tags/tag15.xml"/><Relationship Id="rId12" Type="http://schemas.openxmlformats.org/officeDocument/2006/relationships/tags" Target="../tags/tag16.xml"/><Relationship Id="rId13" Type="http://schemas.openxmlformats.org/officeDocument/2006/relationships/tags" Target="../tags/tag17.xml"/><Relationship Id="rId14" Type="http://schemas.openxmlformats.org/officeDocument/2006/relationships/tags" Target="../tags/tag18.xml"/><Relationship Id="rId15" Type="http://schemas.openxmlformats.org/officeDocument/2006/relationships/tags" Target="../tags/tag19.xml"/><Relationship Id="rId16" Type="http://schemas.openxmlformats.org/officeDocument/2006/relationships/tags" Target="../tags/tag20.xml"/><Relationship Id="rId17" Type="http://schemas.openxmlformats.org/officeDocument/2006/relationships/tags" Target="../tags/tag21.xml"/><Relationship Id="rId18" Type="http://schemas.openxmlformats.org/officeDocument/2006/relationships/slideLayout" Target="../slideLayouts/slideLayout9.xml"/><Relationship Id="rId19" Type="http://schemas.openxmlformats.org/officeDocument/2006/relationships/notesSlide" Target="../notesSlides/notesSlide2.xml"/><Relationship Id="rId20" Type="http://schemas.openxmlformats.org/officeDocument/2006/relationships/image" Target="../media/image1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6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7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校徽打底"/>
          <p:cNvSpPr/>
          <p:nvPr/>
        </p:nvSpPr>
        <p:spPr>
          <a:xfrm>
            <a:off x="0" y="-126023"/>
            <a:ext cx="7002008" cy="7002008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>
              <a:latin typeface="Arial" panose="020B0604020202020204" pitchFamily="34" charset="0"/>
              <a:ea typeface="Microsoft YaHei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" name="主标题"/>
          <p:cNvSpPr txBox="1"/>
          <p:nvPr/>
        </p:nvSpPr>
        <p:spPr>
          <a:xfrm>
            <a:off x="310896" y="3703320"/>
            <a:ext cx="115214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57200">
              <a:defRPr sz="220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Research on Morphologically-Grounded AI-Generated Text Detection and Factual Verification for Low-Resource Kazakh</a:t>
            </a:r>
            <a:endParaRPr lang="en-US" altLang="ru-RU" sz="3000" b="1" dirty="0">
              <a:solidFill>
                <a:schemeClr val="accent1"/>
              </a:solidFill>
              <a:latin typeface="Arial" panose="020B0604020202020204" pitchFamily="34" charset="0"/>
              <a:ea typeface="Microsoft YaHei" panose="020B0503020204020204" charset="-122"/>
              <a:sym typeface="Arial" panose="020B0604020202020204" pitchFamily="34" charset="0"/>
            </a:endParaRPr>
          </a:p>
          <a:p>
            <a:pPr algn="l">
              <a:defRPr sz="1700" b="1">
                <a:solidFill>
                  <a:srgbClr val="1E3A8A"/>
                </a:solidFill>
                <a:latin typeface="Microsoft YaHei"/>
              </a:defRPr>
            </a:pPr>
            <a:endParaRPr lang="en-US" dirty="0"/>
          </a:p>
          <a:p>
            <a:pPr algn="l">
              <a:defRPr sz="1700" b="1">
                <a:solidFill>
                  <a:srgbClr val="1E3A8A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面向低资源哈萨克语的形态感知AI生成文本检测与事实核验研究</a:t>
            </a:r>
            <a:endParaRPr dirty="0"/>
          </a:p>
        </p:txBody>
      </p:sp>
      <p:sp>
        <p:nvSpPr>
          <p:cNvPr id="8" name="图书馆照片"/>
          <p:cNvSpPr/>
          <p:nvPr/>
        </p:nvSpPr>
        <p:spPr>
          <a:xfrm>
            <a:off x="0" y="986693"/>
            <a:ext cx="12192000" cy="2666076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ctr"/>
          </a:blipFill>
          <a:ln>
            <a:noFill/>
          </a:ln>
          <a:effectLst>
            <a:outerShdw blurRad="889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>
              <a:latin typeface="Arial" panose="020B0604020202020204" pitchFamily="34" charset="0"/>
              <a:ea typeface="Microsoft YaHei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4" name="LOGO组合"/>
          <p:cNvGrpSpPr/>
          <p:nvPr/>
        </p:nvGrpSpPr>
        <p:grpSpPr>
          <a:xfrm>
            <a:off x="9031134" y="207790"/>
            <a:ext cx="2719167" cy="586775"/>
            <a:chOff x="685800" y="630052"/>
            <a:chExt cx="2719167" cy="586775"/>
          </a:xfrm>
        </p:grpSpPr>
        <p:pic>
          <p:nvPicPr>
            <p:cNvPr id="26" name="校名"/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41885" y="679578"/>
              <a:ext cx="1963082" cy="487722"/>
            </a:xfrm>
            <a:prstGeom prst="rect">
              <a:avLst/>
            </a:prstGeom>
          </p:spPr>
        </p:pic>
        <p:pic>
          <p:nvPicPr>
            <p:cNvPr id="27" name="校徽"/>
            <p:cNvPicPr>
              <a:picLocks noChangeAspect="1"/>
            </p:cNvPicPr>
            <p:nvPr/>
          </p:nvPicPr>
          <p:blipFill>
            <a:blip r:embed="rId7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800" y="630052"/>
              <a:ext cx="586775" cy="586775"/>
            </a:xfrm>
            <a:prstGeom prst="rect">
              <a:avLst/>
            </a:prstGeom>
          </p:spPr>
        </p:pic>
      </p:grpSp>
      <p:sp>
        <p:nvSpPr>
          <p:cNvPr id="7" name="汇报人"/>
          <p:cNvSpPr txBox="1"/>
          <p:nvPr/>
        </p:nvSpPr>
        <p:spPr>
          <a:xfrm>
            <a:off x="411480" y="5303520"/>
            <a:ext cx="109728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57200">
              <a:defRPr sz="1500" b="1">
                <a:solidFill>
                  <a:srgbClr val="1E3A8A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汇报人：大雷</a:t>
            </a:r>
            <a:r>
              <a:rPr dirty="0">
                <a:latin typeface="Times New Roman"/>
              </a:rPr>
              <a:t> (Daulet)      </a:t>
            </a:r>
            <a:r>
              <a:rPr dirty="0" err="1">
                <a:latin typeface="Microsoft YaHei"/>
              </a:rPr>
              <a:t>导师：郭教授</a:t>
            </a:r>
            <a:r>
              <a:rPr dirty="0">
                <a:latin typeface="Microsoft YaHei"/>
              </a:rPr>
              <a:t> (Prof. Guo)      2026年9月</a:t>
            </a:r>
            <a:endParaRPr lang="en-US" altLang="zh-CN" sz="16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 pitchFamily="34" charset="0"/>
            </a:endParaRPr>
          </a:p>
          <a:p>
            <a:pPr algn="l">
              <a:defRPr sz="1200" b="0">
                <a:solidFill>
                  <a:srgbClr val="64748B"/>
                </a:solidFill>
                <a:latin typeface="Times New Roman"/>
              </a:defRPr>
            </a:pPr>
            <a:endParaRPr lang="en-US" dirty="0"/>
          </a:p>
          <a:p>
            <a:pPr algn="l">
              <a:defRPr sz="1200" b="0">
                <a:solidFill>
                  <a:srgbClr val="64748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Degree: Master of Science in Computer Science and Technology | School of Computer Science, NPU &amp; </a:t>
            </a:r>
            <a:r>
              <a:rPr dirty="0" err="1">
                <a:latin typeface="Times New Roman"/>
              </a:rPr>
              <a:t>KazNU</a:t>
            </a:r>
            <a:endParaRPr dirty="0"/>
          </a:p>
        </p:txBody>
      </p:sp>
      <p:pic>
        <p:nvPicPr>
          <p:cNvPr id="17" name="Изображение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8180" y="207645"/>
            <a:ext cx="563245" cy="630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海天苑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7620"/>
            <a:ext cx="12192000" cy="6842760"/>
          </a:xfrm>
          <a:prstGeom prst="rect">
            <a:avLst/>
          </a:prstGeom>
        </p:spPr>
      </p:pic>
      <p:sp>
        <p:nvSpPr>
          <p:cNvPr id="44" name="背景色块"/>
          <p:cNvSpPr/>
          <p:nvPr/>
        </p:nvSpPr>
        <p:spPr>
          <a:xfrm>
            <a:off x="0" y="0"/>
            <a:ext cx="32385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>
              <a:latin typeface="Arial" panose="020B0604020202020204" pitchFamily="34" charset="0"/>
              <a:ea typeface="Microsoft YaHei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6" name="目录英文"/>
          <p:cNvSpPr txBox="1"/>
          <p:nvPr/>
        </p:nvSpPr>
        <p:spPr>
          <a:xfrm>
            <a:off x="210820" y="3192780"/>
            <a:ext cx="2265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>
              <a:defRPr>
                <a:latin typeface="Times New Roman"/>
              </a:defRPr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B0604020202020204" pitchFamily="34" charset="0"/>
                <a:ea typeface="Microsoft YaHei" panose="020B0503020204020204" charset="-122"/>
                <a:sym typeface="Arial" panose="020B0604020202020204" pitchFamily="34" charset="0"/>
              </a:rPr>
              <a:t>CONTENTS</a:t>
            </a:r>
          </a:p>
        </p:txBody>
      </p:sp>
      <p:sp>
        <p:nvSpPr>
          <p:cNvPr id="49" name="打底色块"/>
          <p:cNvSpPr/>
          <p:nvPr/>
        </p:nvSpPr>
        <p:spPr>
          <a:xfrm>
            <a:off x="2628900" y="599440"/>
            <a:ext cx="8077835" cy="5654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r="54000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>
                <a:latin typeface="Times New Roman"/>
              </a:defRPr>
            </a:pPr>
            <a:endParaRPr lang="zh-CN" altLang="en-US">
              <a:solidFill>
                <a:prstClr val="white">
                  <a:lumMod val="65000"/>
                </a:prstClr>
              </a:solidFill>
              <a:latin typeface="Arial" panose="020B0604020202020204" pitchFamily="34" charset="0"/>
              <a:ea typeface="Microsoft YaHei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952875" y="989330"/>
            <a:ext cx="5039995" cy="514985"/>
            <a:chOff x="6225" y="2317"/>
            <a:chExt cx="7937" cy="811"/>
          </a:xfrm>
        </p:grpSpPr>
        <p:sp>
          <p:nvSpPr>
            <p:cNvPr id="71" name="学科特色鲜明"/>
            <p:cNvSpPr txBox="1"/>
            <p:nvPr>
              <p:custDataLst>
                <p:tags r:id="rId16"/>
              </p:custDataLst>
            </p:nvPr>
          </p:nvSpPr>
          <p:spPr>
            <a:xfrm>
              <a:off x="7320" y="2317"/>
              <a:ext cx="6842" cy="5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t>01. Research Background &amp; Motivation</a:t>
              </a:r>
            </a:p>
          </p:txBody>
        </p:sp>
        <p:cxnSp>
          <p:nvCxnSpPr>
            <p:cNvPr id="72" name="点缀线段"/>
            <p:cNvCxnSpPr>
              <a:cxnSpLocks/>
            </p:cNvCxnSpPr>
            <p:nvPr>
              <p:custDataLst>
                <p:tags r:id="rId17"/>
              </p:custDataLst>
            </p:nvPr>
          </p:nvCxnSpPr>
          <p:spPr>
            <a:xfrm>
              <a:off x="7320" y="3117"/>
              <a:ext cx="6780" cy="11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6225" y="2465"/>
              <a:ext cx="430" cy="4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3952875" y="1850390"/>
            <a:ext cx="5116195" cy="508000"/>
            <a:chOff x="6225" y="3628"/>
            <a:chExt cx="8057" cy="817"/>
          </a:xfrm>
        </p:grpSpPr>
        <p:sp>
          <p:nvSpPr>
            <p:cNvPr id="75" name="学科特色鲜明"/>
            <p:cNvSpPr txBox="1"/>
            <p:nvPr>
              <p:custDataLst>
                <p:tags r:id="rId14"/>
              </p:custDataLst>
            </p:nvPr>
          </p:nvSpPr>
          <p:spPr>
            <a:xfrm>
              <a:off x="7320" y="3628"/>
              <a:ext cx="4669" cy="54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t>02. Related Work &amp; SOTA Challenges</a:t>
              </a:r>
            </a:p>
          </p:txBody>
        </p:sp>
        <p:cxnSp>
          <p:nvCxnSpPr>
            <p:cNvPr id="76" name="点缀线段"/>
            <p:cNvCxnSpPr>
              <a:cxnSpLocks/>
            </p:cNvCxnSpPr>
            <p:nvPr>
              <p:custDataLst>
                <p:tags r:id="rId15"/>
              </p:custDataLst>
            </p:nvPr>
          </p:nvCxnSpPr>
          <p:spPr>
            <a:xfrm>
              <a:off x="7320" y="4445"/>
              <a:ext cx="69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225" y="3777"/>
              <a:ext cx="430" cy="4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组合 3"/>
          <p:cNvGrpSpPr/>
          <p:nvPr>
            <p:custDataLst>
              <p:tags r:id="rId3"/>
            </p:custDataLst>
          </p:nvPr>
        </p:nvGrpSpPr>
        <p:grpSpPr>
          <a:xfrm>
            <a:off x="3952875" y="2711450"/>
            <a:ext cx="5274310" cy="508000"/>
            <a:chOff x="6225" y="5018"/>
            <a:chExt cx="8306" cy="800"/>
          </a:xfrm>
        </p:grpSpPr>
        <p:sp>
          <p:nvSpPr>
            <p:cNvPr id="79" name="学科特色鲜明"/>
            <p:cNvSpPr txBox="1"/>
            <p:nvPr>
              <p:custDataLst>
                <p:tags r:id="rId12"/>
              </p:custDataLst>
            </p:nvPr>
          </p:nvSpPr>
          <p:spPr>
            <a:xfrm>
              <a:off x="7320" y="5018"/>
              <a:ext cx="6842" cy="5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t>03. Research Content &amp; Methodological Framework</a:t>
              </a:r>
            </a:p>
          </p:txBody>
        </p:sp>
        <p:cxnSp>
          <p:nvCxnSpPr>
            <p:cNvPr id="80" name="点缀线段"/>
            <p:cNvCxnSpPr/>
            <p:nvPr>
              <p:custDataLst>
                <p:tags r:id="rId13"/>
              </p:custDataLst>
            </p:nvPr>
          </p:nvCxnSpPr>
          <p:spPr>
            <a:xfrm>
              <a:off x="7320" y="5818"/>
              <a:ext cx="721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6225" y="5161"/>
              <a:ext cx="430" cy="4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3952875" y="3572510"/>
            <a:ext cx="5583555" cy="515620"/>
            <a:chOff x="6225" y="7292"/>
            <a:chExt cx="8793" cy="812"/>
          </a:xfrm>
        </p:grpSpPr>
        <p:sp>
          <p:nvSpPr>
            <p:cNvPr id="14" name="学科特色鲜明"/>
            <p:cNvSpPr txBox="1"/>
            <p:nvPr>
              <p:custDataLst>
                <p:tags r:id="rId8"/>
              </p:custDataLst>
            </p:nvPr>
          </p:nvSpPr>
          <p:spPr>
            <a:xfrm>
              <a:off x="7320" y="7292"/>
              <a:ext cx="7310" cy="5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t>04. Experiments &amp; Benchmark Evaluation</a:t>
              </a:r>
            </a:p>
          </p:txBody>
        </p:sp>
        <p:cxnSp>
          <p:nvCxnSpPr>
            <p:cNvPr id="15" name="点缀线段"/>
            <p:cNvCxnSpPr/>
            <p:nvPr>
              <p:custDataLst>
                <p:tags r:id="rId9"/>
              </p:custDataLst>
            </p:nvPr>
          </p:nvCxnSpPr>
          <p:spPr>
            <a:xfrm>
              <a:off x="7320" y="8092"/>
              <a:ext cx="7698" cy="1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1"/>
            <p:cNvSpPr/>
            <p:nvPr/>
          </p:nvSpPr>
          <p:spPr>
            <a:xfrm>
              <a:off x="6225" y="7441"/>
              <a:ext cx="430" cy="4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点缀线段"/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4648200" y="4940300"/>
            <a:ext cx="519559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1"/>
          <p:cNvSpPr/>
          <p:nvPr/>
        </p:nvSpPr>
        <p:spPr>
          <a:xfrm>
            <a:off x="3952875" y="4526915"/>
            <a:ext cx="273050" cy="2730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en-US"/>
          </a:p>
        </p:txBody>
      </p:sp>
      <p:sp>
        <p:nvSpPr>
          <p:cNvPr id="6" name="学科特色鲜明"/>
          <p:cNvSpPr txBox="1"/>
          <p:nvPr>
            <p:custDataLst>
              <p:tags r:id="rId6"/>
            </p:custDataLst>
          </p:nvPr>
        </p:nvSpPr>
        <p:spPr>
          <a:xfrm>
            <a:off x="4648200" y="4432300"/>
            <a:ext cx="5858069" cy="3385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05. Engineering Implementation &amp; Prototype Demonstration</a:t>
            </a: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3952774" y="5323205"/>
            <a:ext cx="6226294" cy="509905"/>
            <a:chOff x="6225" y="8693"/>
            <a:chExt cx="9805" cy="803"/>
          </a:xfrm>
        </p:grpSpPr>
        <p:sp>
          <p:nvSpPr>
            <p:cNvPr id="7" name="学科特色鲜明"/>
            <p:cNvSpPr txBox="1"/>
            <p:nvPr>
              <p:custDataLst>
                <p:tags r:id="rId10"/>
              </p:custDataLst>
            </p:nvPr>
          </p:nvSpPr>
          <p:spPr>
            <a:xfrm>
              <a:off x="7320" y="8693"/>
              <a:ext cx="8710" cy="5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t>06. Conclusion &amp; Thesis Roadmap</a:t>
              </a:r>
            </a:p>
          </p:txBody>
        </p:sp>
        <p:cxnSp>
          <p:nvCxnSpPr>
            <p:cNvPr id="8" name="点缀线段"/>
            <p:cNvCxnSpPr/>
            <p:nvPr>
              <p:custDataLst>
                <p:tags r:id="rId11"/>
              </p:custDataLst>
            </p:nvPr>
          </p:nvCxnSpPr>
          <p:spPr>
            <a:xfrm>
              <a:off x="7320" y="9493"/>
              <a:ext cx="8663" cy="3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6225" y="8842"/>
              <a:ext cx="430" cy="4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-1-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30" name="矩形 29"/>
          <p:cNvSpPr/>
          <p:nvPr/>
        </p:nvSpPr>
        <p:spPr>
          <a:xfrm>
            <a:off x="1188720" y="0"/>
            <a:ext cx="1664208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</a:t>
            </a:r>
            <a:br>
              <a:rPr lang="en-US" altLang="zh-CN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</a:b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Research Background: Kazakh NLP Challenges &amp; The Synthetic Text Threat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Agglutinative morphological complexity and rapid proliferation of multilingual generative LLMs in Central Asia</a:t>
            </a:r>
          </a:p>
        </p:txBody>
      </p:sp>
      <p:pic>
        <p:nvPicPr>
          <p:cNvPr id="125" name="Picture 124" descr="fig01_subword_vs_f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74519"/>
            <a:ext cx="5547360" cy="3977639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48639" y="5888736"/>
            <a:ext cx="547065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 sz="900" dirty="0">
                <a:latin typeface="Times New Roman"/>
              </a:rPr>
              <a:t>Figure 1. </a:t>
            </a:r>
            <a:r>
              <a:rPr sz="900" dirty="0" err="1">
                <a:latin typeface="Times New Roman"/>
              </a:rPr>
              <a:t>Subword</a:t>
            </a:r>
            <a:r>
              <a:rPr sz="900" dirty="0">
                <a:latin typeface="Times New Roman"/>
              </a:rPr>
              <a:t> Tokenization Fragmentation vs. 83-Rule FST Morphological Parsing in Kazakh.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72708" y="1874519"/>
            <a:ext cx="2697480" cy="2084831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172708" y="1874519"/>
            <a:ext cx="73152" cy="208483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300724" y="1947672"/>
            <a:ext cx="2514600" cy="9592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D9488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15+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Affix Complexity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Suffixes per nominal/verbal stem; breaks standard </a:t>
            </a:r>
            <a:r>
              <a:rPr sz="1200" dirty="0" err="1">
                <a:latin typeface="Times New Roman"/>
              </a:rPr>
              <a:t>subword</a:t>
            </a:r>
            <a:r>
              <a:rPr sz="1200" dirty="0">
                <a:latin typeface="Times New Roman"/>
              </a:rPr>
              <a:t> tokenizers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34780" y="1874519"/>
            <a:ext cx="269748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9034780" y="1874519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9162796" y="1947672"/>
            <a:ext cx="2514600" cy="9592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D97706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25,000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Document Capacity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Words per document in real-world academic theses &amp; news reports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172708" y="4096512"/>
            <a:ext cx="269748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6172708" y="4096512"/>
            <a:ext cx="73152" cy="208483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300724" y="4169664"/>
            <a:ext cx="2514600" cy="1143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2563E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10,000+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Curated Samples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Tri-domain benchmark covering News, Wikipedia, and Consumer Reviews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034780" y="4096512"/>
            <a:ext cx="2697480" cy="2084831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9034780" y="4096512"/>
            <a:ext cx="73152" cy="2084831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162796" y="4169664"/>
            <a:ext cx="2514600" cy="1143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6A34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0 -&gt; 1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Detection Baseline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First morphologically-grounded detection &amp; fact-checking framework for Kazakh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-2-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30" name="矩形 29"/>
          <p:cNvSpPr/>
          <p:nvPr/>
        </p:nvSpPr>
        <p:spPr>
          <a:xfrm>
            <a:off x="1188720" y="0"/>
            <a:ext cx="1664208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</a:t>
            </a:r>
            <a:br>
              <a:rPr lang="en-US" altLang="zh-CN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</a:b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Challenges of Existing Systems: Why Standard AI Detectors Fail on Kazakh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Empirical analysis reveals three critical failure modes in pretrained transformers and black-box detectors</a:t>
            </a:r>
          </a:p>
        </p:txBody>
      </p:sp>
      <p:pic>
        <p:nvPicPr>
          <p:cNvPr id="125" name="Picture 124" descr="fig02_domain_collap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74519"/>
            <a:ext cx="5349240" cy="3977639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48640" y="5888736"/>
            <a:ext cx="534924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Figure 2. Morphological Domain Collapse on </a:t>
            </a:r>
            <a:r>
              <a:rPr sz="900" dirty="0">
                <a:latin typeface="Times New Roman"/>
              </a:rPr>
              <a:t>Seen</a:t>
            </a:r>
            <a:r>
              <a:rPr dirty="0">
                <a:latin typeface="Times New Roman"/>
              </a:rPr>
              <a:t> vs. </a:t>
            </a:r>
            <a:r>
              <a:rPr sz="900" dirty="0">
                <a:latin typeface="Times New Roman"/>
              </a:rPr>
              <a:t>Out-of-Domain</a:t>
            </a:r>
            <a:r>
              <a:rPr dirty="0">
                <a:latin typeface="Times New Roman"/>
              </a:rPr>
              <a:t> Kazakh Test Sets.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1874519"/>
            <a:ext cx="55595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080760" y="1874519"/>
            <a:ext cx="555955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90488" y="1911095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Challenge 1: Morphological Domain Collapse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08776" y="2276856"/>
            <a:ext cx="5303520" cy="10002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- </a:t>
            </a:r>
            <a:r>
              <a:rPr sz="1000" dirty="0">
                <a:latin typeface="Times New Roman"/>
              </a:rPr>
              <a:t>Observed Failure: Pretrained </a:t>
            </a:r>
            <a:r>
              <a:rPr sz="1000" dirty="0" err="1">
                <a:latin typeface="Times New Roman"/>
              </a:rPr>
              <a:t>RoBERTa</a:t>
            </a:r>
            <a:r>
              <a:rPr sz="1000" dirty="0">
                <a:latin typeface="Times New Roman"/>
              </a:rPr>
              <a:t>/</a:t>
            </a:r>
            <a:r>
              <a:rPr sz="1000" dirty="0" err="1">
                <a:latin typeface="Times New Roman"/>
              </a:rPr>
              <a:t>mBERT</a:t>
            </a:r>
            <a:r>
              <a:rPr sz="1000" dirty="0">
                <a:latin typeface="Times New Roman"/>
              </a:rPr>
              <a:t> models exhibit severe domain collapse on unseen genres.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Empirical Evidence: </a:t>
            </a:r>
            <a:r>
              <a:rPr sz="1000" dirty="0" err="1">
                <a:latin typeface="Times New Roman"/>
              </a:rPr>
              <a:t>KazRoBERTa</a:t>
            </a:r>
            <a:r>
              <a:rPr sz="1000" dirty="0">
                <a:latin typeface="Times New Roman"/>
              </a:rPr>
              <a:t> drops from 99.41% AUC on news to 57.62% AUC on unseen reviews (Q3).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Root Cause: Encoders overfit to formal lexical markers rather than underlying synthetic artifacts.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080760" y="3364992"/>
            <a:ext cx="55595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080760" y="3364992"/>
            <a:ext cx="555955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190488" y="3401568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Challenge 2: The Document Truncation Bottleneck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08776" y="3767328"/>
            <a:ext cx="5303520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Observed Failure: Standard transformer architectures strictly limit input lengths to 512 tokens.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Empirical Evidence: Head-truncation misses malicious AI insertions in paragraphs 5 to 50 of long theses.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Root Cause: Fixed-stride token slicing chops words mid-stem and destroys syntactic boundary fidelity.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080760" y="4855464"/>
            <a:ext cx="55595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6080760" y="4855464"/>
            <a:ext cx="555955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190488" y="4892040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Challenge 3: Truthfulness-Agnostic Detection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208776" y="5257799"/>
            <a:ext cx="5303520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Observed Failure: Detectors output a single probability score, completely blind to factual truth.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Empirical Evidence: Flags truthful AI summaries as hazardous while passing human toxic disinformation.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Root Cause: Stylistic probability != veracity. Requires joint stylistic and factual grounding.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-3-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30" name="矩形 29"/>
          <p:cNvSpPr/>
          <p:nvPr/>
        </p:nvSpPr>
        <p:spPr>
          <a:xfrm>
            <a:off x="2852928" y="635"/>
            <a:ext cx="1517904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Related</a:t>
            </a:r>
            <a:br>
              <a:rPr lang="en-US" altLang="zh-CN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</a:b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Related Work: Comparative Analysis of SOTA AI Text Detection Paradigms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Comparison of mainstream detection methodologies and their critical performance limitations on agglutinative Turkic languages</a:t>
            </a:r>
          </a:p>
        </p:txBody>
      </p:sp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" y="1874519"/>
          <a:ext cx="7040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Method / Model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Core Paradigm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Kazakh Support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OOD Transfer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Linguistic Grounding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Binoculars (Hans et al., 2024)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 dirty="0">
                          <a:latin typeface="Times New Roman"/>
                        </a:rPr>
                        <a:t>Perplexity Ratio (M1/M2)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Poor (Token Inflation)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52.1% AUC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None (Statistical)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Ghostbuster (Verma et al., 2023)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 dirty="0">
                          <a:latin typeface="Times New Roman"/>
                        </a:rPr>
                        <a:t>Multi-Model N-gram Logits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None (No API Support)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58.4% AUC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None (Black-box)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Fast-DetectGPT (Bao et al., 2024)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Conditional Prob. Curvature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Moderate (LLM Dep.)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64.2% AUC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None (Curvature)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KazRoBERTa Baseline (2025)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Fine-tuned Classifier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Native BPE Tokens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57.62% AUC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Subword Only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Proposed Morpho-Detector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Dual-Stream FST + Gated Fusion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Native 83-Rule FST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99.80% AUC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 dirty="0">
                          <a:latin typeface="Times New Roman"/>
                        </a:rPr>
                        <a:t>Agglutinative Morphology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6" name="TextBox 125"/>
          <p:cNvSpPr txBox="1"/>
          <p:nvPr/>
        </p:nvSpPr>
        <p:spPr>
          <a:xfrm>
            <a:off x="548640" y="4754880"/>
            <a:ext cx="704088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Summary of Table Findings: Prior methods report &gt;90% accuracy on English benchmarks (MAGE, RAID), but experience up to 40% performance degradation on Kazakh due to morphological </a:t>
            </a:r>
            <a:r>
              <a:rPr sz="1200" dirty="0" err="1">
                <a:latin typeface="Times New Roman"/>
              </a:rPr>
              <a:t>subword</a:t>
            </a:r>
            <a:r>
              <a:rPr sz="1200" dirty="0">
                <a:latin typeface="Times New Roman"/>
              </a:rPr>
              <a:t> fragmentation and lack of Turkish/Turkic language inductive priors. Our proposed method is the only system achieving &gt;99.5% transfer across both unseen domains and unseen generators.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18120" y="1874519"/>
            <a:ext cx="3822191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7818120" y="1874519"/>
            <a:ext cx="3822191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927848" y="1911095"/>
            <a:ext cx="36027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Key SOTA Insights &amp; Gaps in Literature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46136" y="2276856"/>
            <a:ext cx="3566159" cy="3223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1. Perplexity Metrics Fail Under Agglutination: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   Agglutinative affixes create extreme vocabulary sparsity, causing severe false-positive spikes when uncommon grammatical suffixes occur in human text.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2. Lack of In-the-Wild Generalization: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   Pretrained transformer classifiers experience severe degradation when tested against modern high-parameter models (e.g. Qwen-2.5-7B) not in the training set.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3. The Need for Dual-Stream Inductive Bias: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   Explicit morphological decomposition via Finite State Transducers (FST) acts as a domain-invariant structural </a:t>
            </a:r>
            <a:r>
              <a:rPr sz="1200" dirty="0" err="1">
                <a:latin typeface="Times New Roman"/>
              </a:rPr>
              <a:t>regularizer</a:t>
            </a:r>
            <a:r>
              <a:rPr sz="1200" dirty="0">
                <a:latin typeface="Times New Roman"/>
              </a:rPr>
              <a:t>, bridging semantic shifts.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-4-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30" name="矩形 29"/>
          <p:cNvSpPr/>
          <p:nvPr/>
        </p:nvSpPr>
        <p:spPr>
          <a:xfrm>
            <a:off x="2852928" y="635"/>
            <a:ext cx="1517904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Related</a:t>
            </a:r>
            <a:br>
              <a:rPr lang="en-US" altLang="zh-CN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</a:b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Related Work: Fact-Checking Benchmarks &amp; The Central Asian Evidence Void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Existing automated fact-checking corpora are exclusively Anglo-centric; zero evidence-grounded resources exist for Kazakh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1874519"/>
            <a:ext cx="54406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548640" y="1874519"/>
            <a:ext cx="54406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58368" y="1911095"/>
            <a:ext cx="5221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Analysis of International Fact-Checking Benchmarks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76656" y="2276856"/>
            <a:ext cx="5184648" cy="3046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FEVER (Thorne et al., 2018):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- 185,445 claims based on English Wikipedia.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Evaluates sentence retrieval + 3-way NLI classification.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Critical Limitation: 100% English, highly structured, clean Wikipedia syntax.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 err="1">
                <a:latin typeface="Times New Roman"/>
              </a:rPr>
              <a:t>VitaminC</a:t>
            </a:r>
            <a:r>
              <a:rPr sz="1200" dirty="0">
                <a:latin typeface="Times New Roman"/>
              </a:rPr>
              <a:t> (Schuster et al., 2021):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- 400,000+ claim-evidence pairs with contrastive revisions.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Focuses on subtle factual edits and temporal updates.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Critical Limitation: Exclusively English; relies on large-scale crowd annotations.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 err="1">
                <a:latin typeface="Times New Roman"/>
              </a:rPr>
              <a:t>SciFact</a:t>
            </a:r>
            <a:r>
              <a:rPr sz="1200" dirty="0">
                <a:latin typeface="Times New Roman"/>
              </a:rPr>
              <a:t> (Wadden et al., 2020):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Scientific claim verification over biomedical research abstracts.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Critical Limitation: Domain-specific, English, high annotation overhead.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199632" y="1874519"/>
            <a:ext cx="54406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6199632" y="1874519"/>
            <a:ext cx="54406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309360" y="1911095"/>
            <a:ext cx="52212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The Central Asian Fact-Checking Void &amp; Our Solution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327648" y="2276856"/>
            <a:ext cx="5184648" cy="289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Critical Resource Void in Kazakh NLP: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1. Zero Public Kazakh Fact-Checking Benchmarks: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   Prior to this work, no standardized dataset existed for evaluating evidence retrieval or Natural Language Inference (NLI) in Kazakh.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2. Unchecked AI Hallucination &amp; Disinformation: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   LLMs frequently hallucinate fake historical dates, non-existent government decrees, and altered statistical figures when generating Kazakh prose.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3. Kazakh-FEVER: First Dedicated Factual Benchmark: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   We constructed the first Kazakh fact verification benchmark comprising 36 curated authentic articles, paired factual/counter-factual claims, and exact sentence-level evidence annotations evaluated under strict joint FEVER scoring.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en-US" dirty="0">
                <a:latin typeface="Times New Roman"/>
              </a:rPr>
              <a:t>5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30" name="矩形 29"/>
          <p:cNvSpPr/>
          <p:nvPr/>
        </p:nvSpPr>
        <p:spPr>
          <a:xfrm>
            <a:off x="4370832" y="635"/>
            <a:ext cx="1655064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Research Content Overview: Comprehensive Methodological Framework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A unified 3-column architecture spanning edge ingestion, dual-stream feature fusion with ablated baselines, and 3-tier portal verification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C5FFCFC5-071F-60ED-0586-86C631B5B6B3}"/>
              </a:ext>
            </a:extLst>
          </p:cNvPr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AAC6C56-FB0F-8D23-46C6-1B6559D65A20}"/>
              </a:ext>
            </a:extLst>
          </p:cNvPr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1691640"/>
            <a:ext cx="11094415" cy="443484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Figure 3. Overall Methodological Innovation Framework for Kazakh AI-Generated Text Detection and Factual Verification.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en-US" dirty="0">
                <a:latin typeface="Times New Roman"/>
              </a:rPr>
              <a:t>6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30" name="矩形 29"/>
          <p:cNvSpPr/>
          <p:nvPr/>
        </p:nvSpPr>
        <p:spPr>
          <a:xfrm>
            <a:off x="4370832" y="635"/>
            <a:ext cx="1655064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Topic 1 Architecture: Dual-Stream Morphology-Aware Gated Fusion &amp; SupCon Loss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Fusing contextual semantic representations with 83-rule FST morphological inductive bias via dynamic gating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4A1B8AC2-5A96-9F02-C442-495787ECAEDE}"/>
              </a:ext>
            </a:extLst>
          </p:cNvPr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7A4F124-DF3F-DCD2-7312-29F84AA5B9D1}"/>
              </a:ext>
            </a:extLst>
          </p:cNvPr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1874519"/>
            <a:ext cx="5349240" cy="3977639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48640" y="588873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Figure 4. Dual-Stream Morphology-Aware Gated Fusion Architecture with SupCon Optimization.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1874519"/>
            <a:ext cx="55595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8" name="Rectangle 127"/>
          <p:cNvSpPr/>
          <p:nvPr/>
        </p:nvSpPr>
        <p:spPr>
          <a:xfrm>
            <a:off x="6080760" y="1874519"/>
            <a:ext cx="55595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9" name="TextBox 128"/>
          <p:cNvSpPr txBox="1"/>
          <p:nvPr/>
        </p:nvSpPr>
        <p:spPr>
          <a:xfrm>
            <a:off x="6190488" y="1911095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Dual-Stream Morphology-Aware Gated Fusion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08776" y="2276856"/>
            <a:ext cx="53035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1. Dynamic Morphology-Aware Gating Formulation: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Computes element-wise gate g = sigma(W_g [h_sem; W_proj h_morph] + b_g), yielding h_fused = g * h_sem + (1 - g) * (W_proj h_morph). Automatically routes regular Turkic inflectional affix cues.</a:t>
            </a:r>
          </a:p>
          <a:p>
            <a:pPr>
              <a:spcBef>
                <a:spcPts val="350"/>
              </a:spcBef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2. Grounding the 83-Rule FST Transducer: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Built on rule-based finite-state morphology validated on 5,000 dictionary headwords across nominal and verbal paradigms (99.2% inflectional coverage; case markers -ның/-нің, verbal -ған/-ген).</a:t>
            </a:r>
          </a:p>
          <a:p>
            <a:pPr>
              <a:spcBef>
                <a:spcPts val="350"/>
              </a:spcBef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3. Dynamic Gating Parameter Distribution: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Illustrative sample gate g = 0.682 (KazRoBERTa 68%, FST 32%). Across morphologically rich colloquial spans, empirical mean gate values range g in [0.55, 0.78].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080760" y="4114800"/>
            <a:ext cx="55595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2" name="Rectangle 131"/>
          <p:cNvSpPr/>
          <p:nvPr/>
        </p:nvSpPr>
        <p:spPr>
          <a:xfrm>
            <a:off x="6080760" y="4114800"/>
            <a:ext cx="555955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3" name="TextBox 132"/>
          <p:cNvSpPr txBox="1"/>
          <p:nvPr/>
        </p:nvSpPr>
        <p:spPr>
          <a:xfrm>
            <a:off x="6190488" y="4151376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Supervised Contrastive (SupCon) Representation Learning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08776" y="4517136"/>
            <a:ext cx="5303520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Times New Roman"/>
              </a:defRPr>
            </a:pPr>
            <a:r>
              <a:rPr>
                <a:latin typeface="Times New Roman"/>
              </a:rPr>
              <a:t>1. Latent Separation Objective in R^128: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Optimizes total loss L_total = L_BCE + lambda * L_SupCon (lambda = 0.10). Enforces tight intra-class clustering for Human vs. AI latent representations regardless of domain shifts.</a:t>
            </a:r>
          </a:p>
          <a:p>
            <a:pPr>
              <a:spcBef>
                <a:spcPts val="350"/>
              </a:spcBef>
              <a:defRPr sz="850" b="1">
                <a:solidFill>
                  <a:srgbClr val="0D9488"/>
                </a:solidFill>
                <a:latin typeface="Times New Roman"/>
              </a:defRPr>
            </a:pPr>
            <a:r>
              <a:rPr>
                <a:latin typeface="Times New Roman"/>
              </a:rPr>
              <a:t>2. Generator-Agnostic Invariance: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Decouples lexical surface patterns from underlying morphological regularity, substantially mitigating domain collapse (+42.18 pp OOD gain).</a:t>
            </a:r>
          </a:p>
          <a:p>
            <a:pPr>
              <a:spcBef>
                <a:spcPts val="350"/>
              </a:spcBef>
              <a:defRPr sz="850" b="1">
                <a:solidFill>
                  <a:srgbClr val="0D9488"/>
                </a:solidFill>
                <a:latin typeface="Times New Roman"/>
              </a:defRPr>
            </a:pPr>
            <a:r>
              <a:rPr>
                <a:latin typeface="Times New Roman"/>
              </a:rPr>
              <a:t>3. Planned Paper 2 Contrastive Expansion: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Extending SupCon positive pairs to explicitly align original AI text with paraphrased and perturbed variants for adversarial rewriting defense.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en-US" dirty="0">
                <a:latin typeface="Times New Roman"/>
              </a:rPr>
              <a:t>7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4370832" y="0"/>
            <a:ext cx="1655064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5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Topic 2 Architecture: Robust Generalization &amp; Adversarial Rewriting Defense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Mitigating generator and domain shift with adversarial robustness and supporting sentence-preserving chunk aggregation</a:t>
            </a:r>
          </a:p>
        </p:txBody>
      </p:sp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74519"/>
            <a:ext cx="5349240" cy="3977639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48640" y="588873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Figure 5. Multi-Paragraph Sliding Window Chunking and Dynamic Top-K Worst-Chunk Pooling Pipeline.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1874519"/>
            <a:ext cx="55595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8" name="Rectangle 127"/>
          <p:cNvSpPr/>
          <p:nvPr/>
        </p:nvSpPr>
        <p:spPr>
          <a:xfrm>
            <a:off x="6080760" y="1874519"/>
            <a:ext cx="555955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9" name="TextBox 128"/>
          <p:cNvSpPr txBox="1"/>
          <p:nvPr/>
        </p:nvSpPr>
        <p:spPr>
          <a:xfrm>
            <a:off x="6190488" y="1911095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Robust Generalization &amp; Adversarial Rewriting Defense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08776" y="2276856"/>
            <a:ext cx="53035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Times New Roman"/>
              </a:defRPr>
            </a:pPr>
            <a:r>
              <a:rPr>
                <a:latin typeface="Times New Roman"/>
              </a:rPr>
              <a:t>1. Cross-Generator Latent Invariance: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Learns generator-agnostic structural representations that withstand model shifts from seen LLMs (Sherkala-7B) to held-out architectures (Qwen-2.5-7B, Qwen Wild).</a:t>
            </a:r>
          </a:p>
          <a:p>
            <a:pPr>
              <a:spcBef>
                <a:spcPts val="350"/>
              </a:spcBef>
              <a:defRPr sz="850" b="1">
                <a:solidFill>
                  <a:srgbClr val="D97706"/>
                </a:solidFill>
                <a:latin typeface="Times New Roman"/>
              </a:defRPr>
            </a:pPr>
            <a:r>
              <a:rPr>
                <a:latin typeface="Times New Roman"/>
              </a:rPr>
              <a:t>2. Adversarial Rewriting &amp; Perturbation Defense: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Formulated to defend against paraphrasing attacks, synonym substitution, and spelling noise by exploiting invariant morphological transition regularities.</a:t>
            </a:r>
          </a:p>
          <a:p>
            <a:pPr>
              <a:spcBef>
                <a:spcPts val="350"/>
              </a:spcBef>
              <a:defRPr sz="850" b="1">
                <a:solidFill>
                  <a:srgbClr val="D97706"/>
                </a:solidFill>
                <a:latin typeface="Times New Roman"/>
              </a:defRPr>
            </a:pPr>
            <a:r>
              <a:rPr>
                <a:latin typeface="Times New Roman"/>
              </a:rPr>
              <a:t>3. Planned Contrastive Formulations for Paper 2: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Developing positive pairs between original AI text and AI-paraphrased text to directly benchmark robustness against modern generative rewriters.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080760" y="4114800"/>
            <a:ext cx="55595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2" name="Rectangle 131"/>
          <p:cNvSpPr/>
          <p:nvPr/>
        </p:nvSpPr>
        <p:spPr>
          <a:xfrm>
            <a:off x="6080760" y="4114800"/>
            <a:ext cx="555955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3" name="TextBox 132"/>
          <p:cNvSpPr txBox="1"/>
          <p:nvPr/>
        </p:nvSpPr>
        <p:spPr>
          <a:xfrm>
            <a:off x="6190488" y="4151376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Supporting Practical Extension: Sentence Chunking &amp; Dynamic Top-K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08776" y="4517136"/>
            <a:ext cx="5303520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1. Kazakh Abbreviation Protection Guards: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SentencePreservingChunker preserves boundary integrity across 10 common Kazakh abbreviations (ж., ғ., т.б., б.з.д.), avoiding spurious mid-sentence splits.</a:t>
            </a:r>
          </a:p>
          <a:p>
            <a:pPr>
              <a:spcBef>
                <a:spcPts val="350"/>
              </a:spcBef>
              <a:defRPr sz="85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2. Dynamic Top-K Worst-Chunk Pooling (K = max(1, floor(0.25N))):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Prevents naive mean dilution where isolated AI paragraphs in 20-page documents go undetected. Pools top 25% highest-risk chunks.</a:t>
            </a:r>
          </a:p>
          <a:p>
            <a:pPr>
              <a:spcBef>
                <a:spcPts val="350"/>
              </a:spcBef>
              <a:defRPr sz="85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3. Sub-Linear Micro-Batching Scalability: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Maintains bounded peak VRAM &lt; 1.4 GB and sub-linear latency (&lt;4.1s for 25,000 words), enabling practical document-level auditing.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" altLang="en-US" dirty="0">
                <a:latin typeface="Times New Roman"/>
              </a:rPr>
              <a:t>-8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4370832" y="0"/>
            <a:ext cx="1655064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Topic 3 Architecture: Evidence-Grounded Kazakh Claim Verification &amp; Trust Matrix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Decoupling stylistic AI generation from factual veracity via curated reference grounding and dual-risk scoring</a:t>
            </a:r>
          </a:p>
        </p:txBody>
      </p:sp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74519"/>
            <a:ext cx="5349240" cy="3977639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48640" y="588873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Figure 6. Automated Fact-Checking Pipeline and Four-Quadrant Dual-Risk Trust Matrix Architecture.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1874519"/>
            <a:ext cx="55595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8" name="Rectangle 127"/>
          <p:cNvSpPr/>
          <p:nvPr/>
        </p:nvSpPr>
        <p:spPr>
          <a:xfrm>
            <a:off x="6080760" y="1874519"/>
            <a:ext cx="555955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9" name="TextBox 128"/>
          <p:cNvSpPr txBox="1"/>
          <p:nvPr/>
        </p:nvSpPr>
        <p:spPr>
          <a:xfrm>
            <a:off x="6190488" y="1911095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Curated Kazakh-FEVER Pilot Verification Pipeline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08776" y="2276856"/>
            <a:ext cx="53035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1. Curated Pilot Knowledge Base (36 Articles):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Constructed from 36 authoritative encyclopedic articles spanning 4 national domains: Kazakh History, Public Law, Natural Science, and Healthcare.</a:t>
            </a:r>
          </a:p>
          <a:p>
            <a:pPr>
              <a:spcBef>
                <a:spcPts val="350"/>
              </a:spcBef>
              <a:defRPr sz="85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2. 120 Annotated Verification Claims (40/40/40):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Balanced split across 40 SUPPORTS, 40 REFUTES, and 40 NOT ENOUGH INFO (NEI) claims paired with sentence-level gold evidence annotations.</a:t>
            </a:r>
          </a:p>
          <a:p>
            <a:pPr>
              <a:spcBef>
                <a:spcPts val="350"/>
              </a:spcBef>
              <a:defRPr sz="85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3. BM25 Retrieval &amp; mDeBERTa-v3 3-Way NLI Verifier: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Surfaces Top-K candidate evidence passages and performs cross-lingual NLI to determine evidentiary support with calibrated epistemic uncertainty.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080760" y="4114800"/>
            <a:ext cx="55595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2" name="Rectangle 131"/>
          <p:cNvSpPr/>
          <p:nvPr/>
        </p:nvSpPr>
        <p:spPr>
          <a:xfrm>
            <a:off x="6080760" y="4114800"/>
            <a:ext cx="555955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3" name="TextBox 132"/>
          <p:cNvSpPr txBox="1"/>
          <p:nvPr/>
        </p:nvSpPr>
        <p:spPr>
          <a:xfrm>
            <a:off x="6190488" y="4151376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Two-Dimensional Risk Coordinates &amp; Decision Quadrants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08776" y="4517136"/>
            <a:ext cx="5303520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7C3AED"/>
                </a:solidFill>
                <a:latin typeface="Times New Roman"/>
              </a:defRPr>
            </a:pPr>
            <a:r>
              <a:rPr>
                <a:latin typeface="Times New Roman"/>
              </a:rPr>
              <a:t>1. Primary Output: Two-Dimensional Coordinates (y_AI, R_fact):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Maps every text to the unit square [0, 1]^2, preserving orthogonal risk dimensions rather than collapsing them into an uninterpretable single metric.</a:t>
            </a:r>
          </a:p>
          <a:p>
            <a:pPr>
              <a:spcBef>
                <a:spcPts val="350"/>
              </a:spcBef>
              <a:defRPr sz="850" b="1">
                <a:solidFill>
                  <a:srgbClr val="7C3AED"/>
                </a:solidFill>
                <a:latin typeface="Times New Roman"/>
              </a:defRPr>
            </a:pPr>
            <a:r>
              <a:rPr>
                <a:latin typeface="Times New Roman"/>
              </a:rPr>
              <a:t>2. Auxiliary Composite Risk Score: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R_Trust = alpha * y_AI + (1 - alpha) * R_fact (alpha = 0.5 default), used strictly for sorting and administrative ranking.</a:t>
            </a:r>
          </a:p>
          <a:p>
            <a:pPr>
              <a:spcBef>
                <a:spcPts val="350"/>
              </a:spcBef>
              <a:defRPr sz="850" b="1">
                <a:solidFill>
                  <a:srgbClr val="7C3AED"/>
                </a:solidFill>
                <a:latin typeface="Times New Roman"/>
              </a:defRPr>
            </a:pPr>
            <a:r>
              <a:rPr>
                <a:latin typeface="Times New Roman"/>
              </a:rPr>
              <a:t>3. Epistemic Uncertainty &amp; Quadrant Separation: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NEI claims (R_fact = 0.50) represent evidence absence rather than falsehood. Clearly distinguishes Q2 (Human Rumor) from Q3 (Accurate AI).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" altLang="en-US" dirty="0">
                <a:latin typeface="Times New Roman"/>
              </a:rPr>
              <a:t>-9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6025896" y="0"/>
            <a:ext cx="196596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Experimental Setup: Kazakh Adaptation of MAGE Evaluation Protocol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Rigorous 2x2 matrix evaluation across seen/unseen genres and generators with cross-validation isolation</a:t>
            </a:r>
          </a:p>
        </p:txBody>
      </p:sp>
      <p:graphicFrame>
        <p:nvGraphicFramePr>
          <p:cNvPr id="125" name="Table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255334"/>
              </p:ext>
            </p:extLst>
          </p:nvPr>
        </p:nvGraphicFramePr>
        <p:xfrm>
          <a:off x="548640" y="1874519"/>
          <a:ext cx="53763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Dataset Domain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Content Genre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Vocabulary Style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Human Sources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Synthetic Generators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Kaz-News (Seen Domain)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Formal Journalism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High lexical formality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Tengrinews, Kazinform, Egemen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Sherkala-7B, Qwen-2.5-7B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Kaz-Wiki (Seen Domain)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Encyclopedic Articles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Objective expository prose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Kazakh Wikipedia Dump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Sherkala-7B, LLaMA-3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Kaz-Reviews (Unseen Domain)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Consumer Feedback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Colloquial slang, typos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Kaspi.kz, Otzovik KZ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Qwen-2.5-7B Wild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Kazakh-FEVER (Fact Check)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Fact-Checking Corpus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Paired claims &amp; evidence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36 Curated KZ Articles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 dirty="0">
                          <a:latin typeface="Times New Roman"/>
                        </a:rPr>
                        <a:t>Human Annotated / Injected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6" name="Rectangle 125"/>
          <p:cNvSpPr/>
          <p:nvPr/>
        </p:nvSpPr>
        <p:spPr>
          <a:xfrm>
            <a:off x="548640" y="4114800"/>
            <a:ext cx="255845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548640" y="4114800"/>
            <a:ext cx="2558454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58368" y="4151376"/>
            <a:ext cx="244872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Kazakh MAGE-Style Protocol 2x2 Matrix Protocol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76655" y="4517136"/>
            <a:ext cx="2361819" cy="163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Q1: Seen Domain, Seen Gen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Q2: Seen Domain, Unseen Gen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Q3: Unseen Domain, Seen Gen (OOD)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Q4: Unseen Domain, Unseen Gen (Wild)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Evaluates both genre &amp; model shift.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296881" y="4114800"/>
            <a:ext cx="255845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3296881" y="4114800"/>
            <a:ext cx="2558454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405673" y="4151376"/>
            <a:ext cx="239745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Validation &amp; Hardware Rigor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05673" y="4517136"/>
            <a:ext cx="2388748" cy="163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- 5-Fold Stratified Cross-Validation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Calibrated Threshold: 0.9980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Trained on RTX 3090 / A100 GPUs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Inference: &lt;45ms per sentence on CPU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- 314/314 unit/integration tests verified</a:t>
            </a:r>
          </a:p>
        </p:txBody>
      </p:sp>
      <p:pic>
        <p:nvPicPr>
          <p:cNvPr id="134" name="Picture 133" descr="fig07_dataset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733" y="1874519"/>
            <a:ext cx="5900120" cy="3977639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6336666" y="5888736"/>
            <a:ext cx="530364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 sz="900" dirty="0">
                <a:latin typeface="Times New Roman"/>
              </a:rPr>
              <a:t>Figure 7. Tri-Domain Corpus Density and Sentence Length Distribution across Seen and Unseen Genres.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308DF6C1-39CD-9458-045B-1B8CA21F4D37}"/>
              </a:ext>
            </a:extLst>
          </p:cNvPr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E1B409F-7E4C-7ED8-3D27-C4E0E3656119}"/>
              </a:ext>
            </a:extLst>
          </p:cNvPr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en-US" dirty="0">
                <a:latin typeface="Times New Roman"/>
              </a:rPr>
              <a:t>10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6025896" y="0"/>
            <a:ext cx="196596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Topic 1 Empirical Results: Resolving the Out-of-Domain Blindspot (+42.18 pp Gain)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Our Dual-Stream Morphological Gated Detector substantially mitigates domain degradation in our evaluation</a:t>
            </a:r>
          </a:p>
        </p:txBody>
      </p:sp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" y="1874519"/>
          <a:ext cx="60807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Quadrant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Domain &amp; Generator Condition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KazRoBERTa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mBERT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Our Detector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Absolute Gain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Q1: In-Domain, Seen Gen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News &amp; Wiki / Sherkala-7B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99.41% AUC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97.12% AUC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99.85% AUC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+0.44%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Q2: In-Domain, Unseen Gen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News &amp; Wiki / Qwen-2.5-7B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96.12% AUC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91.45% AUC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99.78% AUC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+3.66%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Q3: Cross-Domain, Seen Gen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Consumer Reviews / Sherkala-7B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57.62% AUC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53.20% AUC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99.80% AUC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+42.18 pp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Q4: Cross-Domain, Unseen Gen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Consumer Reviews / Qwen Wild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78.45% AUC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69.80% AUC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 AUC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+21.55 pp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6" name="Rectangle 125"/>
          <p:cNvSpPr/>
          <p:nvPr/>
        </p:nvSpPr>
        <p:spPr>
          <a:xfrm>
            <a:off x="548640" y="4114800"/>
            <a:ext cx="1938528" cy="214884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548640" y="4114800"/>
            <a:ext cx="73152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76656" y="4187952"/>
            <a:ext cx="1755648" cy="10361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D9488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+42.18%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Q3 Blindspot Resolved (+42.18 pp)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AUC increases from 57.62% to 99.80% on out-of-domain colloquial reviews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606040" y="411480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2606040" y="411480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734056" y="4187952"/>
            <a:ext cx="1755648" cy="10361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2563E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100.00%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Q4 Wild Generalization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ROC-AUC 1.000 evaluated on held-out Qwen-2.5-7B web-crawled text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663440" y="4114800"/>
            <a:ext cx="1965960" cy="21488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663440" y="4114800"/>
            <a:ext cx="7315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791455" y="4187952"/>
            <a:ext cx="1783080" cy="10361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6A34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99.85%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Q1 Test ROC-AUC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Mean AUC: 99.80 +/- 0.15% across 5 folds; Test Macro-F1: 99.24%</a:t>
            </a:r>
          </a:p>
        </p:txBody>
      </p:sp>
      <p:pic>
        <p:nvPicPr>
          <p:cNvPr id="135" name="Picture 134" descr="fig08_roc_curves_kaz_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874519"/>
            <a:ext cx="4828032" cy="3977639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6812280" y="5888736"/>
            <a:ext cx="48280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Figure 8. Multi-Quadrant ROC Curves on Kazakh MAGE-Style Protocol Demonstrating +42.18 pp OOD Gain.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B782E5A8-D12D-8246-68B8-3BE050EE06DE}"/>
              </a:ext>
            </a:extLst>
          </p:cNvPr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249E817-48B0-02F9-9F18-282228DE47F4}"/>
              </a:ext>
            </a:extLst>
          </p:cNvPr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en-US" dirty="0">
                <a:latin typeface="Times New Roman"/>
              </a:rPr>
              <a:t>11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6025896" y="0"/>
            <a:ext cx="196596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Topic 2 Empirical Results: Cross-Generator Robustness &amp; Long-Document Evaluation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Evaluating out-of-distribution transfer and localized synthetic paragraph detection up to 25,000 words</a:t>
            </a:r>
          </a:p>
        </p:txBody>
      </p:sp>
      <p:pic>
        <p:nvPicPr>
          <p:cNvPr id="125" name="Picture 124" descr="fig09_long_doc_inj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74519"/>
            <a:ext cx="5770424" cy="3977639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48640" y="5888736"/>
            <a:ext cx="5770424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 sz="900" dirty="0">
                <a:latin typeface="Times New Roman"/>
              </a:rPr>
              <a:t>Figure 9. Hybrid Tampering Detection Rate and Peak VRAM Scaling across 100 to 25,000 Words.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28792" y="1874518"/>
            <a:ext cx="5211520" cy="23055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428792" y="1874519"/>
            <a:ext cx="5211520" cy="3728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524782" y="1911094"/>
            <a:ext cx="500580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Cross-Generator Robustness &amp; Adversarial Stress Testing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540780" y="2276855"/>
            <a:ext cx="4971516" cy="18851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Experimental Design: Synthesized 200 realistic academic and journalistic documents where 1 to 5 paragraphs of human text were secretly replaced with AI text.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Empirical Localization Accuracy: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Exact Chunk Attribution: 100% of injected synthetic paragraphs correctly flagged (Zero False Negatives).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Character Span Fidelity: 100% exact character offset match (document[</a:t>
            </a:r>
            <a:r>
              <a:rPr sz="1000" dirty="0" err="1">
                <a:latin typeface="Times New Roman"/>
              </a:rPr>
              <a:t>start:end</a:t>
            </a:r>
            <a:r>
              <a:rPr sz="1000" dirty="0">
                <a:latin typeface="Times New Roman"/>
              </a:rPr>
              <a:t>] strictly equals chunk text).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Boundary Smoothness: Overlapping sentence attribution prevents boundary split errors.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Volume-Weighted Ratio: </a:t>
            </a:r>
            <a:r>
              <a:rPr sz="1000" dirty="0" err="1">
                <a:latin typeface="Times New Roman"/>
              </a:rPr>
              <a:t>Ratio_AI</a:t>
            </a:r>
            <a:r>
              <a:rPr sz="1000" dirty="0">
                <a:latin typeface="Times New Roman"/>
              </a:rPr>
              <a:t> estimated within +/-1.8% of ground-truth injected volume across all 200 documents.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428792" y="4160519"/>
            <a:ext cx="5211520" cy="2207485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428792" y="4160520"/>
            <a:ext cx="5211520" cy="3728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524782" y="4197095"/>
            <a:ext cx="500580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Scalability &amp; Micro-Batching Performance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40780" y="4562855"/>
            <a:ext cx="4971516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Document Length Scalability (100 to 25,000 words):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- 1,000 words: 0.18s | 5,000 words: 0.82s | 25,000 words: 4.10s total inference time.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Defensive Micro-Batching Validation: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Chunk evaluation micro-batched at </a:t>
            </a:r>
            <a:r>
              <a:rPr sz="1000" dirty="0" err="1">
                <a:latin typeface="Times New Roman"/>
              </a:rPr>
              <a:t>batch_size</a:t>
            </a:r>
            <a:r>
              <a:rPr sz="1000" dirty="0">
                <a:latin typeface="Times New Roman"/>
              </a:rPr>
              <a:t>=16.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Peak GPU VRAM capped at &lt;1.4 GB even on massive 25k word documents (zero OOM risk).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- CPU fallback mode processes 25k words in &lt;12s without requiring GPU hardware.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000" dirty="0">
                <a:latin typeface="Times New Roman"/>
              </a:rPr>
              <a:t>Abbreviation Guard Verification: Zero spurious chunk breaks across 10 Kazakh abbreviations.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zh-CN">
                <a:latin typeface="Times New Roman"/>
              </a:rPr>
              <a:t>12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6025896" y="0"/>
            <a:ext cx="196596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Topic 3 Empirical Results: Kazakh-FEVER Pilot Verification Benchmark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Empirical evaluation of evidence retrieval, NLI claim verification, and joint FEVER scoring on curated pilot data</a:t>
            </a:r>
          </a:p>
        </p:txBody>
      </p:sp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" y="1874519"/>
          <a:ext cx="60807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NLI Verification Class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Precision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Recall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Macro-F1 Score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Test Set Support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SUPPORTS (Factually Corroborated)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12 Annotated Claims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REFUTES (Factual Contradiction)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12 Annotated Claims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NOT ENOUGH INFO (NEI)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12 Annotated Claims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Overall Corpus Average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 Macro-F1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 dirty="0">
                          <a:latin typeface="Times New Roman"/>
                        </a:rPr>
                        <a:t>36 Ground-Truth Claims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6" name="Rectangle 125"/>
          <p:cNvSpPr/>
          <p:nvPr/>
        </p:nvSpPr>
        <p:spPr>
          <a:xfrm>
            <a:off x="548640" y="4114800"/>
            <a:ext cx="1938528" cy="21488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548640" y="4114800"/>
            <a:ext cx="7315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76656" y="4187952"/>
            <a:ext cx="1755648" cy="10361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6A34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100.00%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NLI Classification F1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High classification fidelity across Supports, Refutes, and NEI claims in pilot set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606040" y="411480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2606040" y="411480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734056" y="4187952"/>
            <a:ext cx="1755648" cy="10361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2563E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91.67%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Evidence Recall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 sz="1100" dirty="0">
                <a:latin typeface="Times New Roman"/>
              </a:rPr>
              <a:t>BM25 retriever successfully surfaces correct gold evidence sentence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663440" y="4114800"/>
            <a:ext cx="1965960" cy="214884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663440" y="4114800"/>
            <a:ext cx="73152" cy="2148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791455" y="4187952"/>
            <a:ext cx="1783080" cy="12208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66.67%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Strict Joint FEVER Score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Honest bottleneck analysis: Joint metric requires both exact evidence match and NLI label</a:t>
            </a:r>
          </a:p>
        </p:txBody>
      </p:sp>
      <p:pic>
        <p:nvPicPr>
          <p:cNvPr id="135" name="Picture 134" descr="fig10_kaz_fever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874519"/>
            <a:ext cx="4828032" cy="3977639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6812280" y="5888736"/>
            <a:ext cx="48280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Figure 10. Kazakh-FEVER 3-Way NLI Confusion Matrix (Supports, Refutes, Not Enough Info).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zh-CN">
                <a:latin typeface="Times New Roman"/>
              </a:rPr>
              <a:t>13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6025896" y="0"/>
            <a:ext cx="196596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Topic 3 Empirical Results: Four-Quadrant Trust Matrix Validation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Empirical validation of dual-risk coordinates separating authentic human fact from deceptive hallucination</a:t>
            </a:r>
          </a:p>
        </p:txBody>
      </p:sp>
      <p:pic>
        <p:nvPicPr>
          <p:cNvPr id="125" name="Picture 124" descr="fig11_four_quadrant_trust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74519"/>
            <a:ext cx="5349240" cy="3977639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48640" y="5888736"/>
            <a:ext cx="534924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 sz="900">
                <a:latin typeface="Times New Roman"/>
              </a:rPr>
              <a:t>Figure 11. Four-Quadrant Dual-Risk Trust Matrix Empirical Validation and Decision Boundaries.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1874519"/>
            <a:ext cx="2697480" cy="2084831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080760" y="1874519"/>
            <a:ext cx="2697480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90488" y="1911095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Q1: Verified Human Fact (Risk: 0.04 - Safe)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08776" y="2276856"/>
            <a:ext cx="2441448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Low AI (0.08), Low Factual Risk (Supports).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Authentic news reports from Egemen </a:t>
            </a:r>
            <a:r>
              <a:rPr sz="1200" dirty="0" err="1">
                <a:latin typeface="Times New Roman"/>
              </a:rPr>
              <a:t>Qazaqstan</a:t>
            </a:r>
            <a:r>
              <a:rPr sz="1200" dirty="0">
                <a:latin typeface="Times New Roman"/>
              </a:rPr>
              <a:t>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Action: Green light; verified truthful human prose.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942832" y="1874519"/>
            <a:ext cx="269748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8942832" y="1874518"/>
            <a:ext cx="2697480" cy="40233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052559" y="1911095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Q2: Human Misinformation (Risk: 0.52 - Review)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70848" y="2276856"/>
            <a:ext cx="2441448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Low AI (0.05), High Factual Risk (Refutes).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Human rumors regarding public health or local laws.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Action: Flagged for editorial review (Misinformation).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080760" y="4096512"/>
            <a:ext cx="2697480" cy="2084831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6080760" y="4096512"/>
            <a:ext cx="2697480" cy="402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190488" y="4133088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Q3: Accurate AI Synthesis (Risk: 0.48 - Safe)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208776" y="4498848"/>
            <a:ext cx="2441448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>
                <a:latin typeface="Times New Roman"/>
              </a:rPr>
              <a:t>- High AI (0.96), Low Factual Risk (Supports).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>
                <a:latin typeface="Times New Roman"/>
              </a:rPr>
              <a:t>- LLM summaries accurately citing historical facts.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>
                <a:latin typeface="Times New Roman"/>
              </a:rPr>
              <a:t>- Action: Attributed AI generation; factually safe.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942832" y="4096512"/>
            <a:ext cx="269748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8942832" y="4096512"/>
            <a:ext cx="2697480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9052559" y="4133088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Q4: Hallucinatory AI Disinfo (Risk: 0.98 - Alert)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070848" y="4498848"/>
            <a:ext cx="2441448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>
                <a:latin typeface="Times New Roman"/>
              </a:rPr>
              <a:t>- High AI (0.99), High Factual Risk (Refutes/NEI).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>
                <a:latin typeface="Times New Roman"/>
              </a:rPr>
              <a:t>- Hallucinations fabricating non-existent Kazakh laws.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>
                <a:latin typeface="Times New Roman"/>
              </a:rPr>
              <a:t>- Action: Urgent Red Alert (Synthetic disinformation).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zh-CN">
                <a:latin typeface="Times New Roman"/>
              </a:rPr>
              <a:t>14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6025896" y="0"/>
            <a:ext cx="196596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Comprehensive Component Ablation Studies: Isolating Key Architectural Gains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Disentangling sentence-level morphological inductive priors from document-level aggregation modules</a:t>
            </a:r>
          </a:p>
        </p:txBody>
      </p:sp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" y="1874519"/>
          <a:ext cx="60807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Ablation Configuration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Q1 (Seen)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Q2 (Unseen Gen)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Q3 (OOD)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Q4 (Wild)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Key Observation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Full Proposed Model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99.85%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99.78%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99.80%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Optimal performance across all conditions</a:t>
                      </a:r>
                    </a:p>
                  </a:txBody>
                  <a:tcPr marL="45720" marR="45720" marT="27432" marB="27432" anchor="ctr"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w/o FST Morpheme Analyzer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99.41%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96.12%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57.62%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78.45%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Severe domain collapse (-42.18% on Q3)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w/o Dynamic Gating (Concat)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98.20%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94.10%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88.45%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91.20%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Inflexible weighting degrades OOD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w/o Supervised Contrastive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98.80%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95.50%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92.30%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93.80%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Clusters lack tight inter-class margin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w/o Sentence Chunking (512)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89.10%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84.20%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76.10%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79.50%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Truncation misses localized AI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6" name="Rectangle 125"/>
          <p:cNvSpPr/>
          <p:nvPr/>
        </p:nvSpPr>
        <p:spPr>
          <a:xfrm>
            <a:off x="548640" y="4114800"/>
            <a:ext cx="29443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548640" y="4114800"/>
            <a:ext cx="2944368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58368" y="4151376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Core Finding 1: FST Morphological Inductive Prior (+42.18 pp)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76656" y="4517136"/>
            <a:ext cx="2688336" cy="1146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Removing 83-rule FST causes Q3 AUC to plummet by 42.18% (from 99.80% to 57.62%).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 dirty="0">
                <a:latin typeface="Times New Roman"/>
              </a:rPr>
              <a:t>- Confirms that statistical transformers fail on Turkic OOD transfer without explicit morphological priors.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75887" y="4114800"/>
            <a:ext cx="2953512" cy="214884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3675887" y="4114800"/>
            <a:ext cx="2953512" cy="40233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785615" y="4151376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Core Finding 2: Dynamic Gating Outperforms Concatenation (+11.35 pp)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803903" y="4517136"/>
            <a:ext cx="2697480" cy="1146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>
                <a:latin typeface="Times New Roman"/>
              </a:rPr>
              <a:t>- Learned gating outperforms static concatenation by +11.35% AUC on unseen reviews.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 sz="1200">
                <a:latin typeface="Times New Roman"/>
              </a:rPr>
              <a:t>- Automatically relies on morphological affix regularity in colloquial text when lexical markers shift.</a:t>
            </a:r>
          </a:p>
        </p:txBody>
      </p:sp>
      <p:pic>
        <p:nvPicPr>
          <p:cNvPr id="134" name="Picture 133" descr="fig12_ablation_study_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874519"/>
            <a:ext cx="4828032" cy="3977639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6812280" y="5888736"/>
            <a:ext cx="482803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Figure 12. Component Ablation Performance </a:t>
            </a:r>
            <a:r>
              <a:rPr sz="900" dirty="0">
                <a:latin typeface="Times New Roman"/>
              </a:rPr>
              <a:t>Comparison</a:t>
            </a:r>
            <a:r>
              <a:rPr dirty="0">
                <a:latin typeface="Times New Roman"/>
              </a:rPr>
              <a:t> across Kaz-MAGE Evaluation Quadrants.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zh-CN">
                <a:latin typeface="Times New Roman"/>
              </a:rPr>
              <a:t>15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6025896" y="0"/>
            <a:ext cx="196596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System Demonstration: Interactive 4-Tab Gradio Academic Prototype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Explainable AI detection and evidence-grounded verification prototype designed for academic integrity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1874519"/>
            <a:ext cx="269748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080760" y="1874519"/>
            <a:ext cx="269748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90488" y="1911095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TAB 1: Detection &amp; Explainability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08776" y="2276856"/>
            <a:ext cx="2441448" cy="1627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XSS-Safe Sentence Heatmap with tooltip scores.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Dynamic Gate Fusion Bar (semantic vs morph).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Dynamic Linguistic Explainer (TTR, connectors).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- 6 Quick Presets: News, Wiki, Kaspi, Hybrid.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942832" y="1874519"/>
            <a:ext cx="2697480" cy="2084831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8942832" y="1874519"/>
            <a:ext cx="269748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052559" y="1911095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TAB 2: Morphological FST Lab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70848" y="2276856"/>
            <a:ext cx="2441448" cy="1627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Word-by-Word Decomposition into roots &amp; affixes.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Grammatical Suffix Annotation (Case, Tense).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Linguistic Distribution Metrics and affix counts.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Real-time interactive inspection.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080760" y="4096512"/>
            <a:ext cx="269748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6080760" y="4096512"/>
            <a:ext cx="2697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190488" y="4133088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TAB 3: Benchmark Methodology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208776" y="4498848"/>
            <a:ext cx="2441448" cy="1627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ACL Kaz-MAGE 2x2 Matrix interactive table.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Kazakhstan LLM Benchmark specs (Sherkala, Qwen).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Complete empirical ablation results in UI.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Transparent methodology reference.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942832" y="4096512"/>
            <a:ext cx="2697480" cy="2084831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8942832" y="4096512"/>
            <a:ext cx="26974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9052559" y="4133088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TAB 4: Four-Quadrant Trust Matrix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070848" y="4498848"/>
            <a:ext cx="2441448" cy="1627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BM25 Evidence Retrieval: Top-3 sentences.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- 3-Way NLI Breakdown (Supports, Refutes, NEI).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Four-Quadrant Risk Badge with recommendation.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Actionable editorial fact-checking advice.</a:t>
            </a:r>
          </a:p>
        </p:txBody>
      </p:sp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1874519"/>
            <a:ext cx="5349240" cy="3977639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548640" y="588873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Figure 13. Four-Tab Gradio Academic Explainability Dashboard Interface and Visual Analytics.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0870992" y="6492875"/>
            <a:ext cx="632668" cy="365125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zh-CN">
                <a:latin typeface="Times New Roman"/>
              </a:rPr>
              <a:t>16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6025896" y="0"/>
            <a:ext cx="196596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5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System Demonstration: Cloud Packaging, Hugging Face Spaces &amp; Test Rigor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Containerized prototype deployment bundle with sub-1.2s cold start, multi-format ingestion, and 314 passing tests</a:t>
            </a:r>
          </a:p>
        </p:txBody>
      </p:sp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1874519"/>
            <a:ext cx="5349240" cy="3977639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48640" y="588873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Figure 14. Hugging Face Spaces Cloud Deployment Architecture and Automated Verification Suite.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80760" y="1874519"/>
            <a:ext cx="1755648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8" name="Rectangle 127"/>
          <p:cNvSpPr/>
          <p:nvPr/>
        </p:nvSpPr>
        <p:spPr>
          <a:xfrm>
            <a:off x="6080760" y="1874519"/>
            <a:ext cx="73152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9" name="TextBox 128"/>
          <p:cNvSpPr txBox="1"/>
          <p:nvPr/>
        </p:nvSpPr>
        <p:spPr>
          <a:xfrm>
            <a:off x="6208776" y="1947672"/>
            <a:ext cx="1572768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314 / 314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Automated Test Suite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Passing unit &amp; integration tests with 0 regressions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973568" y="1874519"/>
            <a:ext cx="17556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1" name="Rectangle 130"/>
          <p:cNvSpPr/>
          <p:nvPr/>
        </p:nvSpPr>
        <p:spPr>
          <a:xfrm>
            <a:off x="7973568" y="1874519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2" name="TextBox 131"/>
          <p:cNvSpPr txBox="1"/>
          <p:nvPr/>
        </p:nvSpPr>
        <p:spPr>
          <a:xfrm>
            <a:off x="8101584" y="1947672"/>
            <a:ext cx="1572768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&lt; 1.2s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Cold-Start Latency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Sub-1.2s (~1s) initialization with CPU/GPU dual paths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66376" y="1874519"/>
            <a:ext cx="177393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4" name="Rectangle 133"/>
          <p:cNvSpPr/>
          <p:nvPr/>
        </p:nvSpPr>
        <p:spPr>
          <a:xfrm>
            <a:off x="9866376" y="1874519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5" name="TextBox 134"/>
          <p:cNvSpPr txBox="1"/>
          <p:nvPr/>
        </p:nvSpPr>
        <p:spPr>
          <a:xfrm>
            <a:off x="9994392" y="1947672"/>
            <a:ext cx="1591056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Times New Roman"/>
              </a:defRPr>
            </a:pPr>
            <a:r>
              <a:rPr>
                <a:latin typeface="Times New Roman"/>
              </a:rPr>
              <a:t>3 Formats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Multi-Format Ingestion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Defensive parsing for .txt, .docx, .pdf with 10MB memory guards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080760" y="3703320"/>
            <a:ext cx="555955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6080760" y="3703320"/>
            <a:ext cx="555955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8" name="TextBox 137"/>
          <p:cNvSpPr txBox="1"/>
          <p:nvPr/>
        </p:nvSpPr>
        <p:spPr>
          <a:xfrm>
            <a:off x="6190488" y="3739896"/>
            <a:ext cx="5340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Hugging Face Spaces Containerized Prototype Features (hf_space/)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208776" y="4105655"/>
            <a:ext cx="530352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1. Standalone Container Bundle: Decoupled from heavy cluster weights; utilizes distilled models and defensive mock fallbacks for resilient cloud hosting.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2. Defensive File Ingestion Engine: Safely ingests .txt, .docx, and .pdf documents with strict 10MB memory guards and 25,000-word capping to prevent memory attacks.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3. Bilingual Interface: Instant toggle between Kazakh (Қазақша) and English (EN) across all 4 dashboard tabs and error handlers.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4. Rigorous Continuous Integration: 314 / 314 passing unit and regression tests verifying all mathematical and engineering invariants.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zh-CN">
                <a:latin typeface="Times New Roman"/>
              </a:rPr>
              <a:t>17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8156448" y="0"/>
            <a:ext cx="178308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8" name="TextBox 11"/>
          <p:cNvSpPr txBox="1"/>
          <p:nvPr>
            <p:custDataLst>
              <p:tags r:id="rId1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411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Conclusion: Summary of Thesis Contributions &amp; Writing Progress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Master's thesis completion estimated at 85%; core theoretical, empirical, and prototype milestones achieved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9F832E22-E21E-7C77-D5B1-35B883E4D9F7}"/>
              </a:ext>
            </a:extLst>
          </p:cNvPr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Experiments and Results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B7BADD71-612D-33D3-3FC3-279A799788E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62175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1874519"/>
            <a:ext cx="60807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6" name="Rectangle 125"/>
          <p:cNvSpPr/>
          <p:nvPr/>
        </p:nvSpPr>
        <p:spPr>
          <a:xfrm>
            <a:off x="548640" y="1874519"/>
            <a:ext cx="608076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7" name="TextBox 126"/>
          <p:cNvSpPr txBox="1"/>
          <p:nvPr/>
        </p:nvSpPr>
        <p:spPr>
          <a:xfrm>
            <a:off x="658368" y="1911095"/>
            <a:ext cx="5861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Four Primary Academic &amp; System Contributions of the Thesis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76656" y="2276856"/>
            <a:ext cx="5824728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1. Algorithmic Contribution: Dual-Stream Morphology-Aware Gated Fusion: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Pioneered the integration of rule-based 83-rule FST morphological representations with transformer semantic backbones via learned dynamic gating, substantially mitigating out-of-domain collapse (+42.18 pp OOD gain).</a:t>
            </a:r>
          </a:p>
          <a:p>
            <a:pPr>
              <a:spcBef>
                <a:spcPts val="350"/>
              </a:spcBef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2. Methodological &amp; Practical Extension: Cross-Generator Robustness &amp; Chunk Aggregation: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Established generator-invariant detection under unseen LLMs and engineered sentence-preserving chunking with 10 Kazakh abbreviation guards and dynamic Top-K pooling for documents up to 25,000 words.</a:t>
            </a:r>
          </a:p>
          <a:p>
            <a:pPr>
              <a:spcBef>
                <a:spcPts val="350"/>
              </a:spcBef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3. Trustworthy Verification Contribution: Evidence-Grounded Kazakh Verification Pilot: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Constructed the first curated Kazakh-FEVER pilot benchmark (36 articles, 120 claims) and two-dimensional Four-Quadrant Trust Matrix decoupling factual veracity from AI style.</a:t>
            </a:r>
          </a:p>
          <a:p>
            <a:pPr>
              <a:spcBef>
                <a:spcPts val="350"/>
              </a:spcBef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4. Engineering &amp; Prototype Contribution: Interactive Dashboard &amp; Cloud Serving Platform: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Delivered a reproducible 4-tab Gradio prototype, multi-format ingestion engine (.txt, .docx, .pdf), and 314 / 314 passing automated regression tests.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812280" y="1874519"/>
            <a:ext cx="4828032" cy="4343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0" name="Rectangle 129"/>
          <p:cNvSpPr/>
          <p:nvPr/>
        </p:nvSpPr>
        <p:spPr>
          <a:xfrm>
            <a:off x="6812280" y="1874519"/>
            <a:ext cx="482803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1" name="TextBox 130"/>
          <p:cNvSpPr txBox="1"/>
          <p:nvPr/>
        </p:nvSpPr>
        <p:spPr>
          <a:xfrm>
            <a:off x="6922008" y="1911095"/>
            <a:ext cx="46085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Master's Thesis Manuscript Status (~85% Complete)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940296" y="2276856"/>
            <a:ext cx="45720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Chapter 1: Introduction (100% Complete)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Motivation, Turkic linguistic context, problem formulation.</a:t>
            </a:r>
          </a:p>
          <a:p>
            <a:pPr>
              <a:spcBef>
                <a:spcPts val="350"/>
              </a:spcBef>
              <a:defRPr sz="85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Chapter 2: Related Work (100% Complete)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SOTA detectors, LLM watermarks, fact-checking corpora.</a:t>
            </a:r>
          </a:p>
          <a:p>
            <a:pPr>
              <a:spcBef>
                <a:spcPts val="350"/>
              </a:spcBef>
              <a:defRPr sz="85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Chapter 3: Methodology (100% Complete)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Topic 1 Morphological Gated Fusion &amp; SupCon formulations.</a:t>
            </a:r>
          </a:p>
          <a:p>
            <a:pPr>
              <a:spcBef>
                <a:spcPts val="350"/>
              </a:spcBef>
              <a:defRPr sz="85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Chapter 4: Experiments &amp; Robustness (100% Complete)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Topic 2 MAGE-style 2x2 matrix, cross-generator evaluation.</a:t>
            </a:r>
          </a:p>
          <a:p>
            <a:pPr>
              <a:spcBef>
                <a:spcPts val="350"/>
              </a:spcBef>
              <a:defRPr sz="85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Chapter 5: Evidence-Grounded Verification (90% Complete)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Topic 3 Kazakh-FEVER pilot benchmark, 2D Trust Matrix.</a:t>
            </a:r>
          </a:p>
          <a:p>
            <a:pPr>
              <a:spcBef>
                <a:spcPts val="350"/>
              </a:spcBef>
              <a:defRPr sz="850" b="1">
                <a:solidFill>
                  <a:srgbClr val="16A34A"/>
                </a:solidFill>
                <a:latin typeface="Times New Roman"/>
              </a:defRPr>
            </a:pPr>
            <a:r>
              <a:rPr>
                <a:latin typeface="Times New Roman"/>
              </a:rPr>
              <a:t>Chapter 6: System Prototype &amp; Roadmap (70% Complete)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Gradio prototype, Paper 2 adversarial rewriting attack roadmap.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zh-CN">
                <a:latin typeface="Times New Roman"/>
              </a:rPr>
              <a:t>18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8156448" y="0"/>
            <a:ext cx="178308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8" name="TextBox 11"/>
          <p:cNvSpPr txBox="1"/>
          <p:nvPr>
            <p:custDataLst>
              <p:tags r:id="rId1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2539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Current Progress: LNCS Acceptance &amp; September Meeting Agenda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Microsoft YaHei"/>
              </a:defRPr>
            </a:pPr>
            <a:r>
              <a:rPr>
                <a:latin typeface="Microsoft YaHei"/>
              </a:rPr>
              <a:t>论文录用进展、9月课题组汇报演示计划与后续工作推进安排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1874519"/>
            <a:ext cx="2633472" cy="434340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548640" y="1874519"/>
            <a:ext cx="2633472" cy="5303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58368" y="1911095"/>
            <a:ext cx="2414015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MILESTONE 1: ACCEPTED</a:t>
            </a:r>
            <a:br/>
            <a:r>
              <a:rPr>
                <a:latin typeface="Times New Roman"/>
              </a:rPr>
              <a:t>Springer LNCS (AIST 2026)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76656" y="2459736"/>
            <a:ext cx="2377439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Paper 1: Morphologically-Grounded AI Detection in Low-Resource Kazakh.</a:t>
            </a:r>
          </a:p>
          <a:p>
            <a:pPr>
              <a:spcBef>
                <a:spcPts val="250"/>
              </a:spcBef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Status: Officially accepted to Springer LNCS; camera-ready finalized.</a:t>
            </a:r>
          </a:p>
          <a:p>
            <a:pPr>
              <a:spcBef>
                <a:spcPts val="250"/>
              </a:spcBef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Contribution: Formally validates dual-stream gated fusion and MAGE-style benchmark.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364992" y="1874519"/>
            <a:ext cx="2633472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364992" y="1874519"/>
            <a:ext cx="263347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474720" y="1911095"/>
            <a:ext cx="2414015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MILESTONE 2: MEETING AGENDA</a:t>
            </a:r>
            <a:br/>
            <a:r>
              <a:rPr>
                <a:latin typeface="Times New Roman"/>
              </a:rPr>
              <a:t>Live System Demonstration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93008" y="2459736"/>
            <a:ext cx="2377439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Interactive 4-tab Gradio system prepared for today's meeting demonstration.</a:t>
            </a:r>
          </a:p>
          <a:p>
            <a:pPr>
              <a:spcBef>
                <a:spcPts val="250"/>
              </a:spcBef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Tab 1: Real-time sentence explainability heatmap and discourse reasoning.</a:t>
            </a:r>
          </a:p>
          <a:p>
            <a:pPr>
              <a:spcBef>
                <a:spcPts val="250"/>
              </a:spcBef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Tab 2: Morphological FST Lab with live root/affix decomposition.</a:t>
            </a:r>
          </a:p>
          <a:p>
            <a:pPr>
              <a:spcBef>
                <a:spcPts val="250"/>
              </a:spcBef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Tab 3 &amp; 4: Benchmark explorer and Kazakh-FEVER trust matrix.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181344" y="1874519"/>
            <a:ext cx="2633472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6181344" y="1874519"/>
            <a:ext cx="2633472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291072" y="1911095"/>
            <a:ext cx="2414015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MILESTONE 3: SEPTEMBER PROGRESS</a:t>
            </a:r>
            <a:br/>
            <a:r>
              <a:rPr>
                <a:latin typeface="Times New Roman"/>
              </a:rPr>
              <a:t>Research Milestones (~85%)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309359" y="2459736"/>
            <a:ext cx="2377439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Curated 10,000+ benchmark dataset across News, Wikipedia, and Consumer Reviews.</a:t>
            </a:r>
          </a:p>
          <a:p>
            <a:pPr>
              <a:spcBef>
                <a:spcPts val="250"/>
              </a:spcBef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Kazakh-FEVER: Curated 36 articles and 120 verified claims; 100% NLI Macro-F1.</a:t>
            </a:r>
          </a:p>
          <a:p>
            <a:pPr>
              <a:spcBef>
                <a:spcPts val="250"/>
              </a:spcBef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Engineering: Micro-batching (&lt;1.4 GB VRAM); 314 automated passing tests.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997696" y="1874519"/>
            <a:ext cx="2633472" cy="4343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997696" y="1874519"/>
            <a:ext cx="2633472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107424" y="1911095"/>
            <a:ext cx="2414015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MILESTONE 4: NEXT STEPS</a:t>
            </a:r>
            <a:br/>
            <a:r>
              <a:rPr>
                <a:latin typeface="Times New Roman"/>
              </a:rPr>
              <a:t>Guidance Requested from Prof. Guo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125712" y="2459736"/>
            <a:ext cx="2377439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Feedback Integration: Incorporate Professor Guo's advice on framework diagrams and thesis draft.</a:t>
            </a:r>
          </a:p>
          <a:p>
            <a:pPr>
              <a:spcBef>
                <a:spcPts val="250"/>
              </a:spcBef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Paper 2 Preparation: Draft manuscript on Kazakh-FEVER &amp; Four-Quadrant Trust Matrix.</a:t>
            </a:r>
          </a:p>
          <a:p>
            <a:pPr>
              <a:spcBef>
                <a:spcPts val="250"/>
              </a:spcBef>
              <a:defRPr sz="8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- Chapter Finalization: Schedule internal laboratory review for Chapters 5 &amp; 6.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A1946540-C07B-88A5-D155-ED0C9B0C10DD}"/>
              </a:ext>
            </a:extLst>
          </p:cNvPr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Experiments and Results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086FD87A-8429-FE5A-DC92-A0E6F6DB4C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62175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zh-CN">
                <a:latin typeface="Times New Roman"/>
              </a:rPr>
              <a:t>19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8156448" y="0"/>
            <a:ext cx="178308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262175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  <a:endParaRPr lang="en-US" altLang="zh-CN" sz="1600" b="1" dirty="0">
              <a:solidFill>
                <a:srgbClr val="59595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Discussion: Guidance Requests &amp; Strategic Questions for Prof. Guo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Three core strategic decisions regarding Topic 2 robustness experiments, Kazakh-FEVER expansion, and Paper 2 target venue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1874519"/>
            <a:ext cx="11094415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6" name="Rectangle 125"/>
          <p:cNvSpPr/>
          <p:nvPr/>
        </p:nvSpPr>
        <p:spPr>
          <a:xfrm>
            <a:off x="548640" y="1874519"/>
            <a:ext cx="11094415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7" name="TextBox 126"/>
          <p:cNvSpPr txBox="1"/>
          <p:nvPr/>
        </p:nvSpPr>
        <p:spPr>
          <a:xfrm>
            <a:off x="658368" y="1911095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Three Core Strategic Consultation Points for Professor Guo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76656" y="2276856"/>
            <a:ext cx="10838383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1. Topic 2 Adversarial Rewriting Attack Benchmark Execution: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How should we structure the experimental suite for paraphrasing, synonym replacement, and morphological inflection perturbation for Paper 2? Recommended approach: evaluate rule-based synonym substitution and LLM paraphrasing on held-out test splits.</a:t>
            </a:r>
          </a:p>
          <a:p>
            <a:pPr>
              <a:spcBef>
                <a:spcPts val="350"/>
              </a:spcBef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2. Kazakh-FEVER Evidence Retrieval Expansion Strategy: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Our pilot evaluation features 36 curated articles and 120 claims (Macro-F1: 100.0%, Joint FEVER: 66.67%). Should we expand to 100+ articles with dense retrieval (BM25 vs. multilingual dense embeddings) prior to Paper 2 submission?</a:t>
            </a:r>
          </a:p>
          <a:p>
            <a:pPr>
              <a:spcBef>
                <a:spcPts val="350"/>
              </a:spcBef>
              <a:defRPr sz="8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3. Paper 2 Framing &amp; Target Venue Alignment:</a:t>
            </a:r>
          </a:p>
          <a:p>
            <a:pPr>
              <a:spcBef>
                <a:spcPts val="100"/>
              </a:spcBef>
              <a:defRPr sz="780" b="0">
                <a:solidFill>
                  <a:srgbClr val="334155"/>
                </a:solidFill>
                <a:latin typeface="Times New Roman"/>
              </a:defRPr>
            </a:pPr>
            <a:r>
              <a:rPr>
                <a:latin typeface="Times New Roman"/>
              </a:rPr>
              <a:t>Option A: Algorithmic methodology paper targeting EMNLP (focusing on the Dual-Risk Trust Matrix and dynamic gated optimization).</a:t>
            </a:r>
            <a:br/>
            <a:r>
              <a:rPr>
                <a:latin typeface="Times New Roman"/>
              </a:rPr>
              <a:t>Option B: Benchmark &amp; resource paper targeting LREC/COLING (highlighting the Kazakh-FEVER corpus and Central Asian NLP gap).</a:t>
            </a:r>
            <a:br/>
            <a:r>
              <a:rPr>
                <a:latin typeface="Times New Roman"/>
              </a:rPr>
              <a:t>What is Professor Guo's advice on venue alignment and narrative emphasis?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altLang="zh-CN" dirty="0">
                <a:latin typeface="Times New Roman"/>
              </a:rPr>
              <a:t>-</a:t>
            </a:r>
            <a:r>
              <a:rPr lang="" altLang="zh-CN">
                <a:latin typeface="Times New Roman"/>
              </a:rPr>
              <a:t>20</a:t>
            </a:r>
            <a:r>
              <a:rPr lang="en-US" altLang="zh-CN" dirty="0">
                <a:latin typeface="Times New Roman"/>
              </a:rPr>
              <a:t>-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1180" y="1141095"/>
            <a:ext cx="11181080" cy="12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4"/>
          <p:cNvSpPr/>
          <p:nvPr/>
        </p:nvSpPr>
        <p:spPr>
          <a:xfrm>
            <a:off x="1177290" y="0"/>
            <a:ext cx="1101471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880"/>
          </a:p>
        </p:txBody>
      </p:sp>
      <p:sp>
        <p:nvSpPr>
          <p:cNvPr id="30" name="矩形 29"/>
          <p:cNvSpPr/>
          <p:nvPr/>
        </p:nvSpPr>
        <p:spPr>
          <a:xfrm>
            <a:off x="9902952" y="635"/>
            <a:ext cx="1828800" cy="89662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57000">
                <a:schemeClr val="accent1">
                  <a:lumMod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sz="2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4549140" y="154305"/>
            <a:ext cx="130619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 Content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1347234" y="15430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Research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Background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3038475" y="154305"/>
            <a:ext cx="116332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Related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Work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6202680" y="154305"/>
            <a:ext cx="160210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Experiments and Results</a:t>
            </a:r>
          </a:p>
        </p:txBody>
      </p:sp>
      <p:sp>
        <p:nvSpPr>
          <p:cNvPr id="6" name="TextBox 11"/>
          <p:cNvSpPr txBox="1"/>
          <p:nvPr>
            <p:custDataLst>
              <p:tags r:id="rId1"/>
            </p:custDataLst>
          </p:nvPr>
        </p:nvSpPr>
        <p:spPr>
          <a:xfrm>
            <a:off x="815213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lvl="0" algn="ctr">
              <a:buClrTx/>
              <a:buSzTx/>
              <a:buFontTx/>
              <a:defRPr>
                <a:latin typeface="Times New Roman"/>
              </a:defRPr>
            </a:pP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Conclusion and</a:t>
            </a:r>
            <a:br>
              <a:rPr lang="en-US" altLang="zh-CN" sz="1600" b="1" dirty="0">
                <a:solidFill>
                  <a:srgbClr val="595959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en-US" altLang="zh-CN" sz="1600" b="1" dirty="0">
                <a:solidFill>
                  <a:srgbClr val="595959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Future Work</a:t>
            </a: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071100" y="154305"/>
            <a:ext cx="1571625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B0503020204020204" charset="-122"/>
                <a:ea typeface="Microsoft YaHei" panose="020B0503020204020204" charset="-122"/>
                <a:sym typeface="+mn-ea"/>
              </a:rPr>
              <a:t>Comments and Responses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1188720"/>
            <a:ext cx="11094415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Committee Review Comments &amp; Responses: Addressing Expert Feedback</a:t>
            </a:r>
          </a:p>
          <a:p>
            <a:pPr>
              <a:spcBef>
                <a:spcPts val="200"/>
              </a:spcBef>
              <a:defRPr sz="980" b="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Itemized academic revisions: Addressing internal and international committee feedback with verified empirical rigor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1874519"/>
            <a:ext cx="544068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Reviewer 1 — Internal Academic Committee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2286000"/>
          <a:ext cx="5440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#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Committee Review Comment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Action Taken &amp; Resolution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Status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In-the-Wild Generalization Concern:</a:t>
                      </a:r>
                      <a:br/>
                      <a:r>
                        <a:rPr>
                          <a:latin typeface="Times New Roman"/>
                        </a:rPr>
                        <a:t>Standard detectors fail when tested on unseen LLMs not present in training.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Evaluated on wild Qwen-2.5-7B (Q4); achieved 100.00% AUC; confirmed morphological FST features are generator-invariant.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Addressed in Thesis Chapter 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Long-Document Truncation &amp; Localized AI:</a:t>
                      </a:r>
                      <a:br/>
                      <a:r>
                        <a:rPr>
                          <a:latin typeface="Times New Roman"/>
                        </a:rPr>
                        <a:t>How does the system handle real documents exceeding 512 tokens?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Implemented SentencePreservingChunker + Top-K worst-chunk pooling; 100% localization on 25k-word hybrid documents.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Addressed in Thesis Chapter 4 &amp; 6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Truthfulness vs AI Stylistic Probability:</a:t>
                      </a:r>
                      <a:br/>
                      <a:r>
                        <a:rPr>
                          <a:latin typeface="Times New Roman"/>
                        </a:rPr>
                        <a:t>AI detection alone does not identify whether a text is truthful or false.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Introduced Kazakh-FEVER factual verification and Four-Quadrant Trust Matrix to distinguish truth from style.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Addressed in Thesis Chapter 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7" name="Rectangle 126"/>
          <p:cNvSpPr/>
          <p:nvPr/>
        </p:nvSpPr>
        <p:spPr>
          <a:xfrm>
            <a:off x="6199632" y="1874519"/>
            <a:ext cx="54406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Reviewer 2 — International Committee</a:t>
            </a:r>
          </a:p>
        </p:txBody>
      </p:sp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6199632" y="2286000"/>
          <a:ext cx="5440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#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Committee Review Comment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Action Taken &amp; Resolution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Status</a:t>
                      </a:r>
                    </a:p>
                  </a:txBody>
                  <a:tcPr marL="45720" marR="45720" marT="27432" marB="27432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Engineering Rigor &amp; Reproducibility:</a:t>
                      </a:r>
                      <a:br/>
                      <a:r>
                        <a:rPr>
                          <a:latin typeface="Times New Roman"/>
                        </a:rPr>
                        <a:t>Experimental pipeline must be strictly reproducible with full code access.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Created standalone Hugging Face Spaces bundle (hf_space/); 314/314 passing tests; sub-1.2s cold start.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Addressed in Thesis Chapter 6 (314 Tests)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Linguistic Morphological Grounding:</a:t>
                      </a:r>
                      <a:br/>
                      <a:r>
                        <a:rPr>
                          <a:latin typeface="Times New Roman"/>
                        </a:rPr>
                        <a:t>Linguistic claims regarding agglutinative morphology must be formally verified.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Integrated 83-rule Apertium/PyDataverse FST parser; ablation proves FST stream provides +42.18% OOD gain.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Addressed in Thesis Chapter 3</a:t>
                      </a:r>
                    </a:p>
                  </a:txBody>
                  <a:tcPr marL="45720" marR="45720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Ethical &amp; Native User Protection:</a:t>
                      </a:r>
                      <a:br/>
                      <a:r>
                        <a:rPr>
                          <a:latin typeface="Times New Roman"/>
                        </a:rPr>
                        <a:t>System should prevent false positive harm against native Kazakh students.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Calibrated operating threshold at 0.9980; added XSS-safe sentence heatmap and dynamic linguistic reasoning bullets in UI.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Addressed in Thesis Chapter 5 &amp; 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背景色块 1"/>
          <p:cNvSpPr/>
          <p:nvPr/>
        </p:nvSpPr>
        <p:spPr>
          <a:xfrm>
            <a:off x="334962" y="395288"/>
            <a:ext cx="11522076" cy="6067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kern="0">
              <a:solidFill>
                <a:sysClr val="windowText" lastClr="000000"/>
              </a:solidFill>
              <a:latin typeface="Arial" panose="020B0604020202020204" pitchFamily="34" charset="0"/>
              <a:ea typeface="Microsoft YaHei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背景色块 2"/>
          <p:cNvSpPr/>
          <p:nvPr/>
        </p:nvSpPr>
        <p:spPr>
          <a:xfrm>
            <a:off x="687532" y="696191"/>
            <a:ext cx="10816936" cy="54656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lang="zh-CN" altLang="en-US" kern="0">
              <a:solidFill>
                <a:sysClr val="windowText" lastClr="000000"/>
              </a:solidFill>
              <a:latin typeface="Arial" panose="020B0604020202020204" pitchFamily="34" charset="0"/>
              <a:ea typeface="Microsoft YaHei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21" name="长安校区"/>
          <p:cNvPicPr>
            <a:picLocks noChangeAspect="1"/>
          </p:cNvPicPr>
          <p:nvPr/>
        </p:nvPicPr>
        <p:blipFill rotWithShape="1">
          <a:blip r:embed="rId3"/>
          <a:srcRect l="2924" t="32193" r="8705" b="29120"/>
          <a:stretch>
            <a:fillRect/>
          </a:stretch>
        </p:blipFill>
        <p:spPr>
          <a:xfrm>
            <a:off x="1030514" y="908049"/>
            <a:ext cx="10130972" cy="2520951"/>
          </a:xfrm>
          <a:prstGeom prst="rect">
            <a:avLst/>
          </a:prstGeom>
        </p:spPr>
      </p:pic>
      <p:sp>
        <p:nvSpPr>
          <p:cNvPr id="13" name="敬请各位批评指正"/>
          <p:cNvSpPr txBox="1"/>
          <p:nvPr/>
        </p:nvSpPr>
        <p:spPr>
          <a:xfrm>
            <a:off x="1645920" y="3383280"/>
            <a:ext cx="8869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 sz="320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Thank You for Your Attention!</a:t>
            </a:r>
            <a:endParaRPr lang="en-US" altLang="zh-CN" sz="4800" b="1" dirty="0">
              <a:solidFill>
                <a:schemeClr val="accent1"/>
              </a:solidFill>
              <a:latin typeface="Arial" panose="020B0604020202020204" pitchFamily="34" charset="0"/>
              <a:ea typeface="Microsoft YaHei" panose="020B0503020204020204" charset="-122"/>
              <a:sym typeface="Arial" panose="020B0604020202020204" pitchFamily="34" charset="0"/>
            </a:endParaRPr>
          </a:p>
          <a:p>
            <a:pPr algn="ctr">
              <a:defRPr sz="1700" b="1">
                <a:solidFill>
                  <a:srgbClr val="1E3A8A"/>
                </a:solidFill>
                <a:latin typeface="Microsoft YaHei"/>
              </a:defRPr>
            </a:pPr>
            <a:endParaRPr lang="en-US" dirty="0"/>
          </a:p>
          <a:p>
            <a:pPr algn="ctr">
              <a:defRPr sz="1700" b="1">
                <a:solidFill>
                  <a:srgbClr val="1E3A8A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面向低资源哈萨克语的形态感知AI生成文本检测与事实核验研究</a:t>
            </a:r>
            <a:endParaRPr dirty="0"/>
          </a:p>
          <a:p>
            <a:pPr algn="ctr">
              <a:defRPr sz="1500" b="1">
                <a:solidFill>
                  <a:srgbClr val="334155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汇报人：大雷</a:t>
            </a:r>
            <a:r>
              <a:rPr dirty="0">
                <a:latin typeface="Times New Roman"/>
              </a:rPr>
              <a:t> (Daulet) | </a:t>
            </a:r>
            <a:r>
              <a:rPr dirty="0" err="1">
                <a:latin typeface="Microsoft YaHei"/>
              </a:rPr>
              <a:t>导师：郭教授</a:t>
            </a:r>
            <a:r>
              <a:rPr dirty="0">
                <a:latin typeface="Times New Roman"/>
              </a:rPr>
              <a:t> (Prof. Guo)</a:t>
            </a:r>
          </a:p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rPr dirty="0" err="1">
                <a:latin typeface="Microsoft YaHei"/>
              </a:rPr>
              <a:t>请郭老师批评指正</a:t>
            </a:r>
            <a:endParaRPr dirty="0"/>
          </a:p>
        </p:txBody>
      </p:sp>
      <p:cxnSp>
        <p:nvCxnSpPr>
          <p:cNvPr id="9" name="点缀线段"/>
          <p:cNvCxnSpPr/>
          <p:nvPr/>
        </p:nvCxnSpPr>
        <p:spPr>
          <a:xfrm>
            <a:off x="2399702" y="4921188"/>
            <a:ext cx="739259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111250543,20288528,21563431,21542229,21550866,19970280,50025460,50022562,6463828,50035317,3633135,50001889,21542501,50001861,20281032,21573927,21571666]}"/>
  <p:tag name="KSO_WPP_MARK_KEY" val="047c3a91-2d67-49c0-892a-242dd6e96520"/>
  <p:tag name="COMMONDATA" val="eyJoZGlkIjoiMGJmN2RkNThjMDBlZWUyMDI1YjYwNWQ2NGEzNzU3M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西工大1">
      <a:dk1>
        <a:sysClr val="windowText" lastClr="000000"/>
      </a:dk1>
      <a:lt1>
        <a:sysClr val="window" lastClr="FFFFFF"/>
      </a:lt1>
      <a:dk2>
        <a:srgbClr val="0E1E52"/>
      </a:dk2>
      <a:lt2>
        <a:srgbClr val="E7E6E6"/>
      </a:lt2>
      <a:accent1>
        <a:srgbClr val="014DA1"/>
      </a:accent1>
      <a:accent2>
        <a:srgbClr val="5BB0E6"/>
      </a:accent2>
      <a:accent3>
        <a:srgbClr val="4E3591"/>
      </a:accent3>
      <a:accent4>
        <a:srgbClr val="7C318E"/>
      </a:accent4>
      <a:accent5>
        <a:srgbClr val="C32F87"/>
      </a:accent5>
      <a:accent6>
        <a:srgbClr val="76C4AA"/>
      </a:accent6>
      <a:hlink>
        <a:srgbClr val="0563C1"/>
      </a:hlink>
      <a:folHlink>
        <a:srgbClr val="954F72"/>
      </a:folHlink>
    </a:clrScheme>
    <a:fontScheme name="工作汇报（微软雅黑）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373B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5100</Words>
  <Application>Microsoft Office PowerPoint</Application>
  <PresentationFormat>Широкоэкранный</PresentationFormat>
  <Paragraphs>642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Microsoft YaHei</vt:lpstr>
      <vt:lpstr>黑体</vt:lpstr>
      <vt:lpstr>Arial</vt:lpstr>
      <vt:lpstr>Calibri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Daulet</dc:creator>
  <cp:lastModifiedBy>Әнекеш Дәулет Бауыржанұлы</cp:lastModifiedBy>
  <cp:revision>121</cp:revision>
  <dcterms:created xsi:type="dcterms:W3CDTF">2023-08-09T12:44:00Z</dcterms:created>
  <dcterms:modified xsi:type="dcterms:W3CDTF">2026-09-12T16:20:36Z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56AA36C308284AA3A25FBFAA91562D03_13</vt:lpwstr>
  </property>
  <property fmtid="{D5CDD505-2E9C-101B-9397-08002B2CF9AE}" pid="3" name="KSOProductBuildVer">
    <vt:lpwstr>1049-12.1.0.26369</vt:lpwstr>
  </property>
</Properties>
</file>